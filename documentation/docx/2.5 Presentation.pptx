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Anton"/>
      <p:regular r:id="rId19"/>
    </p:embeddedFont>
    <p:embeddedFont>
      <p:font typeface="Cormorant Garamond"/>
      <p:regular r:id="rId20"/>
      <p:bold r:id="rId21"/>
      <p:italic r:id="rId22"/>
      <p:boldItalic r:id="rId23"/>
    </p:embeddedFont>
    <p:embeddedFont>
      <p:font typeface="Bowlby One"/>
      <p:regular r:id="rId24"/>
    </p:embeddedFont>
    <p:embeddedFont>
      <p:font typeface="PT Sans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6C0F46-55CB-4876-B899-A4958C0B9555}">
  <a:tblStyle styleId="{476C0F46-55CB-4876-B899-A4958C0B95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ormorantGaramond-regular.fntdata"/><Relationship Id="rId22" Type="http://schemas.openxmlformats.org/officeDocument/2006/relationships/font" Target="fonts/CormorantGaramond-italic.fntdata"/><Relationship Id="rId21" Type="http://schemas.openxmlformats.org/officeDocument/2006/relationships/font" Target="fonts/CormorantGaramond-bold.fntdata"/><Relationship Id="rId24" Type="http://schemas.openxmlformats.org/officeDocument/2006/relationships/font" Target="fonts/BowlbyOne-regular.fntdata"/><Relationship Id="rId23" Type="http://schemas.openxmlformats.org/officeDocument/2006/relationships/font" Target="fonts/CormorantGaramond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TSans-bold.fntdata"/><Relationship Id="rId25" Type="http://schemas.openxmlformats.org/officeDocument/2006/relationships/font" Target="fonts/PTSans-regular.fntdata"/><Relationship Id="rId28" Type="http://schemas.openxmlformats.org/officeDocument/2006/relationships/font" Target="fonts/PTSans-boldItalic.fntdata"/><Relationship Id="rId27" Type="http://schemas.openxmlformats.org/officeDocument/2006/relationships/font" Target="fonts/PT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Open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OpenSa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Anton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52" name="Shape 9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3" name="Google Shape;9053;g13c2bc466c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4" name="Google Shape;9054;g13c2bc466c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73" name="Shape 9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4" name="Google Shape;9074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75" name="Google Shape;9075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08" name="Shape 9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9" name="Google Shape;9109;g2259a73fc43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0" name="Google Shape;9110;g2259a73fc43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4" name="Shape 9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5" name="Google Shape;9115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6" name="Google Shape;9116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72" name="Shape 9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3" name="Google Shape;9173;g3f9ad995f80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4" name="Google Shape;9174;g3f9ad995f80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80" name="Shape 9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1" name="Google Shape;9181;g3f9ad995f80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82" name="Google Shape;9182;g3f9ad995f80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86" name="Shape 9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7" name="Google Shape;9187;g3f9ad995f80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88" name="Google Shape;9188;g3f9ad995f80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0" name="Shape 9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1" name="Google Shape;9261;g3f9ad995f80_0_2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62" name="Google Shape;9262;g3f9ad995f80_0_2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4" name="Shape 9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5" name="Google Shape;9335;g3f86a0088c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6" name="Google Shape;9336;g3f86a0088c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41" name="Shape 9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2" name="Google Shape;9342;g3f9ad995f80_0_3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3" name="Google Shape;9343;g3f9ad995f80_0_3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47" name="Shape 9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8" name="Google Shape;9348;g3facfe3054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9" name="Google Shape;9349;g3facfe305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4" name="Shape 9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5" name="Google Shape;9365;g3facfe3054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66" name="Google Shape;9366;g3facfe3054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1" name="Shape 9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2" name="Google Shape;9382;g2259a73fc43_0_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83" name="Google Shape;9383;g2259a73fc43_0_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8" y="16530"/>
            <a:ext cx="9143944" cy="5110441"/>
            <a:chOff x="0" y="0"/>
            <a:chExt cx="2940175" cy="3689050"/>
          </a:xfrm>
        </p:grpSpPr>
        <p:sp>
          <p:nvSpPr>
            <p:cNvPr id="10" name="Google Shape;10;p2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0" y="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0" y="2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2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0" y="3680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0" y="3680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0" y="3683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0" y="3683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4" name="Google Shape;134;p2"/>
          <p:cNvSpPr txBox="1"/>
          <p:nvPr>
            <p:ph type="ctrTitle"/>
          </p:nvPr>
        </p:nvSpPr>
        <p:spPr>
          <a:xfrm>
            <a:off x="1971056" y="958645"/>
            <a:ext cx="5202000" cy="2695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500"/>
              <a:buFont typeface="Loved by the King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5" name="Google Shape;135;p2"/>
          <p:cNvSpPr txBox="1"/>
          <p:nvPr>
            <p:ph idx="1" type="subTitle"/>
          </p:nvPr>
        </p:nvSpPr>
        <p:spPr>
          <a:xfrm>
            <a:off x="1970944" y="3819155"/>
            <a:ext cx="5202000" cy="365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6" name="Google Shape;136;p2"/>
          <p:cNvGrpSpPr/>
          <p:nvPr/>
        </p:nvGrpSpPr>
        <p:grpSpPr>
          <a:xfrm>
            <a:off x="8009088" y="-269659"/>
            <a:ext cx="1363145" cy="1433258"/>
            <a:chOff x="8529150" y="-173700"/>
            <a:chExt cx="1669089" cy="1754724"/>
          </a:xfrm>
        </p:grpSpPr>
        <p:sp>
          <p:nvSpPr>
            <p:cNvPr id="137" name="Google Shape;137;p2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9" name="Google Shape;179;p2"/>
          <p:cNvGrpSpPr/>
          <p:nvPr/>
        </p:nvGrpSpPr>
        <p:grpSpPr>
          <a:xfrm rot="1746615">
            <a:off x="4048366" y="-193218"/>
            <a:ext cx="1047275" cy="979617"/>
            <a:chOff x="-252624" y="1601574"/>
            <a:chExt cx="1047258" cy="979600"/>
          </a:xfrm>
        </p:grpSpPr>
        <p:sp>
          <p:nvSpPr>
            <p:cNvPr id="180" name="Google Shape;180;p2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3" name="Google Shape;193;p2"/>
          <p:cNvGrpSpPr/>
          <p:nvPr/>
        </p:nvGrpSpPr>
        <p:grpSpPr>
          <a:xfrm>
            <a:off x="8525275" y="3413813"/>
            <a:ext cx="925639" cy="688028"/>
            <a:chOff x="8588925" y="2091476"/>
            <a:chExt cx="925639" cy="688028"/>
          </a:xfrm>
        </p:grpSpPr>
        <p:sp>
          <p:nvSpPr>
            <p:cNvPr id="194" name="Google Shape;194;p2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8" name="Google Shape;208;p2"/>
          <p:cNvGrpSpPr/>
          <p:nvPr/>
        </p:nvGrpSpPr>
        <p:grpSpPr>
          <a:xfrm>
            <a:off x="-314825" y="1642175"/>
            <a:ext cx="898165" cy="766770"/>
            <a:chOff x="-252625" y="2918525"/>
            <a:chExt cx="898165" cy="766770"/>
          </a:xfrm>
        </p:grpSpPr>
        <p:sp>
          <p:nvSpPr>
            <p:cNvPr id="209" name="Google Shape;209;p2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2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2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2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2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2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2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2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5" name="Google Shape;245;p2"/>
          <p:cNvGrpSpPr/>
          <p:nvPr/>
        </p:nvGrpSpPr>
        <p:grpSpPr>
          <a:xfrm>
            <a:off x="8042790" y="3923975"/>
            <a:ext cx="1294621" cy="1350901"/>
            <a:chOff x="8465725" y="2863051"/>
            <a:chExt cx="1956212" cy="2041561"/>
          </a:xfrm>
        </p:grpSpPr>
        <p:sp>
          <p:nvSpPr>
            <p:cNvPr id="246" name="Google Shape;246;p2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2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2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2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2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2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0" name="Google Shape;290;p2"/>
          <p:cNvGrpSpPr/>
          <p:nvPr/>
        </p:nvGrpSpPr>
        <p:grpSpPr>
          <a:xfrm>
            <a:off x="-314833" y="-441745"/>
            <a:ext cx="1646313" cy="1753805"/>
            <a:chOff x="-2092800" y="-1252032"/>
            <a:chExt cx="1956171" cy="2083646"/>
          </a:xfrm>
        </p:grpSpPr>
        <p:sp>
          <p:nvSpPr>
            <p:cNvPr id="291" name="Google Shape;291;p2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2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2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2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2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2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2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2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2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2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2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2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2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2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2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2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0" name="Google Shape;340;p2"/>
          <p:cNvGrpSpPr/>
          <p:nvPr/>
        </p:nvGrpSpPr>
        <p:grpSpPr>
          <a:xfrm>
            <a:off x="8448925" y="1260505"/>
            <a:ext cx="679382" cy="871990"/>
            <a:chOff x="8619938" y="2813305"/>
            <a:chExt cx="679382" cy="871990"/>
          </a:xfrm>
        </p:grpSpPr>
        <p:sp>
          <p:nvSpPr>
            <p:cNvPr id="341" name="Google Shape;341;p2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2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2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2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2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2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2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2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2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2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2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9" name="Google Shape;369;p2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370" name="Google Shape;370;p2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1" name="Google Shape;371;p2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72" name="Google Shape;372;p2"/>
          <p:cNvGrpSpPr/>
          <p:nvPr/>
        </p:nvGrpSpPr>
        <p:grpSpPr>
          <a:xfrm>
            <a:off x="-340873" y="3921240"/>
            <a:ext cx="1973759" cy="1718179"/>
            <a:chOff x="-1914575" y="2967750"/>
            <a:chExt cx="1540675" cy="1341175"/>
          </a:xfrm>
        </p:grpSpPr>
        <p:sp>
          <p:nvSpPr>
            <p:cNvPr id="373" name="Google Shape;373;p2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2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2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2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2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2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2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2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2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2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2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2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2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2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2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2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2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2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2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2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2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2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2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2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2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2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2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2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2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2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2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2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2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2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2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2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2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2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2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2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2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2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2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2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2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2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2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2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2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2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2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2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2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2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2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2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2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2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" name="Google Shape;470;p2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" name="Google Shape;471;p2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2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2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2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" name="Google Shape;475;p2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2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2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" name="Google Shape;478;p2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" name="Google Shape;479;p2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2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2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" name="Google Shape;482;p2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" name="Google Shape;483;p2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2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2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2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2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2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" name="Google Shape;489;p2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" name="Google Shape;490;p2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2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2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2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" name="Google Shape;494;p2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" name="Google Shape;495;p2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2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2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2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2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2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2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2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2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2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2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2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2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2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2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2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2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2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2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2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2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2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2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2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2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2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2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2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2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2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2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2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2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0" name="Google Shape;530;p3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531" name="Google Shape;531;p3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3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3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3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3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3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3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3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3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3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3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3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3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3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3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3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3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3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3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3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3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3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3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3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3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3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3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3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3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3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3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3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3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3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3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3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3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8" name="Google Shape;648;p3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3"/>
          <p:cNvSpPr txBox="1"/>
          <p:nvPr>
            <p:ph type="title"/>
          </p:nvPr>
        </p:nvSpPr>
        <p:spPr>
          <a:xfrm>
            <a:off x="881100" y="2653494"/>
            <a:ext cx="7381800" cy="914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0" name="Google Shape;650;p3"/>
          <p:cNvSpPr txBox="1"/>
          <p:nvPr>
            <p:ph hasCustomPrompt="1" idx="2" type="title"/>
          </p:nvPr>
        </p:nvSpPr>
        <p:spPr>
          <a:xfrm>
            <a:off x="4114800" y="1517469"/>
            <a:ext cx="914400" cy="690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55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3"/>
          <p:cNvSpPr txBox="1"/>
          <p:nvPr>
            <p:ph idx="1" type="subTitle"/>
          </p:nvPr>
        </p:nvSpPr>
        <p:spPr>
          <a:xfrm>
            <a:off x="882450" y="3494571"/>
            <a:ext cx="7379100" cy="365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52" name="Google Shape;652;p3"/>
          <p:cNvGrpSpPr/>
          <p:nvPr/>
        </p:nvGrpSpPr>
        <p:grpSpPr>
          <a:xfrm rot="-1727288">
            <a:off x="-838377" y="3669706"/>
            <a:ext cx="1646350" cy="1753736"/>
            <a:chOff x="-2092800" y="-1252032"/>
            <a:chExt cx="1956171" cy="2083646"/>
          </a:xfrm>
        </p:grpSpPr>
        <p:sp>
          <p:nvSpPr>
            <p:cNvPr id="653" name="Google Shape;653;p3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3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3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3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3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3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3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3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3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3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3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3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3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3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3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3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3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3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3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3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3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3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3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3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3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3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3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3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3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3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3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3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3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3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3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3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2" name="Google Shape;702;p3"/>
          <p:cNvGrpSpPr/>
          <p:nvPr/>
        </p:nvGrpSpPr>
        <p:grpSpPr>
          <a:xfrm>
            <a:off x="-90099" y="-182926"/>
            <a:ext cx="1047258" cy="979600"/>
            <a:chOff x="-252624" y="1601574"/>
            <a:chExt cx="1047258" cy="979600"/>
          </a:xfrm>
        </p:grpSpPr>
        <p:sp>
          <p:nvSpPr>
            <p:cNvPr id="703" name="Google Shape;703;p3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3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3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3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3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3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3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3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3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3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3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3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3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6" name="Google Shape;716;p3"/>
          <p:cNvGrpSpPr/>
          <p:nvPr/>
        </p:nvGrpSpPr>
        <p:grpSpPr>
          <a:xfrm>
            <a:off x="8430775" y="0"/>
            <a:ext cx="1436750" cy="1718156"/>
            <a:chOff x="3853575" y="-2474775"/>
            <a:chExt cx="1436750" cy="1718156"/>
          </a:xfrm>
        </p:grpSpPr>
        <p:sp>
          <p:nvSpPr>
            <p:cNvPr id="717" name="Google Shape;717;p3"/>
            <p:cNvSpPr/>
            <p:nvPr/>
          </p:nvSpPr>
          <p:spPr>
            <a:xfrm>
              <a:off x="3873611" y="-1465718"/>
              <a:ext cx="573999" cy="351203"/>
            </a:xfrm>
            <a:custGeom>
              <a:rect b="b" l="l" r="r" t="t"/>
              <a:pathLst>
                <a:path extrusionOk="0" h="9343" w="15270">
                  <a:moveTo>
                    <a:pt x="9205" y="0"/>
                  </a:moveTo>
                  <a:lnTo>
                    <a:pt x="8988" y="20"/>
                  </a:lnTo>
                  <a:lnTo>
                    <a:pt x="8751" y="79"/>
                  </a:lnTo>
                  <a:lnTo>
                    <a:pt x="8514" y="178"/>
                  </a:lnTo>
                  <a:lnTo>
                    <a:pt x="8277" y="316"/>
                  </a:lnTo>
                  <a:lnTo>
                    <a:pt x="8040" y="454"/>
                  </a:lnTo>
                  <a:lnTo>
                    <a:pt x="7783" y="632"/>
                  </a:lnTo>
                  <a:lnTo>
                    <a:pt x="7309" y="1008"/>
                  </a:lnTo>
                  <a:lnTo>
                    <a:pt x="6855" y="1363"/>
                  </a:lnTo>
                  <a:lnTo>
                    <a:pt x="6420" y="1699"/>
                  </a:lnTo>
                  <a:lnTo>
                    <a:pt x="6223" y="1817"/>
                  </a:lnTo>
                  <a:lnTo>
                    <a:pt x="6025" y="1916"/>
                  </a:lnTo>
                  <a:lnTo>
                    <a:pt x="5867" y="1975"/>
                  </a:lnTo>
                  <a:lnTo>
                    <a:pt x="5709" y="1995"/>
                  </a:lnTo>
                  <a:lnTo>
                    <a:pt x="5551" y="1975"/>
                  </a:lnTo>
                  <a:lnTo>
                    <a:pt x="5354" y="1916"/>
                  </a:lnTo>
                  <a:lnTo>
                    <a:pt x="4840" y="1778"/>
                  </a:lnTo>
                  <a:lnTo>
                    <a:pt x="4228" y="1600"/>
                  </a:lnTo>
                  <a:lnTo>
                    <a:pt x="3576" y="1363"/>
                  </a:lnTo>
                  <a:lnTo>
                    <a:pt x="2312" y="968"/>
                  </a:lnTo>
                  <a:lnTo>
                    <a:pt x="1798" y="810"/>
                  </a:lnTo>
                  <a:lnTo>
                    <a:pt x="1581" y="770"/>
                  </a:lnTo>
                  <a:lnTo>
                    <a:pt x="1423" y="751"/>
                  </a:lnTo>
                  <a:lnTo>
                    <a:pt x="1028" y="751"/>
                  </a:lnTo>
                  <a:lnTo>
                    <a:pt x="831" y="790"/>
                  </a:lnTo>
                  <a:lnTo>
                    <a:pt x="633" y="869"/>
                  </a:lnTo>
                  <a:lnTo>
                    <a:pt x="455" y="968"/>
                  </a:lnTo>
                  <a:lnTo>
                    <a:pt x="317" y="1106"/>
                  </a:lnTo>
                  <a:lnTo>
                    <a:pt x="238" y="1185"/>
                  </a:lnTo>
                  <a:lnTo>
                    <a:pt x="179" y="1284"/>
                  </a:lnTo>
                  <a:lnTo>
                    <a:pt x="139" y="1383"/>
                  </a:lnTo>
                  <a:lnTo>
                    <a:pt x="100" y="1501"/>
                  </a:lnTo>
                  <a:lnTo>
                    <a:pt x="60" y="1699"/>
                  </a:lnTo>
                  <a:lnTo>
                    <a:pt x="21" y="1877"/>
                  </a:lnTo>
                  <a:lnTo>
                    <a:pt x="1" y="2054"/>
                  </a:lnTo>
                  <a:lnTo>
                    <a:pt x="1" y="2232"/>
                  </a:lnTo>
                  <a:lnTo>
                    <a:pt x="21" y="2410"/>
                  </a:lnTo>
                  <a:lnTo>
                    <a:pt x="60" y="2568"/>
                  </a:lnTo>
                  <a:lnTo>
                    <a:pt x="139" y="2726"/>
                  </a:lnTo>
                  <a:lnTo>
                    <a:pt x="238" y="2884"/>
                  </a:lnTo>
                  <a:lnTo>
                    <a:pt x="356" y="3002"/>
                  </a:lnTo>
                  <a:lnTo>
                    <a:pt x="495" y="3121"/>
                  </a:lnTo>
                  <a:lnTo>
                    <a:pt x="653" y="3239"/>
                  </a:lnTo>
                  <a:lnTo>
                    <a:pt x="1008" y="3477"/>
                  </a:lnTo>
                  <a:lnTo>
                    <a:pt x="1403" y="3674"/>
                  </a:lnTo>
                  <a:lnTo>
                    <a:pt x="1798" y="3852"/>
                  </a:lnTo>
                  <a:lnTo>
                    <a:pt x="1937" y="3911"/>
                  </a:lnTo>
                  <a:lnTo>
                    <a:pt x="1996" y="3931"/>
                  </a:lnTo>
                  <a:lnTo>
                    <a:pt x="2766" y="4207"/>
                  </a:lnTo>
                  <a:lnTo>
                    <a:pt x="3300" y="4385"/>
                  </a:lnTo>
                  <a:lnTo>
                    <a:pt x="3616" y="4464"/>
                  </a:lnTo>
                  <a:lnTo>
                    <a:pt x="3714" y="4484"/>
                  </a:lnTo>
                  <a:lnTo>
                    <a:pt x="3793" y="4622"/>
                  </a:lnTo>
                  <a:lnTo>
                    <a:pt x="4011" y="4918"/>
                  </a:lnTo>
                  <a:lnTo>
                    <a:pt x="4169" y="5116"/>
                  </a:lnTo>
                  <a:lnTo>
                    <a:pt x="4366" y="5313"/>
                  </a:lnTo>
                  <a:lnTo>
                    <a:pt x="4564" y="5531"/>
                  </a:lnTo>
                  <a:lnTo>
                    <a:pt x="4801" y="5709"/>
                  </a:lnTo>
                  <a:lnTo>
                    <a:pt x="5038" y="5886"/>
                  </a:lnTo>
                  <a:lnTo>
                    <a:pt x="5275" y="6005"/>
                  </a:lnTo>
                  <a:lnTo>
                    <a:pt x="5512" y="6104"/>
                  </a:lnTo>
                  <a:lnTo>
                    <a:pt x="5709" y="6163"/>
                  </a:lnTo>
                  <a:lnTo>
                    <a:pt x="6025" y="6242"/>
                  </a:lnTo>
                  <a:lnTo>
                    <a:pt x="6144" y="6262"/>
                  </a:lnTo>
                  <a:lnTo>
                    <a:pt x="6164" y="6400"/>
                  </a:lnTo>
                  <a:lnTo>
                    <a:pt x="6183" y="6578"/>
                  </a:lnTo>
                  <a:lnTo>
                    <a:pt x="6262" y="6775"/>
                  </a:lnTo>
                  <a:lnTo>
                    <a:pt x="6341" y="6992"/>
                  </a:lnTo>
                  <a:lnTo>
                    <a:pt x="6480" y="7210"/>
                  </a:lnTo>
                  <a:lnTo>
                    <a:pt x="6578" y="7308"/>
                  </a:lnTo>
                  <a:lnTo>
                    <a:pt x="6677" y="7407"/>
                  </a:lnTo>
                  <a:lnTo>
                    <a:pt x="6796" y="7506"/>
                  </a:lnTo>
                  <a:lnTo>
                    <a:pt x="6914" y="7585"/>
                  </a:lnTo>
                  <a:lnTo>
                    <a:pt x="7309" y="7802"/>
                  </a:lnTo>
                  <a:lnTo>
                    <a:pt x="7605" y="7921"/>
                  </a:lnTo>
                  <a:lnTo>
                    <a:pt x="7783" y="7980"/>
                  </a:lnTo>
                  <a:lnTo>
                    <a:pt x="7862" y="7980"/>
                  </a:lnTo>
                  <a:lnTo>
                    <a:pt x="7961" y="8138"/>
                  </a:lnTo>
                  <a:lnTo>
                    <a:pt x="8080" y="8296"/>
                  </a:lnTo>
                  <a:lnTo>
                    <a:pt x="8218" y="8474"/>
                  </a:lnTo>
                  <a:lnTo>
                    <a:pt x="8415" y="8671"/>
                  </a:lnTo>
                  <a:lnTo>
                    <a:pt x="8613" y="8849"/>
                  </a:lnTo>
                  <a:lnTo>
                    <a:pt x="8830" y="9007"/>
                  </a:lnTo>
                  <a:lnTo>
                    <a:pt x="8949" y="9066"/>
                  </a:lnTo>
                  <a:lnTo>
                    <a:pt x="9067" y="9106"/>
                  </a:lnTo>
                  <a:lnTo>
                    <a:pt x="9541" y="9205"/>
                  </a:lnTo>
                  <a:lnTo>
                    <a:pt x="10015" y="9284"/>
                  </a:lnTo>
                  <a:lnTo>
                    <a:pt x="10489" y="9343"/>
                  </a:lnTo>
                  <a:lnTo>
                    <a:pt x="11398" y="9343"/>
                  </a:lnTo>
                  <a:lnTo>
                    <a:pt x="11813" y="9303"/>
                  </a:lnTo>
                  <a:lnTo>
                    <a:pt x="12208" y="9264"/>
                  </a:lnTo>
                  <a:lnTo>
                    <a:pt x="12583" y="9185"/>
                  </a:lnTo>
                  <a:lnTo>
                    <a:pt x="12938" y="9126"/>
                  </a:lnTo>
                  <a:lnTo>
                    <a:pt x="13235" y="9047"/>
                  </a:lnTo>
                  <a:lnTo>
                    <a:pt x="13748" y="8889"/>
                  </a:lnTo>
                  <a:lnTo>
                    <a:pt x="14064" y="8790"/>
                  </a:lnTo>
                  <a:lnTo>
                    <a:pt x="14183" y="8731"/>
                  </a:lnTo>
                  <a:lnTo>
                    <a:pt x="15269" y="869"/>
                  </a:lnTo>
                  <a:lnTo>
                    <a:pt x="14479" y="731"/>
                  </a:lnTo>
                  <a:lnTo>
                    <a:pt x="12682" y="454"/>
                  </a:lnTo>
                  <a:lnTo>
                    <a:pt x="11635" y="296"/>
                  </a:lnTo>
                  <a:lnTo>
                    <a:pt x="10647" y="158"/>
                  </a:lnTo>
                  <a:lnTo>
                    <a:pt x="9798" y="59"/>
                  </a:lnTo>
                  <a:lnTo>
                    <a:pt x="920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3"/>
            <p:cNvSpPr/>
            <p:nvPr/>
          </p:nvSpPr>
          <p:spPr>
            <a:xfrm>
              <a:off x="4013224" y="-1297197"/>
              <a:ext cx="118822" cy="26050"/>
            </a:xfrm>
            <a:custGeom>
              <a:rect b="b" l="l" r="r" t="t"/>
              <a:pathLst>
                <a:path extrusionOk="0" h="693" w="3161">
                  <a:moveTo>
                    <a:pt x="0" y="1"/>
                  </a:moveTo>
                  <a:lnTo>
                    <a:pt x="158" y="258"/>
                  </a:lnTo>
                  <a:lnTo>
                    <a:pt x="1620" y="554"/>
                  </a:lnTo>
                  <a:lnTo>
                    <a:pt x="1896" y="613"/>
                  </a:lnTo>
                  <a:lnTo>
                    <a:pt x="2153" y="633"/>
                  </a:lnTo>
                  <a:lnTo>
                    <a:pt x="2647" y="672"/>
                  </a:lnTo>
                  <a:lnTo>
                    <a:pt x="3003" y="692"/>
                  </a:lnTo>
                  <a:lnTo>
                    <a:pt x="3161" y="692"/>
                  </a:lnTo>
                  <a:lnTo>
                    <a:pt x="2904" y="613"/>
                  </a:lnTo>
                  <a:lnTo>
                    <a:pt x="2568" y="554"/>
                  </a:lnTo>
                  <a:lnTo>
                    <a:pt x="2074" y="495"/>
                  </a:lnTo>
                  <a:lnTo>
                    <a:pt x="1758" y="435"/>
                  </a:lnTo>
                  <a:lnTo>
                    <a:pt x="1403" y="376"/>
                  </a:lnTo>
                  <a:lnTo>
                    <a:pt x="731" y="2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3"/>
            <p:cNvSpPr/>
            <p:nvPr/>
          </p:nvSpPr>
          <p:spPr>
            <a:xfrm>
              <a:off x="4103067" y="-1230360"/>
              <a:ext cx="60896" cy="10450"/>
            </a:xfrm>
            <a:custGeom>
              <a:rect b="b" l="l" r="r" t="t"/>
              <a:pathLst>
                <a:path extrusionOk="0" h="278" w="1620">
                  <a:moveTo>
                    <a:pt x="40" y="1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20" y="178"/>
                  </a:lnTo>
                  <a:lnTo>
                    <a:pt x="40" y="218"/>
                  </a:lnTo>
                  <a:lnTo>
                    <a:pt x="79" y="238"/>
                  </a:lnTo>
                  <a:lnTo>
                    <a:pt x="178" y="257"/>
                  </a:lnTo>
                  <a:lnTo>
                    <a:pt x="356" y="277"/>
                  </a:lnTo>
                  <a:lnTo>
                    <a:pt x="889" y="277"/>
                  </a:lnTo>
                  <a:lnTo>
                    <a:pt x="1620" y="257"/>
                  </a:lnTo>
                  <a:lnTo>
                    <a:pt x="1264" y="218"/>
                  </a:lnTo>
                  <a:lnTo>
                    <a:pt x="929" y="178"/>
                  </a:lnTo>
                  <a:lnTo>
                    <a:pt x="514" y="99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3"/>
            <p:cNvSpPr/>
            <p:nvPr/>
          </p:nvSpPr>
          <p:spPr>
            <a:xfrm>
              <a:off x="4169152" y="-1165779"/>
              <a:ext cx="41612" cy="11202"/>
            </a:xfrm>
            <a:custGeom>
              <a:rect b="b" l="l" r="r" t="t"/>
              <a:pathLst>
                <a:path extrusionOk="0" h="298" w="1107">
                  <a:moveTo>
                    <a:pt x="0" y="1"/>
                  </a:moveTo>
                  <a:lnTo>
                    <a:pt x="40" y="120"/>
                  </a:lnTo>
                  <a:lnTo>
                    <a:pt x="99" y="199"/>
                  </a:lnTo>
                  <a:lnTo>
                    <a:pt x="138" y="278"/>
                  </a:lnTo>
                  <a:lnTo>
                    <a:pt x="218" y="297"/>
                  </a:lnTo>
                  <a:lnTo>
                    <a:pt x="356" y="278"/>
                  </a:lnTo>
                  <a:lnTo>
                    <a:pt x="711" y="199"/>
                  </a:lnTo>
                  <a:lnTo>
                    <a:pt x="1047" y="100"/>
                  </a:lnTo>
                  <a:lnTo>
                    <a:pt x="1106" y="60"/>
                  </a:lnTo>
                  <a:lnTo>
                    <a:pt x="1087" y="40"/>
                  </a:lnTo>
                  <a:lnTo>
                    <a:pt x="455" y="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3"/>
            <p:cNvSpPr/>
            <p:nvPr/>
          </p:nvSpPr>
          <p:spPr>
            <a:xfrm>
              <a:off x="3882520" y="-1393693"/>
              <a:ext cx="75030" cy="75030"/>
            </a:xfrm>
            <a:custGeom>
              <a:rect b="b" l="l" r="r" t="t"/>
              <a:pathLst>
                <a:path extrusionOk="0" h="1996" w="1996">
                  <a:moveTo>
                    <a:pt x="376" y="0"/>
                  </a:moveTo>
                  <a:lnTo>
                    <a:pt x="1" y="968"/>
                  </a:lnTo>
                  <a:lnTo>
                    <a:pt x="119" y="1086"/>
                  </a:lnTo>
                  <a:lnTo>
                    <a:pt x="416" y="198"/>
                  </a:lnTo>
                  <a:lnTo>
                    <a:pt x="1048" y="494"/>
                  </a:lnTo>
                  <a:lnTo>
                    <a:pt x="1502" y="731"/>
                  </a:lnTo>
                  <a:lnTo>
                    <a:pt x="1680" y="830"/>
                  </a:lnTo>
                  <a:lnTo>
                    <a:pt x="1779" y="909"/>
                  </a:lnTo>
                  <a:lnTo>
                    <a:pt x="1798" y="968"/>
                  </a:lnTo>
                  <a:lnTo>
                    <a:pt x="1838" y="1067"/>
                  </a:lnTo>
                  <a:lnTo>
                    <a:pt x="1838" y="1146"/>
                  </a:lnTo>
                  <a:lnTo>
                    <a:pt x="1838" y="1264"/>
                  </a:lnTo>
                  <a:lnTo>
                    <a:pt x="1798" y="1482"/>
                  </a:lnTo>
                  <a:lnTo>
                    <a:pt x="1719" y="1719"/>
                  </a:lnTo>
                  <a:lnTo>
                    <a:pt x="1640" y="1857"/>
                  </a:lnTo>
                  <a:lnTo>
                    <a:pt x="1561" y="1936"/>
                  </a:lnTo>
                  <a:lnTo>
                    <a:pt x="1700" y="1995"/>
                  </a:lnTo>
                  <a:lnTo>
                    <a:pt x="1779" y="1896"/>
                  </a:lnTo>
                  <a:lnTo>
                    <a:pt x="1838" y="1738"/>
                  </a:lnTo>
                  <a:lnTo>
                    <a:pt x="1897" y="1580"/>
                  </a:lnTo>
                  <a:lnTo>
                    <a:pt x="1956" y="1402"/>
                  </a:lnTo>
                  <a:lnTo>
                    <a:pt x="1976" y="1244"/>
                  </a:lnTo>
                  <a:lnTo>
                    <a:pt x="1996" y="1067"/>
                  </a:lnTo>
                  <a:lnTo>
                    <a:pt x="1956" y="928"/>
                  </a:lnTo>
                  <a:lnTo>
                    <a:pt x="1937" y="869"/>
                  </a:lnTo>
                  <a:lnTo>
                    <a:pt x="1897" y="810"/>
                  </a:lnTo>
                  <a:lnTo>
                    <a:pt x="1798" y="711"/>
                  </a:lnTo>
                  <a:lnTo>
                    <a:pt x="1640" y="593"/>
                  </a:lnTo>
                  <a:lnTo>
                    <a:pt x="1463" y="494"/>
                  </a:lnTo>
                  <a:lnTo>
                    <a:pt x="1285" y="395"/>
                  </a:lnTo>
                  <a:lnTo>
                    <a:pt x="989" y="257"/>
                  </a:lnTo>
                  <a:lnTo>
                    <a:pt x="870" y="217"/>
                  </a:lnTo>
                  <a:lnTo>
                    <a:pt x="37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3"/>
            <p:cNvSpPr/>
            <p:nvPr/>
          </p:nvSpPr>
          <p:spPr>
            <a:xfrm>
              <a:off x="4047357" y="-2278023"/>
              <a:ext cx="1045453" cy="331920"/>
            </a:xfrm>
            <a:custGeom>
              <a:rect b="b" l="l" r="r" t="t"/>
              <a:pathLst>
                <a:path extrusionOk="0" h="8830" w="27812">
                  <a:moveTo>
                    <a:pt x="9581" y="0"/>
                  </a:moveTo>
                  <a:lnTo>
                    <a:pt x="9363" y="40"/>
                  </a:lnTo>
                  <a:lnTo>
                    <a:pt x="9166" y="60"/>
                  </a:lnTo>
                  <a:lnTo>
                    <a:pt x="8988" y="119"/>
                  </a:lnTo>
                  <a:lnTo>
                    <a:pt x="8830" y="178"/>
                  </a:lnTo>
                  <a:lnTo>
                    <a:pt x="8692" y="237"/>
                  </a:lnTo>
                  <a:lnTo>
                    <a:pt x="8573" y="297"/>
                  </a:lnTo>
                  <a:lnTo>
                    <a:pt x="8396" y="435"/>
                  </a:lnTo>
                  <a:lnTo>
                    <a:pt x="8277" y="553"/>
                  </a:lnTo>
                  <a:lnTo>
                    <a:pt x="8178" y="692"/>
                  </a:lnTo>
                  <a:lnTo>
                    <a:pt x="8099" y="672"/>
                  </a:lnTo>
                  <a:lnTo>
                    <a:pt x="7862" y="672"/>
                  </a:lnTo>
                  <a:lnTo>
                    <a:pt x="7507" y="692"/>
                  </a:lnTo>
                  <a:lnTo>
                    <a:pt x="7309" y="731"/>
                  </a:lnTo>
                  <a:lnTo>
                    <a:pt x="7092" y="771"/>
                  </a:lnTo>
                  <a:lnTo>
                    <a:pt x="6875" y="830"/>
                  </a:lnTo>
                  <a:lnTo>
                    <a:pt x="6638" y="929"/>
                  </a:lnTo>
                  <a:lnTo>
                    <a:pt x="6401" y="1027"/>
                  </a:lnTo>
                  <a:lnTo>
                    <a:pt x="6183" y="1166"/>
                  </a:lnTo>
                  <a:lnTo>
                    <a:pt x="5966" y="1324"/>
                  </a:lnTo>
                  <a:lnTo>
                    <a:pt x="5749" y="1521"/>
                  </a:lnTo>
                  <a:lnTo>
                    <a:pt x="5571" y="1758"/>
                  </a:lnTo>
                  <a:lnTo>
                    <a:pt x="5413" y="2035"/>
                  </a:lnTo>
                  <a:lnTo>
                    <a:pt x="5354" y="2035"/>
                  </a:lnTo>
                  <a:lnTo>
                    <a:pt x="5196" y="2074"/>
                  </a:lnTo>
                  <a:lnTo>
                    <a:pt x="4959" y="2153"/>
                  </a:lnTo>
                  <a:lnTo>
                    <a:pt x="4820" y="2213"/>
                  </a:lnTo>
                  <a:lnTo>
                    <a:pt x="4662" y="2292"/>
                  </a:lnTo>
                  <a:lnTo>
                    <a:pt x="4504" y="2390"/>
                  </a:lnTo>
                  <a:lnTo>
                    <a:pt x="4346" y="2509"/>
                  </a:lnTo>
                  <a:lnTo>
                    <a:pt x="4169" y="2647"/>
                  </a:lnTo>
                  <a:lnTo>
                    <a:pt x="3991" y="2825"/>
                  </a:lnTo>
                  <a:lnTo>
                    <a:pt x="3813" y="3022"/>
                  </a:lnTo>
                  <a:lnTo>
                    <a:pt x="3655" y="3259"/>
                  </a:lnTo>
                  <a:lnTo>
                    <a:pt x="3497" y="3536"/>
                  </a:lnTo>
                  <a:lnTo>
                    <a:pt x="3339" y="3832"/>
                  </a:lnTo>
                  <a:lnTo>
                    <a:pt x="2983" y="3813"/>
                  </a:lnTo>
                  <a:lnTo>
                    <a:pt x="2628" y="3793"/>
                  </a:lnTo>
                  <a:lnTo>
                    <a:pt x="2174" y="3813"/>
                  </a:lnTo>
                  <a:lnTo>
                    <a:pt x="1937" y="3832"/>
                  </a:lnTo>
                  <a:lnTo>
                    <a:pt x="1680" y="3872"/>
                  </a:lnTo>
                  <a:lnTo>
                    <a:pt x="1443" y="3931"/>
                  </a:lnTo>
                  <a:lnTo>
                    <a:pt x="1206" y="3990"/>
                  </a:lnTo>
                  <a:lnTo>
                    <a:pt x="969" y="4069"/>
                  </a:lnTo>
                  <a:lnTo>
                    <a:pt x="751" y="4168"/>
                  </a:lnTo>
                  <a:lnTo>
                    <a:pt x="554" y="4306"/>
                  </a:lnTo>
                  <a:lnTo>
                    <a:pt x="376" y="4445"/>
                  </a:lnTo>
                  <a:lnTo>
                    <a:pt x="238" y="4603"/>
                  </a:lnTo>
                  <a:lnTo>
                    <a:pt x="139" y="4780"/>
                  </a:lnTo>
                  <a:lnTo>
                    <a:pt x="60" y="4938"/>
                  </a:lnTo>
                  <a:lnTo>
                    <a:pt x="21" y="5096"/>
                  </a:lnTo>
                  <a:lnTo>
                    <a:pt x="1" y="5254"/>
                  </a:lnTo>
                  <a:lnTo>
                    <a:pt x="1" y="5393"/>
                  </a:lnTo>
                  <a:lnTo>
                    <a:pt x="40" y="5551"/>
                  </a:lnTo>
                  <a:lnTo>
                    <a:pt x="80" y="5669"/>
                  </a:lnTo>
                  <a:lnTo>
                    <a:pt x="159" y="5807"/>
                  </a:lnTo>
                  <a:lnTo>
                    <a:pt x="238" y="5906"/>
                  </a:lnTo>
                  <a:lnTo>
                    <a:pt x="337" y="6005"/>
                  </a:lnTo>
                  <a:lnTo>
                    <a:pt x="435" y="6104"/>
                  </a:lnTo>
                  <a:lnTo>
                    <a:pt x="534" y="6163"/>
                  </a:lnTo>
                  <a:lnTo>
                    <a:pt x="653" y="6203"/>
                  </a:lnTo>
                  <a:lnTo>
                    <a:pt x="751" y="6242"/>
                  </a:lnTo>
                  <a:lnTo>
                    <a:pt x="870" y="6242"/>
                  </a:lnTo>
                  <a:lnTo>
                    <a:pt x="1265" y="6262"/>
                  </a:lnTo>
                  <a:lnTo>
                    <a:pt x="1937" y="6321"/>
                  </a:lnTo>
                  <a:lnTo>
                    <a:pt x="3813" y="6479"/>
                  </a:lnTo>
                  <a:lnTo>
                    <a:pt x="5808" y="6677"/>
                  </a:lnTo>
                  <a:lnTo>
                    <a:pt x="6598" y="6756"/>
                  </a:lnTo>
                  <a:lnTo>
                    <a:pt x="7171" y="6835"/>
                  </a:lnTo>
                  <a:lnTo>
                    <a:pt x="7388" y="6894"/>
                  </a:lnTo>
                  <a:lnTo>
                    <a:pt x="7625" y="6973"/>
                  </a:lnTo>
                  <a:lnTo>
                    <a:pt x="8198" y="7170"/>
                  </a:lnTo>
                  <a:lnTo>
                    <a:pt x="8810" y="7427"/>
                  </a:lnTo>
                  <a:lnTo>
                    <a:pt x="9482" y="7704"/>
                  </a:lnTo>
                  <a:lnTo>
                    <a:pt x="10134" y="7980"/>
                  </a:lnTo>
                  <a:lnTo>
                    <a:pt x="10766" y="8217"/>
                  </a:lnTo>
                  <a:lnTo>
                    <a:pt x="11062" y="8316"/>
                  </a:lnTo>
                  <a:lnTo>
                    <a:pt x="11319" y="8395"/>
                  </a:lnTo>
                  <a:lnTo>
                    <a:pt x="11576" y="8434"/>
                  </a:lnTo>
                  <a:lnTo>
                    <a:pt x="11793" y="8454"/>
                  </a:lnTo>
                  <a:lnTo>
                    <a:pt x="16336" y="8593"/>
                  </a:lnTo>
                  <a:lnTo>
                    <a:pt x="17837" y="8632"/>
                  </a:lnTo>
                  <a:lnTo>
                    <a:pt x="24493" y="8790"/>
                  </a:lnTo>
                  <a:lnTo>
                    <a:pt x="26864" y="8830"/>
                  </a:lnTo>
                  <a:lnTo>
                    <a:pt x="27555" y="8830"/>
                  </a:lnTo>
                  <a:lnTo>
                    <a:pt x="27812" y="8810"/>
                  </a:lnTo>
                  <a:lnTo>
                    <a:pt x="27792" y="8691"/>
                  </a:lnTo>
                  <a:lnTo>
                    <a:pt x="27654" y="8415"/>
                  </a:lnTo>
                  <a:lnTo>
                    <a:pt x="27199" y="7427"/>
                  </a:lnTo>
                  <a:lnTo>
                    <a:pt x="25758" y="4484"/>
                  </a:lnTo>
                  <a:lnTo>
                    <a:pt x="23644" y="257"/>
                  </a:lnTo>
                  <a:lnTo>
                    <a:pt x="16178" y="771"/>
                  </a:lnTo>
                  <a:lnTo>
                    <a:pt x="16138" y="771"/>
                  </a:lnTo>
                  <a:lnTo>
                    <a:pt x="16099" y="790"/>
                  </a:lnTo>
                  <a:lnTo>
                    <a:pt x="15309" y="830"/>
                  </a:lnTo>
                  <a:lnTo>
                    <a:pt x="13985" y="929"/>
                  </a:lnTo>
                  <a:lnTo>
                    <a:pt x="13590" y="810"/>
                  </a:lnTo>
                  <a:lnTo>
                    <a:pt x="12583" y="514"/>
                  </a:lnTo>
                  <a:lnTo>
                    <a:pt x="11951" y="356"/>
                  </a:lnTo>
                  <a:lnTo>
                    <a:pt x="11299" y="218"/>
                  </a:lnTo>
                  <a:lnTo>
                    <a:pt x="10667" y="99"/>
                  </a:lnTo>
                  <a:lnTo>
                    <a:pt x="10074" y="20"/>
                  </a:lnTo>
                  <a:lnTo>
                    <a:pt x="9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3"/>
            <p:cNvSpPr/>
            <p:nvPr/>
          </p:nvSpPr>
          <p:spPr>
            <a:xfrm>
              <a:off x="4160957" y="-2074580"/>
              <a:ext cx="235426" cy="66873"/>
            </a:xfrm>
            <a:custGeom>
              <a:rect b="b" l="l" r="r" t="t"/>
              <a:pathLst>
                <a:path extrusionOk="0" h="1779" w="6263">
                  <a:moveTo>
                    <a:pt x="1482" y="0"/>
                  </a:moveTo>
                  <a:lnTo>
                    <a:pt x="1305" y="40"/>
                  </a:lnTo>
                  <a:lnTo>
                    <a:pt x="1127" y="79"/>
                  </a:lnTo>
                  <a:lnTo>
                    <a:pt x="969" y="139"/>
                  </a:lnTo>
                  <a:lnTo>
                    <a:pt x="831" y="198"/>
                  </a:lnTo>
                  <a:lnTo>
                    <a:pt x="712" y="297"/>
                  </a:lnTo>
                  <a:lnTo>
                    <a:pt x="495" y="494"/>
                  </a:lnTo>
                  <a:lnTo>
                    <a:pt x="317" y="672"/>
                  </a:lnTo>
                  <a:lnTo>
                    <a:pt x="198" y="850"/>
                  </a:lnTo>
                  <a:lnTo>
                    <a:pt x="119" y="1008"/>
                  </a:lnTo>
                  <a:lnTo>
                    <a:pt x="40" y="1126"/>
                  </a:lnTo>
                  <a:lnTo>
                    <a:pt x="21" y="1225"/>
                  </a:lnTo>
                  <a:lnTo>
                    <a:pt x="1" y="1304"/>
                  </a:lnTo>
                  <a:lnTo>
                    <a:pt x="969" y="1403"/>
                  </a:lnTo>
                  <a:lnTo>
                    <a:pt x="3122" y="1600"/>
                  </a:lnTo>
                  <a:lnTo>
                    <a:pt x="4267" y="1699"/>
                  </a:lnTo>
                  <a:lnTo>
                    <a:pt x="5255" y="1758"/>
                  </a:lnTo>
                  <a:lnTo>
                    <a:pt x="5986" y="1778"/>
                  </a:lnTo>
                  <a:lnTo>
                    <a:pt x="6183" y="1758"/>
                  </a:lnTo>
                  <a:lnTo>
                    <a:pt x="6243" y="1758"/>
                  </a:lnTo>
                  <a:lnTo>
                    <a:pt x="6262" y="1739"/>
                  </a:lnTo>
                  <a:lnTo>
                    <a:pt x="6243" y="1699"/>
                  </a:lnTo>
                  <a:lnTo>
                    <a:pt x="6223" y="1660"/>
                  </a:lnTo>
                  <a:lnTo>
                    <a:pt x="6144" y="1541"/>
                  </a:lnTo>
                  <a:lnTo>
                    <a:pt x="6025" y="1403"/>
                  </a:lnTo>
                  <a:lnTo>
                    <a:pt x="5848" y="1265"/>
                  </a:lnTo>
                  <a:lnTo>
                    <a:pt x="5670" y="1146"/>
                  </a:lnTo>
                  <a:lnTo>
                    <a:pt x="5472" y="1028"/>
                  </a:lnTo>
                  <a:lnTo>
                    <a:pt x="5294" y="949"/>
                  </a:lnTo>
                  <a:lnTo>
                    <a:pt x="5117" y="889"/>
                  </a:lnTo>
                  <a:lnTo>
                    <a:pt x="4939" y="850"/>
                  </a:lnTo>
                  <a:lnTo>
                    <a:pt x="4761" y="791"/>
                  </a:lnTo>
                  <a:lnTo>
                    <a:pt x="4327" y="613"/>
                  </a:lnTo>
                  <a:lnTo>
                    <a:pt x="3872" y="415"/>
                  </a:lnTo>
                  <a:lnTo>
                    <a:pt x="3616" y="316"/>
                  </a:lnTo>
                  <a:lnTo>
                    <a:pt x="3379" y="237"/>
                  </a:lnTo>
                  <a:lnTo>
                    <a:pt x="3082" y="158"/>
                  </a:lnTo>
                  <a:lnTo>
                    <a:pt x="2766" y="99"/>
                  </a:lnTo>
                  <a:lnTo>
                    <a:pt x="2411" y="40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3"/>
            <p:cNvSpPr/>
            <p:nvPr/>
          </p:nvSpPr>
          <p:spPr>
            <a:xfrm>
              <a:off x="3853575" y="-2047101"/>
              <a:ext cx="670493" cy="670493"/>
            </a:xfrm>
            <a:custGeom>
              <a:rect b="b" l="l" r="r" t="t"/>
              <a:pathLst>
                <a:path extrusionOk="0" h="17837" w="17837">
                  <a:moveTo>
                    <a:pt x="8395" y="0"/>
                  </a:moveTo>
                  <a:lnTo>
                    <a:pt x="8040" y="20"/>
                  </a:lnTo>
                  <a:lnTo>
                    <a:pt x="7684" y="40"/>
                  </a:lnTo>
                  <a:lnTo>
                    <a:pt x="7329" y="99"/>
                  </a:lnTo>
                  <a:lnTo>
                    <a:pt x="6993" y="158"/>
                  </a:lnTo>
                  <a:lnTo>
                    <a:pt x="6657" y="237"/>
                  </a:lnTo>
                  <a:lnTo>
                    <a:pt x="6341" y="336"/>
                  </a:lnTo>
                  <a:lnTo>
                    <a:pt x="6025" y="455"/>
                  </a:lnTo>
                  <a:lnTo>
                    <a:pt x="5709" y="573"/>
                  </a:lnTo>
                  <a:lnTo>
                    <a:pt x="5413" y="711"/>
                  </a:lnTo>
                  <a:lnTo>
                    <a:pt x="5116" y="869"/>
                  </a:lnTo>
                  <a:lnTo>
                    <a:pt x="4840" y="1027"/>
                  </a:lnTo>
                  <a:lnTo>
                    <a:pt x="4563" y="1185"/>
                  </a:lnTo>
                  <a:lnTo>
                    <a:pt x="4307" y="1363"/>
                  </a:lnTo>
                  <a:lnTo>
                    <a:pt x="3793" y="1738"/>
                  </a:lnTo>
                  <a:lnTo>
                    <a:pt x="3339" y="2153"/>
                  </a:lnTo>
                  <a:lnTo>
                    <a:pt x="2904" y="2568"/>
                  </a:lnTo>
                  <a:lnTo>
                    <a:pt x="2489" y="2983"/>
                  </a:lnTo>
                  <a:lnTo>
                    <a:pt x="2134" y="3417"/>
                  </a:lnTo>
                  <a:lnTo>
                    <a:pt x="1798" y="3832"/>
                  </a:lnTo>
                  <a:lnTo>
                    <a:pt x="1482" y="4267"/>
                  </a:lnTo>
                  <a:lnTo>
                    <a:pt x="1186" y="4741"/>
                  </a:lnTo>
                  <a:lnTo>
                    <a:pt x="929" y="5254"/>
                  </a:lnTo>
                  <a:lnTo>
                    <a:pt x="692" y="5807"/>
                  </a:lnTo>
                  <a:lnTo>
                    <a:pt x="475" y="6380"/>
                  </a:lnTo>
                  <a:lnTo>
                    <a:pt x="297" y="6992"/>
                  </a:lnTo>
                  <a:lnTo>
                    <a:pt x="159" y="7625"/>
                  </a:lnTo>
                  <a:lnTo>
                    <a:pt x="60" y="8276"/>
                  </a:lnTo>
                  <a:lnTo>
                    <a:pt x="20" y="8612"/>
                  </a:lnTo>
                  <a:lnTo>
                    <a:pt x="1" y="8948"/>
                  </a:lnTo>
                  <a:lnTo>
                    <a:pt x="1" y="9284"/>
                  </a:lnTo>
                  <a:lnTo>
                    <a:pt x="1" y="9639"/>
                  </a:lnTo>
                  <a:lnTo>
                    <a:pt x="20" y="9975"/>
                  </a:lnTo>
                  <a:lnTo>
                    <a:pt x="40" y="10331"/>
                  </a:lnTo>
                  <a:lnTo>
                    <a:pt x="99" y="10706"/>
                  </a:lnTo>
                  <a:lnTo>
                    <a:pt x="159" y="11061"/>
                  </a:lnTo>
                  <a:lnTo>
                    <a:pt x="218" y="11417"/>
                  </a:lnTo>
                  <a:lnTo>
                    <a:pt x="317" y="11792"/>
                  </a:lnTo>
                  <a:lnTo>
                    <a:pt x="415" y="12148"/>
                  </a:lnTo>
                  <a:lnTo>
                    <a:pt x="534" y="12523"/>
                  </a:lnTo>
                  <a:lnTo>
                    <a:pt x="672" y="12879"/>
                  </a:lnTo>
                  <a:lnTo>
                    <a:pt x="830" y="13254"/>
                  </a:lnTo>
                  <a:lnTo>
                    <a:pt x="1008" y="13629"/>
                  </a:lnTo>
                  <a:lnTo>
                    <a:pt x="1205" y="14004"/>
                  </a:lnTo>
                  <a:lnTo>
                    <a:pt x="1403" y="14360"/>
                  </a:lnTo>
                  <a:lnTo>
                    <a:pt x="1640" y="14696"/>
                  </a:lnTo>
                  <a:lnTo>
                    <a:pt x="1877" y="15012"/>
                  </a:lnTo>
                  <a:lnTo>
                    <a:pt x="2134" y="15288"/>
                  </a:lnTo>
                  <a:lnTo>
                    <a:pt x="2410" y="15565"/>
                  </a:lnTo>
                  <a:lnTo>
                    <a:pt x="2687" y="15822"/>
                  </a:lnTo>
                  <a:lnTo>
                    <a:pt x="2983" y="16059"/>
                  </a:lnTo>
                  <a:lnTo>
                    <a:pt x="3299" y="16256"/>
                  </a:lnTo>
                  <a:lnTo>
                    <a:pt x="3595" y="16454"/>
                  </a:lnTo>
                  <a:lnTo>
                    <a:pt x="3912" y="16632"/>
                  </a:lnTo>
                  <a:lnTo>
                    <a:pt x="4228" y="16809"/>
                  </a:lnTo>
                  <a:lnTo>
                    <a:pt x="4544" y="16948"/>
                  </a:lnTo>
                  <a:lnTo>
                    <a:pt x="4860" y="17086"/>
                  </a:lnTo>
                  <a:lnTo>
                    <a:pt x="5195" y="17204"/>
                  </a:lnTo>
                  <a:lnTo>
                    <a:pt x="5808" y="17402"/>
                  </a:lnTo>
                  <a:lnTo>
                    <a:pt x="6420" y="17560"/>
                  </a:lnTo>
                  <a:lnTo>
                    <a:pt x="6973" y="17659"/>
                  </a:lnTo>
                  <a:lnTo>
                    <a:pt x="7487" y="17738"/>
                  </a:lnTo>
                  <a:lnTo>
                    <a:pt x="7921" y="17797"/>
                  </a:lnTo>
                  <a:lnTo>
                    <a:pt x="8296" y="17817"/>
                  </a:lnTo>
                  <a:lnTo>
                    <a:pt x="8573" y="17836"/>
                  </a:lnTo>
                  <a:lnTo>
                    <a:pt x="8830" y="17836"/>
                  </a:lnTo>
                  <a:lnTo>
                    <a:pt x="9363" y="17817"/>
                  </a:lnTo>
                  <a:lnTo>
                    <a:pt x="9877" y="17777"/>
                  </a:lnTo>
                  <a:lnTo>
                    <a:pt x="10390" y="17718"/>
                  </a:lnTo>
                  <a:lnTo>
                    <a:pt x="10884" y="17619"/>
                  </a:lnTo>
                  <a:lnTo>
                    <a:pt x="11358" y="17481"/>
                  </a:lnTo>
                  <a:lnTo>
                    <a:pt x="11832" y="17343"/>
                  </a:lnTo>
                  <a:lnTo>
                    <a:pt x="12267" y="17165"/>
                  </a:lnTo>
                  <a:lnTo>
                    <a:pt x="12701" y="16967"/>
                  </a:lnTo>
                  <a:lnTo>
                    <a:pt x="13116" y="16730"/>
                  </a:lnTo>
                  <a:lnTo>
                    <a:pt x="13531" y="16493"/>
                  </a:lnTo>
                  <a:lnTo>
                    <a:pt x="13906" y="16236"/>
                  </a:lnTo>
                  <a:lnTo>
                    <a:pt x="14281" y="15960"/>
                  </a:lnTo>
                  <a:lnTo>
                    <a:pt x="14617" y="15664"/>
                  </a:lnTo>
                  <a:lnTo>
                    <a:pt x="14953" y="15348"/>
                  </a:lnTo>
                  <a:lnTo>
                    <a:pt x="15269" y="15012"/>
                  </a:lnTo>
                  <a:lnTo>
                    <a:pt x="15565" y="14676"/>
                  </a:lnTo>
                  <a:lnTo>
                    <a:pt x="15842" y="14321"/>
                  </a:lnTo>
                  <a:lnTo>
                    <a:pt x="16118" y="13965"/>
                  </a:lnTo>
                  <a:lnTo>
                    <a:pt x="16355" y="13590"/>
                  </a:lnTo>
                  <a:lnTo>
                    <a:pt x="16592" y="13195"/>
                  </a:lnTo>
                  <a:lnTo>
                    <a:pt x="16790" y="12800"/>
                  </a:lnTo>
                  <a:lnTo>
                    <a:pt x="16987" y="12405"/>
                  </a:lnTo>
                  <a:lnTo>
                    <a:pt x="17165" y="12010"/>
                  </a:lnTo>
                  <a:lnTo>
                    <a:pt x="17303" y="11595"/>
                  </a:lnTo>
                  <a:lnTo>
                    <a:pt x="17442" y="11180"/>
                  </a:lnTo>
                  <a:lnTo>
                    <a:pt x="17560" y="10765"/>
                  </a:lnTo>
                  <a:lnTo>
                    <a:pt x="17659" y="10350"/>
                  </a:lnTo>
                  <a:lnTo>
                    <a:pt x="17738" y="9936"/>
                  </a:lnTo>
                  <a:lnTo>
                    <a:pt x="17797" y="9541"/>
                  </a:lnTo>
                  <a:lnTo>
                    <a:pt x="17837" y="9126"/>
                  </a:lnTo>
                  <a:lnTo>
                    <a:pt x="17837" y="8711"/>
                  </a:lnTo>
                  <a:lnTo>
                    <a:pt x="17837" y="8316"/>
                  </a:lnTo>
                  <a:lnTo>
                    <a:pt x="17797" y="7723"/>
                  </a:lnTo>
                  <a:lnTo>
                    <a:pt x="17698" y="7151"/>
                  </a:lnTo>
                  <a:lnTo>
                    <a:pt x="17639" y="6854"/>
                  </a:lnTo>
                  <a:lnTo>
                    <a:pt x="17580" y="6578"/>
                  </a:lnTo>
                  <a:lnTo>
                    <a:pt x="17481" y="6281"/>
                  </a:lnTo>
                  <a:lnTo>
                    <a:pt x="17382" y="6005"/>
                  </a:lnTo>
                  <a:lnTo>
                    <a:pt x="17284" y="5728"/>
                  </a:lnTo>
                  <a:lnTo>
                    <a:pt x="17165" y="5452"/>
                  </a:lnTo>
                  <a:lnTo>
                    <a:pt x="17027" y="5175"/>
                  </a:lnTo>
                  <a:lnTo>
                    <a:pt x="16889" y="4919"/>
                  </a:lnTo>
                  <a:lnTo>
                    <a:pt x="16731" y="4642"/>
                  </a:lnTo>
                  <a:lnTo>
                    <a:pt x="16553" y="4385"/>
                  </a:lnTo>
                  <a:lnTo>
                    <a:pt x="16375" y="4128"/>
                  </a:lnTo>
                  <a:lnTo>
                    <a:pt x="16178" y="3872"/>
                  </a:lnTo>
                  <a:lnTo>
                    <a:pt x="15960" y="3615"/>
                  </a:lnTo>
                  <a:lnTo>
                    <a:pt x="15743" y="3378"/>
                  </a:lnTo>
                  <a:lnTo>
                    <a:pt x="15506" y="3141"/>
                  </a:lnTo>
                  <a:lnTo>
                    <a:pt x="15249" y="2904"/>
                  </a:lnTo>
                  <a:lnTo>
                    <a:pt x="14992" y="2667"/>
                  </a:lnTo>
                  <a:lnTo>
                    <a:pt x="14716" y="2430"/>
                  </a:lnTo>
                  <a:lnTo>
                    <a:pt x="14420" y="2212"/>
                  </a:lnTo>
                  <a:lnTo>
                    <a:pt x="14123" y="1995"/>
                  </a:lnTo>
                  <a:lnTo>
                    <a:pt x="13807" y="1798"/>
                  </a:lnTo>
                  <a:lnTo>
                    <a:pt x="13471" y="1600"/>
                  </a:lnTo>
                  <a:lnTo>
                    <a:pt x="13116" y="1403"/>
                  </a:lnTo>
                  <a:lnTo>
                    <a:pt x="12760" y="1205"/>
                  </a:lnTo>
                  <a:lnTo>
                    <a:pt x="12385" y="1027"/>
                  </a:lnTo>
                  <a:lnTo>
                    <a:pt x="12010" y="850"/>
                  </a:lnTo>
                  <a:lnTo>
                    <a:pt x="11595" y="672"/>
                  </a:lnTo>
                  <a:lnTo>
                    <a:pt x="11180" y="514"/>
                  </a:lnTo>
                  <a:lnTo>
                    <a:pt x="10765" y="376"/>
                  </a:lnTo>
                  <a:lnTo>
                    <a:pt x="10351" y="257"/>
                  </a:lnTo>
                  <a:lnTo>
                    <a:pt x="9936" y="158"/>
                  </a:lnTo>
                  <a:lnTo>
                    <a:pt x="9541" y="79"/>
                  </a:lnTo>
                  <a:lnTo>
                    <a:pt x="9146" y="40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"/>
            <p:cNvSpPr/>
            <p:nvPr/>
          </p:nvSpPr>
          <p:spPr>
            <a:xfrm>
              <a:off x="4167648" y="-2064920"/>
              <a:ext cx="414355" cy="185657"/>
            </a:xfrm>
            <a:custGeom>
              <a:rect b="b" l="l" r="r" t="t"/>
              <a:pathLst>
                <a:path extrusionOk="0" h="4939" w="11023">
                  <a:moveTo>
                    <a:pt x="1620" y="0"/>
                  </a:moveTo>
                  <a:lnTo>
                    <a:pt x="1443" y="20"/>
                  </a:lnTo>
                  <a:lnTo>
                    <a:pt x="1265" y="40"/>
                  </a:lnTo>
                  <a:lnTo>
                    <a:pt x="1087" y="79"/>
                  </a:lnTo>
                  <a:lnTo>
                    <a:pt x="929" y="138"/>
                  </a:lnTo>
                  <a:lnTo>
                    <a:pt x="791" y="198"/>
                  </a:lnTo>
                  <a:lnTo>
                    <a:pt x="653" y="277"/>
                  </a:lnTo>
                  <a:lnTo>
                    <a:pt x="534" y="356"/>
                  </a:lnTo>
                  <a:lnTo>
                    <a:pt x="435" y="455"/>
                  </a:lnTo>
                  <a:lnTo>
                    <a:pt x="337" y="573"/>
                  </a:lnTo>
                  <a:lnTo>
                    <a:pt x="258" y="711"/>
                  </a:lnTo>
                  <a:lnTo>
                    <a:pt x="178" y="850"/>
                  </a:lnTo>
                  <a:lnTo>
                    <a:pt x="119" y="1008"/>
                  </a:lnTo>
                  <a:lnTo>
                    <a:pt x="60" y="1185"/>
                  </a:lnTo>
                  <a:lnTo>
                    <a:pt x="20" y="1383"/>
                  </a:lnTo>
                  <a:lnTo>
                    <a:pt x="1" y="1561"/>
                  </a:lnTo>
                  <a:lnTo>
                    <a:pt x="20" y="1738"/>
                  </a:lnTo>
                  <a:lnTo>
                    <a:pt x="60" y="1916"/>
                  </a:lnTo>
                  <a:lnTo>
                    <a:pt x="119" y="2074"/>
                  </a:lnTo>
                  <a:lnTo>
                    <a:pt x="218" y="2212"/>
                  </a:lnTo>
                  <a:lnTo>
                    <a:pt x="337" y="2351"/>
                  </a:lnTo>
                  <a:lnTo>
                    <a:pt x="475" y="2489"/>
                  </a:lnTo>
                  <a:lnTo>
                    <a:pt x="633" y="2607"/>
                  </a:lnTo>
                  <a:lnTo>
                    <a:pt x="811" y="2726"/>
                  </a:lnTo>
                  <a:lnTo>
                    <a:pt x="1008" y="2825"/>
                  </a:lnTo>
                  <a:lnTo>
                    <a:pt x="1206" y="2924"/>
                  </a:lnTo>
                  <a:lnTo>
                    <a:pt x="1403" y="3003"/>
                  </a:lnTo>
                  <a:lnTo>
                    <a:pt x="1838" y="3141"/>
                  </a:lnTo>
                  <a:lnTo>
                    <a:pt x="2292" y="3240"/>
                  </a:lnTo>
                  <a:lnTo>
                    <a:pt x="2549" y="3299"/>
                  </a:lnTo>
                  <a:lnTo>
                    <a:pt x="2825" y="3378"/>
                  </a:lnTo>
                  <a:lnTo>
                    <a:pt x="3536" y="3635"/>
                  </a:lnTo>
                  <a:lnTo>
                    <a:pt x="4346" y="3951"/>
                  </a:lnTo>
                  <a:lnTo>
                    <a:pt x="5215" y="4286"/>
                  </a:lnTo>
                  <a:lnTo>
                    <a:pt x="5670" y="4444"/>
                  </a:lnTo>
                  <a:lnTo>
                    <a:pt x="6124" y="4583"/>
                  </a:lnTo>
                  <a:lnTo>
                    <a:pt x="6558" y="4721"/>
                  </a:lnTo>
                  <a:lnTo>
                    <a:pt x="6993" y="4820"/>
                  </a:lnTo>
                  <a:lnTo>
                    <a:pt x="7408" y="4899"/>
                  </a:lnTo>
                  <a:lnTo>
                    <a:pt x="7783" y="4938"/>
                  </a:lnTo>
                  <a:lnTo>
                    <a:pt x="8139" y="4918"/>
                  </a:lnTo>
                  <a:lnTo>
                    <a:pt x="8316" y="4918"/>
                  </a:lnTo>
                  <a:lnTo>
                    <a:pt x="8474" y="4879"/>
                  </a:lnTo>
                  <a:lnTo>
                    <a:pt x="8771" y="4800"/>
                  </a:lnTo>
                  <a:lnTo>
                    <a:pt x="9047" y="4681"/>
                  </a:lnTo>
                  <a:lnTo>
                    <a:pt x="9304" y="4523"/>
                  </a:lnTo>
                  <a:lnTo>
                    <a:pt x="9541" y="4365"/>
                  </a:lnTo>
                  <a:lnTo>
                    <a:pt x="9778" y="4188"/>
                  </a:lnTo>
                  <a:lnTo>
                    <a:pt x="9975" y="4010"/>
                  </a:lnTo>
                  <a:lnTo>
                    <a:pt x="10173" y="3812"/>
                  </a:lnTo>
                  <a:lnTo>
                    <a:pt x="10351" y="3615"/>
                  </a:lnTo>
                  <a:lnTo>
                    <a:pt x="10627" y="3240"/>
                  </a:lnTo>
                  <a:lnTo>
                    <a:pt x="10845" y="2943"/>
                  </a:lnTo>
                  <a:lnTo>
                    <a:pt x="11022" y="2647"/>
                  </a:lnTo>
                  <a:lnTo>
                    <a:pt x="10469" y="2390"/>
                  </a:lnTo>
                  <a:lnTo>
                    <a:pt x="9857" y="2133"/>
                  </a:lnTo>
                  <a:lnTo>
                    <a:pt x="9146" y="1837"/>
                  </a:lnTo>
                  <a:lnTo>
                    <a:pt x="8356" y="1561"/>
                  </a:lnTo>
                  <a:lnTo>
                    <a:pt x="7586" y="1304"/>
                  </a:lnTo>
                  <a:lnTo>
                    <a:pt x="7230" y="1205"/>
                  </a:lnTo>
                  <a:lnTo>
                    <a:pt x="6894" y="1126"/>
                  </a:lnTo>
                  <a:lnTo>
                    <a:pt x="6578" y="1067"/>
                  </a:lnTo>
                  <a:lnTo>
                    <a:pt x="6321" y="1047"/>
                  </a:lnTo>
                  <a:lnTo>
                    <a:pt x="6084" y="1047"/>
                  </a:lnTo>
                  <a:lnTo>
                    <a:pt x="5828" y="1008"/>
                  </a:lnTo>
                  <a:lnTo>
                    <a:pt x="5551" y="968"/>
                  </a:lnTo>
                  <a:lnTo>
                    <a:pt x="5294" y="909"/>
                  </a:lnTo>
                  <a:lnTo>
                    <a:pt x="4721" y="751"/>
                  </a:lnTo>
                  <a:lnTo>
                    <a:pt x="4149" y="573"/>
                  </a:lnTo>
                  <a:lnTo>
                    <a:pt x="3576" y="395"/>
                  </a:lnTo>
                  <a:lnTo>
                    <a:pt x="3023" y="237"/>
                  </a:lnTo>
                  <a:lnTo>
                    <a:pt x="2509" y="99"/>
                  </a:lnTo>
                  <a:lnTo>
                    <a:pt x="2272" y="59"/>
                  </a:lnTo>
                  <a:lnTo>
                    <a:pt x="2035" y="20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"/>
            <p:cNvSpPr/>
            <p:nvPr/>
          </p:nvSpPr>
          <p:spPr>
            <a:xfrm>
              <a:off x="4172836" y="-2147357"/>
              <a:ext cx="207948" cy="21577"/>
            </a:xfrm>
            <a:custGeom>
              <a:rect b="b" l="l" r="r" t="t"/>
              <a:pathLst>
                <a:path extrusionOk="0" h="574" w="5532">
                  <a:moveTo>
                    <a:pt x="1305" y="1"/>
                  </a:moveTo>
                  <a:lnTo>
                    <a:pt x="969" y="40"/>
                  </a:lnTo>
                  <a:lnTo>
                    <a:pt x="673" y="80"/>
                  </a:lnTo>
                  <a:lnTo>
                    <a:pt x="436" y="119"/>
                  </a:lnTo>
                  <a:lnTo>
                    <a:pt x="238" y="178"/>
                  </a:lnTo>
                  <a:lnTo>
                    <a:pt x="100" y="218"/>
                  </a:lnTo>
                  <a:lnTo>
                    <a:pt x="1" y="356"/>
                  </a:lnTo>
                  <a:lnTo>
                    <a:pt x="811" y="356"/>
                  </a:lnTo>
                  <a:lnTo>
                    <a:pt x="1739" y="376"/>
                  </a:lnTo>
                  <a:lnTo>
                    <a:pt x="2885" y="416"/>
                  </a:lnTo>
                  <a:lnTo>
                    <a:pt x="5532" y="574"/>
                  </a:lnTo>
                  <a:lnTo>
                    <a:pt x="4228" y="356"/>
                  </a:lnTo>
                  <a:lnTo>
                    <a:pt x="3102" y="178"/>
                  </a:lnTo>
                  <a:lnTo>
                    <a:pt x="2095" y="4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3"/>
            <p:cNvSpPr/>
            <p:nvPr/>
          </p:nvSpPr>
          <p:spPr>
            <a:xfrm>
              <a:off x="4250800" y="-2217126"/>
              <a:ext cx="159682" cy="15600"/>
            </a:xfrm>
            <a:custGeom>
              <a:rect b="b" l="l" r="r" t="t"/>
              <a:pathLst>
                <a:path extrusionOk="0" h="415" w="4248">
                  <a:moveTo>
                    <a:pt x="1621" y="0"/>
                  </a:moveTo>
                  <a:lnTo>
                    <a:pt x="1305" y="20"/>
                  </a:lnTo>
                  <a:lnTo>
                    <a:pt x="969" y="59"/>
                  </a:lnTo>
                  <a:lnTo>
                    <a:pt x="673" y="119"/>
                  </a:lnTo>
                  <a:lnTo>
                    <a:pt x="396" y="198"/>
                  </a:lnTo>
                  <a:lnTo>
                    <a:pt x="198" y="257"/>
                  </a:lnTo>
                  <a:lnTo>
                    <a:pt x="40" y="336"/>
                  </a:lnTo>
                  <a:lnTo>
                    <a:pt x="1" y="375"/>
                  </a:lnTo>
                  <a:lnTo>
                    <a:pt x="1" y="415"/>
                  </a:lnTo>
                  <a:lnTo>
                    <a:pt x="198" y="375"/>
                  </a:lnTo>
                  <a:lnTo>
                    <a:pt x="732" y="277"/>
                  </a:lnTo>
                  <a:lnTo>
                    <a:pt x="1107" y="237"/>
                  </a:lnTo>
                  <a:lnTo>
                    <a:pt x="1502" y="217"/>
                  </a:lnTo>
                  <a:lnTo>
                    <a:pt x="1937" y="217"/>
                  </a:lnTo>
                  <a:lnTo>
                    <a:pt x="2411" y="237"/>
                  </a:lnTo>
                  <a:lnTo>
                    <a:pt x="3793" y="336"/>
                  </a:lnTo>
                  <a:lnTo>
                    <a:pt x="4248" y="375"/>
                  </a:lnTo>
                  <a:lnTo>
                    <a:pt x="4011" y="316"/>
                  </a:lnTo>
                  <a:lnTo>
                    <a:pt x="3418" y="198"/>
                  </a:lnTo>
                  <a:lnTo>
                    <a:pt x="2667" y="59"/>
                  </a:lnTo>
                  <a:lnTo>
                    <a:pt x="2292" y="20"/>
                  </a:lnTo>
                  <a:lnTo>
                    <a:pt x="195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3"/>
            <p:cNvSpPr/>
            <p:nvPr/>
          </p:nvSpPr>
          <p:spPr>
            <a:xfrm>
              <a:off x="4354777" y="-2259453"/>
              <a:ext cx="69090" cy="17103"/>
            </a:xfrm>
            <a:custGeom>
              <a:rect b="b" l="l" r="r" t="t"/>
              <a:pathLst>
                <a:path extrusionOk="0" h="455" w="1838">
                  <a:moveTo>
                    <a:pt x="138" y="0"/>
                  </a:moveTo>
                  <a:lnTo>
                    <a:pt x="99" y="20"/>
                  </a:lnTo>
                  <a:lnTo>
                    <a:pt x="59" y="40"/>
                  </a:lnTo>
                  <a:lnTo>
                    <a:pt x="20" y="99"/>
                  </a:lnTo>
                  <a:lnTo>
                    <a:pt x="0" y="158"/>
                  </a:lnTo>
                  <a:lnTo>
                    <a:pt x="0" y="198"/>
                  </a:lnTo>
                  <a:lnTo>
                    <a:pt x="652" y="277"/>
                  </a:lnTo>
                  <a:lnTo>
                    <a:pt x="1521" y="395"/>
                  </a:lnTo>
                  <a:lnTo>
                    <a:pt x="1837" y="454"/>
                  </a:lnTo>
                  <a:lnTo>
                    <a:pt x="1047" y="217"/>
                  </a:lnTo>
                  <a:lnTo>
                    <a:pt x="455" y="59"/>
                  </a:lnTo>
                  <a:lnTo>
                    <a:pt x="257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"/>
            <p:cNvSpPr/>
            <p:nvPr/>
          </p:nvSpPr>
          <p:spPr>
            <a:xfrm>
              <a:off x="4064461" y="-2125065"/>
              <a:ext cx="73526" cy="41612"/>
            </a:xfrm>
            <a:custGeom>
              <a:rect b="b" l="l" r="r" t="t"/>
              <a:pathLst>
                <a:path extrusionOk="0" h="1107" w="1956">
                  <a:moveTo>
                    <a:pt x="1936" y="0"/>
                  </a:moveTo>
                  <a:lnTo>
                    <a:pt x="1896" y="158"/>
                  </a:lnTo>
                  <a:lnTo>
                    <a:pt x="1798" y="415"/>
                  </a:lnTo>
                  <a:lnTo>
                    <a:pt x="1719" y="553"/>
                  </a:lnTo>
                  <a:lnTo>
                    <a:pt x="1640" y="672"/>
                  </a:lnTo>
                  <a:lnTo>
                    <a:pt x="1561" y="771"/>
                  </a:lnTo>
                  <a:lnTo>
                    <a:pt x="1462" y="850"/>
                  </a:lnTo>
                  <a:lnTo>
                    <a:pt x="1343" y="889"/>
                  </a:lnTo>
                  <a:lnTo>
                    <a:pt x="1146" y="929"/>
                  </a:lnTo>
                  <a:lnTo>
                    <a:pt x="711" y="948"/>
                  </a:lnTo>
                  <a:lnTo>
                    <a:pt x="336" y="968"/>
                  </a:lnTo>
                  <a:lnTo>
                    <a:pt x="178" y="948"/>
                  </a:lnTo>
                  <a:lnTo>
                    <a:pt x="257" y="316"/>
                  </a:lnTo>
                  <a:lnTo>
                    <a:pt x="79" y="494"/>
                  </a:lnTo>
                  <a:lnTo>
                    <a:pt x="0" y="1087"/>
                  </a:lnTo>
                  <a:lnTo>
                    <a:pt x="198" y="1106"/>
                  </a:lnTo>
                  <a:lnTo>
                    <a:pt x="909" y="1106"/>
                  </a:lnTo>
                  <a:lnTo>
                    <a:pt x="1166" y="1087"/>
                  </a:lnTo>
                  <a:lnTo>
                    <a:pt x="1403" y="1027"/>
                  </a:lnTo>
                  <a:lnTo>
                    <a:pt x="1521" y="988"/>
                  </a:lnTo>
                  <a:lnTo>
                    <a:pt x="1600" y="948"/>
                  </a:lnTo>
                  <a:lnTo>
                    <a:pt x="1679" y="889"/>
                  </a:lnTo>
                  <a:lnTo>
                    <a:pt x="1738" y="830"/>
                  </a:lnTo>
                  <a:lnTo>
                    <a:pt x="1837" y="692"/>
                  </a:lnTo>
                  <a:lnTo>
                    <a:pt x="1896" y="534"/>
                  </a:lnTo>
                  <a:lnTo>
                    <a:pt x="1936" y="376"/>
                  </a:lnTo>
                  <a:lnTo>
                    <a:pt x="1956" y="237"/>
                  </a:lnTo>
                  <a:lnTo>
                    <a:pt x="1956" y="119"/>
                  </a:lnTo>
                  <a:lnTo>
                    <a:pt x="193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"/>
            <p:cNvSpPr/>
            <p:nvPr/>
          </p:nvSpPr>
          <p:spPr>
            <a:xfrm>
              <a:off x="4368122" y="-1450155"/>
              <a:ext cx="596253" cy="494534"/>
            </a:xfrm>
            <a:custGeom>
              <a:rect b="b" l="l" r="r" t="t"/>
              <a:pathLst>
                <a:path extrusionOk="0" h="13156" w="15862">
                  <a:moveTo>
                    <a:pt x="1680" y="1"/>
                  </a:moveTo>
                  <a:lnTo>
                    <a:pt x="1" y="7902"/>
                  </a:lnTo>
                  <a:lnTo>
                    <a:pt x="2865" y="9423"/>
                  </a:lnTo>
                  <a:lnTo>
                    <a:pt x="4129" y="10094"/>
                  </a:lnTo>
                  <a:lnTo>
                    <a:pt x="8020" y="12148"/>
                  </a:lnTo>
                  <a:lnTo>
                    <a:pt x="9403" y="12860"/>
                  </a:lnTo>
                  <a:lnTo>
                    <a:pt x="9995" y="13156"/>
                  </a:lnTo>
                  <a:lnTo>
                    <a:pt x="10035" y="13136"/>
                  </a:lnTo>
                  <a:lnTo>
                    <a:pt x="10094" y="13077"/>
                  </a:lnTo>
                  <a:lnTo>
                    <a:pt x="10311" y="12800"/>
                  </a:lnTo>
                  <a:lnTo>
                    <a:pt x="10627" y="12405"/>
                  </a:lnTo>
                  <a:lnTo>
                    <a:pt x="11042" y="11872"/>
                  </a:lnTo>
                  <a:lnTo>
                    <a:pt x="12010" y="10509"/>
                  </a:lnTo>
                  <a:lnTo>
                    <a:pt x="13116" y="8949"/>
                  </a:lnTo>
                  <a:lnTo>
                    <a:pt x="14183" y="7388"/>
                  </a:lnTo>
                  <a:lnTo>
                    <a:pt x="15091" y="6025"/>
                  </a:lnTo>
                  <a:lnTo>
                    <a:pt x="15447" y="5492"/>
                  </a:lnTo>
                  <a:lnTo>
                    <a:pt x="15684" y="5057"/>
                  </a:lnTo>
                  <a:lnTo>
                    <a:pt x="15842" y="4781"/>
                  </a:lnTo>
                  <a:lnTo>
                    <a:pt x="15862" y="4722"/>
                  </a:lnTo>
                  <a:lnTo>
                    <a:pt x="15862" y="4702"/>
                  </a:lnTo>
                  <a:lnTo>
                    <a:pt x="15842" y="4682"/>
                  </a:lnTo>
                  <a:lnTo>
                    <a:pt x="15585" y="4623"/>
                  </a:lnTo>
                  <a:lnTo>
                    <a:pt x="14973" y="4425"/>
                  </a:lnTo>
                  <a:lnTo>
                    <a:pt x="12899" y="3754"/>
                  </a:lnTo>
                  <a:lnTo>
                    <a:pt x="7131" y="1818"/>
                  </a:lnTo>
                  <a:lnTo>
                    <a:pt x="6005" y="1443"/>
                  </a:lnTo>
                  <a:lnTo>
                    <a:pt x="5946" y="1423"/>
                  </a:lnTo>
                  <a:lnTo>
                    <a:pt x="5907" y="1423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3"/>
            <p:cNvSpPr/>
            <p:nvPr/>
          </p:nvSpPr>
          <p:spPr>
            <a:xfrm>
              <a:off x="4091188" y="-1384784"/>
              <a:ext cx="191596" cy="27478"/>
            </a:xfrm>
            <a:custGeom>
              <a:rect b="b" l="l" r="r" t="t"/>
              <a:pathLst>
                <a:path extrusionOk="0" h="731" w="5097">
                  <a:moveTo>
                    <a:pt x="0" y="0"/>
                  </a:moveTo>
                  <a:lnTo>
                    <a:pt x="158" y="59"/>
                  </a:lnTo>
                  <a:lnTo>
                    <a:pt x="593" y="217"/>
                  </a:lnTo>
                  <a:lnTo>
                    <a:pt x="1245" y="415"/>
                  </a:lnTo>
                  <a:lnTo>
                    <a:pt x="1620" y="514"/>
                  </a:lnTo>
                  <a:lnTo>
                    <a:pt x="2015" y="593"/>
                  </a:lnTo>
                  <a:lnTo>
                    <a:pt x="2430" y="672"/>
                  </a:lnTo>
                  <a:lnTo>
                    <a:pt x="2864" y="711"/>
                  </a:lnTo>
                  <a:lnTo>
                    <a:pt x="3299" y="731"/>
                  </a:lnTo>
                  <a:lnTo>
                    <a:pt x="3694" y="731"/>
                  </a:lnTo>
                  <a:lnTo>
                    <a:pt x="4069" y="691"/>
                  </a:lnTo>
                  <a:lnTo>
                    <a:pt x="4405" y="632"/>
                  </a:lnTo>
                  <a:lnTo>
                    <a:pt x="4681" y="553"/>
                  </a:lnTo>
                  <a:lnTo>
                    <a:pt x="4780" y="514"/>
                  </a:lnTo>
                  <a:lnTo>
                    <a:pt x="4879" y="454"/>
                  </a:lnTo>
                  <a:lnTo>
                    <a:pt x="4998" y="356"/>
                  </a:lnTo>
                  <a:lnTo>
                    <a:pt x="5077" y="296"/>
                  </a:lnTo>
                  <a:lnTo>
                    <a:pt x="5096" y="237"/>
                  </a:lnTo>
                  <a:lnTo>
                    <a:pt x="5077" y="198"/>
                  </a:lnTo>
                  <a:lnTo>
                    <a:pt x="5057" y="178"/>
                  </a:lnTo>
                  <a:lnTo>
                    <a:pt x="4978" y="1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3"/>
            <p:cNvSpPr/>
            <p:nvPr/>
          </p:nvSpPr>
          <p:spPr>
            <a:xfrm>
              <a:off x="4190692" y="-2054544"/>
              <a:ext cx="86908" cy="92096"/>
            </a:xfrm>
            <a:custGeom>
              <a:rect b="b" l="l" r="r" t="t"/>
              <a:pathLst>
                <a:path extrusionOk="0" h="2450" w="2312">
                  <a:moveTo>
                    <a:pt x="711" y="139"/>
                  </a:moveTo>
                  <a:lnTo>
                    <a:pt x="849" y="179"/>
                  </a:lnTo>
                  <a:lnTo>
                    <a:pt x="1205" y="258"/>
                  </a:lnTo>
                  <a:lnTo>
                    <a:pt x="1422" y="337"/>
                  </a:lnTo>
                  <a:lnTo>
                    <a:pt x="1639" y="416"/>
                  </a:lnTo>
                  <a:lnTo>
                    <a:pt x="1857" y="495"/>
                  </a:lnTo>
                  <a:lnTo>
                    <a:pt x="2015" y="613"/>
                  </a:lnTo>
                  <a:lnTo>
                    <a:pt x="2094" y="672"/>
                  </a:lnTo>
                  <a:lnTo>
                    <a:pt x="2133" y="751"/>
                  </a:lnTo>
                  <a:lnTo>
                    <a:pt x="2173" y="850"/>
                  </a:lnTo>
                  <a:lnTo>
                    <a:pt x="2193" y="969"/>
                  </a:lnTo>
                  <a:lnTo>
                    <a:pt x="2193" y="1107"/>
                  </a:lnTo>
                  <a:lnTo>
                    <a:pt x="2173" y="1225"/>
                  </a:lnTo>
                  <a:lnTo>
                    <a:pt x="2114" y="1502"/>
                  </a:lnTo>
                  <a:lnTo>
                    <a:pt x="2015" y="1778"/>
                  </a:lnTo>
                  <a:lnTo>
                    <a:pt x="1896" y="2015"/>
                  </a:lnTo>
                  <a:lnTo>
                    <a:pt x="1778" y="2193"/>
                  </a:lnTo>
                  <a:lnTo>
                    <a:pt x="1699" y="2252"/>
                  </a:lnTo>
                  <a:lnTo>
                    <a:pt x="1639" y="2292"/>
                  </a:lnTo>
                  <a:lnTo>
                    <a:pt x="1560" y="2312"/>
                  </a:lnTo>
                  <a:lnTo>
                    <a:pt x="1481" y="2312"/>
                  </a:lnTo>
                  <a:lnTo>
                    <a:pt x="1264" y="2272"/>
                  </a:lnTo>
                  <a:lnTo>
                    <a:pt x="1007" y="2213"/>
                  </a:lnTo>
                  <a:lnTo>
                    <a:pt x="770" y="2114"/>
                  </a:lnTo>
                  <a:lnTo>
                    <a:pt x="533" y="2015"/>
                  </a:lnTo>
                  <a:lnTo>
                    <a:pt x="316" y="1917"/>
                  </a:lnTo>
                  <a:lnTo>
                    <a:pt x="178" y="1838"/>
                  </a:lnTo>
                  <a:lnTo>
                    <a:pt x="138" y="1798"/>
                  </a:lnTo>
                  <a:lnTo>
                    <a:pt x="119" y="1759"/>
                  </a:lnTo>
                  <a:lnTo>
                    <a:pt x="138" y="1660"/>
                  </a:lnTo>
                  <a:lnTo>
                    <a:pt x="158" y="1462"/>
                  </a:lnTo>
                  <a:lnTo>
                    <a:pt x="217" y="1206"/>
                  </a:lnTo>
                  <a:lnTo>
                    <a:pt x="296" y="929"/>
                  </a:lnTo>
                  <a:lnTo>
                    <a:pt x="395" y="633"/>
                  </a:lnTo>
                  <a:lnTo>
                    <a:pt x="494" y="396"/>
                  </a:lnTo>
                  <a:lnTo>
                    <a:pt x="553" y="297"/>
                  </a:lnTo>
                  <a:lnTo>
                    <a:pt x="593" y="218"/>
                  </a:lnTo>
                  <a:lnTo>
                    <a:pt x="652" y="159"/>
                  </a:lnTo>
                  <a:lnTo>
                    <a:pt x="711" y="139"/>
                  </a:lnTo>
                  <a:close/>
                  <a:moveTo>
                    <a:pt x="652" y="1"/>
                  </a:moveTo>
                  <a:lnTo>
                    <a:pt x="593" y="40"/>
                  </a:lnTo>
                  <a:lnTo>
                    <a:pt x="533" y="99"/>
                  </a:lnTo>
                  <a:lnTo>
                    <a:pt x="474" y="179"/>
                  </a:lnTo>
                  <a:lnTo>
                    <a:pt x="415" y="297"/>
                  </a:lnTo>
                  <a:lnTo>
                    <a:pt x="296" y="574"/>
                  </a:lnTo>
                  <a:lnTo>
                    <a:pt x="198" y="890"/>
                  </a:lnTo>
                  <a:lnTo>
                    <a:pt x="119" y="1225"/>
                  </a:lnTo>
                  <a:lnTo>
                    <a:pt x="40" y="1502"/>
                  </a:lnTo>
                  <a:lnTo>
                    <a:pt x="0" y="1719"/>
                  </a:lnTo>
                  <a:lnTo>
                    <a:pt x="0" y="1838"/>
                  </a:lnTo>
                  <a:lnTo>
                    <a:pt x="20" y="1877"/>
                  </a:lnTo>
                  <a:lnTo>
                    <a:pt x="59" y="1917"/>
                  </a:lnTo>
                  <a:lnTo>
                    <a:pt x="217" y="2015"/>
                  </a:lnTo>
                  <a:lnTo>
                    <a:pt x="454" y="2134"/>
                  </a:lnTo>
                  <a:lnTo>
                    <a:pt x="711" y="2233"/>
                  </a:lnTo>
                  <a:lnTo>
                    <a:pt x="1007" y="2351"/>
                  </a:lnTo>
                  <a:lnTo>
                    <a:pt x="1284" y="2410"/>
                  </a:lnTo>
                  <a:lnTo>
                    <a:pt x="1521" y="2450"/>
                  </a:lnTo>
                  <a:lnTo>
                    <a:pt x="1620" y="2450"/>
                  </a:lnTo>
                  <a:lnTo>
                    <a:pt x="1699" y="2430"/>
                  </a:lnTo>
                  <a:lnTo>
                    <a:pt x="1778" y="2391"/>
                  </a:lnTo>
                  <a:lnTo>
                    <a:pt x="1857" y="2312"/>
                  </a:lnTo>
                  <a:lnTo>
                    <a:pt x="1936" y="2233"/>
                  </a:lnTo>
                  <a:lnTo>
                    <a:pt x="1995" y="2114"/>
                  </a:lnTo>
                  <a:lnTo>
                    <a:pt x="2133" y="1857"/>
                  </a:lnTo>
                  <a:lnTo>
                    <a:pt x="2232" y="1561"/>
                  </a:lnTo>
                  <a:lnTo>
                    <a:pt x="2311" y="1245"/>
                  </a:lnTo>
                  <a:lnTo>
                    <a:pt x="2311" y="1087"/>
                  </a:lnTo>
                  <a:lnTo>
                    <a:pt x="2311" y="949"/>
                  </a:lnTo>
                  <a:lnTo>
                    <a:pt x="2311" y="811"/>
                  </a:lnTo>
                  <a:lnTo>
                    <a:pt x="2272" y="712"/>
                  </a:lnTo>
                  <a:lnTo>
                    <a:pt x="2212" y="613"/>
                  </a:lnTo>
                  <a:lnTo>
                    <a:pt x="2133" y="534"/>
                  </a:lnTo>
                  <a:lnTo>
                    <a:pt x="1936" y="416"/>
                  </a:lnTo>
                  <a:lnTo>
                    <a:pt x="1718" y="317"/>
                  </a:lnTo>
                  <a:lnTo>
                    <a:pt x="1462" y="218"/>
                  </a:lnTo>
                  <a:lnTo>
                    <a:pt x="1225" y="159"/>
                  </a:lnTo>
                  <a:lnTo>
                    <a:pt x="830" y="40"/>
                  </a:lnTo>
                  <a:lnTo>
                    <a:pt x="652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3"/>
            <p:cNvSpPr/>
            <p:nvPr/>
          </p:nvSpPr>
          <p:spPr>
            <a:xfrm>
              <a:off x="4035478" y="-1510263"/>
              <a:ext cx="409167" cy="144797"/>
            </a:xfrm>
            <a:custGeom>
              <a:rect b="b" l="l" r="r" t="t"/>
              <a:pathLst>
                <a:path extrusionOk="0" h="3852" w="10885">
                  <a:moveTo>
                    <a:pt x="7665" y="0"/>
                  </a:moveTo>
                  <a:lnTo>
                    <a:pt x="6894" y="20"/>
                  </a:lnTo>
                  <a:lnTo>
                    <a:pt x="6084" y="59"/>
                  </a:lnTo>
                  <a:lnTo>
                    <a:pt x="5275" y="138"/>
                  </a:lnTo>
                  <a:lnTo>
                    <a:pt x="4485" y="217"/>
                  </a:lnTo>
                  <a:lnTo>
                    <a:pt x="3734" y="277"/>
                  </a:lnTo>
                  <a:lnTo>
                    <a:pt x="3043" y="316"/>
                  </a:lnTo>
                  <a:lnTo>
                    <a:pt x="2727" y="336"/>
                  </a:lnTo>
                  <a:lnTo>
                    <a:pt x="2430" y="316"/>
                  </a:lnTo>
                  <a:lnTo>
                    <a:pt x="1937" y="296"/>
                  </a:lnTo>
                  <a:lnTo>
                    <a:pt x="1502" y="277"/>
                  </a:lnTo>
                  <a:lnTo>
                    <a:pt x="1166" y="296"/>
                  </a:lnTo>
                  <a:lnTo>
                    <a:pt x="1008" y="316"/>
                  </a:lnTo>
                  <a:lnTo>
                    <a:pt x="870" y="356"/>
                  </a:lnTo>
                  <a:lnTo>
                    <a:pt x="751" y="395"/>
                  </a:lnTo>
                  <a:lnTo>
                    <a:pt x="633" y="474"/>
                  </a:lnTo>
                  <a:lnTo>
                    <a:pt x="534" y="533"/>
                  </a:lnTo>
                  <a:lnTo>
                    <a:pt x="455" y="632"/>
                  </a:lnTo>
                  <a:lnTo>
                    <a:pt x="356" y="751"/>
                  </a:lnTo>
                  <a:lnTo>
                    <a:pt x="277" y="889"/>
                  </a:lnTo>
                  <a:lnTo>
                    <a:pt x="218" y="1027"/>
                  </a:lnTo>
                  <a:lnTo>
                    <a:pt x="139" y="1205"/>
                  </a:lnTo>
                  <a:lnTo>
                    <a:pt x="80" y="1383"/>
                  </a:lnTo>
                  <a:lnTo>
                    <a:pt x="40" y="1560"/>
                  </a:lnTo>
                  <a:lnTo>
                    <a:pt x="21" y="1718"/>
                  </a:lnTo>
                  <a:lnTo>
                    <a:pt x="1" y="1876"/>
                  </a:lnTo>
                  <a:lnTo>
                    <a:pt x="1" y="2015"/>
                  </a:lnTo>
                  <a:lnTo>
                    <a:pt x="21" y="2153"/>
                  </a:lnTo>
                  <a:lnTo>
                    <a:pt x="60" y="2291"/>
                  </a:lnTo>
                  <a:lnTo>
                    <a:pt x="100" y="2410"/>
                  </a:lnTo>
                  <a:lnTo>
                    <a:pt x="159" y="2528"/>
                  </a:lnTo>
                  <a:lnTo>
                    <a:pt x="238" y="2647"/>
                  </a:lnTo>
                  <a:lnTo>
                    <a:pt x="317" y="2765"/>
                  </a:lnTo>
                  <a:lnTo>
                    <a:pt x="416" y="2864"/>
                  </a:lnTo>
                  <a:lnTo>
                    <a:pt x="613" y="3042"/>
                  </a:lnTo>
                  <a:lnTo>
                    <a:pt x="870" y="3200"/>
                  </a:lnTo>
                  <a:lnTo>
                    <a:pt x="1028" y="3279"/>
                  </a:lnTo>
                  <a:lnTo>
                    <a:pt x="1186" y="3338"/>
                  </a:lnTo>
                  <a:lnTo>
                    <a:pt x="1384" y="3397"/>
                  </a:lnTo>
                  <a:lnTo>
                    <a:pt x="1601" y="3457"/>
                  </a:lnTo>
                  <a:lnTo>
                    <a:pt x="2095" y="3536"/>
                  </a:lnTo>
                  <a:lnTo>
                    <a:pt x="2628" y="3595"/>
                  </a:lnTo>
                  <a:lnTo>
                    <a:pt x="3754" y="3694"/>
                  </a:lnTo>
                  <a:lnTo>
                    <a:pt x="4287" y="3733"/>
                  </a:lnTo>
                  <a:lnTo>
                    <a:pt x="4781" y="3792"/>
                  </a:lnTo>
                  <a:lnTo>
                    <a:pt x="5275" y="3832"/>
                  </a:lnTo>
                  <a:lnTo>
                    <a:pt x="5788" y="3852"/>
                  </a:lnTo>
                  <a:lnTo>
                    <a:pt x="6341" y="3852"/>
                  </a:lnTo>
                  <a:lnTo>
                    <a:pt x="6934" y="3812"/>
                  </a:lnTo>
                  <a:lnTo>
                    <a:pt x="7507" y="3753"/>
                  </a:lnTo>
                  <a:lnTo>
                    <a:pt x="8079" y="3674"/>
                  </a:lnTo>
                  <a:lnTo>
                    <a:pt x="8632" y="3575"/>
                  </a:lnTo>
                  <a:lnTo>
                    <a:pt x="9166" y="3437"/>
                  </a:lnTo>
                  <a:lnTo>
                    <a:pt x="9640" y="3299"/>
                  </a:lnTo>
                  <a:lnTo>
                    <a:pt x="10015" y="3180"/>
                  </a:lnTo>
                  <a:lnTo>
                    <a:pt x="10311" y="3062"/>
                  </a:lnTo>
                  <a:lnTo>
                    <a:pt x="10548" y="2943"/>
                  </a:lnTo>
                  <a:lnTo>
                    <a:pt x="10805" y="2805"/>
                  </a:lnTo>
                  <a:lnTo>
                    <a:pt x="10884" y="2746"/>
                  </a:lnTo>
                  <a:lnTo>
                    <a:pt x="10884" y="2627"/>
                  </a:lnTo>
                  <a:lnTo>
                    <a:pt x="10825" y="2351"/>
                  </a:lnTo>
                  <a:lnTo>
                    <a:pt x="10785" y="2153"/>
                  </a:lnTo>
                  <a:lnTo>
                    <a:pt x="10726" y="1936"/>
                  </a:lnTo>
                  <a:lnTo>
                    <a:pt x="10627" y="1718"/>
                  </a:lnTo>
                  <a:lnTo>
                    <a:pt x="10529" y="1481"/>
                  </a:lnTo>
                  <a:lnTo>
                    <a:pt x="10390" y="1225"/>
                  </a:lnTo>
                  <a:lnTo>
                    <a:pt x="10213" y="988"/>
                  </a:lnTo>
                  <a:lnTo>
                    <a:pt x="10015" y="770"/>
                  </a:lnTo>
                  <a:lnTo>
                    <a:pt x="9778" y="553"/>
                  </a:lnTo>
                  <a:lnTo>
                    <a:pt x="9640" y="454"/>
                  </a:lnTo>
                  <a:lnTo>
                    <a:pt x="9502" y="375"/>
                  </a:lnTo>
                  <a:lnTo>
                    <a:pt x="9344" y="296"/>
                  </a:lnTo>
                  <a:lnTo>
                    <a:pt x="9186" y="217"/>
                  </a:lnTo>
                  <a:lnTo>
                    <a:pt x="9008" y="158"/>
                  </a:lnTo>
                  <a:lnTo>
                    <a:pt x="8830" y="99"/>
                  </a:lnTo>
                  <a:lnTo>
                    <a:pt x="8632" y="59"/>
                  </a:lnTo>
                  <a:lnTo>
                    <a:pt x="8415" y="40"/>
                  </a:lnTo>
                  <a:lnTo>
                    <a:pt x="8040" y="20"/>
                  </a:lnTo>
                  <a:lnTo>
                    <a:pt x="766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"/>
            <p:cNvSpPr/>
            <p:nvPr/>
          </p:nvSpPr>
          <p:spPr>
            <a:xfrm>
              <a:off x="4061491" y="-1489475"/>
              <a:ext cx="86156" cy="83938"/>
            </a:xfrm>
            <a:custGeom>
              <a:rect b="b" l="l" r="r" t="t"/>
              <a:pathLst>
                <a:path extrusionOk="0" h="2233" w="2292">
                  <a:moveTo>
                    <a:pt x="1106" y="119"/>
                  </a:moveTo>
                  <a:lnTo>
                    <a:pt x="1343" y="138"/>
                  </a:lnTo>
                  <a:lnTo>
                    <a:pt x="1580" y="138"/>
                  </a:lnTo>
                  <a:lnTo>
                    <a:pt x="1798" y="178"/>
                  </a:lnTo>
                  <a:lnTo>
                    <a:pt x="1956" y="237"/>
                  </a:lnTo>
                  <a:lnTo>
                    <a:pt x="2015" y="277"/>
                  </a:lnTo>
                  <a:lnTo>
                    <a:pt x="2074" y="356"/>
                  </a:lnTo>
                  <a:lnTo>
                    <a:pt x="2114" y="435"/>
                  </a:lnTo>
                  <a:lnTo>
                    <a:pt x="2153" y="533"/>
                  </a:lnTo>
                  <a:lnTo>
                    <a:pt x="2193" y="770"/>
                  </a:lnTo>
                  <a:lnTo>
                    <a:pt x="2193" y="1047"/>
                  </a:lnTo>
                  <a:lnTo>
                    <a:pt x="2153" y="1323"/>
                  </a:lnTo>
                  <a:lnTo>
                    <a:pt x="2133" y="1442"/>
                  </a:lnTo>
                  <a:lnTo>
                    <a:pt x="2074" y="1580"/>
                  </a:lnTo>
                  <a:lnTo>
                    <a:pt x="2035" y="1679"/>
                  </a:lnTo>
                  <a:lnTo>
                    <a:pt x="1956" y="1778"/>
                  </a:lnTo>
                  <a:lnTo>
                    <a:pt x="1877" y="1877"/>
                  </a:lnTo>
                  <a:lnTo>
                    <a:pt x="1798" y="1936"/>
                  </a:lnTo>
                  <a:lnTo>
                    <a:pt x="1699" y="1975"/>
                  </a:lnTo>
                  <a:lnTo>
                    <a:pt x="1580" y="2015"/>
                  </a:lnTo>
                  <a:lnTo>
                    <a:pt x="1343" y="2074"/>
                  </a:lnTo>
                  <a:lnTo>
                    <a:pt x="1067" y="2094"/>
                  </a:lnTo>
                  <a:lnTo>
                    <a:pt x="810" y="2114"/>
                  </a:lnTo>
                  <a:lnTo>
                    <a:pt x="553" y="2094"/>
                  </a:lnTo>
                  <a:lnTo>
                    <a:pt x="356" y="2054"/>
                  </a:lnTo>
                  <a:lnTo>
                    <a:pt x="217" y="1995"/>
                  </a:lnTo>
                  <a:lnTo>
                    <a:pt x="178" y="1956"/>
                  </a:lnTo>
                  <a:lnTo>
                    <a:pt x="158" y="1936"/>
                  </a:lnTo>
                  <a:lnTo>
                    <a:pt x="158" y="1798"/>
                  </a:lnTo>
                  <a:lnTo>
                    <a:pt x="158" y="1600"/>
                  </a:lnTo>
                  <a:lnTo>
                    <a:pt x="178" y="1343"/>
                  </a:lnTo>
                  <a:lnTo>
                    <a:pt x="217" y="1047"/>
                  </a:lnTo>
                  <a:lnTo>
                    <a:pt x="257" y="751"/>
                  </a:lnTo>
                  <a:lnTo>
                    <a:pt x="336" y="494"/>
                  </a:lnTo>
                  <a:lnTo>
                    <a:pt x="415" y="277"/>
                  </a:lnTo>
                  <a:lnTo>
                    <a:pt x="454" y="198"/>
                  </a:lnTo>
                  <a:lnTo>
                    <a:pt x="494" y="158"/>
                  </a:lnTo>
                  <a:lnTo>
                    <a:pt x="672" y="138"/>
                  </a:lnTo>
                  <a:lnTo>
                    <a:pt x="1106" y="119"/>
                  </a:lnTo>
                  <a:close/>
                  <a:moveTo>
                    <a:pt x="1067" y="0"/>
                  </a:moveTo>
                  <a:lnTo>
                    <a:pt x="593" y="20"/>
                  </a:lnTo>
                  <a:lnTo>
                    <a:pt x="395" y="40"/>
                  </a:lnTo>
                  <a:lnTo>
                    <a:pt x="336" y="99"/>
                  </a:lnTo>
                  <a:lnTo>
                    <a:pt x="277" y="178"/>
                  </a:lnTo>
                  <a:lnTo>
                    <a:pt x="198" y="415"/>
                  </a:lnTo>
                  <a:lnTo>
                    <a:pt x="119" y="711"/>
                  </a:lnTo>
                  <a:lnTo>
                    <a:pt x="59" y="1047"/>
                  </a:lnTo>
                  <a:lnTo>
                    <a:pt x="20" y="1363"/>
                  </a:lnTo>
                  <a:lnTo>
                    <a:pt x="0" y="1659"/>
                  </a:lnTo>
                  <a:lnTo>
                    <a:pt x="0" y="1896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59" y="2114"/>
                  </a:lnTo>
                  <a:lnTo>
                    <a:pt x="237" y="2173"/>
                  </a:lnTo>
                  <a:lnTo>
                    <a:pt x="454" y="2212"/>
                  </a:lnTo>
                  <a:lnTo>
                    <a:pt x="731" y="2232"/>
                  </a:lnTo>
                  <a:lnTo>
                    <a:pt x="1027" y="2232"/>
                  </a:lnTo>
                  <a:lnTo>
                    <a:pt x="1324" y="2193"/>
                  </a:lnTo>
                  <a:lnTo>
                    <a:pt x="1600" y="2133"/>
                  </a:lnTo>
                  <a:lnTo>
                    <a:pt x="1738" y="2094"/>
                  </a:lnTo>
                  <a:lnTo>
                    <a:pt x="1837" y="2035"/>
                  </a:lnTo>
                  <a:lnTo>
                    <a:pt x="1936" y="1975"/>
                  </a:lnTo>
                  <a:lnTo>
                    <a:pt x="2035" y="1877"/>
                  </a:lnTo>
                  <a:lnTo>
                    <a:pt x="2114" y="1758"/>
                  </a:lnTo>
                  <a:lnTo>
                    <a:pt x="2173" y="1640"/>
                  </a:lnTo>
                  <a:lnTo>
                    <a:pt x="2212" y="1501"/>
                  </a:lnTo>
                  <a:lnTo>
                    <a:pt x="2252" y="1343"/>
                  </a:lnTo>
                  <a:lnTo>
                    <a:pt x="2291" y="1047"/>
                  </a:lnTo>
                  <a:lnTo>
                    <a:pt x="2291" y="731"/>
                  </a:lnTo>
                  <a:lnTo>
                    <a:pt x="2272" y="593"/>
                  </a:lnTo>
                  <a:lnTo>
                    <a:pt x="2252" y="474"/>
                  </a:lnTo>
                  <a:lnTo>
                    <a:pt x="2212" y="356"/>
                  </a:lnTo>
                  <a:lnTo>
                    <a:pt x="2153" y="257"/>
                  </a:lnTo>
                  <a:lnTo>
                    <a:pt x="2094" y="178"/>
                  </a:lnTo>
                  <a:lnTo>
                    <a:pt x="2035" y="119"/>
                  </a:lnTo>
                  <a:lnTo>
                    <a:pt x="1857" y="59"/>
                  </a:lnTo>
                  <a:lnTo>
                    <a:pt x="1600" y="20"/>
                  </a:lnTo>
                  <a:lnTo>
                    <a:pt x="1343" y="20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3"/>
            <p:cNvSpPr/>
            <p:nvPr/>
          </p:nvSpPr>
          <p:spPr>
            <a:xfrm>
              <a:off x="4011006" y="-1882265"/>
              <a:ext cx="351955" cy="350489"/>
            </a:xfrm>
            <a:custGeom>
              <a:rect b="b" l="l" r="r" t="t"/>
              <a:pathLst>
                <a:path extrusionOk="0" h="9324" w="9363">
                  <a:moveTo>
                    <a:pt x="4859" y="376"/>
                  </a:moveTo>
                  <a:lnTo>
                    <a:pt x="5234" y="395"/>
                  </a:lnTo>
                  <a:lnTo>
                    <a:pt x="5610" y="455"/>
                  </a:lnTo>
                  <a:lnTo>
                    <a:pt x="5965" y="514"/>
                  </a:lnTo>
                  <a:lnTo>
                    <a:pt x="6163" y="573"/>
                  </a:lnTo>
                  <a:lnTo>
                    <a:pt x="6340" y="632"/>
                  </a:lnTo>
                  <a:lnTo>
                    <a:pt x="6696" y="771"/>
                  </a:lnTo>
                  <a:lnTo>
                    <a:pt x="7052" y="968"/>
                  </a:lnTo>
                  <a:lnTo>
                    <a:pt x="7387" y="1205"/>
                  </a:lnTo>
                  <a:lnTo>
                    <a:pt x="7684" y="1482"/>
                  </a:lnTo>
                  <a:lnTo>
                    <a:pt x="7980" y="1798"/>
                  </a:lnTo>
                  <a:lnTo>
                    <a:pt x="8237" y="2133"/>
                  </a:lnTo>
                  <a:lnTo>
                    <a:pt x="8454" y="2489"/>
                  </a:lnTo>
                  <a:lnTo>
                    <a:pt x="8651" y="2884"/>
                  </a:lnTo>
                  <a:lnTo>
                    <a:pt x="8790" y="3299"/>
                  </a:lnTo>
                  <a:lnTo>
                    <a:pt x="8849" y="3496"/>
                  </a:lnTo>
                  <a:lnTo>
                    <a:pt x="8908" y="3714"/>
                  </a:lnTo>
                  <a:lnTo>
                    <a:pt x="8928" y="3931"/>
                  </a:lnTo>
                  <a:lnTo>
                    <a:pt x="8948" y="4168"/>
                  </a:lnTo>
                  <a:lnTo>
                    <a:pt x="8967" y="4385"/>
                  </a:lnTo>
                  <a:lnTo>
                    <a:pt x="8948" y="4622"/>
                  </a:lnTo>
                  <a:lnTo>
                    <a:pt x="8928" y="4839"/>
                  </a:lnTo>
                  <a:lnTo>
                    <a:pt x="8908" y="5077"/>
                  </a:lnTo>
                  <a:lnTo>
                    <a:pt x="8849" y="5294"/>
                  </a:lnTo>
                  <a:lnTo>
                    <a:pt x="8790" y="5531"/>
                  </a:lnTo>
                  <a:lnTo>
                    <a:pt x="8711" y="5768"/>
                  </a:lnTo>
                  <a:lnTo>
                    <a:pt x="8612" y="6005"/>
                  </a:lnTo>
                  <a:lnTo>
                    <a:pt x="8493" y="6242"/>
                  </a:lnTo>
                  <a:lnTo>
                    <a:pt x="8375" y="6459"/>
                  </a:lnTo>
                  <a:lnTo>
                    <a:pt x="8237" y="6676"/>
                  </a:lnTo>
                  <a:lnTo>
                    <a:pt x="8098" y="6894"/>
                  </a:lnTo>
                  <a:lnTo>
                    <a:pt x="7940" y="7111"/>
                  </a:lnTo>
                  <a:lnTo>
                    <a:pt x="7782" y="7308"/>
                  </a:lnTo>
                  <a:lnTo>
                    <a:pt x="7605" y="7486"/>
                  </a:lnTo>
                  <a:lnTo>
                    <a:pt x="7427" y="7664"/>
                  </a:lnTo>
                  <a:lnTo>
                    <a:pt x="7249" y="7842"/>
                  </a:lnTo>
                  <a:lnTo>
                    <a:pt x="7052" y="8000"/>
                  </a:lnTo>
                  <a:lnTo>
                    <a:pt x="6854" y="8158"/>
                  </a:lnTo>
                  <a:lnTo>
                    <a:pt x="6637" y="8296"/>
                  </a:lnTo>
                  <a:lnTo>
                    <a:pt x="6439" y="8415"/>
                  </a:lnTo>
                  <a:lnTo>
                    <a:pt x="6222" y="8533"/>
                  </a:lnTo>
                  <a:lnTo>
                    <a:pt x="6005" y="8632"/>
                  </a:lnTo>
                  <a:lnTo>
                    <a:pt x="5768" y="8711"/>
                  </a:lnTo>
                  <a:lnTo>
                    <a:pt x="5531" y="8790"/>
                  </a:lnTo>
                  <a:lnTo>
                    <a:pt x="5313" y="8849"/>
                  </a:lnTo>
                  <a:lnTo>
                    <a:pt x="5076" y="8908"/>
                  </a:lnTo>
                  <a:lnTo>
                    <a:pt x="4820" y="8928"/>
                  </a:lnTo>
                  <a:lnTo>
                    <a:pt x="4583" y="8948"/>
                  </a:lnTo>
                  <a:lnTo>
                    <a:pt x="4345" y="8948"/>
                  </a:lnTo>
                  <a:lnTo>
                    <a:pt x="4089" y="8928"/>
                  </a:lnTo>
                  <a:lnTo>
                    <a:pt x="3852" y="8889"/>
                  </a:lnTo>
                  <a:lnTo>
                    <a:pt x="3595" y="8829"/>
                  </a:lnTo>
                  <a:lnTo>
                    <a:pt x="3338" y="8750"/>
                  </a:lnTo>
                  <a:lnTo>
                    <a:pt x="3101" y="8671"/>
                  </a:lnTo>
                  <a:lnTo>
                    <a:pt x="2844" y="8553"/>
                  </a:lnTo>
                  <a:lnTo>
                    <a:pt x="2607" y="8434"/>
                  </a:lnTo>
                  <a:lnTo>
                    <a:pt x="2351" y="8276"/>
                  </a:lnTo>
                  <a:lnTo>
                    <a:pt x="2114" y="8099"/>
                  </a:lnTo>
                  <a:lnTo>
                    <a:pt x="1857" y="7921"/>
                  </a:lnTo>
                  <a:lnTo>
                    <a:pt x="1521" y="7605"/>
                  </a:lnTo>
                  <a:lnTo>
                    <a:pt x="1343" y="7427"/>
                  </a:lnTo>
                  <a:lnTo>
                    <a:pt x="1165" y="7229"/>
                  </a:lnTo>
                  <a:lnTo>
                    <a:pt x="988" y="7012"/>
                  </a:lnTo>
                  <a:lnTo>
                    <a:pt x="830" y="6775"/>
                  </a:lnTo>
                  <a:lnTo>
                    <a:pt x="691" y="6518"/>
                  </a:lnTo>
                  <a:lnTo>
                    <a:pt x="573" y="6262"/>
                  </a:lnTo>
                  <a:lnTo>
                    <a:pt x="474" y="5965"/>
                  </a:lnTo>
                  <a:lnTo>
                    <a:pt x="395" y="5669"/>
                  </a:lnTo>
                  <a:lnTo>
                    <a:pt x="356" y="5333"/>
                  </a:lnTo>
                  <a:lnTo>
                    <a:pt x="356" y="4998"/>
                  </a:lnTo>
                  <a:lnTo>
                    <a:pt x="375" y="4622"/>
                  </a:lnTo>
                  <a:lnTo>
                    <a:pt x="454" y="4247"/>
                  </a:lnTo>
                  <a:lnTo>
                    <a:pt x="593" y="3832"/>
                  </a:lnTo>
                  <a:lnTo>
                    <a:pt x="770" y="3398"/>
                  </a:lnTo>
                  <a:lnTo>
                    <a:pt x="1007" y="2904"/>
                  </a:lnTo>
                  <a:lnTo>
                    <a:pt x="1264" y="2469"/>
                  </a:lnTo>
                  <a:lnTo>
                    <a:pt x="1541" y="2074"/>
                  </a:lnTo>
                  <a:lnTo>
                    <a:pt x="1837" y="1719"/>
                  </a:lnTo>
                  <a:lnTo>
                    <a:pt x="2133" y="1422"/>
                  </a:lnTo>
                  <a:lnTo>
                    <a:pt x="2449" y="1166"/>
                  </a:lnTo>
                  <a:lnTo>
                    <a:pt x="2765" y="948"/>
                  </a:lnTo>
                  <a:lnTo>
                    <a:pt x="3101" y="751"/>
                  </a:lnTo>
                  <a:lnTo>
                    <a:pt x="3437" y="613"/>
                  </a:lnTo>
                  <a:lnTo>
                    <a:pt x="3792" y="514"/>
                  </a:lnTo>
                  <a:lnTo>
                    <a:pt x="4148" y="435"/>
                  </a:lnTo>
                  <a:lnTo>
                    <a:pt x="4504" y="395"/>
                  </a:lnTo>
                  <a:lnTo>
                    <a:pt x="4859" y="376"/>
                  </a:lnTo>
                  <a:close/>
                  <a:moveTo>
                    <a:pt x="4899" y="0"/>
                  </a:moveTo>
                  <a:lnTo>
                    <a:pt x="4504" y="20"/>
                  </a:lnTo>
                  <a:lnTo>
                    <a:pt x="4108" y="59"/>
                  </a:lnTo>
                  <a:lnTo>
                    <a:pt x="3733" y="138"/>
                  </a:lnTo>
                  <a:lnTo>
                    <a:pt x="3358" y="257"/>
                  </a:lnTo>
                  <a:lnTo>
                    <a:pt x="2983" y="415"/>
                  </a:lnTo>
                  <a:lnTo>
                    <a:pt x="2627" y="613"/>
                  </a:lnTo>
                  <a:lnTo>
                    <a:pt x="2272" y="850"/>
                  </a:lnTo>
                  <a:lnTo>
                    <a:pt x="1936" y="1146"/>
                  </a:lnTo>
                  <a:lnTo>
                    <a:pt x="1600" y="1462"/>
                  </a:lnTo>
                  <a:lnTo>
                    <a:pt x="1284" y="1857"/>
                  </a:lnTo>
                  <a:lnTo>
                    <a:pt x="988" y="2272"/>
                  </a:lnTo>
                  <a:lnTo>
                    <a:pt x="711" y="2766"/>
                  </a:lnTo>
                  <a:lnTo>
                    <a:pt x="435" y="3299"/>
                  </a:lnTo>
                  <a:lnTo>
                    <a:pt x="257" y="3753"/>
                  </a:lnTo>
                  <a:lnTo>
                    <a:pt x="119" y="4207"/>
                  </a:lnTo>
                  <a:lnTo>
                    <a:pt x="20" y="4622"/>
                  </a:lnTo>
                  <a:lnTo>
                    <a:pt x="0" y="5017"/>
                  </a:lnTo>
                  <a:lnTo>
                    <a:pt x="0" y="5393"/>
                  </a:lnTo>
                  <a:lnTo>
                    <a:pt x="40" y="5748"/>
                  </a:lnTo>
                  <a:lnTo>
                    <a:pt x="119" y="6084"/>
                  </a:lnTo>
                  <a:lnTo>
                    <a:pt x="237" y="6400"/>
                  </a:lnTo>
                  <a:lnTo>
                    <a:pt x="375" y="6696"/>
                  </a:lnTo>
                  <a:lnTo>
                    <a:pt x="514" y="6953"/>
                  </a:lnTo>
                  <a:lnTo>
                    <a:pt x="691" y="7210"/>
                  </a:lnTo>
                  <a:lnTo>
                    <a:pt x="869" y="7447"/>
                  </a:lnTo>
                  <a:lnTo>
                    <a:pt x="1067" y="7664"/>
                  </a:lnTo>
                  <a:lnTo>
                    <a:pt x="1264" y="7862"/>
                  </a:lnTo>
                  <a:lnTo>
                    <a:pt x="1639" y="8197"/>
                  </a:lnTo>
                  <a:lnTo>
                    <a:pt x="1896" y="8415"/>
                  </a:lnTo>
                  <a:lnTo>
                    <a:pt x="2173" y="8592"/>
                  </a:lnTo>
                  <a:lnTo>
                    <a:pt x="2430" y="8750"/>
                  </a:lnTo>
                  <a:lnTo>
                    <a:pt x="2706" y="8908"/>
                  </a:lnTo>
                  <a:lnTo>
                    <a:pt x="2983" y="9027"/>
                  </a:lnTo>
                  <a:lnTo>
                    <a:pt x="3259" y="9126"/>
                  </a:lnTo>
                  <a:lnTo>
                    <a:pt x="3516" y="9205"/>
                  </a:lnTo>
                  <a:lnTo>
                    <a:pt x="3792" y="9264"/>
                  </a:lnTo>
                  <a:lnTo>
                    <a:pt x="4069" y="9303"/>
                  </a:lnTo>
                  <a:lnTo>
                    <a:pt x="4326" y="9323"/>
                  </a:lnTo>
                  <a:lnTo>
                    <a:pt x="4602" y="9323"/>
                  </a:lnTo>
                  <a:lnTo>
                    <a:pt x="4859" y="9303"/>
                  </a:lnTo>
                  <a:lnTo>
                    <a:pt x="5136" y="9264"/>
                  </a:lnTo>
                  <a:lnTo>
                    <a:pt x="5392" y="9224"/>
                  </a:lnTo>
                  <a:lnTo>
                    <a:pt x="5629" y="9165"/>
                  </a:lnTo>
                  <a:lnTo>
                    <a:pt x="5886" y="9086"/>
                  </a:lnTo>
                  <a:lnTo>
                    <a:pt x="6143" y="8987"/>
                  </a:lnTo>
                  <a:lnTo>
                    <a:pt x="6380" y="8869"/>
                  </a:lnTo>
                  <a:lnTo>
                    <a:pt x="6617" y="8750"/>
                  </a:lnTo>
                  <a:lnTo>
                    <a:pt x="6834" y="8612"/>
                  </a:lnTo>
                  <a:lnTo>
                    <a:pt x="7071" y="8454"/>
                  </a:lnTo>
                  <a:lnTo>
                    <a:pt x="7289" y="8296"/>
                  </a:lnTo>
                  <a:lnTo>
                    <a:pt x="7486" y="8118"/>
                  </a:lnTo>
                  <a:lnTo>
                    <a:pt x="7684" y="7941"/>
                  </a:lnTo>
                  <a:lnTo>
                    <a:pt x="7881" y="7743"/>
                  </a:lnTo>
                  <a:lnTo>
                    <a:pt x="8079" y="7546"/>
                  </a:lnTo>
                  <a:lnTo>
                    <a:pt x="8256" y="7328"/>
                  </a:lnTo>
                  <a:lnTo>
                    <a:pt x="8414" y="7091"/>
                  </a:lnTo>
                  <a:lnTo>
                    <a:pt x="8572" y="6854"/>
                  </a:lnTo>
                  <a:lnTo>
                    <a:pt x="8711" y="6617"/>
                  </a:lnTo>
                  <a:lnTo>
                    <a:pt x="8849" y="6380"/>
                  </a:lnTo>
                  <a:lnTo>
                    <a:pt x="8987" y="6123"/>
                  </a:lnTo>
                  <a:lnTo>
                    <a:pt x="9086" y="5867"/>
                  </a:lnTo>
                  <a:lnTo>
                    <a:pt x="9165" y="5610"/>
                  </a:lnTo>
                  <a:lnTo>
                    <a:pt x="9244" y="5353"/>
                  </a:lnTo>
                  <a:lnTo>
                    <a:pt x="9303" y="5116"/>
                  </a:lnTo>
                  <a:lnTo>
                    <a:pt x="9343" y="4859"/>
                  </a:lnTo>
                  <a:lnTo>
                    <a:pt x="9363" y="4602"/>
                  </a:lnTo>
                  <a:lnTo>
                    <a:pt x="9363" y="4365"/>
                  </a:lnTo>
                  <a:lnTo>
                    <a:pt x="9363" y="4109"/>
                  </a:lnTo>
                  <a:lnTo>
                    <a:pt x="9323" y="3872"/>
                  </a:lnTo>
                  <a:lnTo>
                    <a:pt x="9303" y="3635"/>
                  </a:lnTo>
                  <a:lnTo>
                    <a:pt x="9244" y="3398"/>
                  </a:lnTo>
                  <a:lnTo>
                    <a:pt x="9185" y="3180"/>
                  </a:lnTo>
                  <a:lnTo>
                    <a:pt x="9106" y="2943"/>
                  </a:lnTo>
                  <a:lnTo>
                    <a:pt x="9027" y="2726"/>
                  </a:lnTo>
                  <a:lnTo>
                    <a:pt x="8928" y="2509"/>
                  </a:lnTo>
                  <a:lnTo>
                    <a:pt x="8809" y="2311"/>
                  </a:lnTo>
                  <a:lnTo>
                    <a:pt x="8572" y="1916"/>
                  </a:lnTo>
                  <a:lnTo>
                    <a:pt x="8296" y="1541"/>
                  </a:lnTo>
                  <a:lnTo>
                    <a:pt x="7980" y="1205"/>
                  </a:lnTo>
                  <a:lnTo>
                    <a:pt x="7644" y="909"/>
                  </a:lnTo>
                  <a:lnTo>
                    <a:pt x="7289" y="652"/>
                  </a:lnTo>
                  <a:lnTo>
                    <a:pt x="6913" y="435"/>
                  </a:lnTo>
                  <a:lnTo>
                    <a:pt x="6716" y="336"/>
                  </a:lnTo>
                  <a:lnTo>
                    <a:pt x="6518" y="257"/>
                  </a:lnTo>
                  <a:lnTo>
                    <a:pt x="6321" y="198"/>
                  </a:lnTo>
                  <a:lnTo>
                    <a:pt x="6103" y="158"/>
                  </a:lnTo>
                  <a:lnTo>
                    <a:pt x="5708" y="79"/>
                  </a:lnTo>
                  <a:lnTo>
                    <a:pt x="5313" y="20"/>
                  </a:lnTo>
                  <a:lnTo>
                    <a:pt x="48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3"/>
            <p:cNvSpPr/>
            <p:nvPr/>
          </p:nvSpPr>
          <p:spPr>
            <a:xfrm>
              <a:off x="4556002" y="-1142735"/>
              <a:ext cx="752" cy="789"/>
            </a:xfrm>
            <a:custGeom>
              <a:rect b="b" l="l" r="r" t="t"/>
              <a:pathLst>
                <a:path extrusionOk="0" h="21" w="20">
                  <a:moveTo>
                    <a:pt x="20" y="20"/>
                  </a:move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3"/>
            <p:cNvSpPr/>
            <p:nvPr/>
          </p:nvSpPr>
          <p:spPr>
            <a:xfrm>
              <a:off x="4619831" y="-1325390"/>
              <a:ext cx="38" cy="789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3"/>
            <p:cNvSpPr/>
            <p:nvPr/>
          </p:nvSpPr>
          <p:spPr>
            <a:xfrm>
              <a:off x="4475782" y="-1401136"/>
              <a:ext cx="160434" cy="330454"/>
            </a:xfrm>
            <a:custGeom>
              <a:rect b="b" l="l" r="r" t="t"/>
              <a:pathLst>
                <a:path extrusionOk="0" h="8791" w="4268">
                  <a:moveTo>
                    <a:pt x="2450" y="5551"/>
                  </a:moveTo>
                  <a:lnTo>
                    <a:pt x="2470" y="5610"/>
                  </a:lnTo>
                  <a:lnTo>
                    <a:pt x="2490" y="5669"/>
                  </a:lnTo>
                  <a:lnTo>
                    <a:pt x="2509" y="5669"/>
                  </a:lnTo>
                  <a:lnTo>
                    <a:pt x="2529" y="5650"/>
                  </a:lnTo>
                  <a:lnTo>
                    <a:pt x="2529" y="5610"/>
                  </a:lnTo>
                  <a:lnTo>
                    <a:pt x="2569" y="5590"/>
                  </a:lnTo>
                  <a:lnTo>
                    <a:pt x="2529" y="5590"/>
                  </a:lnTo>
                  <a:lnTo>
                    <a:pt x="2509" y="5571"/>
                  </a:lnTo>
                  <a:lnTo>
                    <a:pt x="2470" y="5551"/>
                  </a:lnTo>
                  <a:close/>
                  <a:moveTo>
                    <a:pt x="3062" y="1"/>
                  </a:moveTo>
                  <a:lnTo>
                    <a:pt x="3082" y="40"/>
                  </a:lnTo>
                  <a:lnTo>
                    <a:pt x="3082" y="60"/>
                  </a:lnTo>
                  <a:lnTo>
                    <a:pt x="3043" y="119"/>
                  </a:lnTo>
                  <a:lnTo>
                    <a:pt x="3043" y="139"/>
                  </a:lnTo>
                  <a:lnTo>
                    <a:pt x="3043" y="159"/>
                  </a:lnTo>
                  <a:lnTo>
                    <a:pt x="3023" y="198"/>
                  </a:lnTo>
                  <a:lnTo>
                    <a:pt x="3003" y="238"/>
                  </a:lnTo>
                  <a:lnTo>
                    <a:pt x="2944" y="297"/>
                  </a:lnTo>
                  <a:lnTo>
                    <a:pt x="2924" y="317"/>
                  </a:lnTo>
                  <a:lnTo>
                    <a:pt x="2924" y="336"/>
                  </a:lnTo>
                  <a:lnTo>
                    <a:pt x="2924" y="376"/>
                  </a:lnTo>
                  <a:lnTo>
                    <a:pt x="2964" y="415"/>
                  </a:lnTo>
                  <a:lnTo>
                    <a:pt x="3003" y="396"/>
                  </a:lnTo>
                  <a:lnTo>
                    <a:pt x="3043" y="396"/>
                  </a:lnTo>
                  <a:lnTo>
                    <a:pt x="3062" y="415"/>
                  </a:lnTo>
                  <a:lnTo>
                    <a:pt x="3023" y="435"/>
                  </a:lnTo>
                  <a:lnTo>
                    <a:pt x="3003" y="455"/>
                  </a:lnTo>
                  <a:lnTo>
                    <a:pt x="2983" y="475"/>
                  </a:lnTo>
                  <a:lnTo>
                    <a:pt x="2964" y="475"/>
                  </a:lnTo>
                  <a:lnTo>
                    <a:pt x="2944" y="435"/>
                  </a:lnTo>
                  <a:lnTo>
                    <a:pt x="2904" y="514"/>
                  </a:lnTo>
                  <a:lnTo>
                    <a:pt x="2885" y="554"/>
                  </a:lnTo>
                  <a:lnTo>
                    <a:pt x="2964" y="593"/>
                  </a:lnTo>
                  <a:lnTo>
                    <a:pt x="2983" y="633"/>
                  </a:lnTo>
                  <a:lnTo>
                    <a:pt x="3003" y="652"/>
                  </a:lnTo>
                  <a:lnTo>
                    <a:pt x="2964" y="672"/>
                  </a:lnTo>
                  <a:lnTo>
                    <a:pt x="2944" y="672"/>
                  </a:lnTo>
                  <a:lnTo>
                    <a:pt x="2904" y="652"/>
                  </a:lnTo>
                  <a:lnTo>
                    <a:pt x="2865" y="613"/>
                  </a:lnTo>
                  <a:lnTo>
                    <a:pt x="2845" y="593"/>
                  </a:lnTo>
                  <a:lnTo>
                    <a:pt x="2806" y="613"/>
                  </a:lnTo>
                  <a:lnTo>
                    <a:pt x="2825" y="731"/>
                  </a:lnTo>
                  <a:lnTo>
                    <a:pt x="2766" y="731"/>
                  </a:lnTo>
                  <a:lnTo>
                    <a:pt x="2727" y="771"/>
                  </a:lnTo>
                  <a:lnTo>
                    <a:pt x="2707" y="830"/>
                  </a:lnTo>
                  <a:lnTo>
                    <a:pt x="2707" y="949"/>
                  </a:lnTo>
                  <a:lnTo>
                    <a:pt x="2707" y="1067"/>
                  </a:lnTo>
                  <a:lnTo>
                    <a:pt x="2707" y="1126"/>
                  </a:lnTo>
                  <a:lnTo>
                    <a:pt x="2687" y="1186"/>
                  </a:lnTo>
                  <a:lnTo>
                    <a:pt x="2648" y="1146"/>
                  </a:lnTo>
                  <a:lnTo>
                    <a:pt x="2628" y="1087"/>
                  </a:lnTo>
                  <a:lnTo>
                    <a:pt x="2628" y="1028"/>
                  </a:lnTo>
                  <a:lnTo>
                    <a:pt x="2628" y="988"/>
                  </a:lnTo>
                  <a:lnTo>
                    <a:pt x="2608" y="988"/>
                  </a:lnTo>
                  <a:lnTo>
                    <a:pt x="2588" y="1008"/>
                  </a:lnTo>
                  <a:lnTo>
                    <a:pt x="2569" y="1067"/>
                  </a:lnTo>
                  <a:lnTo>
                    <a:pt x="2569" y="1107"/>
                  </a:lnTo>
                  <a:lnTo>
                    <a:pt x="2549" y="1126"/>
                  </a:lnTo>
                  <a:lnTo>
                    <a:pt x="2529" y="1146"/>
                  </a:lnTo>
                  <a:lnTo>
                    <a:pt x="2509" y="1205"/>
                  </a:lnTo>
                  <a:lnTo>
                    <a:pt x="2529" y="1245"/>
                  </a:lnTo>
                  <a:lnTo>
                    <a:pt x="2549" y="1284"/>
                  </a:lnTo>
                  <a:lnTo>
                    <a:pt x="2588" y="1304"/>
                  </a:lnTo>
                  <a:lnTo>
                    <a:pt x="2588" y="1344"/>
                  </a:lnTo>
                  <a:lnTo>
                    <a:pt x="2549" y="1344"/>
                  </a:lnTo>
                  <a:lnTo>
                    <a:pt x="2509" y="1324"/>
                  </a:lnTo>
                  <a:lnTo>
                    <a:pt x="2529" y="1383"/>
                  </a:lnTo>
                  <a:lnTo>
                    <a:pt x="2529" y="1442"/>
                  </a:lnTo>
                  <a:lnTo>
                    <a:pt x="2509" y="1541"/>
                  </a:lnTo>
                  <a:lnTo>
                    <a:pt x="2450" y="1521"/>
                  </a:lnTo>
                  <a:lnTo>
                    <a:pt x="2470" y="1640"/>
                  </a:lnTo>
                  <a:lnTo>
                    <a:pt x="2509" y="1640"/>
                  </a:lnTo>
                  <a:lnTo>
                    <a:pt x="2569" y="1680"/>
                  </a:lnTo>
                  <a:lnTo>
                    <a:pt x="2549" y="1699"/>
                  </a:lnTo>
                  <a:lnTo>
                    <a:pt x="2608" y="1680"/>
                  </a:lnTo>
                  <a:lnTo>
                    <a:pt x="2628" y="1660"/>
                  </a:lnTo>
                  <a:lnTo>
                    <a:pt x="2628" y="1561"/>
                  </a:lnTo>
                  <a:lnTo>
                    <a:pt x="2648" y="1521"/>
                  </a:lnTo>
                  <a:lnTo>
                    <a:pt x="2648" y="1482"/>
                  </a:lnTo>
                  <a:lnTo>
                    <a:pt x="2687" y="1442"/>
                  </a:lnTo>
                  <a:lnTo>
                    <a:pt x="2746" y="1442"/>
                  </a:lnTo>
                  <a:lnTo>
                    <a:pt x="2766" y="1462"/>
                  </a:lnTo>
                  <a:lnTo>
                    <a:pt x="2786" y="1462"/>
                  </a:lnTo>
                  <a:lnTo>
                    <a:pt x="2806" y="1482"/>
                  </a:lnTo>
                  <a:lnTo>
                    <a:pt x="2786" y="1502"/>
                  </a:lnTo>
                  <a:lnTo>
                    <a:pt x="2746" y="1502"/>
                  </a:lnTo>
                  <a:lnTo>
                    <a:pt x="2806" y="1541"/>
                  </a:lnTo>
                  <a:lnTo>
                    <a:pt x="2825" y="1561"/>
                  </a:lnTo>
                  <a:lnTo>
                    <a:pt x="2825" y="1541"/>
                  </a:lnTo>
                  <a:lnTo>
                    <a:pt x="2865" y="1561"/>
                  </a:lnTo>
                  <a:lnTo>
                    <a:pt x="2885" y="1581"/>
                  </a:lnTo>
                  <a:lnTo>
                    <a:pt x="2904" y="1640"/>
                  </a:lnTo>
                  <a:lnTo>
                    <a:pt x="2885" y="1699"/>
                  </a:lnTo>
                  <a:lnTo>
                    <a:pt x="2885" y="1759"/>
                  </a:lnTo>
                  <a:lnTo>
                    <a:pt x="2825" y="1759"/>
                  </a:lnTo>
                  <a:lnTo>
                    <a:pt x="2806" y="1719"/>
                  </a:lnTo>
                  <a:lnTo>
                    <a:pt x="2786" y="1660"/>
                  </a:lnTo>
                  <a:lnTo>
                    <a:pt x="2766" y="1600"/>
                  </a:lnTo>
                  <a:lnTo>
                    <a:pt x="2766" y="1660"/>
                  </a:lnTo>
                  <a:lnTo>
                    <a:pt x="2766" y="1680"/>
                  </a:lnTo>
                  <a:lnTo>
                    <a:pt x="2746" y="1699"/>
                  </a:lnTo>
                  <a:lnTo>
                    <a:pt x="2667" y="1660"/>
                  </a:lnTo>
                  <a:lnTo>
                    <a:pt x="2687" y="1719"/>
                  </a:lnTo>
                  <a:lnTo>
                    <a:pt x="2707" y="1739"/>
                  </a:lnTo>
                  <a:lnTo>
                    <a:pt x="2746" y="1739"/>
                  </a:lnTo>
                  <a:lnTo>
                    <a:pt x="2806" y="1778"/>
                  </a:lnTo>
                  <a:lnTo>
                    <a:pt x="2825" y="1798"/>
                  </a:lnTo>
                  <a:lnTo>
                    <a:pt x="2845" y="1818"/>
                  </a:lnTo>
                  <a:lnTo>
                    <a:pt x="2825" y="1838"/>
                  </a:lnTo>
                  <a:lnTo>
                    <a:pt x="2786" y="1857"/>
                  </a:lnTo>
                  <a:lnTo>
                    <a:pt x="2746" y="1877"/>
                  </a:lnTo>
                  <a:lnTo>
                    <a:pt x="2746" y="1838"/>
                  </a:lnTo>
                  <a:lnTo>
                    <a:pt x="2727" y="1897"/>
                  </a:lnTo>
                  <a:lnTo>
                    <a:pt x="2727" y="1936"/>
                  </a:lnTo>
                  <a:lnTo>
                    <a:pt x="2727" y="1976"/>
                  </a:lnTo>
                  <a:lnTo>
                    <a:pt x="2727" y="2015"/>
                  </a:lnTo>
                  <a:lnTo>
                    <a:pt x="2667" y="2015"/>
                  </a:lnTo>
                  <a:lnTo>
                    <a:pt x="2687" y="1976"/>
                  </a:lnTo>
                  <a:lnTo>
                    <a:pt x="2667" y="1936"/>
                  </a:lnTo>
                  <a:lnTo>
                    <a:pt x="2628" y="1877"/>
                  </a:lnTo>
                  <a:lnTo>
                    <a:pt x="2628" y="1857"/>
                  </a:lnTo>
                  <a:lnTo>
                    <a:pt x="2549" y="1857"/>
                  </a:lnTo>
                  <a:lnTo>
                    <a:pt x="2529" y="1838"/>
                  </a:lnTo>
                  <a:lnTo>
                    <a:pt x="2490" y="1818"/>
                  </a:lnTo>
                  <a:lnTo>
                    <a:pt x="2411" y="1680"/>
                  </a:lnTo>
                  <a:lnTo>
                    <a:pt x="2411" y="1719"/>
                  </a:lnTo>
                  <a:lnTo>
                    <a:pt x="2391" y="1739"/>
                  </a:lnTo>
                  <a:lnTo>
                    <a:pt x="2371" y="1778"/>
                  </a:lnTo>
                  <a:lnTo>
                    <a:pt x="2332" y="1778"/>
                  </a:lnTo>
                  <a:lnTo>
                    <a:pt x="2351" y="1818"/>
                  </a:lnTo>
                  <a:lnTo>
                    <a:pt x="2332" y="1857"/>
                  </a:lnTo>
                  <a:lnTo>
                    <a:pt x="2312" y="1917"/>
                  </a:lnTo>
                  <a:lnTo>
                    <a:pt x="2272" y="1976"/>
                  </a:lnTo>
                  <a:lnTo>
                    <a:pt x="2292" y="2015"/>
                  </a:lnTo>
                  <a:lnTo>
                    <a:pt x="2312" y="2055"/>
                  </a:lnTo>
                  <a:lnTo>
                    <a:pt x="2292" y="2055"/>
                  </a:lnTo>
                  <a:lnTo>
                    <a:pt x="2272" y="2035"/>
                  </a:lnTo>
                  <a:lnTo>
                    <a:pt x="2253" y="2015"/>
                  </a:lnTo>
                  <a:lnTo>
                    <a:pt x="2253" y="2035"/>
                  </a:lnTo>
                  <a:lnTo>
                    <a:pt x="2193" y="2154"/>
                  </a:lnTo>
                  <a:lnTo>
                    <a:pt x="2193" y="2233"/>
                  </a:lnTo>
                  <a:lnTo>
                    <a:pt x="2193" y="2312"/>
                  </a:lnTo>
                  <a:lnTo>
                    <a:pt x="2174" y="2331"/>
                  </a:lnTo>
                  <a:lnTo>
                    <a:pt x="2154" y="2331"/>
                  </a:lnTo>
                  <a:lnTo>
                    <a:pt x="2095" y="2312"/>
                  </a:lnTo>
                  <a:lnTo>
                    <a:pt x="2055" y="2391"/>
                  </a:lnTo>
                  <a:lnTo>
                    <a:pt x="2035" y="2450"/>
                  </a:lnTo>
                  <a:lnTo>
                    <a:pt x="2035" y="2588"/>
                  </a:lnTo>
                  <a:lnTo>
                    <a:pt x="2035" y="2726"/>
                  </a:lnTo>
                  <a:lnTo>
                    <a:pt x="2016" y="2805"/>
                  </a:lnTo>
                  <a:lnTo>
                    <a:pt x="1976" y="2884"/>
                  </a:lnTo>
                  <a:lnTo>
                    <a:pt x="1956" y="2825"/>
                  </a:lnTo>
                  <a:lnTo>
                    <a:pt x="1917" y="2884"/>
                  </a:lnTo>
                  <a:lnTo>
                    <a:pt x="1917" y="2924"/>
                  </a:lnTo>
                  <a:lnTo>
                    <a:pt x="1937" y="2944"/>
                  </a:lnTo>
                  <a:lnTo>
                    <a:pt x="1877" y="2963"/>
                  </a:lnTo>
                  <a:lnTo>
                    <a:pt x="1858" y="2983"/>
                  </a:lnTo>
                  <a:lnTo>
                    <a:pt x="1858" y="3062"/>
                  </a:lnTo>
                  <a:lnTo>
                    <a:pt x="1838" y="3121"/>
                  </a:lnTo>
                  <a:lnTo>
                    <a:pt x="1838" y="3161"/>
                  </a:lnTo>
                  <a:lnTo>
                    <a:pt x="1798" y="3181"/>
                  </a:lnTo>
                  <a:lnTo>
                    <a:pt x="1759" y="3200"/>
                  </a:lnTo>
                  <a:lnTo>
                    <a:pt x="1739" y="3240"/>
                  </a:lnTo>
                  <a:lnTo>
                    <a:pt x="1719" y="3260"/>
                  </a:lnTo>
                  <a:lnTo>
                    <a:pt x="1739" y="3319"/>
                  </a:lnTo>
                  <a:lnTo>
                    <a:pt x="1778" y="3378"/>
                  </a:lnTo>
                  <a:lnTo>
                    <a:pt x="1798" y="3437"/>
                  </a:lnTo>
                  <a:lnTo>
                    <a:pt x="1739" y="3398"/>
                  </a:lnTo>
                  <a:lnTo>
                    <a:pt x="1680" y="3398"/>
                  </a:lnTo>
                  <a:lnTo>
                    <a:pt x="1620" y="3615"/>
                  </a:lnTo>
                  <a:lnTo>
                    <a:pt x="1581" y="3813"/>
                  </a:lnTo>
                  <a:lnTo>
                    <a:pt x="1443" y="4208"/>
                  </a:lnTo>
                  <a:lnTo>
                    <a:pt x="1423" y="4188"/>
                  </a:lnTo>
                  <a:lnTo>
                    <a:pt x="1403" y="4247"/>
                  </a:lnTo>
                  <a:lnTo>
                    <a:pt x="1383" y="4326"/>
                  </a:lnTo>
                  <a:lnTo>
                    <a:pt x="1364" y="4465"/>
                  </a:lnTo>
                  <a:lnTo>
                    <a:pt x="1344" y="4623"/>
                  </a:lnTo>
                  <a:lnTo>
                    <a:pt x="1324" y="4682"/>
                  </a:lnTo>
                  <a:lnTo>
                    <a:pt x="1285" y="4741"/>
                  </a:lnTo>
                  <a:lnTo>
                    <a:pt x="1304" y="4820"/>
                  </a:lnTo>
                  <a:lnTo>
                    <a:pt x="1324" y="4860"/>
                  </a:lnTo>
                  <a:lnTo>
                    <a:pt x="1423" y="4860"/>
                  </a:lnTo>
                  <a:lnTo>
                    <a:pt x="1502" y="4879"/>
                  </a:lnTo>
                  <a:lnTo>
                    <a:pt x="1502" y="4919"/>
                  </a:lnTo>
                  <a:lnTo>
                    <a:pt x="1482" y="4958"/>
                  </a:lnTo>
                  <a:lnTo>
                    <a:pt x="1383" y="4958"/>
                  </a:lnTo>
                  <a:lnTo>
                    <a:pt x="1364" y="4978"/>
                  </a:lnTo>
                  <a:lnTo>
                    <a:pt x="1364" y="4998"/>
                  </a:lnTo>
                  <a:lnTo>
                    <a:pt x="1304" y="4978"/>
                  </a:lnTo>
                  <a:lnTo>
                    <a:pt x="1265" y="4939"/>
                  </a:lnTo>
                  <a:lnTo>
                    <a:pt x="1245" y="4899"/>
                  </a:lnTo>
                  <a:lnTo>
                    <a:pt x="1206" y="4879"/>
                  </a:lnTo>
                  <a:lnTo>
                    <a:pt x="1225" y="5037"/>
                  </a:lnTo>
                  <a:lnTo>
                    <a:pt x="1186" y="5077"/>
                  </a:lnTo>
                  <a:lnTo>
                    <a:pt x="1166" y="5136"/>
                  </a:lnTo>
                  <a:lnTo>
                    <a:pt x="1146" y="5195"/>
                  </a:lnTo>
                  <a:lnTo>
                    <a:pt x="1107" y="5235"/>
                  </a:lnTo>
                  <a:lnTo>
                    <a:pt x="1107" y="5215"/>
                  </a:lnTo>
                  <a:lnTo>
                    <a:pt x="1087" y="5195"/>
                  </a:lnTo>
                  <a:lnTo>
                    <a:pt x="1067" y="5176"/>
                  </a:lnTo>
                  <a:lnTo>
                    <a:pt x="1087" y="5156"/>
                  </a:lnTo>
                  <a:lnTo>
                    <a:pt x="1107" y="5176"/>
                  </a:lnTo>
                  <a:lnTo>
                    <a:pt x="1127" y="5116"/>
                  </a:lnTo>
                  <a:lnTo>
                    <a:pt x="1127" y="5097"/>
                  </a:lnTo>
                  <a:lnTo>
                    <a:pt x="1107" y="5057"/>
                  </a:lnTo>
                  <a:lnTo>
                    <a:pt x="1087" y="5018"/>
                  </a:lnTo>
                  <a:lnTo>
                    <a:pt x="1067" y="5156"/>
                  </a:lnTo>
                  <a:lnTo>
                    <a:pt x="1048" y="5235"/>
                  </a:lnTo>
                  <a:lnTo>
                    <a:pt x="1008" y="5274"/>
                  </a:lnTo>
                  <a:lnTo>
                    <a:pt x="1048" y="5294"/>
                  </a:lnTo>
                  <a:lnTo>
                    <a:pt x="1048" y="5334"/>
                  </a:lnTo>
                  <a:lnTo>
                    <a:pt x="1048" y="5373"/>
                  </a:lnTo>
                  <a:lnTo>
                    <a:pt x="1067" y="5393"/>
                  </a:lnTo>
                  <a:lnTo>
                    <a:pt x="1048" y="5393"/>
                  </a:lnTo>
                  <a:lnTo>
                    <a:pt x="1067" y="5413"/>
                  </a:lnTo>
                  <a:lnTo>
                    <a:pt x="1087" y="5452"/>
                  </a:lnTo>
                  <a:lnTo>
                    <a:pt x="1087" y="5492"/>
                  </a:lnTo>
                  <a:lnTo>
                    <a:pt x="988" y="5472"/>
                  </a:lnTo>
                  <a:lnTo>
                    <a:pt x="988" y="5492"/>
                  </a:lnTo>
                  <a:lnTo>
                    <a:pt x="1028" y="5492"/>
                  </a:lnTo>
                  <a:lnTo>
                    <a:pt x="1048" y="5511"/>
                  </a:lnTo>
                  <a:lnTo>
                    <a:pt x="1028" y="5571"/>
                  </a:lnTo>
                  <a:lnTo>
                    <a:pt x="1008" y="5650"/>
                  </a:lnTo>
                  <a:lnTo>
                    <a:pt x="949" y="5709"/>
                  </a:lnTo>
                  <a:lnTo>
                    <a:pt x="909" y="5729"/>
                  </a:lnTo>
                  <a:lnTo>
                    <a:pt x="870" y="5729"/>
                  </a:lnTo>
                  <a:lnTo>
                    <a:pt x="870" y="5768"/>
                  </a:lnTo>
                  <a:lnTo>
                    <a:pt x="890" y="5808"/>
                  </a:lnTo>
                  <a:lnTo>
                    <a:pt x="890" y="5827"/>
                  </a:lnTo>
                  <a:lnTo>
                    <a:pt x="870" y="5867"/>
                  </a:lnTo>
                  <a:lnTo>
                    <a:pt x="830" y="5827"/>
                  </a:lnTo>
                  <a:lnTo>
                    <a:pt x="751" y="6025"/>
                  </a:lnTo>
                  <a:lnTo>
                    <a:pt x="692" y="6143"/>
                  </a:lnTo>
                  <a:lnTo>
                    <a:pt x="633" y="6222"/>
                  </a:lnTo>
                  <a:lnTo>
                    <a:pt x="613" y="6361"/>
                  </a:lnTo>
                  <a:lnTo>
                    <a:pt x="613" y="6440"/>
                  </a:lnTo>
                  <a:lnTo>
                    <a:pt x="633" y="6499"/>
                  </a:lnTo>
                  <a:lnTo>
                    <a:pt x="653" y="6479"/>
                  </a:lnTo>
                  <a:lnTo>
                    <a:pt x="672" y="6460"/>
                  </a:lnTo>
                  <a:lnTo>
                    <a:pt x="692" y="6440"/>
                  </a:lnTo>
                  <a:lnTo>
                    <a:pt x="732" y="6479"/>
                  </a:lnTo>
                  <a:lnTo>
                    <a:pt x="751" y="6519"/>
                  </a:lnTo>
                  <a:lnTo>
                    <a:pt x="751" y="6539"/>
                  </a:lnTo>
                  <a:lnTo>
                    <a:pt x="732" y="6598"/>
                  </a:lnTo>
                  <a:lnTo>
                    <a:pt x="692" y="6598"/>
                  </a:lnTo>
                  <a:lnTo>
                    <a:pt x="672" y="6618"/>
                  </a:lnTo>
                  <a:lnTo>
                    <a:pt x="653" y="6637"/>
                  </a:lnTo>
                  <a:lnTo>
                    <a:pt x="633" y="6598"/>
                  </a:lnTo>
                  <a:lnTo>
                    <a:pt x="593" y="6598"/>
                  </a:lnTo>
                  <a:lnTo>
                    <a:pt x="574" y="6618"/>
                  </a:lnTo>
                  <a:lnTo>
                    <a:pt x="554" y="6677"/>
                  </a:lnTo>
                  <a:lnTo>
                    <a:pt x="534" y="6716"/>
                  </a:lnTo>
                  <a:lnTo>
                    <a:pt x="514" y="6736"/>
                  </a:lnTo>
                  <a:lnTo>
                    <a:pt x="475" y="6736"/>
                  </a:lnTo>
                  <a:lnTo>
                    <a:pt x="495" y="6776"/>
                  </a:lnTo>
                  <a:lnTo>
                    <a:pt x="475" y="6815"/>
                  </a:lnTo>
                  <a:lnTo>
                    <a:pt x="475" y="6874"/>
                  </a:lnTo>
                  <a:lnTo>
                    <a:pt x="495" y="6934"/>
                  </a:lnTo>
                  <a:lnTo>
                    <a:pt x="455" y="6914"/>
                  </a:lnTo>
                  <a:lnTo>
                    <a:pt x="455" y="6894"/>
                  </a:lnTo>
                  <a:lnTo>
                    <a:pt x="455" y="6874"/>
                  </a:lnTo>
                  <a:lnTo>
                    <a:pt x="435" y="6855"/>
                  </a:lnTo>
                  <a:lnTo>
                    <a:pt x="435" y="6914"/>
                  </a:lnTo>
                  <a:lnTo>
                    <a:pt x="396" y="6894"/>
                  </a:lnTo>
                  <a:lnTo>
                    <a:pt x="376" y="6934"/>
                  </a:lnTo>
                  <a:lnTo>
                    <a:pt x="376" y="6953"/>
                  </a:lnTo>
                  <a:lnTo>
                    <a:pt x="416" y="7013"/>
                  </a:lnTo>
                  <a:lnTo>
                    <a:pt x="435" y="7072"/>
                  </a:lnTo>
                  <a:lnTo>
                    <a:pt x="455" y="7131"/>
                  </a:lnTo>
                  <a:lnTo>
                    <a:pt x="455" y="7171"/>
                  </a:lnTo>
                  <a:lnTo>
                    <a:pt x="376" y="7092"/>
                  </a:lnTo>
                  <a:lnTo>
                    <a:pt x="376" y="7131"/>
                  </a:lnTo>
                  <a:lnTo>
                    <a:pt x="396" y="7190"/>
                  </a:lnTo>
                  <a:lnTo>
                    <a:pt x="416" y="7250"/>
                  </a:lnTo>
                  <a:lnTo>
                    <a:pt x="416" y="7289"/>
                  </a:lnTo>
                  <a:lnTo>
                    <a:pt x="396" y="7289"/>
                  </a:lnTo>
                  <a:lnTo>
                    <a:pt x="396" y="7348"/>
                  </a:lnTo>
                  <a:lnTo>
                    <a:pt x="376" y="7329"/>
                  </a:lnTo>
                  <a:lnTo>
                    <a:pt x="416" y="7388"/>
                  </a:lnTo>
                  <a:lnTo>
                    <a:pt x="416" y="7447"/>
                  </a:lnTo>
                  <a:lnTo>
                    <a:pt x="416" y="7506"/>
                  </a:lnTo>
                  <a:lnTo>
                    <a:pt x="435" y="7546"/>
                  </a:lnTo>
                  <a:lnTo>
                    <a:pt x="356" y="7566"/>
                  </a:lnTo>
                  <a:lnTo>
                    <a:pt x="337" y="7585"/>
                  </a:lnTo>
                  <a:lnTo>
                    <a:pt x="356" y="7625"/>
                  </a:lnTo>
                  <a:lnTo>
                    <a:pt x="258" y="7585"/>
                  </a:lnTo>
                  <a:lnTo>
                    <a:pt x="277" y="7526"/>
                  </a:lnTo>
                  <a:lnTo>
                    <a:pt x="297" y="7526"/>
                  </a:lnTo>
                  <a:lnTo>
                    <a:pt x="337" y="7506"/>
                  </a:lnTo>
                  <a:lnTo>
                    <a:pt x="337" y="7447"/>
                  </a:lnTo>
                  <a:lnTo>
                    <a:pt x="277" y="7467"/>
                  </a:lnTo>
                  <a:lnTo>
                    <a:pt x="238" y="7506"/>
                  </a:lnTo>
                  <a:lnTo>
                    <a:pt x="159" y="7605"/>
                  </a:lnTo>
                  <a:lnTo>
                    <a:pt x="100" y="7724"/>
                  </a:lnTo>
                  <a:lnTo>
                    <a:pt x="60" y="7842"/>
                  </a:lnTo>
                  <a:lnTo>
                    <a:pt x="60" y="7901"/>
                  </a:lnTo>
                  <a:lnTo>
                    <a:pt x="40" y="7980"/>
                  </a:lnTo>
                  <a:lnTo>
                    <a:pt x="1" y="8040"/>
                  </a:lnTo>
                  <a:lnTo>
                    <a:pt x="1" y="8119"/>
                  </a:lnTo>
                  <a:lnTo>
                    <a:pt x="1265" y="8790"/>
                  </a:lnTo>
                  <a:lnTo>
                    <a:pt x="1383" y="8652"/>
                  </a:lnTo>
                  <a:lnTo>
                    <a:pt x="1423" y="8593"/>
                  </a:lnTo>
                  <a:lnTo>
                    <a:pt x="1423" y="8514"/>
                  </a:lnTo>
                  <a:lnTo>
                    <a:pt x="1304" y="8533"/>
                  </a:lnTo>
                  <a:lnTo>
                    <a:pt x="1383" y="8593"/>
                  </a:lnTo>
                  <a:lnTo>
                    <a:pt x="1324" y="8593"/>
                  </a:lnTo>
                  <a:lnTo>
                    <a:pt x="1265" y="8553"/>
                  </a:lnTo>
                  <a:lnTo>
                    <a:pt x="1166" y="8454"/>
                  </a:lnTo>
                  <a:lnTo>
                    <a:pt x="1186" y="8454"/>
                  </a:lnTo>
                  <a:lnTo>
                    <a:pt x="1206" y="8415"/>
                  </a:lnTo>
                  <a:lnTo>
                    <a:pt x="1245" y="8415"/>
                  </a:lnTo>
                  <a:lnTo>
                    <a:pt x="1245" y="8336"/>
                  </a:lnTo>
                  <a:lnTo>
                    <a:pt x="1206" y="8336"/>
                  </a:lnTo>
                  <a:lnTo>
                    <a:pt x="1206" y="8356"/>
                  </a:lnTo>
                  <a:lnTo>
                    <a:pt x="1186" y="8356"/>
                  </a:lnTo>
                  <a:lnTo>
                    <a:pt x="1166" y="8336"/>
                  </a:lnTo>
                  <a:lnTo>
                    <a:pt x="1225" y="8277"/>
                  </a:lnTo>
                  <a:lnTo>
                    <a:pt x="1265" y="8277"/>
                  </a:lnTo>
                  <a:lnTo>
                    <a:pt x="1285" y="8316"/>
                  </a:lnTo>
                  <a:lnTo>
                    <a:pt x="1285" y="8277"/>
                  </a:lnTo>
                  <a:lnTo>
                    <a:pt x="1285" y="8237"/>
                  </a:lnTo>
                  <a:lnTo>
                    <a:pt x="1285" y="8198"/>
                  </a:lnTo>
                  <a:lnTo>
                    <a:pt x="1245" y="8198"/>
                  </a:lnTo>
                  <a:lnTo>
                    <a:pt x="1265" y="8178"/>
                  </a:lnTo>
                  <a:lnTo>
                    <a:pt x="1304" y="8198"/>
                  </a:lnTo>
                  <a:lnTo>
                    <a:pt x="1364" y="8277"/>
                  </a:lnTo>
                  <a:lnTo>
                    <a:pt x="1403" y="8257"/>
                  </a:lnTo>
                  <a:lnTo>
                    <a:pt x="1423" y="8257"/>
                  </a:lnTo>
                  <a:lnTo>
                    <a:pt x="1482" y="8296"/>
                  </a:lnTo>
                  <a:lnTo>
                    <a:pt x="1502" y="8217"/>
                  </a:lnTo>
                  <a:lnTo>
                    <a:pt x="1541" y="8237"/>
                  </a:lnTo>
                  <a:lnTo>
                    <a:pt x="1561" y="8277"/>
                  </a:lnTo>
                  <a:lnTo>
                    <a:pt x="1581" y="8237"/>
                  </a:lnTo>
                  <a:lnTo>
                    <a:pt x="1581" y="8198"/>
                  </a:lnTo>
                  <a:lnTo>
                    <a:pt x="1581" y="8178"/>
                  </a:lnTo>
                  <a:lnTo>
                    <a:pt x="1620" y="8158"/>
                  </a:lnTo>
                  <a:lnTo>
                    <a:pt x="1561" y="8099"/>
                  </a:lnTo>
                  <a:lnTo>
                    <a:pt x="1680" y="8000"/>
                  </a:lnTo>
                  <a:lnTo>
                    <a:pt x="1739" y="7882"/>
                  </a:lnTo>
                  <a:lnTo>
                    <a:pt x="1680" y="7882"/>
                  </a:lnTo>
                  <a:lnTo>
                    <a:pt x="1660" y="7842"/>
                  </a:lnTo>
                  <a:lnTo>
                    <a:pt x="1680" y="7822"/>
                  </a:lnTo>
                  <a:lnTo>
                    <a:pt x="1719" y="7803"/>
                  </a:lnTo>
                  <a:lnTo>
                    <a:pt x="1778" y="7763"/>
                  </a:lnTo>
                  <a:lnTo>
                    <a:pt x="1798" y="7743"/>
                  </a:lnTo>
                  <a:lnTo>
                    <a:pt x="1798" y="7704"/>
                  </a:lnTo>
                  <a:lnTo>
                    <a:pt x="1798" y="7645"/>
                  </a:lnTo>
                  <a:lnTo>
                    <a:pt x="1798" y="7585"/>
                  </a:lnTo>
                  <a:lnTo>
                    <a:pt x="1759" y="7546"/>
                  </a:lnTo>
                  <a:lnTo>
                    <a:pt x="1719" y="7526"/>
                  </a:lnTo>
                  <a:lnTo>
                    <a:pt x="1719" y="7506"/>
                  </a:lnTo>
                  <a:lnTo>
                    <a:pt x="1739" y="7487"/>
                  </a:lnTo>
                  <a:lnTo>
                    <a:pt x="1798" y="7487"/>
                  </a:lnTo>
                  <a:lnTo>
                    <a:pt x="1739" y="7368"/>
                  </a:lnTo>
                  <a:lnTo>
                    <a:pt x="1739" y="7329"/>
                  </a:lnTo>
                  <a:lnTo>
                    <a:pt x="1759" y="7309"/>
                  </a:lnTo>
                  <a:lnTo>
                    <a:pt x="1778" y="7289"/>
                  </a:lnTo>
                  <a:lnTo>
                    <a:pt x="1798" y="7408"/>
                  </a:lnTo>
                  <a:lnTo>
                    <a:pt x="1838" y="7408"/>
                  </a:lnTo>
                  <a:lnTo>
                    <a:pt x="1858" y="7368"/>
                  </a:lnTo>
                  <a:lnTo>
                    <a:pt x="1877" y="7309"/>
                  </a:lnTo>
                  <a:lnTo>
                    <a:pt x="1917" y="7269"/>
                  </a:lnTo>
                  <a:lnTo>
                    <a:pt x="1858" y="7131"/>
                  </a:lnTo>
                  <a:lnTo>
                    <a:pt x="1798" y="6953"/>
                  </a:lnTo>
                  <a:lnTo>
                    <a:pt x="1739" y="6934"/>
                  </a:lnTo>
                  <a:lnTo>
                    <a:pt x="1680" y="6914"/>
                  </a:lnTo>
                  <a:lnTo>
                    <a:pt x="1620" y="6874"/>
                  </a:lnTo>
                  <a:lnTo>
                    <a:pt x="1581" y="6815"/>
                  </a:lnTo>
                  <a:lnTo>
                    <a:pt x="1620" y="6815"/>
                  </a:lnTo>
                  <a:lnTo>
                    <a:pt x="1640" y="6795"/>
                  </a:lnTo>
                  <a:lnTo>
                    <a:pt x="1680" y="6756"/>
                  </a:lnTo>
                  <a:lnTo>
                    <a:pt x="1719" y="6716"/>
                  </a:lnTo>
                  <a:lnTo>
                    <a:pt x="1759" y="6736"/>
                  </a:lnTo>
                  <a:lnTo>
                    <a:pt x="1818" y="6716"/>
                  </a:lnTo>
                  <a:lnTo>
                    <a:pt x="1858" y="6736"/>
                  </a:lnTo>
                  <a:lnTo>
                    <a:pt x="1858" y="6776"/>
                  </a:lnTo>
                  <a:lnTo>
                    <a:pt x="1798" y="6776"/>
                  </a:lnTo>
                  <a:lnTo>
                    <a:pt x="1759" y="6795"/>
                  </a:lnTo>
                  <a:lnTo>
                    <a:pt x="1759" y="6815"/>
                  </a:lnTo>
                  <a:lnTo>
                    <a:pt x="1858" y="6795"/>
                  </a:lnTo>
                  <a:lnTo>
                    <a:pt x="1976" y="6736"/>
                  </a:lnTo>
                  <a:lnTo>
                    <a:pt x="2016" y="6776"/>
                  </a:lnTo>
                  <a:lnTo>
                    <a:pt x="2016" y="6835"/>
                  </a:lnTo>
                  <a:lnTo>
                    <a:pt x="1976" y="6815"/>
                  </a:lnTo>
                  <a:lnTo>
                    <a:pt x="1956" y="6815"/>
                  </a:lnTo>
                  <a:lnTo>
                    <a:pt x="1956" y="6855"/>
                  </a:lnTo>
                  <a:lnTo>
                    <a:pt x="1976" y="6874"/>
                  </a:lnTo>
                  <a:lnTo>
                    <a:pt x="2035" y="6874"/>
                  </a:lnTo>
                  <a:lnTo>
                    <a:pt x="2095" y="6855"/>
                  </a:lnTo>
                  <a:lnTo>
                    <a:pt x="2134" y="6874"/>
                  </a:lnTo>
                  <a:lnTo>
                    <a:pt x="2134" y="6815"/>
                  </a:lnTo>
                  <a:lnTo>
                    <a:pt x="2134" y="6795"/>
                  </a:lnTo>
                  <a:lnTo>
                    <a:pt x="2114" y="6795"/>
                  </a:lnTo>
                  <a:lnTo>
                    <a:pt x="2154" y="6776"/>
                  </a:lnTo>
                  <a:lnTo>
                    <a:pt x="2174" y="6756"/>
                  </a:lnTo>
                  <a:lnTo>
                    <a:pt x="2174" y="6677"/>
                  </a:lnTo>
                  <a:lnTo>
                    <a:pt x="2174" y="6618"/>
                  </a:lnTo>
                  <a:lnTo>
                    <a:pt x="2193" y="6578"/>
                  </a:lnTo>
                  <a:lnTo>
                    <a:pt x="2233" y="6558"/>
                  </a:lnTo>
                  <a:lnTo>
                    <a:pt x="2174" y="6558"/>
                  </a:lnTo>
                  <a:lnTo>
                    <a:pt x="2154" y="6519"/>
                  </a:lnTo>
                  <a:lnTo>
                    <a:pt x="2174" y="6479"/>
                  </a:lnTo>
                  <a:lnTo>
                    <a:pt x="2193" y="6479"/>
                  </a:lnTo>
                  <a:lnTo>
                    <a:pt x="2253" y="6460"/>
                  </a:lnTo>
                  <a:lnTo>
                    <a:pt x="2253" y="6420"/>
                  </a:lnTo>
                  <a:lnTo>
                    <a:pt x="2233" y="6381"/>
                  </a:lnTo>
                  <a:lnTo>
                    <a:pt x="2253" y="6341"/>
                  </a:lnTo>
                  <a:lnTo>
                    <a:pt x="2253" y="6321"/>
                  </a:lnTo>
                  <a:lnTo>
                    <a:pt x="2233" y="6321"/>
                  </a:lnTo>
                  <a:lnTo>
                    <a:pt x="2174" y="6301"/>
                  </a:lnTo>
                  <a:lnTo>
                    <a:pt x="2114" y="6301"/>
                  </a:lnTo>
                  <a:lnTo>
                    <a:pt x="2095" y="6282"/>
                  </a:lnTo>
                  <a:lnTo>
                    <a:pt x="2095" y="6262"/>
                  </a:lnTo>
                  <a:lnTo>
                    <a:pt x="2055" y="6203"/>
                  </a:lnTo>
                  <a:lnTo>
                    <a:pt x="2075" y="6163"/>
                  </a:lnTo>
                  <a:lnTo>
                    <a:pt x="2095" y="6143"/>
                  </a:lnTo>
                  <a:lnTo>
                    <a:pt x="2114" y="6104"/>
                  </a:lnTo>
                  <a:lnTo>
                    <a:pt x="2154" y="6104"/>
                  </a:lnTo>
                  <a:lnTo>
                    <a:pt x="2154" y="6124"/>
                  </a:lnTo>
                  <a:lnTo>
                    <a:pt x="2134" y="6163"/>
                  </a:lnTo>
                  <a:lnTo>
                    <a:pt x="2154" y="6203"/>
                  </a:lnTo>
                  <a:lnTo>
                    <a:pt x="2174" y="6025"/>
                  </a:lnTo>
                  <a:lnTo>
                    <a:pt x="2213" y="6025"/>
                  </a:lnTo>
                  <a:lnTo>
                    <a:pt x="2233" y="6045"/>
                  </a:lnTo>
                  <a:lnTo>
                    <a:pt x="2233" y="6084"/>
                  </a:lnTo>
                  <a:lnTo>
                    <a:pt x="2213" y="6124"/>
                  </a:lnTo>
                  <a:lnTo>
                    <a:pt x="2253" y="6084"/>
                  </a:lnTo>
                  <a:lnTo>
                    <a:pt x="2272" y="6025"/>
                  </a:lnTo>
                  <a:lnTo>
                    <a:pt x="2253" y="5985"/>
                  </a:lnTo>
                  <a:lnTo>
                    <a:pt x="2213" y="5926"/>
                  </a:lnTo>
                  <a:lnTo>
                    <a:pt x="2253" y="5887"/>
                  </a:lnTo>
                  <a:lnTo>
                    <a:pt x="2292" y="5847"/>
                  </a:lnTo>
                  <a:lnTo>
                    <a:pt x="2312" y="5887"/>
                  </a:lnTo>
                  <a:lnTo>
                    <a:pt x="2371" y="5926"/>
                  </a:lnTo>
                  <a:lnTo>
                    <a:pt x="2411" y="5966"/>
                  </a:lnTo>
                  <a:lnTo>
                    <a:pt x="2430" y="6005"/>
                  </a:lnTo>
                  <a:lnTo>
                    <a:pt x="2411" y="6045"/>
                  </a:lnTo>
                  <a:lnTo>
                    <a:pt x="2391" y="6045"/>
                  </a:lnTo>
                  <a:lnTo>
                    <a:pt x="2371" y="6025"/>
                  </a:lnTo>
                  <a:lnTo>
                    <a:pt x="2332" y="6005"/>
                  </a:lnTo>
                  <a:lnTo>
                    <a:pt x="2312" y="6005"/>
                  </a:lnTo>
                  <a:lnTo>
                    <a:pt x="2292" y="6025"/>
                  </a:lnTo>
                  <a:lnTo>
                    <a:pt x="2371" y="6045"/>
                  </a:lnTo>
                  <a:lnTo>
                    <a:pt x="2351" y="6064"/>
                  </a:lnTo>
                  <a:lnTo>
                    <a:pt x="2332" y="6104"/>
                  </a:lnTo>
                  <a:lnTo>
                    <a:pt x="2351" y="6163"/>
                  </a:lnTo>
                  <a:lnTo>
                    <a:pt x="2312" y="6163"/>
                  </a:lnTo>
                  <a:lnTo>
                    <a:pt x="2312" y="6124"/>
                  </a:lnTo>
                  <a:lnTo>
                    <a:pt x="2272" y="6222"/>
                  </a:lnTo>
                  <a:lnTo>
                    <a:pt x="2272" y="6262"/>
                  </a:lnTo>
                  <a:lnTo>
                    <a:pt x="2292" y="6321"/>
                  </a:lnTo>
                  <a:lnTo>
                    <a:pt x="2332" y="6301"/>
                  </a:lnTo>
                  <a:lnTo>
                    <a:pt x="2351" y="6262"/>
                  </a:lnTo>
                  <a:lnTo>
                    <a:pt x="2371" y="6183"/>
                  </a:lnTo>
                  <a:lnTo>
                    <a:pt x="2411" y="6104"/>
                  </a:lnTo>
                  <a:lnTo>
                    <a:pt x="2430" y="6084"/>
                  </a:lnTo>
                  <a:lnTo>
                    <a:pt x="2470" y="6064"/>
                  </a:lnTo>
                  <a:lnTo>
                    <a:pt x="2430" y="5847"/>
                  </a:lnTo>
                  <a:lnTo>
                    <a:pt x="2332" y="5847"/>
                  </a:lnTo>
                  <a:lnTo>
                    <a:pt x="2292" y="5808"/>
                  </a:lnTo>
                  <a:lnTo>
                    <a:pt x="2351" y="5808"/>
                  </a:lnTo>
                  <a:lnTo>
                    <a:pt x="2411" y="5788"/>
                  </a:lnTo>
                  <a:lnTo>
                    <a:pt x="2450" y="5748"/>
                  </a:lnTo>
                  <a:lnTo>
                    <a:pt x="2490" y="5709"/>
                  </a:lnTo>
                  <a:lnTo>
                    <a:pt x="2470" y="5709"/>
                  </a:lnTo>
                  <a:lnTo>
                    <a:pt x="2450" y="5689"/>
                  </a:lnTo>
                  <a:lnTo>
                    <a:pt x="2430" y="5630"/>
                  </a:lnTo>
                  <a:lnTo>
                    <a:pt x="2411" y="5590"/>
                  </a:lnTo>
                  <a:lnTo>
                    <a:pt x="2391" y="5571"/>
                  </a:lnTo>
                  <a:lnTo>
                    <a:pt x="2371" y="5571"/>
                  </a:lnTo>
                  <a:lnTo>
                    <a:pt x="2371" y="5590"/>
                  </a:lnTo>
                  <a:lnTo>
                    <a:pt x="2351" y="5610"/>
                  </a:lnTo>
                  <a:lnTo>
                    <a:pt x="2312" y="5610"/>
                  </a:lnTo>
                  <a:lnTo>
                    <a:pt x="2312" y="5571"/>
                  </a:lnTo>
                  <a:lnTo>
                    <a:pt x="2272" y="5551"/>
                  </a:lnTo>
                  <a:lnTo>
                    <a:pt x="2253" y="5551"/>
                  </a:lnTo>
                  <a:lnTo>
                    <a:pt x="2233" y="5531"/>
                  </a:lnTo>
                  <a:lnTo>
                    <a:pt x="2272" y="5472"/>
                  </a:lnTo>
                  <a:lnTo>
                    <a:pt x="2312" y="5492"/>
                  </a:lnTo>
                  <a:lnTo>
                    <a:pt x="2332" y="5492"/>
                  </a:lnTo>
                  <a:lnTo>
                    <a:pt x="2371" y="5452"/>
                  </a:lnTo>
                  <a:lnTo>
                    <a:pt x="2450" y="5551"/>
                  </a:lnTo>
                  <a:lnTo>
                    <a:pt x="2430" y="5373"/>
                  </a:lnTo>
                  <a:lnTo>
                    <a:pt x="2430" y="5255"/>
                  </a:lnTo>
                  <a:lnTo>
                    <a:pt x="2450" y="5156"/>
                  </a:lnTo>
                  <a:lnTo>
                    <a:pt x="2470" y="5195"/>
                  </a:lnTo>
                  <a:lnTo>
                    <a:pt x="2509" y="5235"/>
                  </a:lnTo>
                  <a:lnTo>
                    <a:pt x="2529" y="5314"/>
                  </a:lnTo>
                  <a:lnTo>
                    <a:pt x="2529" y="5353"/>
                  </a:lnTo>
                  <a:lnTo>
                    <a:pt x="2549" y="5393"/>
                  </a:lnTo>
                  <a:lnTo>
                    <a:pt x="2588" y="5413"/>
                  </a:lnTo>
                  <a:lnTo>
                    <a:pt x="2628" y="5432"/>
                  </a:lnTo>
                  <a:lnTo>
                    <a:pt x="2628" y="5393"/>
                  </a:lnTo>
                  <a:lnTo>
                    <a:pt x="2608" y="5353"/>
                  </a:lnTo>
                  <a:lnTo>
                    <a:pt x="2588" y="5334"/>
                  </a:lnTo>
                  <a:lnTo>
                    <a:pt x="2608" y="5294"/>
                  </a:lnTo>
                  <a:lnTo>
                    <a:pt x="2628" y="5294"/>
                  </a:lnTo>
                  <a:lnTo>
                    <a:pt x="2648" y="5274"/>
                  </a:lnTo>
                  <a:lnTo>
                    <a:pt x="2687" y="5215"/>
                  </a:lnTo>
                  <a:lnTo>
                    <a:pt x="2687" y="5136"/>
                  </a:lnTo>
                  <a:lnTo>
                    <a:pt x="2707" y="5077"/>
                  </a:lnTo>
                  <a:lnTo>
                    <a:pt x="2648" y="5097"/>
                  </a:lnTo>
                  <a:lnTo>
                    <a:pt x="2648" y="5057"/>
                  </a:lnTo>
                  <a:lnTo>
                    <a:pt x="2648" y="5037"/>
                  </a:lnTo>
                  <a:lnTo>
                    <a:pt x="2687" y="4978"/>
                  </a:lnTo>
                  <a:lnTo>
                    <a:pt x="2707" y="4998"/>
                  </a:lnTo>
                  <a:lnTo>
                    <a:pt x="2707" y="4939"/>
                  </a:lnTo>
                  <a:lnTo>
                    <a:pt x="2707" y="4899"/>
                  </a:lnTo>
                  <a:lnTo>
                    <a:pt x="2727" y="4840"/>
                  </a:lnTo>
                  <a:lnTo>
                    <a:pt x="2766" y="4781"/>
                  </a:lnTo>
                  <a:lnTo>
                    <a:pt x="2766" y="4721"/>
                  </a:lnTo>
                  <a:lnTo>
                    <a:pt x="2746" y="4721"/>
                  </a:lnTo>
                  <a:lnTo>
                    <a:pt x="2727" y="4741"/>
                  </a:lnTo>
                  <a:lnTo>
                    <a:pt x="2727" y="4781"/>
                  </a:lnTo>
                  <a:lnTo>
                    <a:pt x="2727" y="4820"/>
                  </a:lnTo>
                  <a:lnTo>
                    <a:pt x="2667" y="4840"/>
                  </a:lnTo>
                  <a:lnTo>
                    <a:pt x="2648" y="4860"/>
                  </a:lnTo>
                  <a:lnTo>
                    <a:pt x="2608" y="4840"/>
                  </a:lnTo>
                  <a:lnTo>
                    <a:pt x="2628" y="4761"/>
                  </a:lnTo>
                  <a:lnTo>
                    <a:pt x="2628" y="4682"/>
                  </a:lnTo>
                  <a:lnTo>
                    <a:pt x="2628" y="4623"/>
                  </a:lnTo>
                  <a:lnTo>
                    <a:pt x="2648" y="4544"/>
                  </a:lnTo>
                  <a:lnTo>
                    <a:pt x="2608" y="4563"/>
                  </a:lnTo>
                  <a:lnTo>
                    <a:pt x="2588" y="4524"/>
                  </a:lnTo>
                  <a:lnTo>
                    <a:pt x="2608" y="4504"/>
                  </a:lnTo>
                  <a:lnTo>
                    <a:pt x="2628" y="4425"/>
                  </a:lnTo>
                  <a:lnTo>
                    <a:pt x="2667" y="4405"/>
                  </a:lnTo>
                  <a:lnTo>
                    <a:pt x="2687" y="4405"/>
                  </a:lnTo>
                  <a:lnTo>
                    <a:pt x="2707" y="4445"/>
                  </a:lnTo>
                  <a:lnTo>
                    <a:pt x="2727" y="4484"/>
                  </a:lnTo>
                  <a:lnTo>
                    <a:pt x="2746" y="4504"/>
                  </a:lnTo>
                  <a:lnTo>
                    <a:pt x="2766" y="4484"/>
                  </a:lnTo>
                  <a:lnTo>
                    <a:pt x="2766" y="4524"/>
                  </a:lnTo>
                  <a:lnTo>
                    <a:pt x="2766" y="4563"/>
                  </a:lnTo>
                  <a:lnTo>
                    <a:pt x="2766" y="4603"/>
                  </a:lnTo>
                  <a:lnTo>
                    <a:pt x="2786" y="4623"/>
                  </a:lnTo>
                  <a:lnTo>
                    <a:pt x="2904" y="4603"/>
                  </a:lnTo>
                  <a:lnTo>
                    <a:pt x="2904" y="4563"/>
                  </a:lnTo>
                  <a:lnTo>
                    <a:pt x="2924" y="4544"/>
                  </a:lnTo>
                  <a:lnTo>
                    <a:pt x="2964" y="4504"/>
                  </a:lnTo>
                  <a:lnTo>
                    <a:pt x="2983" y="4484"/>
                  </a:lnTo>
                  <a:lnTo>
                    <a:pt x="2924" y="4504"/>
                  </a:lnTo>
                  <a:lnTo>
                    <a:pt x="2904" y="4484"/>
                  </a:lnTo>
                  <a:lnTo>
                    <a:pt x="2904" y="4465"/>
                  </a:lnTo>
                  <a:lnTo>
                    <a:pt x="2944" y="4445"/>
                  </a:lnTo>
                  <a:lnTo>
                    <a:pt x="2825" y="4425"/>
                  </a:lnTo>
                  <a:lnTo>
                    <a:pt x="2806" y="4465"/>
                  </a:lnTo>
                  <a:lnTo>
                    <a:pt x="2825" y="4504"/>
                  </a:lnTo>
                  <a:lnTo>
                    <a:pt x="2825" y="4544"/>
                  </a:lnTo>
                  <a:lnTo>
                    <a:pt x="2786" y="4563"/>
                  </a:lnTo>
                  <a:lnTo>
                    <a:pt x="2786" y="4484"/>
                  </a:lnTo>
                  <a:lnTo>
                    <a:pt x="2746" y="4445"/>
                  </a:lnTo>
                  <a:lnTo>
                    <a:pt x="2727" y="4386"/>
                  </a:lnTo>
                  <a:lnTo>
                    <a:pt x="2746" y="4326"/>
                  </a:lnTo>
                  <a:lnTo>
                    <a:pt x="2766" y="4326"/>
                  </a:lnTo>
                  <a:lnTo>
                    <a:pt x="2766" y="4346"/>
                  </a:lnTo>
                  <a:lnTo>
                    <a:pt x="2766" y="4366"/>
                  </a:lnTo>
                  <a:lnTo>
                    <a:pt x="2786" y="4346"/>
                  </a:lnTo>
                  <a:lnTo>
                    <a:pt x="2786" y="4307"/>
                  </a:lnTo>
                  <a:lnTo>
                    <a:pt x="2786" y="4267"/>
                  </a:lnTo>
                  <a:lnTo>
                    <a:pt x="2806" y="4228"/>
                  </a:lnTo>
                  <a:lnTo>
                    <a:pt x="2845" y="4307"/>
                  </a:lnTo>
                  <a:lnTo>
                    <a:pt x="2865" y="4326"/>
                  </a:lnTo>
                  <a:lnTo>
                    <a:pt x="2904" y="4326"/>
                  </a:lnTo>
                  <a:lnTo>
                    <a:pt x="2845" y="4267"/>
                  </a:lnTo>
                  <a:lnTo>
                    <a:pt x="2885" y="4247"/>
                  </a:lnTo>
                  <a:lnTo>
                    <a:pt x="2904" y="4247"/>
                  </a:lnTo>
                  <a:lnTo>
                    <a:pt x="2904" y="4228"/>
                  </a:lnTo>
                  <a:lnTo>
                    <a:pt x="2885" y="4228"/>
                  </a:lnTo>
                  <a:lnTo>
                    <a:pt x="2865" y="4208"/>
                  </a:lnTo>
                  <a:lnTo>
                    <a:pt x="2865" y="4168"/>
                  </a:lnTo>
                  <a:lnTo>
                    <a:pt x="2924" y="4168"/>
                  </a:lnTo>
                  <a:lnTo>
                    <a:pt x="2944" y="4129"/>
                  </a:lnTo>
                  <a:lnTo>
                    <a:pt x="2924" y="4109"/>
                  </a:lnTo>
                  <a:lnTo>
                    <a:pt x="2924" y="4089"/>
                  </a:lnTo>
                  <a:lnTo>
                    <a:pt x="2904" y="4030"/>
                  </a:lnTo>
                  <a:lnTo>
                    <a:pt x="2885" y="4050"/>
                  </a:lnTo>
                  <a:lnTo>
                    <a:pt x="2865" y="4070"/>
                  </a:lnTo>
                  <a:lnTo>
                    <a:pt x="2825" y="4070"/>
                  </a:lnTo>
                  <a:lnTo>
                    <a:pt x="2786" y="4030"/>
                  </a:lnTo>
                  <a:lnTo>
                    <a:pt x="2766" y="3991"/>
                  </a:lnTo>
                  <a:lnTo>
                    <a:pt x="2806" y="3911"/>
                  </a:lnTo>
                  <a:lnTo>
                    <a:pt x="2806" y="3852"/>
                  </a:lnTo>
                  <a:lnTo>
                    <a:pt x="2845" y="3813"/>
                  </a:lnTo>
                  <a:lnTo>
                    <a:pt x="2904" y="3793"/>
                  </a:lnTo>
                  <a:lnTo>
                    <a:pt x="2865" y="3734"/>
                  </a:lnTo>
                  <a:lnTo>
                    <a:pt x="2904" y="3753"/>
                  </a:lnTo>
                  <a:lnTo>
                    <a:pt x="2924" y="3714"/>
                  </a:lnTo>
                  <a:lnTo>
                    <a:pt x="2944" y="3655"/>
                  </a:lnTo>
                  <a:lnTo>
                    <a:pt x="2964" y="3674"/>
                  </a:lnTo>
                  <a:lnTo>
                    <a:pt x="2983" y="3694"/>
                  </a:lnTo>
                  <a:lnTo>
                    <a:pt x="2964" y="3734"/>
                  </a:lnTo>
                  <a:lnTo>
                    <a:pt x="2964" y="3793"/>
                  </a:lnTo>
                  <a:lnTo>
                    <a:pt x="2983" y="3832"/>
                  </a:lnTo>
                  <a:lnTo>
                    <a:pt x="3023" y="3852"/>
                  </a:lnTo>
                  <a:lnTo>
                    <a:pt x="3043" y="3832"/>
                  </a:lnTo>
                  <a:lnTo>
                    <a:pt x="3062" y="3832"/>
                  </a:lnTo>
                  <a:lnTo>
                    <a:pt x="3122" y="3872"/>
                  </a:lnTo>
                  <a:lnTo>
                    <a:pt x="3102" y="3832"/>
                  </a:lnTo>
                  <a:lnTo>
                    <a:pt x="3082" y="3813"/>
                  </a:lnTo>
                  <a:lnTo>
                    <a:pt x="3023" y="3793"/>
                  </a:lnTo>
                  <a:lnTo>
                    <a:pt x="2983" y="3753"/>
                  </a:lnTo>
                  <a:lnTo>
                    <a:pt x="3023" y="3753"/>
                  </a:lnTo>
                  <a:lnTo>
                    <a:pt x="3043" y="3714"/>
                  </a:lnTo>
                  <a:lnTo>
                    <a:pt x="3062" y="3694"/>
                  </a:lnTo>
                  <a:lnTo>
                    <a:pt x="3102" y="3714"/>
                  </a:lnTo>
                  <a:lnTo>
                    <a:pt x="3102" y="3674"/>
                  </a:lnTo>
                  <a:lnTo>
                    <a:pt x="3082" y="3655"/>
                  </a:lnTo>
                  <a:lnTo>
                    <a:pt x="3082" y="3615"/>
                  </a:lnTo>
                  <a:lnTo>
                    <a:pt x="3082" y="3595"/>
                  </a:lnTo>
                  <a:lnTo>
                    <a:pt x="3201" y="3655"/>
                  </a:lnTo>
                  <a:lnTo>
                    <a:pt x="3181" y="3635"/>
                  </a:lnTo>
                  <a:lnTo>
                    <a:pt x="3201" y="3615"/>
                  </a:lnTo>
                  <a:lnTo>
                    <a:pt x="3240" y="3595"/>
                  </a:lnTo>
                  <a:lnTo>
                    <a:pt x="3201" y="3576"/>
                  </a:lnTo>
                  <a:lnTo>
                    <a:pt x="3181" y="3576"/>
                  </a:lnTo>
                  <a:lnTo>
                    <a:pt x="3181" y="3595"/>
                  </a:lnTo>
                  <a:lnTo>
                    <a:pt x="3161" y="3576"/>
                  </a:lnTo>
                  <a:lnTo>
                    <a:pt x="3161" y="3556"/>
                  </a:lnTo>
                  <a:lnTo>
                    <a:pt x="3161" y="3516"/>
                  </a:lnTo>
                  <a:lnTo>
                    <a:pt x="3181" y="3497"/>
                  </a:lnTo>
                  <a:lnTo>
                    <a:pt x="3181" y="3477"/>
                  </a:lnTo>
                  <a:lnTo>
                    <a:pt x="3201" y="3457"/>
                  </a:lnTo>
                  <a:lnTo>
                    <a:pt x="3220" y="3418"/>
                  </a:lnTo>
                  <a:lnTo>
                    <a:pt x="3240" y="3378"/>
                  </a:lnTo>
                  <a:lnTo>
                    <a:pt x="3280" y="3339"/>
                  </a:lnTo>
                  <a:lnTo>
                    <a:pt x="3220" y="3319"/>
                  </a:lnTo>
                  <a:lnTo>
                    <a:pt x="3201" y="3319"/>
                  </a:lnTo>
                  <a:lnTo>
                    <a:pt x="3201" y="3339"/>
                  </a:lnTo>
                  <a:lnTo>
                    <a:pt x="3201" y="3358"/>
                  </a:lnTo>
                  <a:lnTo>
                    <a:pt x="3201" y="3398"/>
                  </a:lnTo>
                  <a:lnTo>
                    <a:pt x="3201" y="3418"/>
                  </a:lnTo>
                  <a:lnTo>
                    <a:pt x="3141" y="3418"/>
                  </a:lnTo>
                  <a:lnTo>
                    <a:pt x="3141" y="3339"/>
                  </a:lnTo>
                  <a:lnTo>
                    <a:pt x="3181" y="3240"/>
                  </a:lnTo>
                  <a:lnTo>
                    <a:pt x="3201" y="3141"/>
                  </a:lnTo>
                  <a:lnTo>
                    <a:pt x="3220" y="3102"/>
                  </a:lnTo>
                  <a:lnTo>
                    <a:pt x="3201" y="3042"/>
                  </a:lnTo>
                  <a:lnTo>
                    <a:pt x="3260" y="3023"/>
                  </a:lnTo>
                  <a:lnTo>
                    <a:pt x="3280" y="3023"/>
                  </a:lnTo>
                  <a:lnTo>
                    <a:pt x="3299" y="3062"/>
                  </a:lnTo>
                  <a:lnTo>
                    <a:pt x="3339" y="3082"/>
                  </a:lnTo>
                  <a:lnTo>
                    <a:pt x="3339" y="3141"/>
                  </a:lnTo>
                  <a:lnTo>
                    <a:pt x="3319" y="3181"/>
                  </a:lnTo>
                  <a:lnTo>
                    <a:pt x="3280" y="3220"/>
                  </a:lnTo>
                  <a:lnTo>
                    <a:pt x="3280" y="3260"/>
                  </a:lnTo>
                  <a:lnTo>
                    <a:pt x="3319" y="3200"/>
                  </a:lnTo>
                  <a:lnTo>
                    <a:pt x="3359" y="3121"/>
                  </a:lnTo>
                  <a:lnTo>
                    <a:pt x="3359" y="3042"/>
                  </a:lnTo>
                  <a:lnTo>
                    <a:pt x="3359" y="2983"/>
                  </a:lnTo>
                  <a:lnTo>
                    <a:pt x="3378" y="2944"/>
                  </a:lnTo>
                  <a:lnTo>
                    <a:pt x="3398" y="2944"/>
                  </a:lnTo>
                  <a:lnTo>
                    <a:pt x="3477" y="2924"/>
                  </a:lnTo>
                  <a:lnTo>
                    <a:pt x="3536" y="2884"/>
                  </a:lnTo>
                  <a:lnTo>
                    <a:pt x="3556" y="2865"/>
                  </a:lnTo>
                  <a:lnTo>
                    <a:pt x="3576" y="2825"/>
                  </a:lnTo>
                  <a:lnTo>
                    <a:pt x="3497" y="2825"/>
                  </a:lnTo>
                  <a:lnTo>
                    <a:pt x="3457" y="2845"/>
                  </a:lnTo>
                  <a:lnTo>
                    <a:pt x="3457" y="2805"/>
                  </a:lnTo>
                  <a:lnTo>
                    <a:pt x="3477" y="2786"/>
                  </a:lnTo>
                  <a:lnTo>
                    <a:pt x="3497" y="2746"/>
                  </a:lnTo>
                  <a:lnTo>
                    <a:pt x="3477" y="2726"/>
                  </a:lnTo>
                  <a:lnTo>
                    <a:pt x="3457" y="2746"/>
                  </a:lnTo>
                  <a:lnTo>
                    <a:pt x="3438" y="2746"/>
                  </a:lnTo>
                  <a:lnTo>
                    <a:pt x="3418" y="2726"/>
                  </a:lnTo>
                  <a:lnTo>
                    <a:pt x="3457" y="2687"/>
                  </a:lnTo>
                  <a:lnTo>
                    <a:pt x="3477" y="2687"/>
                  </a:lnTo>
                  <a:lnTo>
                    <a:pt x="3497" y="2707"/>
                  </a:lnTo>
                  <a:lnTo>
                    <a:pt x="3517" y="2667"/>
                  </a:lnTo>
                  <a:lnTo>
                    <a:pt x="3517" y="2647"/>
                  </a:lnTo>
                  <a:lnTo>
                    <a:pt x="3576" y="2647"/>
                  </a:lnTo>
                  <a:lnTo>
                    <a:pt x="3615" y="2628"/>
                  </a:lnTo>
                  <a:lnTo>
                    <a:pt x="3615" y="2608"/>
                  </a:lnTo>
                  <a:lnTo>
                    <a:pt x="3596" y="2568"/>
                  </a:lnTo>
                  <a:lnTo>
                    <a:pt x="3576" y="2568"/>
                  </a:lnTo>
                  <a:lnTo>
                    <a:pt x="3576" y="2588"/>
                  </a:lnTo>
                  <a:lnTo>
                    <a:pt x="3576" y="2608"/>
                  </a:lnTo>
                  <a:lnTo>
                    <a:pt x="3536" y="2588"/>
                  </a:lnTo>
                  <a:lnTo>
                    <a:pt x="3497" y="2549"/>
                  </a:lnTo>
                  <a:lnTo>
                    <a:pt x="3477" y="2470"/>
                  </a:lnTo>
                  <a:lnTo>
                    <a:pt x="3517" y="2470"/>
                  </a:lnTo>
                  <a:lnTo>
                    <a:pt x="3536" y="2410"/>
                  </a:lnTo>
                  <a:lnTo>
                    <a:pt x="3556" y="2430"/>
                  </a:lnTo>
                  <a:lnTo>
                    <a:pt x="3556" y="2470"/>
                  </a:lnTo>
                  <a:lnTo>
                    <a:pt x="3536" y="2489"/>
                  </a:lnTo>
                  <a:lnTo>
                    <a:pt x="3556" y="2529"/>
                  </a:lnTo>
                  <a:lnTo>
                    <a:pt x="3596" y="2450"/>
                  </a:lnTo>
                  <a:lnTo>
                    <a:pt x="3576" y="2470"/>
                  </a:lnTo>
                  <a:lnTo>
                    <a:pt x="3556" y="2351"/>
                  </a:lnTo>
                  <a:lnTo>
                    <a:pt x="3536" y="2391"/>
                  </a:lnTo>
                  <a:lnTo>
                    <a:pt x="3517" y="2371"/>
                  </a:lnTo>
                  <a:lnTo>
                    <a:pt x="3477" y="2351"/>
                  </a:lnTo>
                  <a:lnTo>
                    <a:pt x="3477" y="2331"/>
                  </a:lnTo>
                  <a:lnTo>
                    <a:pt x="3536" y="2252"/>
                  </a:lnTo>
                  <a:lnTo>
                    <a:pt x="3576" y="2233"/>
                  </a:lnTo>
                  <a:lnTo>
                    <a:pt x="3615" y="2252"/>
                  </a:lnTo>
                  <a:lnTo>
                    <a:pt x="3576" y="2213"/>
                  </a:lnTo>
                  <a:lnTo>
                    <a:pt x="3576" y="2173"/>
                  </a:lnTo>
                  <a:lnTo>
                    <a:pt x="3596" y="2094"/>
                  </a:lnTo>
                  <a:lnTo>
                    <a:pt x="3536" y="2094"/>
                  </a:lnTo>
                  <a:lnTo>
                    <a:pt x="3517" y="2035"/>
                  </a:lnTo>
                  <a:lnTo>
                    <a:pt x="3615" y="1996"/>
                  </a:lnTo>
                  <a:lnTo>
                    <a:pt x="3615" y="2035"/>
                  </a:lnTo>
                  <a:lnTo>
                    <a:pt x="3734" y="2035"/>
                  </a:lnTo>
                  <a:lnTo>
                    <a:pt x="3754" y="2075"/>
                  </a:lnTo>
                  <a:lnTo>
                    <a:pt x="3754" y="2114"/>
                  </a:lnTo>
                  <a:lnTo>
                    <a:pt x="3694" y="2173"/>
                  </a:lnTo>
                  <a:lnTo>
                    <a:pt x="3754" y="2154"/>
                  </a:lnTo>
                  <a:lnTo>
                    <a:pt x="3773" y="2134"/>
                  </a:lnTo>
                  <a:lnTo>
                    <a:pt x="3773" y="2114"/>
                  </a:lnTo>
                  <a:lnTo>
                    <a:pt x="3773" y="2075"/>
                  </a:lnTo>
                  <a:lnTo>
                    <a:pt x="3754" y="2015"/>
                  </a:lnTo>
                  <a:lnTo>
                    <a:pt x="3754" y="1996"/>
                  </a:lnTo>
                  <a:lnTo>
                    <a:pt x="3773" y="1956"/>
                  </a:lnTo>
                  <a:lnTo>
                    <a:pt x="3813" y="1976"/>
                  </a:lnTo>
                  <a:lnTo>
                    <a:pt x="3833" y="2015"/>
                  </a:lnTo>
                  <a:lnTo>
                    <a:pt x="3833" y="1956"/>
                  </a:lnTo>
                  <a:lnTo>
                    <a:pt x="3833" y="1917"/>
                  </a:lnTo>
                  <a:lnTo>
                    <a:pt x="3852" y="1897"/>
                  </a:lnTo>
                  <a:lnTo>
                    <a:pt x="3793" y="1897"/>
                  </a:lnTo>
                  <a:lnTo>
                    <a:pt x="3754" y="1877"/>
                  </a:lnTo>
                  <a:lnTo>
                    <a:pt x="3734" y="1838"/>
                  </a:lnTo>
                  <a:lnTo>
                    <a:pt x="3852" y="1798"/>
                  </a:lnTo>
                  <a:lnTo>
                    <a:pt x="3872" y="1778"/>
                  </a:lnTo>
                  <a:lnTo>
                    <a:pt x="3872" y="1759"/>
                  </a:lnTo>
                  <a:lnTo>
                    <a:pt x="3833" y="1739"/>
                  </a:lnTo>
                  <a:lnTo>
                    <a:pt x="3793" y="1699"/>
                  </a:lnTo>
                  <a:lnTo>
                    <a:pt x="3773" y="1660"/>
                  </a:lnTo>
                  <a:lnTo>
                    <a:pt x="3694" y="1660"/>
                  </a:lnTo>
                  <a:lnTo>
                    <a:pt x="3675" y="1640"/>
                  </a:lnTo>
                  <a:lnTo>
                    <a:pt x="3675" y="1600"/>
                  </a:lnTo>
                  <a:lnTo>
                    <a:pt x="3694" y="1581"/>
                  </a:lnTo>
                  <a:lnTo>
                    <a:pt x="3655" y="1541"/>
                  </a:lnTo>
                  <a:lnTo>
                    <a:pt x="3655" y="1581"/>
                  </a:lnTo>
                  <a:lnTo>
                    <a:pt x="3655" y="1600"/>
                  </a:lnTo>
                  <a:lnTo>
                    <a:pt x="3655" y="1640"/>
                  </a:lnTo>
                  <a:lnTo>
                    <a:pt x="3655" y="1660"/>
                  </a:lnTo>
                  <a:lnTo>
                    <a:pt x="3615" y="1640"/>
                  </a:lnTo>
                  <a:lnTo>
                    <a:pt x="3596" y="1620"/>
                  </a:lnTo>
                  <a:lnTo>
                    <a:pt x="3615" y="1581"/>
                  </a:lnTo>
                  <a:lnTo>
                    <a:pt x="3596" y="1541"/>
                  </a:lnTo>
                  <a:lnTo>
                    <a:pt x="3675" y="1482"/>
                  </a:lnTo>
                  <a:lnTo>
                    <a:pt x="3754" y="1442"/>
                  </a:lnTo>
                  <a:lnTo>
                    <a:pt x="3833" y="1502"/>
                  </a:lnTo>
                  <a:lnTo>
                    <a:pt x="3872" y="1561"/>
                  </a:lnTo>
                  <a:lnTo>
                    <a:pt x="3931" y="1640"/>
                  </a:lnTo>
                  <a:lnTo>
                    <a:pt x="3971" y="1660"/>
                  </a:lnTo>
                  <a:lnTo>
                    <a:pt x="4010" y="1680"/>
                  </a:lnTo>
                  <a:lnTo>
                    <a:pt x="4050" y="1521"/>
                  </a:lnTo>
                  <a:lnTo>
                    <a:pt x="4089" y="1442"/>
                  </a:lnTo>
                  <a:lnTo>
                    <a:pt x="4129" y="1403"/>
                  </a:lnTo>
                  <a:lnTo>
                    <a:pt x="4109" y="1344"/>
                  </a:lnTo>
                  <a:lnTo>
                    <a:pt x="4070" y="1304"/>
                  </a:lnTo>
                  <a:lnTo>
                    <a:pt x="4030" y="1284"/>
                  </a:lnTo>
                  <a:lnTo>
                    <a:pt x="3971" y="1265"/>
                  </a:lnTo>
                  <a:lnTo>
                    <a:pt x="3971" y="1205"/>
                  </a:lnTo>
                  <a:lnTo>
                    <a:pt x="4010" y="1186"/>
                  </a:lnTo>
                  <a:lnTo>
                    <a:pt x="4030" y="1245"/>
                  </a:lnTo>
                  <a:lnTo>
                    <a:pt x="4030" y="1107"/>
                  </a:lnTo>
                  <a:lnTo>
                    <a:pt x="4050" y="1028"/>
                  </a:lnTo>
                  <a:lnTo>
                    <a:pt x="4070" y="949"/>
                  </a:lnTo>
                  <a:lnTo>
                    <a:pt x="4070" y="909"/>
                  </a:lnTo>
                  <a:lnTo>
                    <a:pt x="4030" y="889"/>
                  </a:lnTo>
                  <a:lnTo>
                    <a:pt x="3931" y="870"/>
                  </a:lnTo>
                  <a:lnTo>
                    <a:pt x="3951" y="791"/>
                  </a:lnTo>
                  <a:lnTo>
                    <a:pt x="3931" y="810"/>
                  </a:lnTo>
                  <a:lnTo>
                    <a:pt x="3892" y="771"/>
                  </a:lnTo>
                  <a:lnTo>
                    <a:pt x="3892" y="731"/>
                  </a:lnTo>
                  <a:lnTo>
                    <a:pt x="3931" y="672"/>
                  </a:lnTo>
                  <a:lnTo>
                    <a:pt x="3971" y="692"/>
                  </a:lnTo>
                  <a:lnTo>
                    <a:pt x="3991" y="712"/>
                  </a:lnTo>
                  <a:lnTo>
                    <a:pt x="4010" y="692"/>
                  </a:lnTo>
                  <a:lnTo>
                    <a:pt x="4030" y="672"/>
                  </a:lnTo>
                  <a:lnTo>
                    <a:pt x="4030" y="633"/>
                  </a:lnTo>
                  <a:lnTo>
                    <a:pt x="4030" y="593"/>
                  </a:lnTo>
                  <a:lnTo>
                    <a:pt x="4089" y="633"/>
                  </a:lnTo>
                  <a:lnTo>
                    <a:pt x="4089" y="672"/>
                  </a:lnTo>
                  <a:lnTo>
                    <a:pt x="4070" y="692"/>
                  </a:lnTo>
                  <a:lnTo>
                    <a:pt x="4050" y="692"/>
                  </a:lnTo>
                  <a:lnTo>
                    <a:pt x="4050" y="791"/>
                  </a:lnTo>
                  <a:lnTo>
                    <a:pt x="4070" y="731"/>
                  </a:lnTo>
                  <a:lnTo>
                    <a:pt x="4129" y="692"/>
                  </a:lnTo>
                  <a:lnTo>
                    <a:pt x="4188" y="692"/>
                  </a:lnTo>
                  <a:lnTo>
                    <a:pt x="4247" y="712"/>
                  </a:lnTo>
                  <a:lnTo>
                    <a:pt x="4228" y="672"/>
                  </a:lnTo>
                  <a:lnTo>
                    <a:pt x="4149" y="672"/>
                  </a:lnTo>
                  <a:lnTo>
                    <a:pt x="4149" y="652"/>
                  </a:lnTo>
                  <a:lnTo>
                    <a:pt x="4149" y="633"/>
                  </a:lnTo>
                  <a:lnTo>
                    <a:pt x="4228" y="573"/>
                  </a:lnTo>
                  <a:lnTo>
                    <a:pt x="4267" y="514"/>
                  </a:lnTo>
                  <a:lnTo>
                    <a:pt x="3141" y="139"/>
                  </a:lnTo>
                  <a:lnTo>
                    <a:pt x="3102" y="178"/>
                  </a:lnTo>
                  <a:lnTo>
                    <a:pt x="3082" y="119"/>
                  </a:lnTo>
                  <a:lnTo>
                    <a:pt x="3082" y="99"/>
                  </a:lnTo>
                  <a:lnTo>
                    <a:pt x="3102" y="119"/>
                  </a:lnTo>
                  <a:lnTo>
                    <a:pt x="3082" y="80"/>
                  </a:lnTo>
                  <a:lnTo>
                    <a:pt x="3102" y="60"/>
                  </a:lnTo>
                  <a:lnTo>
                    <a:pt x="3082" y="20"/>
                  </a:lnTo>
                  <a:lnTo>
                    <a:pt x="306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3"/>
            <p:cNvSpPr/>
            <p:nvPr/>
          </p:nvSpPr>
          <p:spPr>
            <a:xfrm>
              <a:off x="4577504" y="-1215512"/>
              <a:ext cx="789" cy="789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1" y="20"/>
                  </a:lnTo>
                  <a:lnTo>
                    <a:pt x="2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3"/>
            <p:cNvSpPr/>
            <p:nvPr/>
          </p:nvSpPr>
          <p:spPr>
            <a:xfrm>
              <a:off x="4712644" y="-2018156"/>
              <a:ext cx="789" cy="38"/>
            </a:xfrm>
            <a:custGeom>
              <a:rect b="b" l="l" r="r" t="t"/>
              <a:pathLst>
                <a:path extrusionOk="0" h="1" w="21">
                  <a:moveTo>
                    <a:pt x="1" y="1"/>
                  </a:move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3"/>
            <p:cNvSpPr/>
            <p:nvPr/>
          </p:nvSpPr>
          <p:spPr>
            <a:xfrm>
              <a:off x="4622049" y="-2251296"/>
              <a:ext cx="96569" cy="297788"/>
            </a:xfrm>
            <a:custGeom>
              <a:rect b="b" l="l" r="r" t="t"/>
              <a:pathLst>
                <a:path extrusionOk="0" h="7922" w="2569">
                  <a:moveTo>
                    <a:pt x="1206" y="60"/>
                  </a:moveTo>
                  <a:lnTo>
                    <a:pt x="1186" y="79"/>
                  </a:lnTo>
                  <a:lnTo>
                    <a:pt x="1186" y="119"/>
                  </a:lnTo>
                  <a:lnTo>
                    <a:pt x="1226" y="178"/>
                  </a:lnTo>
                  <a:lnTo>
                    <a:pt x="1245" y="237"/>
                  </a:lnTo>
                  <a:lnTo>
                    <a:pt x="1245" y="257"/>
                  </a:lnTo>
                  <a:lnTo>
                    <a:pt x="1206" y="277"/>
                  </a:lnTo>
                  <a:lnTo>
                    <a:pt x="1245" y="297"/>
                  </a:lnTo>
                  <a:lnTo>
                    <a:pt x="1265" y="316"/>
                  </a:lnTo>
                  <a:lnTo>
                    <a:pt x="1344" y="336"/>
                  </a:lnTo>
                  <a:lnTo>
                    <a:pt x="1344" y="376"/>
                  </a:lnTo>
                  <a:lnTo>
                    <a:pt x="1384" y="356"/>
                  </a:lnTo>
                  <a:lnTo>
                    <a:pt x="1463" y="316"/>
                  </a:lnTo>
                  <a:lnTo>
                    <a:pt x="1364" y="218"/>
                  </a:lnTo>
                  <a:lnTo>
                    <a:pt x="1344" y="178"/>
                  </a:lnTo>
                  <a:lnTo>
                    <a:pt x="1324" y="99"/>
                  </a:lnTo>
                  <a:lnTo>
                    <a:pt x="1285" y="99"/>
                  </a:lnTo>
                  <a:lnTo>
                    <a:pt x="1265" y="79"/>
                  </a:lnTo>
                  <a:lnTo>
                    <a:pt x="1245" y="60"/>
                  </a:lnTo>
                  <a:close/>
                  <a:moveTo>
                    <a:pt x="21" y="593"/>
                  </a:moveTo>
                  <a:lnTo>
                    <a:pt x="60" y="613"/>
                  </a:lnTo>
                  <a:lnTo>
                    <a:pt x="60" y="593"/>
                  </a:lnTo>
                  <a:close/>
                  <a:moveTo>
                    <a:pt x="1265" y="1521"/>
                  </a:moveTo>
                  <a:lnTo>
                    <a:pt x="1265" y="1561"/>
                  </a:lnTo>
                  <a:lnTo>
                    <a:pt x="1285" y="1581"/>
                  </a:lnTo>
                  <a:lnTo>
                    <a:pt x="1305" y="1600"/>
                  </a:lnTo>
                  <a:lnTo>
                    <a:pt x="1305" y="1561"/>
                  </a:lnTo>
                  <a:lnTo>
                    <a:pt x="1305" y="1541"/>
                  </a:lnTo>
                  <a:lnTo>
                    <a:pt x="1265" y="1521"/>
                  </a:lnTo>
                  <a:close/>
                  <a:moveTo>
                    <a:pt x="2068" y="5065"/>
                  </a:moveTo>
                  <a:lnTo>
                    <a:pt x="2075" y="5077"/>
                  </a:lnTo>
                  <a:lnTo>
                    <a:pt x="2079" y="5073"/>
                  </a:lnTo>
                  <a:lnTo>
                    <a:pt x="2079" y="5073"/>
                  </a:lnTo>
                  <a:lnTo>
                    <a:pt x="2068" y="5065"/>
                  </a:lnTo>
                  <a:close/>
                  <a:moveTo>
                    <a:pt x="2095" y="5057"/>
                  </a:moveTo>
                  <a:lnTo>
                    <a:pt x="2079" y="5073"/>
                  </a:lnTo>
                  <a:lnTo>
                    <a:pt x="2079" y="5073"/>
                  </a:lnTo>
                  <a:lnTo>
                    <a:pt x="2114" y="5096"/>
                  </a:lnTo>
                  <a:lnTo>
                    <a:pt x="2154" y="5136"/>
                  </a:lnTo>
                  <a:lnTo>
                    <a:pt x="2174" y="5136"/>
                  </a:lnTo>
                  <a:lnTo>
                    <a:pt x="2174" y="5096"/>
                  </a:lnTo>
                  <a:lnTo>
                    <a:pt x="2174" y="5077"/>
                  </a:lnTo>
                  <a:lnTo>
                    <a:pt x="2193" y="5057"/>
                  </a:lnTo>
                  <a:close/>
                  <a:moveTo>
                    <a:pt x="613" y="5254"/>
                  </a:moveTo>
                  <a:lnTo>
                    <a:pt x="673" y="5373"/>
                  </a:lnTo>
                  <a:lnTo>
                    <a:pt x="673" y="5393"/>
                  </a:lnTo>
                  <a:lnTo>
                    <a:pt x="692" y="5373"/>
                  </a:lnTo>
                  <a:lnTo>
                    <a:pt x="712" y="5373"/>
                  </a:lnTo>
                  <a:lnTo>
                    <a:pt x="692" y="5314"/>
                  </a:lnTo>
                  <a:lnTo>
                    <a:pt x="673" y="5294"/>
                  </a:lnTo>
                  <a:lnTo>
                    <a:pt x="653" y="5294"/>
                  </a:lnTo>
                  <a:lnTo>
                    <a:pt x="613" y="5254"/>
                  </a:lnTo>
                  <a:close/>
                  <a:moveTo>
                    <a:pt x="890" y="0"/>
                  </a:moveTo>
                  <a:lnTo>
                    <a:pt x="850" y="60"/>
                  </a:lnTo>
                  <a:lnTo>
                    <a:pt x="850" y="13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811" y="79"/>
                  </a:lnTo>
                  <a:lnTo>
                    <a:pt x="21" y="119"/>
                  </a:lnTo>
                  <a:lnTo>
                    <a:pt x="1" y="158"/>
                  </a:lnTo>
                  <a:lnTo>
                    <a:pt x="40" y="139"/>
                  </a:lnTo>
                  <a:lnTo>
                    <a:pt x="80" y="158"/>
                  </a:lnTo>
                  <a:lnTo>
                    <a:pt x="179" y="158"/>
                  </a:lnTo>
                  <a:lnTo>
                    <a:pt x="218" y="198"/>
                  </a:lnTo>
                  <a:lnTo>
                    <a:pt x="218" y="237"/>
                  </a:lnTo>
                  <a:lnTo>
                    <a:pt x="218" y="297"/>
                  </a:lnTo>
                  <a:lnTo>
                    <a:pt x="179" y="297"/>
                  </a:lnTo>
                  <a:lnTo>
                    <a:pt x="159" y="277"/>
                  </a:lnTo>
                  <a:lnTo>
                    <a:pt x="119" y="237"/>
                  </a:lnTo>
                  <a:lnTo>
                    <a:pt x="80" y="198"/>
                  </a:lnTo>
                  <a:lnTo>
                    <a:pt x="60" y="198"/>
                  </a:lnTo>
                  <a:lnTo>
                    <a:pt x="21" y="218"/>
                  </a:lnTo>
                  <a:lnTo>
                    <a:pt x="21" y="237"/>
                  </a:lnTo>
                  <a:lnTo>
                    <a:pt x="40" y="257"/>
                  </a:lnTo>
                  <a:lnTo>
                    <a:pt x="80" y="257"/>
                  </a:lnTo>
                  <a:lnTo>
                    <a:pt x="100" y="237"/>
                  </a:lnTo>
                  <a:lnTo>
                    <a:pt x="80" y="336"/>
                  </a:lnTo>
                  <a:lnTo>
                    <a:pt x="40" y="395"/>
                  </a:lnTo>
                  <a:lnTo>
                    <a:pt x="1" y="435"/>
                  </a:lnTo>
                  <a:lnTo>
                    <a:pt x="40" y="474"/>
                  </a:lnTo>
                  <a:lnTo>
                    <a:pt x="80" y="514"/>
                  </a:lnTo>
                  <a:lnTo>
                    <a:pt x="100" y="534"/>
                  </a:lnTo>
                  <a:lnTo>
                    <a:pt x="159" y="573"/>
                  </a:lnTo>
                  <a:lnTo>
                    <a:pt x="139" y="553"/>
                  </a:lnTo>
                  <a:lnTo>
                    <a:pt x="119" y="534"/>
                  </a:lnTo>
                  <a:lnTo>
                    <a:pt x="100" y="514"/>
                  </a:lnTo>
                  <a:lnTo>
                    <a:pt x="119" y="494"/>
                  </a:lnTo>
                  <a:lnTo>
                    <a:pt x="218" y="534"/>
                  </a:lnTo>
                  <a:lnTo>
                    <a:pt x="198" y="593"/>
                  </a:lnTo>
                  <a:lnTo>
                    <a:pt x="179" y="632"/>
                  </a:lnTo>
                  <a:lnTo>
                    <a:pt x="139" y="712"/>
                  </a:lnTo>
                  <a:lnTo>
                    <a:pt x="80" y="652"/>
                  </a:lnTo>
                  <a:lnTo>
                    <a:pt x="100" y="652"/>
                  </a:lnTo>
                  <a:lnTo>
                    <a:pt x="80" y="632"/>
                  </a:lnTo>
                  <a:lnTo>
                    <a:pt x="60" y="613"/>
                  </a:lnTo>
                  <a:lnTo>
                    <a:pt x="60" y="652"/>
                  </a:lnTo>
                  <a:lnTo>
                    <a:pt x="60" y="692"/>
                  </a:lnTo>
                  <a:lnTo>
                    <a:pt x="80" y="712"/>
                  </a:lnTo>
                  <a:lnTo>
                    <a:pt x="60" y="712"/>
                  </a:lnTo>
                  <a:lnTo>
                    <a:pt x="80" y="751"/>
                  </a:lnTo>
                  <a:lnTo>
                    <a:pt x="80" y="791"/>
                  </a:lnTo>
                  <a:lnTo>
                    <a:pt x="60" y="850"/>
                  </a:lnTo>
                  <a:lnTo>
                    <a:pt x="40" y="889"/>
                  </a:lnTo>
                  <a:lnTo>
                    <a:pt x="40" y="909"/>
                  </a:lnTo>
                  <a:lnTo>
                    <a:pt x="60" y="929"/>
                  </a:lnTo>
                  <a:lnTo>
                    <a:pt x="119" y="949"/>
                  </a:lnTo>
                  <a:lnTo>
                    <a:pt x="159" y="929"/>
                  </a:lnTo>
                  <a:lnTo>
                    <a:pt x="179" y="909"/>
                  </a:lnTo>
                  <a:lnTo>
                    <a:pt x="218" y="909"/>
                  </a:lnTo>
                  <a:lnTo>
                    <a:pt x="198" y="929"/>
                  </a:lnTo>
                  <a:lnTo>
                    <a:pt x="179" y="968"/>
                  </a:lnTo>
                  <a:lnTo>
                    <a:pt x="159" y="988"/>
                  </a:lnTo>
                  <a:lnTo>
                    <a:pt x="139" y="988"/>
                  </a:lnTo>
                  <a:lnTo>
                    <a:pt x="119" y="968"/>
                  </a:lnTo>
                  <a:lnTo>
                    <a:pt x="100" y="1047"/>
                  </a:lnTo>
                  <a:lnTo>
                    <a:pt x="119" y="1087"/>
                  </a:lnTo>
                  <a:lnTo>
                    <a:pt x="198" y="1087"/>
                  </a:lnTo>
                  <a:lnTo>
                    <a:pt x="238" y="1107"/>
                  </a:lnTo>
                  <a:lnTo>
                    <a:pt x="258" y="1126"/>
                  </a:lnTo>
                  <a:lnTo>
                    <a:pt x="238" y="1146"/>
                  </a:lnTo>
                  <a:lnTo>
                    <a:pt x="218" y="1166"/>
                  </a:lnTo>
                  <a:lnTo>
                    <a:pt x="179" y="1146"/>
                  </a:lnTo>
                  <a:lnTo>
                    <a:pt x="100" y="1146"/>
                  </a:lnTo>
                  <a:lnTo>
                    <a:pt x="60" y="1166"/>
                  </a:lnTo>
                  <a:lnTo>
                    <a:pt x="139" y="1245"/>
                  </a:lnTo>
                  <a:lnTo>
                    <a:pt x="80" y="1284"/>
                  </a:lnTo>
                  <a:lnTo>
                    <a:pt x="80" y="1324"/>
                  </a:lnTo>
                  <a:lnTo>
                    <a:pt x="80" y="1383"/>
                  </a:lnTo>
                  <a:lnTo>
                    <a:pt x="139" y="1462"/>
                  </a:lnTo>
                  <a:lnTo>
                    <a:pt x="198" y="1561"/>
                  </a:lnTo>
                  <a:lnTo>
                    <a:pt x="218" y="1600"/>
                  </a:lnTo>
                  <a:lnTo>
                    <a:pt x="238" y="1660"/>
                  </a:lnTo>
                  <a:lnTo>
                    <a:pt x="179" y="1660"/>
                  </a:lnTo>
                  <a:lnTo>
                    <a:pt x="119" y="1620"/>
                  </a:lnTo>
                  <a:lnTo>
                    <a:pt x="100" y="1561"/>
                  </a:lnTo>
                  <a:lnTo>
                    <a:pt x="80" y="1521"/>
                  </a:lnTo>
                  <a:lnTo>
                    <a:pt x="60" y="1541"/>
                  </a:lnTo>
                  <a:lnTo>
                    <a:pt x="60" y="1561"/>
                  </a:lnTo>
                  <a:lnTo>
                    <a:pt x="60" y="1620"/>
                  </a:lnTo>
                  <a:lnTo>
                    <a:pt x="80" y="1660"/>
                  </a:lnTo>
                  <a:lnTo>
                    <a:pt x="80" y="1679"/>
                  </a:lnTo>
                  <a:lnTo>
                    <a:pt x="80" y="1699"/>
                  </a:lnTo>
                  <a:lnTo>
                    <a:pt x="80" y="1739"/>
                  </a:lnTo>
                  <a:lnTo>
                    <a:pt x="119" y="1778"/>
                  </a:lnTo>
                  <a:lnTo>
                    <a:pt x="159" y="1798"/>
                  </a:lnTo>
                  <a:lnTo>
                    <a:pt x="198" y="1798"/>
                  </a:lnTo>
                  <a:lnTo>
                    <a:pt x="198" y="1818"/>
                  </a:lnTo>
                  <a:lnTo>
                    <a:pt x="179" y="1837"/>
                  </a:lnTo>
                  <a:lnTo>
                    <a:pt x="139" y="1857"/>
                  </a:lnTo>
                  <a:lnTo>
                    <a:pt x="179" y="1877"/>
                  </a:lnTo>
                  <a:lnTo>
                    <a:pt x="218" y="1916"/>
                  </a:lnTo>
                  <a:lnTo>
                    <a:pt x="238" y="2015"/>
                  </a:lnTo>
                  <a:lnTo>
                    <a:pt x="179" y="2015"/>
                  </a:lnTo>
                  <a:lnTo>
                    <a:pt x="258" y="2114"/>
                  </a:lnTo>
                  <a:lnTo>
                    <a:pt x="258" y="2094"/>
                  </a:lnTo>
                  <a:lnTo>
                    <a:pt x="337" y="2094"/>
                  </a:lnTo>
                  <a:lnTo>
                    <a:pt x="337" y="2114"/>
                  </a:lnTo>
                  <a:lnTo>
                    <a:pt x="376" y="2074"/>
                  </a:lnTo>
                  <a:lnTo>
                    <a:pt x="396" y="2055"/>
                  </a:lnTo>
                  <a:lnTo>
                    <a:pt x="356" y="1976"/>
                  </a:lnTo>
                  <a:lnTo>
                    <a:pt x="337" y="1936"/>
                  </a:lnTo>
                  <a:lnTo>
                    <a:pt x="337" y="1897"/>
                  </a:lnTo>
                  <a:lnTo>
                    <a:pt x="337" y="1857"/>
                  </a:lnTo>
                  <a:lnTo>
                    <a:pt x="396" y="1837"/>
                  </a:lnTo>
                  <a:lnTo>
                    <a:pt x="475" y="1837"/>
                  </a:lnTo>
                  <a:lnTo>
                    <a:pt x="455" y="1857"/>
                  </a:lnTo>
                  <a:lnTo>
                    <a:pt x="436" y="1877"/>
                  </a:lnTo>
                  <a:lnTo>
                    <a:pt x="495" y="1897"/>
                  </a:lnTo>
                  <a:lnTo>
                    <a:pt x="515" y="1897"/>
                  </a:lnTo>
                  <a:lnTo>
                    <a:pt x="515" y="1877"/>
                  </a:lnTo>
                  <a:lnTo>
                    <a:pt x="594" y="1877"/>
                  </a:lnTo>
                  <a:lnTo>
                    <a:pt x="613" y="1916"/>
                  </a:lnTo>
                  <a:lnTo>
                    <a:pt x="633" y="1976"/>
                  </a:lnTo>
                  <a:lnTo>
                    <a:pt x="673" y="2015"/>
                  </a:lnTo>
                  <a:lnTo>
                    <a:pt x="613" y="2035"/>
                  </a:lnTo>
                  <a:lnTo>
                    <a:pt x="574" y="2015"/>
                  </a:lnTo>
                  <a:lnTo>
                    <a:pt x="534" y="1976"/>
                  </a:lnTo>
                  <a:lnTo>
                    <a:pt x="475" y="1956"/>
                  </a:lnTo>
                  <a:lnTo>
                    <a:pt x="515" y="1995"/>
                  </a:lnTo>
                  <a:lnTo>
                    <a:pt x="534" y="2015"/>
                  </a:lnTo>
                  <a:lnTo>
                    <a:pt x="515" y="2035"/>
                  </a:lnTo>
                  <a:lnTo>
                    <a:pt x="436" y="2035"/>
                  </a:lnTo>
                  <a:lnTo>
                    <a:pt x="475" y="2074"/>
                  </a:lnTo>
                  <a:lnTo>
                    <a:pt x="534" y="2074"/>
                  </a:lnTo>
                  <a:lnTo>
                    <a:pt x="594" y="2055"/>
                  </a:lnTo>
                  <a:lnTo>
                    <a:pt x="653" y="2074"/>
                  </a:lnTo>
                  <a:lnTo>
                    <a:pt x="653" y="2114"/>
                  </a:lnTo>
                  <a:lnTo>
                    <a:pt x="613" y="2153"/>
                  </a:lnTo>
                  <a:lnTo>
                    <a:pt x="613" y="2173"/>
                  </a:lnTo>
                  <a:lnTo>
                    <a:pt x="594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52"/>
                  </a:lnTo>
                  <a:lnTo>
                    <a:pt x="653" y="2292"/>
                  </a:lnTo>
                  <a:lnTo>
                    <a:pt x="574" y="2331"/>
                  </a:lnTo>
                  <a:lnTo>
                    <a:pt x="594" y="2292"/>
                  </a:lnTo>
                  <a:lnTo>
                    <a:pt x="594" y="2272"/>
                  </a:lnTo>
                  <a:lnTo>
                    <a:pt x="554" y="2232"/>
                  </a:lnTo>
                  <a:lnTo>
                    <a:pt x="495" y="2213"/>
                  </a:lnTo>
                  <a:lnTo>
                    <a:pt x="475" y="2213"/>
                  </a:lnTo>
                  <a:lnTo>
                    <a:pt x="495" y="2193"/>
                  </a:lnTo>
                  <a:lnTo>
                    <a:pt x="455" y="2213"/>
                  </a:lnTo>
                  <a:lnTo>
                    <a:pt x="416" y="2232"/>
                  </a:lnTo>
                  <a:lnTo>
                    <a:pt x="356" y="2232"/>
                  </a:lnTo>
                  <a:lnTo>
                    <a:pt x="218" y="2153"/>
                  </a:lnTo>
                  <a:lnTo>
                    <a:pt x="218" y="2213"/>
                  </a:lnTo>
                  <a:lnTo>
                    <a:pt x="218" y="2252"/>
                  </a:lnTo>
                  <a:lnTo>
                    <a:pt x="179" y="2272"/>
                  </a:lnTo>
                  <a:lnTo>
                    <a:pt x="218" y="2292"/>
                  </a:lnTo>
                  <a:lnTo>
                    <a:pt x="238" y="2331"/>
                  </a:lnTo>
                  <a:lnTo>
                    <a:pt x="238" y="2390"/>
                  </a:lnTo>
                  <a:lnTo>
                    <a:pt x="238" y="2430"/>
                  </a:lnTo>
                  <a:lnTo>
                    <a:pt x="258" y="2469"/>
                  </a:lnTo>
                  <a:lnTo>
                    <a:pt x="297" y="2489"/>
                  </a:lnTo>
                  <a:lnTo>
                    <a:pt x="277" y="2509"/>
                  </a:lnTo>
                  <a:lnTo>
                    <a:pt x="258" y="2489"/>
                  </a:lnTo>
                  <a:lnTo>
                    <a:pt x="238" y="2489"/>
                  </a:lnTo>
                  <a:lnTo>
                    <a:pt x="238" y="2509"/>
                  </a:lnTo>
                  <a:lnTo>
                    <a:pt x="258" y="2608"/>
                  </a:lnTo>
                  <a:lnTo>
                    <a:pt x="277" y="2667"/>
                  </a:lnTo>
                  <a:lnTo>
                    <a:pt x="317" y="2726"/>
                  </a:lnTo>
                  <a:lnTo>
                    <a:pt x="297" y="2746"/>
                  </a:lnTo>
                  <a:lnTo>
                    <a:pt x="277" y="2766"/>
                  </a:lnTo>
                  <a:lnTo>
                    <a:pt x="238" y="2785"/>
                  </a:lnTo>
                  <a:lnTo>
                    <a:pt x="238" y="2845"/>
                  </a:lnTo>
                  <a:lnTo>
                    <a:pt x="238" y="2904"/>
                  </a:lnTo>
                  <a:lnTo>
                    <a:pt x="317" y="3003"/>
                  </a:lnTo>
                  <a:lnTo>
                    <a:pt x="376" y="3121"/>
                  </a:lnTo>
                  <a:lnTo>
                    <a:pt x="396" y="3181"/>
                  </a:lnTo>
                  <a:lnTo>
                    <a:pt x="396" y="3260"/>
                  </a:lnTo>
                  <a:lnTo>
                    <a:pt x="337" y="3220"/>
                  </a:lnTo>
                  <a:lnTo>
                    <a:pt x="337" y="3299"/>
                  </a:lnTo>
                  <a:lnTo>
                    <a:pt x="356" y="3319"/>
                  </a:lnTo>
                  <a:lnTo>
                    <a:pt x="396" y="3339"/>
                  </a:lnTo>
                  <a:lnTo>
                    <a:pt x="356" y="3358"/>
                  </a:lnTo>
                  <a:lnTo>
                    <a:pt x="337" y="3398"/>
                  </a:lnTo>
                  <a:lnTo>
                    <a:pt x="376" y="3457"/>
                  </a:lnTo>
                  <a:lnTo>
                    <a:pt x="396" y="3497"/>
                  </a:lnTo>
                  <a:lnTo>
                    <a:pt x="396" y="3536"/>
                  </a:lnTo>
                  <a:lnTo>
                    <a:pt x="376" y="3576"/>
                  </a:lnTo>
                  <a:lnTo>
                    <a:pt x="337" y="3595"/>
                  </a:lnTo>
                  <a:lnTo>
                    <a:pt x="337" y="3635"/>
                  </a:lnTo>
                  <a:lnTo>
                    <a:pt x="356" y="3655"/>
                  </a:lnTo>
                  <a:lnTo>
                    <a:pt x="396" y="3694"/>
                  </a:lnTo>
                  <a:lnTo>
                    <a:pt x="455" y="3714"/>
                  </a:lnTo>
                  <a:lnTo>
                    <a:pt x="495" y="3753"/>
                  </a:lnTo>
                  <a:lnTo>
                    <a:pt x="416" y="3753"/>
                  </a:lnTo>
                  <a:lnTo>
                    <a:pt x="396" y="3773"/>
                  </a:lnTo>
                  <a:lnTo>
                    <a:pt x="376" y="3793"/>
                  </a:lnTo>
                  <a:lnTo>
                    <a:pt x="475" y="4129"/>
                  </a:lnTo>
                  <a:lnTo>
                    <a:pt x="554" y="4504"/>
                  </a:lnTo>
                  <a:lnTo>
                    <a:pt x="515" y="4484"/>
                  </a:lnTo>
                  <a:lnTo>
                    <a:pt x="534" y="4543"/>
                  </a:lnTo>
                  <a:lnTo>
                    <a:pt x="554" y="4603"/>
                  </a:lnTo>
                  <a:lnTo>
                    <a:pt x="613" y="4721"/>
                  </a:lnTo>
                  <a:lnTo>
                    <a:pt x="653" y="4840"/>
                  </a:lnTo>
                  <a:lnTo>
                    <a:pt x="673" y="4899"/>
                  </a:lnTo>
                  <a:lnTo>
                    <a:pt x="653" y="4958"/>
                  </a:lnTo>
                  <a:lnTo>
                    <a:pt x="712" y="5017"/>
                  </a:lnTo>
                  <a:lnTo>
                    <a:pt x="752" y="5037"/>
                  </a:lnTo>
                  <a:lnTo>
                    <a:pt x="791" y="5017"/>
                  </a:lnTo>
                  <a:lnTo>
                    <a:pt x="811" y="4998"/>
                  </a:lnTo>
                  <a:lnTo>
                    <a:pt x="831" y="4978"/>
                  </a:lnTo>
                  <a:lnTo>
                    <a:pt x="929" y="4978"/>
                  </a:lnTo>
                  <a:lnTo>
                    <a:pt x="949" y="5017"/>
                  </a:lnTo>
                  <a:lnTo>
                    <a:pt x="949" y="5037"/>
                  </a:lnTo>
                  <a:lnTo>
                    <a:pt x="910" y="5057"/>
                  </a:lnTo>
                  <a:lnTo>
                    <a:pt x="850" y="5077"/>
                  </a:lnTo>
                  <a:lnTo>
                    <a:pt x="850" y="5096"/>
                  </a:lnTo>
                  <a:lnTo>
                    <a:pt x="850" y="5136"/>
                  </a:lnTo>
                  <a:lnTo>
                    <a:pt x="771" y="5136"/>
                  </a:lnTo>
                  <a:lnTo>
                    <a:pt x="752" y="5116"/>
                  </a:lnTo>
                  <a:lnTo>
                    <a:pt x="712" y="5096"/>
                  </a:lnTo>
                  <a:lnTo>
                    <a:pt x="653" y="5096"/>
                  </a:lnTo>
                  <a:lnTo>
                    <a:pt x="752" y="5215"/>
                  </a:lnTo>
                  <a:lnTo>
                    <a:pt x="732" y="5254"/>
                  </a:lnTo>
                  <a:lnTo>
                    <a:pt x="752" y="5314"/>
                  </a:lnTo>
                  <a:lnTo>
                    <a:pt x="752" y="5353"/>
                  </a:lnTo>
                  <a:lnTo>
                    <a:pt x="732" y="5413"/>
                  </a:lnTo>
                  <a:lnTo>
                    <a:pt x="732" y="5393"/>
                  </a:lnTo>
                  <a:lnTo>
                    <a:pt x="673" y="5393"/>
                  </a:lnTo>
                  <a:lnTo>
                    <a:pt x="673" y="5432"/>
                  </a:lnTo>
                  <a:lnTo>
                    <a:pt x="673" y="5492"/>
                  </a:lnTo>
                  <a:lnTo>
                    <a:pt x="712" y="5492"/>
                  </a:lnTo>
                  <a:lnTo>
                    <a:pt x="732" y="5511"/>
                  </a:lnTo>
                  <a:lnTo>
                    <a:pt x="752" y="5531"/>
                  </a:lnTo>
                  <a:lnTo>
                    <a:pt x="771" y="5551"/>
                  </a:lnTo>
                  <a:lnTo>
                    <a:pt x="771" y="5571"/>
                  </a:lnTo>
                  <a:lnTo>
                    <a:pt x="811" y="5571"/>
                  </a:lnTo>
                  <a:lnTo>
                    <a:pt x="850" y="5610"/>
                  </a:lnTo>
                  <a:lnTo>
                    <a:pt x="732" y="5650"/>
                  </a:lnTo>
                  <a:lnTo>
                    <a:pt x="811" y="5650"/>
                  </a:lnTo>
                  <a:lnTo>
                    <a:pt x="831" y="5709"/>
                  </a:lnTo>
                  <a:lnTo>
                    <a:pt x="831" y="5768"/>
                  </a:lnTo>
                  <a:lnTo>
                    <a:pt x="811" y="5847"/>
                  </a:lnTo>
                  <a:lnTo>
                    <a:pt x="791" y="5867"/>
                  </a:lnTo>
                  <a:lnTo>
                    <a:pt x="771" y="5887"/>
                  </a:lnTo>
                  <a:lnTo>
                    <a:pt x="771" y="5906"/>
                  </a:lnTo>
                  <a:lnTo>
                    <a:pt x="811" y="5926"/>
                  </a:lnTo>
                  <a:lnTo>
                    <a:pt x="831" y="5966"/>
                  </a:lnTo>
                  <a:lnTo>
                    <a:pt x="831" y="5985"/>
                  </a:lnTo>
                  <a:lnTo>
                    <a:pt x="771" y="5985"/>
                  </a:lnTo>
                  <a:lnTo>
                    <a:pt x="771" y="6064"/>
                  </a:lnTo>
                  <a:lnTo>
                    <a:pt x="791" y="6163"/>
                  </a:lnTo>
                  <a:lnTo>
                    <a:pt x="791" y="6262"/>
                  </a:lnTo>
                  <a:lnTo>
                    <a:pt x="771" y="6361"/>
                  </a:lnTo>
                  <a:lnTo>
                    <a:pt x="831" y="6479"/>
                  </a:lnTo>
                  <a:lnTo>
                    <a:pt x="870" y="6519"/>
                  </a:lnTo>
                  <a:lnTo>
                    <a:pt x="910" y="6578"/>
                  </a:lnTo>
                  <a:lnTo>
                    <a:pt x="910" y="6538"/>
                  </a:lnTo>
                  <a:lnTo>
                    <a:pt x="929" y="6519"/>
                  </a:lnTo>
                  <a:lnTo>
                    <a:pt x="949" y="6499"/>
                  </a:lnTo>
                  <a:lnTo>
                    <a:pt x="989" y="6519"/>
                  </a:lnTo>
                  <a:lnTo>
                    <a:pt x="1008" y="6519"/>
                  </a:lnTo>
                  <a:lnTo>
                    <a:pt x="1028" y="6558"/>
                  </a:lnTo>
                  <a:lnTo>
                    <a:pt x="1048" y="6598"/>
                  </a:lnTo>
                  <a:lnTo>
                    <a:pt x="1008" y="6617"/>
                  </a:lnTo>
                  <a:lnTo>
                    <a:pt x="1008" y="6637"/>
                  </a:lnTo>
                  <a:lnTo>
                    <a:pt x="989" y="6657"/>
                  </a:lnTo>
                  <a:lnTo>
                    <a:pt x="969" y="6637"/>
                  </a:lnTo>
                  <a:lnTo>
                    <a:pt x="929" y="6657"/>
                  </a:lnTo>
                  <a:lnTo>
                    <a:pt x="910" y="6677"/>
                  </a:lnTo>
                  <a:lnTo>
                    <a:pt x="929" y="6736"/>
                  </a:lnTo>
                  <a:lnTo>
                    <a:pt x="929" y="6775"/>
                  </a:lnTo>
                  <a:lnTo>
                    <a:pt x="910" y="6795"/>
                  </a:lnTo>
                  <a:lnTo>
                    <a:pt x="890" y="6815"/>
                  </a:lnTo>
                  <a:lnTo>
                    <a:pt x="910" y="6835"/>
                  </a:lnTo>
                  <a:lnTo>
                    <a:pt x="929" y="6874"/>
                  </a:lnTo>
                  <a:lnTo>
                    <a:pt x="949" y="6933"/>
                  </a:lnTo>
                  <a:lnTo>
                    <a:pt x="989" y="6953"/>
                  </a:lnTo>
                  <a:lnTo>
                    <a:pt x="949" y="6953"/>
                  </a:lnTo>
                  <a:lnTo>
                    <a:pt x="929" y="6933"/>
                  </a:lnTo>
                  <a:lnTo>
                    <a:pt x="929" y="6914"/>
                  </a:lnTo>
                  <a:lnTo>
                    <a:pt x="910" y="6914"/>
                  </a:lnTo>
                  <a:lnTo>
                    <a:pt x="929" y="6953"/>
                  </a:lnTo>
                  <a:lnTo>
                    <a:pt x="890" y="6953"/>
                  </a:lnTo>
                  <a:lnTo>
                    <a:pt x="890" y="6993"/>
                  </a:lnTo>
                  <a:lnTo>
                    <a:pt x="910" y="7012"/>
                  </a:lnTo>
                  <a:lnTo>
                    <a:pt x="949" y="7052"/>
                  </a:lnTo>
                  <a:lnTo>
                    <a:pt x="1008" y="7072"/>
                  </a:lnTo>
                  <a:lnTo>
                    <a:pt x="1048" y="7111"/>
                  </a:lnTo>
                  <a:lnTo>
                    <a:pt x="1028" y="7111"/>
                  </a:lnTo>
                  <a:lnTo>
                    <a:pt x="1068" y="7151"/>
                  </a:lnTo>
                  <a:lnTo>
                    <a:pt x="949" y="7111"/>
                  </a:lnTo>
                  <a:lnTo>
                    <a:pt x="989" y="7151"/>
                  </a:lnTo>
                  <a:lnTo>
                    <a:pt x="1028" y="7190"/>
                  </a:lnTo>
                  <a:lnTo>
                    <a:pt x="1068" y="7210"/>
                  </a:lnTo>
                  <a:lnTo>
                    <a:pt x="1087" y="7249"/>
                  </a:lnTo>
                  <a:lnTo>
                    <a:pt x="1068" y="7269"/>
                  </a:lnTo>
                  <a:lnTo>
                    <a:pt x="1107" y="7309"/>
                  </a:lnTo>
                  <a:lnTo>
                    <a:pt x="1068" y="7309"/>
                  </a:lnTo>
                  <a:lnTo>
                    <a:pt x="1127" y="7328"/>
                  </a:lnTo>
                  <a:lnTo>
                    <a:pt x="1147" y="7368"/>
                  </a:lnTo>
                  <a:lnTo>
                    <a:pt x="1186" y="7407"/>
                  </a:lnTo>
                  <a:lnTo>
                    <a:pt x="1226" y="7447"/>
                  </a:lnTo>
                  <a:lnTo>
                    <a:pt x="1166" y="7486"/>
                  </a:lnTo>
                  <a:lnTo>
                    <a:pt x="1147" y="7506"/>
                  </a:lnTo>
                  <a:lnTo>
                    <a:pt x="1186" y="7526"/>
                  </a:lnTo>
                  <a:lnTo>
                    <a:pt x="1068" y="7546"/>
                  </a:lnTo>
                  <a:lnTo>
                    <a:pt x="1068" y="7486"/>
                  </a:lnTo>
                  <a:lnTo>
                    <a:pt x="1087" y="7467"/>
                  </a:lnTo>
                  <a:lnTo>
                    <a:pt x="1107" y="7447"/>
                  </a:lnTo>
                  <a:lnTo>
                    <a:pt x="1087" y="7407"/>
                  </a:lnTo>
                  <a:lnTo>
                    <a:pt x="1048" y="7447"/>
                  </a:lnTo>
                  <a:lnTo>
                    <a:pt x="1028" y="7486"/>
                  </a:lnTo>
                  <a:lnTo>
                    <a:pt x="989" y="7605"/>
                  </a:lnTo>
                  <a:lnTo>
                    <a:pt x="1008" y="7704"/>
                  </a:lnTo>
                  <a:lnTo>
                    <a:pt x="1028" y="7803"/>
                  </a:lnTo>
                  <a:lnTo>
                    <a:pt x="1048" y="7842"/>
                  </a:lnTo>
                  <a:lnTo>
                    <a:pt x="1048" y="7882"/>
                  </a:lnTo>
                  <a:lnTo>
                    <a:pt x="2549" y="7921"/>
                  </a:lnTo>
                  <a:lnTo>
                    <a:pt x="2569" y="7842"/>
                  </a:lnTo>
                  <a:lnTo>
                    <a:pt x="2549" y="7783"/>
                  </a:lnTo>
                  <a:lnTo>
                    <a:pt x="2529" y="7743"/>
                  </a:lnTo>
                  <a:lnTo>
                    <a:pt x="2450" y="7822"/>
                  </a:lnTo>
                  <a:lnTo>
                    <a:pt x="2549" y="7822"/>
                  </a:lnTo>
                  <a:lnTo>
                    <a:pt x="2490" y="7862"/>
                  </a:lnTo>
                  <a:lnTo>
                    <a:pt x="2411" y="7862"/>
                  </a:lnTo>
                  <a:lnTo>
                    <a:pt x="2272" y="7822"/>
                  </a:lnTo>
                  <a:lnTo>
                    <a:pt x="2292" y="7803"/>
                  </a:lnTo>
                  <a:lnTo>
                    <a:pt x="2292" y="7783"/>
                  </a:lnTo>
                  <a:lnTo>
                    <a:pt x="2312" y="7763"/>
                  </a:lnTo>
                  <a:lnTo>
                    <a:pt x="2332" y="7763"/>
                  </a:lnTo>
                  <a:lnTo>
                    <a:pt x="2292" y="7684"/>
                  </a:lnTo>
                  <a:lnTo>
                    <a:pt x="2272" y="7704"/>
                  </a:lnTo>
                  <a:lnTo>
                    <a:pt x="2253" y="7723"/>
                  </a:lnTo>
                  <a:lnTo>
                    <a:pt x="2233" y="7723"/>
                  </a:lnTo>
                  <a:lnTo>
                    <a:pt x="2272" y="7664"/>
                  </a:lnTo>
                  <a:lnTo>
                    <a:pt x="2292" y="7644"/>
                  </a:lnTo>
                  <a:lnTo>
                    <a:pt x="2312" y="7664"/>
                  </a:lnTo>
                  <a:lnTo>
                    <a:pt x="2292" y="7605"/>
                  </a:lnTo>
                  <a:lnTo>
                    <a:pt x="2272" y="7585"/>
                  </a:lnTo>
                  <a:lnTo>
                    <a:pt x="2233" y="7585"/>
                  </a:lnTo>
                  <a:lnTo>
                    <a:pt x="2233" y="7565"/>
                  </a:lnTo>
                  <a:lnTo>
                    <a:pt x="2292" y="7565"/>
                  </a:lnTo>
                  <a:lnTo>
                    <a:pt x="2391" y="7605"/>
                  </a:lnTo>
                  <a:lnTo>
                    <a:pt x="2391" y="7565"/>
                  </a:lnTo>
                  <a:lnTo>
                    <a:pt x="2490" y="7565"/>
                  </a:lnTo>
                  <a:lnTo>
                    <a:pt x="2470" y="7486"/>
                  </a:lnTo>
                  <a:lnTo>
                    <a:pt x="2569" y="7506"/>
                  </a:lnTo>
                  <a:lnTo>
                    <a:pt x="2569" y="7486"/>
                  </a:lnTo>
                  <a:lnTo>
                    <a:pt x="2549" y="7447"/>
                  </a:lnTo>
                  <a:lnTo>
                    <a:pt x="2529" y="7427"/>
                  </a:lnTo>
                  <a:lnTo>
                    <a:pt x="2549" y="7388"/>
                  </a:lnTo>
                  <a:lnTo>
                    <a:pt x="2470" y="7388"/>
                  </a:lnTo>
                  <a:lnTo>
                    <a:pt x="2529" y="7249"/>
                  </a:lnTo>
                  <a:lnTo>
                    <a:pt x="2529" y="7131"/>
                  </a:lnTo>
                  <a:lnTo>
                    <a:pt x="2470" y="7170"/>
                  </a:lnTo>
                  <a:lnTo>
                    <a:pt x="2450" y="7131"/>
                  </a:lnTo>
                  <a:lnTo>
                    <a:pt x="2450" y="7111"/>
                  </a:lnTo>
                  <a:lnTo>
                    <a:pt x="2470" y="7072"/>
                  </a:lnTo>
                  <a:lnTo>
                    <a:pt x="2509" y="7032"/>
                  </a:lnTo>
                  <a:lnTo>
                    <a:pt x="2509" y="7012"/>
                  </a:lnTo>
                  <a:lnTo>
                    <a:pt x="2509" y="6973"/>
                  </a:lnTo>
                  <a:lnTo>
                    <a:pt x="2470" y="6933"/>
                  </a:lnTo>
                  <a:lnTo>
                    <a:pt x="2430" y="6894"/>
                  </a:lnTo>
                  <a:lnTo>
                    <a:pt x="2391" y="6874"/>
                  </a:lnTo>
                  <a:lnTo>
                    <a:pt x="2332" y="6874"/>
                  </a:lnTo>
                  <a:lnTo>
                    <a:pt x="2332" y="6854"/>
                  </a:lnTo>
                  <a:lnTo>
                    <a:pt x="2332" y="6835"/>
                  </a:lnTo>
                  <a:lnTo>
                    <a:pt x="2391" y="6815"/>
                  </a:lnTo>
                  <a:lnTo>
                    <a:pt x="2292" y="6756"/>
                  </a:lnTo>
                  <a:lnTo>
                    <a:pt x="2272" y="6716"/>
                  </a:lnTo>
                  <a:lnTo>
                    <a:pt x="2272" y="6696"/>
                  </a:lnTo>
                  <a:lnTo>
                    <a:pt x="2272" y="6677"/>
                  </a:lnTo>
                  <a:lnTo>
                    <a:pt x="2351" y="6756"/>
                  </a:lnTo>
                  <a:lnTo>
                    <a:pt x="2391" y="6736"/>
                  </a:lnTo>
                  <a:lnTo>
                    <a:pt x="2391" y="6677"/>
                  </a:lnTo>
                  <a:lnTo>
                    <a:pt x="2391" y="6637"/>
                  </a:lnTo>
                  <a:lnTo>
                    <a:pt x="2391" y="6598"/>
                  </a:lnTo>
                  <a:lnTo>
                    <a:pt x="2154" y="6400"/>
                  </a:lnTo>
                  <a:lnTo>
                    <a:pt x="2095" y="6420"/>
                  </a:lnTo>
                  <a:lnTo>
                    <a:pt x="2016" y="6440"/>
                  </a:lnTo>
                  <a:lnTo>
                    <a:pt x="1956" y="6420"/>
                  </a:lnTo>
                  <a:lnTo>
                    <a:pt x="1897" y="6400"/>
                  </a:lnTo>
                  <a:lnTo>
                    <a:pt x="1917" y="6380"/>
                  </a:lnTo>
                  <a:lnTo>
                    <a:pt x="1937" y="6341"/>
                  </a:lnTo>
                  <a:lnTo>
                    <a:pt x="1976" y="6262"/>
                  </a:lnTo>
                  <a:lnTo>
                    <a:pt x="2016" y="6262"/>
                  </a:lnTo>
                  <a:lnTo>
                    <a:pt x="2055" y="6222"/>
                  </a:lnTo>
                  <a:lnTo>
                    <a:pt x="2095" y="6203"/>
                  </a:lnTo>
                  <a:lnTo>
                    <a:pt x="2114" y="6222"/>
                  </a:lnTo>
                  <a:lnTo>
                    <a:pt x="2114" y="6242"/>
                  </a:lnTo>
                  <a:lnTo>
                    <a:pt x="2075" y="6282"/>
                  </a:lnTo>
                  <a:lnTo>
                    <a:pt x="2055" y="6301"/>
                  </a:lnTo>
                  <a:lnTo>
                    <a:pt x="2055" y="6321"/>
                  </a:lnTo>
                  <a:lnTo>
                    <a:pt x="2134" y="6262"/>
                  </a:lnTo>
                  <a:lnTo>
                    <a:pt x="2213" y="6163"/>
                  </a:lnTo>
                  <a:lnTo>
                    <a:pt x="2253" y="6183"/>
                  </a:lnTo>
                  <a:lnTo>
                    <a:pt x="2272" y="6222"/>
                  </a:lnTo>
                  <a:lnTo>
                    <a:pt x="2213" y="6222"/>
                  </a:lnTo>
                  <a:lnTo>
                    <a:pt x="2253" y="6262"/>
                  </a:lnTo>
                  <a:lnTo>
                    <a:pt x="2272" y="6262"/>
                  </a:lnTo>
                  <a:lnTo>
                    <a:pt x="2312" y="6242"/>
                  </a:lnTo>
                  <a:lnTo>
                    <a:pt x="2351" y="6203"/>
                  </a:lnTo>
                  <a:lnTo>
                    <a:pt x="2411" y="6203"/>
                  </a:lnTo>
                  <a:lnTo>
                    <a:pt x="2391" y="6143"/>
                  </a:lnTo>
                  <a:lnTo>
                    <a:pt x="2351" y="6143"/>
                  </a:lnTo>
                  <a:lnTo>
                    <a:pt x="2371" y="6124"/>
                  </a:lnTo>
                  <a:lnTo>
                    <a:pt x="2391" y="6084"/>
                  </a:lnTo>
                  <a:lnTo>
                    <a:pt x="2351" y="6045"/>
                  </a:lnTo>
                  <a:lnTo>
                    <a:pt x="2332" y="5985"/>
                  </a:lnTo>
                  <a:lnTo>
                    <a:pt x="2332" y="5946"/>
                  </a:lnTo>
                  <a:lnTo>
                    <a:pt x="2351" y="5926"/>
                  </a:lnTo>
                  <a:lnTo>
                    <a:pt x="2312" y="5946"/>
                  </a:lnTo>
                  <a:lnTo>
                    <a:pt x="2292" y="5946"/>
                  </a:lnTo>
                  <a:lnTo>
                    <a:pt x="2253" y="5926"/>
                  </a:lnTo>
                  <a:lnTo>
                    <a:pt x="2253" y="5887"/>
                  </a:lnTo>
                  <a:lnTo>
                    <a:pt x="2272" y="5867"/>
                  </a:lnTo>
                  <a:lnTo>
                    <a:pt x="2332" y="5827"/>
                  </a:lnTo>
                  <a:lnTo>
                    <a:pt x="2292" y="5808"/>
                  </a:lnTo>
                  <a:lnTo>
                    <a:pt x="2272" y="5788"/>
                  </a:lnTo>
                  <a:lnTo>
                    <a:pt x="2272" y="5748"/>
                  </a:lnTo>
                  <a:lnTo>
                    <a:pt x="2233" y="5729"/>
                  </a:lnTo>
                  <a:lnTo>
                    <a:pt x="2174" y="5748"/>
                  </a:lnTo>
                  <a:lnTo>
                    <a:pt x="2134" y="5768"/>
                  </a:lnTo>
                  <a:lnTo>
                    <a:pt x="2075" y="5748"/>
                  </a:lnTo>
                  <a:lnTo>
                    <a:pt x="2035" y="5729"/>
                  </a:lnTo>
                  <a:lnTo>
                    <a:pt x="2016" y="5689"/>
                  </a:lnTo>
                  <a:lnTo>
                    <a:pt x="2035" y="5650"/>
                  </a:lnTo>
                  <a:lnTo>
                    <a:pt x="2016" y="5630"/>
                  </a:lnTo>
                  <a:lnTo>
                    <a:pt x="2055" y="5610"/>
                  </a:lnTo>
                  <a:lnTo>
                    <a:pt x="2075" y="5630"/>
                  </a:lnTo>
                  <a:lnTo>
                    <a:pt x="2095" y="5669"/>
                  </a:lnTo>
                  <a:lnTo>
                    <a:pt x="2114" y="5689"/>
                  </a:lnTo>
                  <a:lnTo>
                    <a:pt x="2035" y="5551"/>
                  </a:lnTo>
                  <a:lnTo>
                    <a:pt x="2075" y="5531"/>
                  </a:lnTo>
                  <a:lnTo>
                    <a:pt x="2114" y="5531"/>
                  </a:lnTo>
                  <a:lnTo>
                    <a:pt x="2134" y="5571"/>
                  </a:lnTo>
                  <a:lnTo>
                    <a:pt x="2134" y="5610"/>
                  </a:lnTo>
                  <a:lnTo>
                    <a:pt x="2154" y="5551"/>
                  </a:lnTo>
                  <a:lnTo>
                    <a:pt x="2134" y="5511"/>
                  </a:lnTo>
                  <a:lnTo>
                    <a:pt x="2095" y="5472"/>
                  </a:lnTo>
                  <a:lnTo>
                    <a:pt x="2035" y="5452"/>
                  </a:lnTo>
                  <a:lnTo>
                    <a:pt x="2055" y="5413"/>
                  </a:lnTo>
                  <a:lnTo>
                    <a:pt x="2055" y="5353"/>
                  </a:lnTo>
                  <a:lnTo>
                    <a:pt x="2114" y="5373"/>
                  </a:lnTo>
                  <a:lnTo>
                    <a:pt x="2174" y="5373"/>
                  </a:lnTo>
                  <a:lnTo>
                    <a:pt x="2233" y="5393"/>
                  </a:lnTo>
                  <a:lnTo>
                    <a:pt x="2272" y="5413"/>
                  </a:lnTo>
                  <a:lnTo>
                    <a:pt x="2253" y="5452"/>
                  </a:lnTo>
                  <a:lnTo>
                    <a:pt x="2154" y="5452"/>
                  </a:lnTo>
                  <a:lnTo>
                    <a:pt x="2154" y="5472"/>
                  </a:lnTo>
                  <a:lnTo>
                    <a:pt x="2233" y="5472"/>
                  </a:lnTo>
                  <a:lnTo>
                    <a:pt x="2213" y="5511"/>
                  </a:lnTo>
                  <a:lnTo>
                    <a:pt x="2233" y="5531"/>
                  </a:lnTo>
                  <a:lnTo>
                    <a:pt x="2253" y="5571"/>
                  </a:lnTo>
                  <a:lnTo>
                    <a:pt x="2233" y="5571"/>
                  </a:lnTo>
                  <a:lnTo>
                    <a:pt x="2213" y="5551"/>
                  </a:lnTo>
                  <a:lnTo>
                    <a:pt x="2233" y="5650"/>
                  </a:lnTo>
                  <a:lnTo>
                    <a:pt x="2253" y="5689"/>
                  </a:lnTo>
                  <a:lnTo>
                    <a:pt x="2292" y="5709"/>
                  </a:lnTo>
                  <a:lnTo>
                    <a:pt x="2312" y="5669"/>
                  </a:lnTo>
                  <a:lnTo>
                    <a:pt x="2312" y="5650"/>
                  </a:lnTo>
                  <a:lnTo>
                    <a:pt x="2292" y="5571"/>
                  </a:lnTo>
                  <a:lnTo>
                    <a:pt x="2292" y="5492"/>
                  </a:lnTo>
                  <a:lnTo>
                    <a:pt x="2292" y="5472"/>
                  </a:lnTo>
                  <a:lnTo>
                    <a:pt x="2332" y="5452"/>
                  </a:lnTo>
                  <a:lnTo>
                    <a:pt x="2193" y="5294"/>
                  </a:lnTo>
                  <a:lnTo>
                    <a:pt x="2134" y="5333"/>
                  </a:lnTo>
                  <a:lnTo>
                    <a:pt x="2095" y="5333"/>
                  </a:lnTo>
                  <a:lnTo>
                    <a:pt x="2055" y="5314"/>
                  </a:lnTo>
                  <a:lnTo>
                    <a:pt x="2114" y="5294"/>
                  </a:lnTo>
                  <a:lnTo>
                    <a:pt x="2154" y="5254"/>
                  </a:lnTo>
                  <a:lnTo>
                    <a:pt x="2174" y="5215"/>
                  </a:lnTo>
                  <a:lnTo>
                    <a:pt x="2174" y="5175"/>
                  </a:lnTo>
                  <a:lnTo>
                    <a:pt x="2134" y="5175"/>
                  </a:lnTo>
                  <a:lnTo>
                    <a:pt x="2095" y="5136"/>
                  </a:lnTo>
                  <a:lnTo>
                    <a:pt x="2055" y="5116"/>
                  </a:lnTo>
                  <a:lnTo>
                    <a:pt x="1996" y="5116"/>
                  </a:lnTo>
                  <a:lnTo>
                    <a:pt x="2016" y="5136"/>
                  </a:lnTo>
                  <a:lnTo>
                    <a:pt x="2016" y="5156"/>
                  </a:lnTo>
                  <a:lnTo>
                    <a:pt x="1976" y="5175"/>
                  </a:lnTo>
                  <a:lnTo>
                    <a:pt x="1956" y="5136"/>
                  </a:lnTo>
                  <a:lnTo>
                    <a:pt x="1917" y="5136"/>
                  </a:lnTo>
                  <a:lnTo>
                    <a:pt x="1877" y="5156"/>
                  </a:lnTo>
                  <a:lnTo>
                    <a:pt x="1877" y="5136"/>
                  </a:lnTo>
                  <a:lnTo>
                    <a:pt x="1877" y="5077"/>
                  </a:lnTo>
                  <a:lnTo>
                    <a:pt x="1937" y="5077"/>
                  </a:lnTo>
                  <a:lnTo>
                    <a:pt x="1956" y="5017"/>
                  </a:lnTo>
                  <a:lnTo>
                    <a:pt x="2055" y="5057"/>
                  </a:lnTo>
                  <a:lnTo>
                    <a:pt x="2068" y="5065"/>
                  </a:lnTo>
                  <a:lnTo>
                    <a:pt x="1976" y="4919"/>
                  </a:lnTo>
                  <a:lnTo>
                    <a:pt x="1917" y="4859"/>
                  </a:lnTo>
                  <a:lnTo>
                    <a:pt x="1877" y="4780"/>
                  </a:lnTo>
                  <a:lnTo>
                    <a:pt x="1917" y="4780"/>
                  </a:lnTo>
                  <a:lnTo>
                    <a:pt x="1956" y="4800"/>
                  </a:lnTo>
                  <a:lnTo>
                    <a:pt x="2016" y="4859"/>
                  </a:lnTo>
                  <a:lnTo>
                    <a:pt x="2075" y="4899"/>
                  </a:lnTo>
                  <a:lnTo>
                    <a:pt x="2174" y="4899"/>
                  </a:lnTo>
                  <a:lnTo>
                    <a:pt x="2154" y="4859"/>
                  </a:lnTo>
                  <a:lnTo>
                    <a:pt x="2114" y="4840"/>
                  </a:lnTo>
                  <a:lnTo>
                    <a:pt x="2095" y="4840"/>
                  </a:lnTo>
                  <a:lnTo>
                    <a:pt x="2075" y="4800"/>
                  </a:lnTo>
                  <a:lnTo>
                    <a:pt x="2095" y="4780"/>
                  </a:lnTo>
                  <a:lnTo>
                    <a:pt x="2114" y="4761"/>
                  </a:lnTo>
                  <a:lnTo>
                    <a:pt x="2114" y="4721"/>
                  </a:lnTo>
                  <a:lnTo>
                    <a:pt x="2075" y="4662"/>
                  </a:lnTo>
                  <a:lnTo>
                    <a:pt x="2055" y="4603"/>
                  </a:lnTo>
                  <a:lnTo>
                    <a:pt x="2016" y="4642"/>
                  </a:lnTo>
                  <a:lnTo>
                    <a:pt x="1996" y="4622"/>
                  </a:lnTo>
                  <a:lnTo>
                    <a:pt x="1996" y="4583"/>
                  </a:lnTo>
                  <a:lnTo>
                    <a:pt x="2016" y="4524"/>
                  </a:lnTo>
                  <a:lnTo>
                    <a:pt x="2035" y="4524"/>
                  </a:lnTo>
                  <a:lnTo>
                    <a:pt x="1996" y="4504"/>
                  </a:lnTo>
                  <a:lnTo>
                    <a:pt x="2016" y="4484"/>
                  </a:lnTo>
                  <a:lnTo>
                    <a:pt x="1996" y="4464"/>
                  </a:lnTo>
                  <a:lnTo>
                    <a:pt x="1976" y="4405"/>
                  </a:lnTo>
                  <a:lnTo>
                    <a:pt x="1976" y="4346"/>
                  </a:lnTo>
                  <a:lnTo>
                    <a:pt x="1956" y="4306"/>
                  </a:lnTo>
                  <a:lnTo>
                    <a:pt x="1937" y="4306"/>
                  </a:lnTo>
                  <a:lnTo>
                    <a:pt x="1937" y="4346"/>
                  </a:lnTo>
                  <a:lnTo>
                    <a:pt x="1956" y="4366"/>
                  </a:lnTo>
                  <a:lnTo>
                    <a:pt x="1956" y="4405"/>
                  </a:lnTo>
                  <a:lnTo>
                    <a:pt x="1937" y="4445"/>
                  </a:lnTo>
                  <a:lnTo>
                    <a:pt x="1897" y="4464"/>
                  </a:lnTo>
                  <a:lnTo>
                    <a:pt x="1877" y="4445"/>
                  </a:lnTo>
                  <a:lnTo>
                    <a:pt x="1858" y="4385"/>
                  </a:lnTo>
                  <a:lnTo>
                    <a:pt x="1818" y="4346"/>
                  </a:lnTo>
                  <a:lnTo>
                    <a:pt x="1779" y="4287"/>
                  </a:lnTo>
                  <a:lnTo>
                    <a:pt x="1759" y="4227"/>
                  </a:lnTo>
                  <a:lnTo>
                    <a:pt x="1739" y="4247"/>
                  </a:lnTo>
                  <a:lnTo>
                    <a:pt x="1719" y="4227"/>
                  </a:lnTo>
                  <a:lnTo>
                    <a:pt x="1700" y="4208"/>
                  </a:lnTo>
                  <a:lnTo>
                    <a:pt x="1700" y="4148"/>
                  </a:lnTo>
                  <a:lnTo>
                    <a:pt x="1719" y="4109"/>
                  </a:lnTo>
                  <a:lnTo>
                    <a:pt x="1739" y="4109"/>
                  </a:lnTo>
                  <a:lnTo>
                    <a:pt x="1779" y="4129"/>
                  </a:lnTo>
                  <a:lnTo>
                    <a:pt x="1818" y="4148"/>
                  </a:lnTo>
                  <a:lnTo>
                    <a:pt x="1838" y="4129"/>
                  </a:lnTo>
                  <a:lnTo>
                    <a:pt x="1877" y="4168"/>
                  </a:lnTo>
                  <a:lnTo>
                    <a:pt x="1877" y="4188"/>
                  </a:lnTo>
                  <a:lnTo>
                    <a:pt x="1897" y="4208"/>
                  </a:lnTo>
                  <a:lnTo>
                    <a:pt x="1937" y="4227"/>
                  </a:lnTo>
                  <a:lnTo>
                    <a:pt x="2035" y="4168"/>
                  </a:lnTo>
                  <a:lnTo>
                    <a:pt x="1996" y="4129"/>
                  </a:lnTo>
                  <a:lnTo>
                    <a:pt x="2016" y="4089"/>
                  </a:lnTo>
                  <a:lnTo>
                    <a:pt x="2035" y="4069"/>
                  </a:lnTo>
                  <a:lnTo>
                    <a:pt x="2035" y="4030"/>
                  </a:lnTo>
                  <a:lnTo>
                    <a:pt x="1996" y="4069"/>
                  </a:lnTo>
                  <a:lnTo>
                    <a:pt x="1956" y="4069"/>
                  </a:lnTo>
                  <a:lnTo>
                    <a:pt x="1956" y="4050"/>
                  </a:lnTo>
                  <a:lnTo>
                    <a:pt x="1976" y="4030"/>
                  </a:lnTo>
                  <a:lnTo>
                    <a:pt x="1858" y="4050"/>
                  </a:lnTo>
                  <a:lnTo>
                    <a:pt x="1877" y="4089"/>
                  </a:lnTo>
                  <a:lnTo>
                    <a:pt x="1897" y="4109"/>
                  </a:lnTo>
                  <a:lnTo>
                    <a:pt x="1917" y="4148"/>
                  </a:lnTo>
                  <a:lnTo>
                    <a:pt x="1897" y="4168"/>
                  </a:lnTo>
                  <a:lnTo>
                    <a:pt x="1858" y="4129"/>
                  </a:lnTo>
                  <a:lnTo>
                    <a:pt x="1798" y="4109"/>
                  </a:lnTo>
                  <a:lnTo>
                    <a:pt x="1759" y="4069"/>
                  </a:lnTo>
                  <a:lnTo>
                    <a:pt x="1739" y="4010"/>
                  </a:lnTo>
                  <a:lnTo>
                    <a:pt x="1759" y="4010"/>
                  </a:lnTo>
                  <a:lnTo>
                    <a:pt x="1779" y="4030"/>
                  </a:lnTo>
                  <a:lnTo>
                    <a:pt x="1798" y="4050"/>
                  </a:lnTo>
                  <a:lnTo>
                    <a:pt x="1798" y="4010"/>
                  </a:lnTo>
                  <a:lnTo>
                    <a:pt x="1779" y="3990"/>
                  </a:lnTo>
                  <a:lnTo>
                    <a:pt x="1759" y="3951"/>
                  </a:lnTo>
                  <a:lnTo>
                    <a:pt x="1759" y="3911"/>
                  </a:lnTo>
                  <a:lnTo>
                    <a:pt x="1818" y="3951"/>
                  </a:lnTo>
                  <a:lnTo>
                    <a:pt x="1858" y="3971"/>
                  </a:lnTo>
                  <a:lnTo>
                    <a:pt x="1897" y="3951"/>
                  </a:lnTo>
                  <a:lnTo>
                    <a:pt x="1798" y="3931"/>
                  </a:lnTo>
                  <a:lnTo>
                    <a:pt x="1838" y="3892"/>
                  </a:lnTo>
                  <a:lnTo>
                    <a:pt x="1858" y="3892"/>
                  </a:lnTo>
                  <a:lnTo>
                    <a:pt x="1838" y="3872"/>
                  </a:lnTo>
                  <a:lnTo>
                    <a:pt x="1779" y="3872"/>
                  </a:lnTo>
                  <a:lnTo>
                    <a:pt x="1779" y="3852"/>
                  </a:lnTo>
                  <a:lnTo>
                    <a:pt x="1798" y="3832"/>
                  </a:lnTo>
                  <a:lnTo>
                    <a:pt x="1838" y="3813"/>
                  </a:lnTo>
                  <a:lnTo>
                    <a:pt x="1818" y="3793"/>
                  </a:lnTo>
                  <a:lnTo>
                    <a:pt x="1818" y="3773"/>
                  </a:lnTo>
                  <a:lnTo>
                    <a:pt x="1779" y="3753"/>
                  </a:lnTo>
                  <a:lnTo>
                    <a:pt x="1759" y="3734"/>
                  </a:lnTo>
                  <a:lnTo>
                    <a:pt x="1739" y="3773"/>
                  </a:lnTo>
                  <a:lnTo>
                    <a:pt x="1640" y="3773"/>
                  </a:lnTo>
                  <a:lnTo>
                    <a:pt x="1601" y="3753"/>
                  </a:lnTo>
                  <a:lnTo>
                    <a:pt x="1601" y="3694"/>
                  </a:lnTo>
                  <a:lnTo>
                    <a:pt x="1581" y="3635"/>
                  </a:lnTo>
                  <a:lnTo>
                    <a:pt x="1601" y="3595"/>
                  </a:lnTo>
                  <a:lnTo>
                    <a:pt x="1640" y="3536"/>
                  </a:lnTo>
                  <a:lnTo>
                    <a:pt x="1581" y="3516"/>
                  </a:lnTo>
                  <a:lnTo>
                    <a:pt x="1621" y="3516"/>
                  </a:lnTo>
                  <a:lnTo>
                    <a:pt x="1621" y="3477"/>
                  </a:lnTo>
                  <a:lnTo>
                    <a:pt x="1621" y="3437"/>
                  </a:lnTo>
                  <a:lnTo>
                    <a:pt x="1660" y="3437"/>
                  </a:lnTo>
                  <a:lnTo>
                    <a:pt x="1660" y="3477"/>
                  </a:lnTo>
                  <a:lnTo>
                    <a:pt x="1700" y="3516"/>
                  </a:lnTo>
                  <a:lnTo>
                    <a:pt x="1719" y="3536"/>
                  </a:lnTo>
                  <a:lnTo>
                    <a:pt x="1759" y="3536"/>
                  </a:lnTo>
                  <a:lnTo>
                    <a:pt x="1779" y="3516"/>
                  </a:lnTo>
                  <a:lnTo>
                    <a:pt x="1798" y="3497"/>
                  </a:lnTo>
                  <a:lnTo>
                    <a:pt x="1858" y="3516"/>
                  </a:lnTo>
                  <a:lnTo>
                    <a:pt x="1858" y="3516"/>
                  </a:lnTo>
                  <a:lnTo>
                    <a:pt x="1838" y="3497"/>
                  </a:lnTo>
                  <a:lnTo>
                    <a:pt x="1798" y="3477"/>
                  </a:lnTo>
                  <a:lnTo>
                    <a:pt x="1739" y="3497"/>
                  </a:lnTo>
                  <a:lnTo>
                    <a:pt x="1700" y="3477"/>
                  </a:lnTo>
                  <a:lnTo>
                    <a:pt x="1719" y="3457"/>
                  </a:lnTo>
                  <a:lnTo>
                    <a:pt x="1719" y="3437"/>
                  </a:lnTo>
                  <a:lnTo>
                    <a:pt x="1739" y="3418"/>
                  </a:lnTo>
                  <a:lnTo>
                    <a:pt x="1779" y="3418"/>
                  </a:lnTo>
                  <a:lnTo>
                    <a:pt x="1759" y="3378"/>
                  </a:lnTo>
                  <a:lnTo>
                    <a:pt x="1739" y="3358"/>
                  </a:lnTo>
                  <a:lnTo>
                    <a:pt x="1700" y="3339"/>
                  </a:lnTo>
                  <a:lnTo>
                    <a:pt x="1700" y="3319"/>
                  </a:lnTo>
                  <a:lnTo>
                    <a:pt x="1818" y="3319"/>
                  </a:lnTo>
                  <a:lnTo>
                    <a:pt x="1818" y="3299"/>
                  </a:lnTo>
                  <a:lnTo>
                    <a:pt x="1818" y="3279"/>
                  </a:lnTo>
                  <a:lnTo>
                    <a:pt x="1838" y="3260"/>
                  </a:lnTo>
                  <a:lnTo>
                    <a:pt x="1779" y="3260"/>
                  </a:lnTo>
                  <a:lnTo>
                    <a:pt x="1779" y="3279"/>
                  </a:lnTo>
                  <a:lnTo>
                    <a:pt x="1759" y="3260"/>
                  </a:lnTo>
                  <a:lnTo>
                    <a:pt x="1739" y="3240"/>
                  </a:lnTo>
                  <a:lnTo>
                    <a:pt x="1739" y="3200"/>
                  </a:lnTo>
                  <a:lnTo>
                    <a:pt x="1719" y="3181"/>
                  </a:lnTo>
                  <a:lnTo>
                    <a:pt x="1739" y="3161"/>
                  </a:lnTo>
                  <a:lnTo>
                    <a:pt x="1739" y="3121"/>
                  </a:lnTo>
                  <a:lnTo>
                    <a:pt x="1739" y="3082"/>
                  </a:lnTo>
                  <a:lnTo>
                    <a:pt x="1739" y="3042"/>
                  </a:lnTo>
                  <a:lnTo>
                    <a:pt x="1700" y="3062"/>
                  </a:lnTo>
                  <a:lnTo>
                    <a:pt x="1680" y="3062"/>
                  </a:lnTo>
                  <a:lnTo>
                    <a:pt x="1680" y="3082"/>
                  </a:lnTo>
                  <a:lnTo>
                    <a:pt x="1700" y="3102"/>
                  </a:lnTo>
                  <a:lnTo>
                    <a:pt x="1719" y="3121"/>
                  </a:lnTo>
                  <a:lnTo>
                    <a:pt x="1719" y="3141"/>
                  </a:lnTo>
                  <a:lnTo>
                    <a:pt x="1680" y="3161"/>
                  </a:lnTo>
                  <a:lnTo>
                    <a:pt x="1640" y="3102"/>
                  </a:lnTo>
                  <a:lnTo>
                    <a:pt x="1621" y="3022"/>
                  </a:lnTo>
                  <a:lnTo>
                    <a:pt x="1601" y="2924"/>
                  </a:lnTo>
                  <a:lnTo>
                    <a:pt x="1561" y="2864"/>
                  </a:lnTo>
                  <a:lnTo>
                    <a:pt x="1581" y="2825"/>
                  </a:lnTo>
                  <a:lnTo>
                    <a:pt x="1700" y="2825"/>
                  </a:lnTo>
                  <a:lnTo>
                    <a:pt x="1700" y="2864"/>
                  </a:lnTo>
                  <a:lnTo>
                    <a:pt x="1700" y="2904"/>
                  </a:lnTo>
                  <a:lnTo>
                    <a:pt x="1700" y="2943"/>
                  </a:lnTo>
                  <a:lnTo>
                    <a:pt x="1719" y="2983"/>
                  </a:lnTo>
                  <a:lnTo>
                    <a:pt x="1719" y="2924"/>
                  </a:lnTo>
                  <a:lnTo>
                    <a:pt x="1719" y="2864"/>
                  </a:lnTo>
                  <a:lnTo>
                    <a:pt x="1700" y="2785"/>
                  </a:lnTo>
                  <a:lnTo>
                    <a:pt x="1640" y="2746"/>
                  </a:lnTo>
                  <a:lnTo>
                    <a:pt x="1660" y="2706"/>
                  </a:lnTo>
                  <a:lnTo>
                    <a:pt x="1680" y="2687"/>
                  </a:lnTo>
                  <a:lnTo>
                    <a:pt x="1719" y="2647"/>
                  </a:lnTo>
                  <a:lnTo>
                    <a:pt x="1779" y="2608"/>
                  </a:lnTo>
                  <a:lnTo>
                    <a:pt x="1779" y="2568"/>
                  </a:lnTo>
                  <a:lnTo>
                    <a:pt x="1779" y="2548"/>
                  </a:lnTo>
                  <a:lnTo>
                    <a:pt x="1719" y="2568"/>
                  </a:lnTo>
                  <a:lnTo>
                    <a:pt x="1680" y="2588"/>
                  </a:lnTo>
                  <a:lnTo>
                    <a:pt x="1660" y="2568"/>
                  </a:lnTo>
                  <a:lnTo>
                    <a:pt x="1660" y="2548"/>
                  </a:lnTo>
                  <a:lnTo>
                    <a:pt x="1680" y="2509"/>
                  </a:lnTo>
                  <a:lnTo>
                    <a:pt x="1640" y="2509"/>
                  </a:lnTo>
                  <a:lnTo>
                    <a:pt x="1640" y="2529"/>
                  </a:lnTo>
                  <a:lnTo>
                    <a:pt x="1621" y="2529"/>
                  </a:lnTo>
                  <a:lnTo>
                    <a:pt x="1601" y="2509"/>
                  </a:lnTo>
                  <a:lnTo>
                    <a:pt x="1601" y="2489"/>
                  </a:lnTo>
                  <a:lnTo>
                    <a:pt x="1621" y="2469"/>
                  </a:lnTo>
                  <a:lnTo>
                    <a:pt x="1660" y="2469"/>
                  </a:lnTo>
                  <a:lnTo>
                    <a:pt x="1640" y="2450"/>
                  </a:lnTo>
                  <a:lnTo>
                    <a:pt x="1640" y="2430"/>
                  </a:lnTo>
                  <a:lnTo>
                    <a:pt x="1680" y="2390"/>
                  </a:lnTo>
                  <a:lnTo>
                    <a:pt x="1719" y="2371"/>
                  </a:lnTo>
                  <a:lnTo>
                    <a:pt x="1700" y="2351"/>
                  </a:lnTo>
                  <a:lnTo>
                    <a:pt x="1680" y="2331"/>
                  </a:lnTo>
                  <a:lnTo>
                    <a:pt x="1660" y="2331"/>
                  </a:lnTo>
                  <a:lnTo>
                    <a:pt x="1660" y="2351"/>
                  </a:lnTo>
                  <a:lnTo>
                    <a:pt x="1660" y="2371"/>
                  </a:lnTo>
                  <a:lnTo>
                    <a:pt x="1621" y="2371"/>
                  </a:lnTo>
                  <a:lnTo>
                    <a:pt x="1581" y="2351"/>
                  </a:lnTo>
                  <a:lnTo>
                    <a:pt x="1522" y="2311"/>
                  </a:lnTo>
                  <a:lnTo>
                    <a:pt x="1542" y="2311"/>
                  </a:lnTo>
                  <a:lnTo>
                    <a:pt x="1542" y="2292"/>
                  </a:lnTo>
                  <a:lnTo>
                    <a:pt x="1542" y="2252"/>
                  </a:lnTo>
                  <a:lnTo>
                    <a:pt x="1581" y="2252"/>
                  </a:lnTo>
                  <a:lnTo>
                    <a:pt x="1581" y="2272"/>
                  </a:lnTo>
                  <a:lnTo>
                    <a:pt x="1601" y="2311"/>
                  </a:lnTo>
                  <a:lnTo>
                    <a:pt x="1621" y="2311"/>
                  </a:lnTo>
                  <a:lnTo>
                    <a:pt x="1621" y="2252"/>
                  </a:lnTo>
                  <a:lnTo>
                    <a:pt x="1601" y="2272"/>
                  </a:lnTo>
                  <a:lnTo>
                    <a:pt x="1542" y="2193"/>
                  </a:lnTo>
                  <a:lnTo>
                    <a:pt x="1542" y="2213"/>
                  </a:lnTo>
                  <a:lnTo>
                    <a:pt x="1502" y="2232"/>
                  </a:lnTo>
                  <a:lnTo>
                    <a:pt x="1463" y="2213"/>
                  </a:lnTo>
                  <a:lnTo>
                    <a:pt x="1443" y="2193"/>
                  </a:lnTo>
                  <a:lnTo>
                    <a:pt x="1463" y="2114"/>
                  </a:lnTo>
                  <a:lnTo>
                    <a:pt x="1502" y="2094"/>
                  </a:lnTo>
                  <a:lnTo>
                    <a:pt x="1542" y="2094"/>
                  </a:lnTo>
                  <a:lnTo>
                    <a:pt x="1502" y="2074"/>
                  </a:lnTo>
                  <a:lnTo>
                    <a:pt x="1463" y="2055"/>
                  </a:lnTo>
                  <a:lnTo>
                    <a:pt x="1443" y="1976"/>
                  </a:lnTo>
                  <a:lnTo>
                    <a:pt x="1423" y="1995"/>
                  </a:lnTo>
                  <a:lnTo>
                    <a:pt x="1403" y="1995"/>
                  </a:lnTo>
                  <a:lnTo>
                    <a:pt x="1344" y="1976"/>
                  </a:lnTo>
                  <a:lnTo>
                    <a:pt x="1423" y="1877"/>
                  </a:lnTo>
                  <a:lnTo>
                    <a:pt x="1443" y="1916"/>
                  </a:lnTo>
                  <a:lnTo>
                    <a:pt x="1463" y="1916"/>
                  </a:lnTo>
                  <a:lnTo>
                    <a:pt x="1502" y="1877"/>
                  </a:lnTo>
                  <a:lnTo>
                    <a:pt x="1542" y="1877"/>
                  </a:lnTo>
                  <a:lnTo>
                    <a:pt x="1581" y="1897"/>
                  </a:lnTo>
                  <a:lnTo>
                    <a:pt x="1601" y="1936"/>
                  </a:lnTo>
                  <a:lnTo>
                    <a:pt x="1581" y="1995"/>
                  </a:lnTo>
                  <a:lnTo>
                    <a:pt x="1621" y="1956"/>
                  </a:lnTo>
                  <a:lnTo>
                    <a:pt x="1621" y="1936"/>
                  </a:lnTo>
                  <a:lnTo>
                    <a:pt x="1621" y="1916"/>
                  </a:lnTo>
                  <a:lnTo>
                    <a:pt x="1601" y="1897"/>
                  </a:lnTo>
                  <a:lnTo>
                    <a:pt x="1561" y="1857"/>
                  </a:lnTo>
                  <a:lnTo>
                    <a:pt x="1542" y="1837"/>
                  </a:lnTo>
                  <a:lnTo>
                    <a:pt x="1561" y="1798"/>
                  </a:lnTo>
                  <a:lnTo>
                    <a:pt x="1601" y="1798"/>
                  </a:lnTo>
                  <a:lnTo>
                    <a:pt x="1621" y="1818"/>
                  </a:lnTo>
                  <a:lnTo>
                    <a:pt x="1601" y="1778"/>
                  </a:lnTo>
                  <a:lnTo>
                    <a:pt x="1581" y="1739"/>
                  </a:lnTo>
                  <a:lnTo>
                    <a:pt x="1601" y="1719"/>
                  </a:lnTo>
                  <a:lnTo>
                    <a:pt x="1542" y="1739"/>
                  </a:lnTo>
                  <a:lnTo>
                    <a:pt x="1502" y="1739"/>
                  </a:lnTo>
                  <a:lnTo>
                    <a:pt x="1463" y="1719"/>
                  </a:lnTo>
                  <a:lnTo>
                    <a:pt x="1542" y="1640"/>
                  </a:lnTo>
                  <a:lnTo>
                    <a:pt x="1542" y="1620"/>
                  </a:lnTo>
                  <a:lnTo>
                    <a:pt x="1542" y="1600"/>
                  </a:lnTo>
                  <a:lnTo>
                    <a:pt x="1443" y="1600"/>
                  </a:lnTo>
                  <a:lnTo>
                    <a:pt x="1403" y="1561"/>
                  </a:lnTo>
                  <a:lnTo>
                    <a:pt x="1344" y="1620"/>
                  </a:lnTo>
                  <a:lnTo>
                    <a:pt x="1305" y="1600"/>
                  </a:lnTo>
                  <a:lnTo>
                    <a:pt x="1305" y="1640"/>
                  </a:lnTo>
                  <a:lnTo>
                    <a:pt x="1265" y="1640"/>
                  </a:lnTo>
                  <a:lnTo>
                    <a:pt x="1245" y="1620"/>
                  </a:lnTo>
                  <a:lnTo>
                    <a:pt x="1226" y="1581"/>
                  </a:lnTo>
                  <a:lnTo>
                    <a:pt x="1206" y="1561"/>
                  </a:lnTo>
                  <a:lnTo>
                    <a:pt x="1245" y="1482"/>
                  </a:lnTo>
                  <a:lnTo>
                    <a:pt x="1305" y="1423"/>
                  </a:lnTo>
                  <a:lnTo>
                    <a:pt x="1384" y="1423"/>
                  </a:lnTo>
                  <a:lnTo>
                    <a:pt x="1463" y="1462"/>
                  </a:lnTo>
                  <a:lnTo>
                    <a:pt x="1542" y="1482"/>
                  </a:lnTo>
                  <a:lnTo>
                    <a:pt x="1640" y="1482"/>
                  </a:lnTo>
                  <a:lnTo>
                    <a:pt x="1601" y="1363"/>
                  </a:lnTo>
                  <a:lnTo>
                    <a:pt x="1581" y="1284"/>
                  </a:lnTo>
                  <a:lnTo>
                    <a:pt x="1601" y="1245"/>
                  </a:lnTo>
                  <a:lnTo>
                    <a:pt x="1561" y="1205"/>
                  </a:lnTo>
                  <a:lnTo>
                    <a:pt x="1522" y="1186"/>
                  </a:lnTo>
                  <a:lnTo>
                    <a:pt x="1384" y="1186"/>
                  </a:lnTo>
                  <a:lnTo>
                    <a:pt x="1384" y="1146"/>
                  </a:lnTo>
                  <a:lnTo>
                    <a:pt x="1403" y="1126"/>
                  </a:lnTo>
                  <a:lnTo>
                    <a:pt x="1443" y="1166"/>
                  </a:lnTo>
                  <a:lnTo>
                    <a:pt x="1384" y="1047"/>
                  </a:lnTo>
                  <a:lnTo>
                    <a:pt x="1364" y="988"/>
                  </a:lnTo>
                  <a:lnTo>
                    <a:pt x="1364" y="929"/>
                  </a:lnTo>
                  <a:lnTo>
                    <a:pt x="1324" y="889"/>
                  </a:lnTo>
                  <a:lnTo>
                    <a:pt x="1285" y="889"/>
                  </a:lnTo>
                  <a:lnTo>
                    <a:pt x="1186" y="909"/>
                  </a:lnTo>
                  <a:lnTo>
                    <a:pt x="1166" y="850"/>
                  </a:lnTo>
                  <a:lnTo>
                    <a:pt x="1107" y="850"/>
                  </a:lnTo>
                  <a:lnTo>
                    <a:pt x="1107" y="810"/>
                  </a:lnTo>
                  <a:lnTo>
                    <a:pt x="1107" y="751"/>
                  </a:lnTo>
                  <a:lnTo>
                    <a:pt x="1147" y="771"/>
                  </a:lnTo>
                  <a:lnTo>
                    <a:pt x="1166" y="771"/>
                  </a:lnTo>
                  <a:lnTo>
                    <a:pt x="1186" y="751"/>
                  </a:lnTo>
                  <a:lnTo>
                    <a:pt x="1186" y="712"/>
                  </a:lnTo>
                  <a:lnTo>
                    <a:pt x="1166" y="672"/>
                  </a:lnTo>
                  <a:lnTo>
                    <a:pt x="1147" y="652"/>
                  </a:lnTo>
                  <a:lnTo>
                    <a:pt x="1226" y="672"/>
                  </a:lnTo>
                  <a:lnTo>
                    <a:pt x="1245" y="692"/>
                  </a:lnTo>
                  <a:lnTo>
                    <a:pt x="1245" y="712"/>
                  </a:lnTo>
                  <a:lnTo>
                    <a:pt x="1206" y="731"/>
                  </a:lnTo>
                  <a:lnTo>
                    <a:pt x="1265" y="791"/>
                  </a:lnTo>
                  <a:lnTo>
                    <a:pt x="1245" y="731"/>
                  </a:lnTo>
                  <a:lnTo>
                    <a:pt x="1285" y="692"/>
                  </a:lnTo>
                  <a:lnTo>
                    <a:pt x="1324" y="672"/>
                  </a:lnTo>
                  <a:lnTo>
                    <a:pt x="1403" y="672"/>
                  </a:lnTo>
                  <a:lnTo>
                    <a:pt x="1384" y="652"/>
                  </a:lnTo>
                  <a:lnTo>
                    <a:pt x="1364" y="632"/>
                  </a:lnTo>
                  <a:lnTo>
                    <a:pt x="1324" y="652"/>
                  </a:lnTo>
                  <a:lnTo>
                    <a:pt x="1305" y="672"/>
                  </a:lnTo>
                  <a:lnTo>
                    <a:pt x="1285" y="652"/>
                  </a:lnTo>
                  <a:lnTo>
                    <a:pt x="1265" y="632"/>
                  </a:lnTo>
                  <a:lnTo>
                    <a:pt x="1324" y="593"/>
                  </a:lnTo>
                  <a:lnTo>
                    <a:pt x="1344" y="534"/>
                  </a:lnTo>
                  <a:lnTo>
                    <a:pt x="1344" y="455"/>
                  </a:lnTo>
                  <a:lnTo>
                    <a:pt x="1344" y="415"/>
                  </a:lnTo>
                  <a:lnTo>
                    <a:pt x="1344" y="376"/>
                  </a:lnTo>
                  <a:lnTo>
                    <a:pt x="1324" y="395"/>
                  </a:lnTo>
                  <a:lnTo>
                    <a:pt x="1305" y="395"/>
                  </a:lnTo>
                  <a:lnTo>
                    <a:pt x="1285" y="376"/>
                  </a:lnTo>
                  <a:lnTo>
                    <a:pt x="1245" y="356"/>
                  </a:lnTo>
                  <a:lnTo>
                    <a:pt x="1186" y="356"/>
                  </a:lnTo>
                  <a:lnTo>
                    <a:pt x="1147" y="336"/>
                  </a:lnTo>
                  <a:lnTo>
                    <a:pt x="1127" y="316"/>
                  </a:lnTo>
                  <a:lnTo>
                    <a:pt x="1127" y="277"/>
                  </a:lnTo>
                  <a:lnTo>
                    <a:pt x="1087" y="297"/>
                  </a:lnTo>
                  <a:lnTo>
                    <a:pt x="1068" y="336"/>
                  </a:lnTo>
                  <a:lnTo>
                    <a:pt x="1068" y="415"/>
                  </a:lnTo>
                  <a:lnTo>
                    <a:pt x="1008" y="415"/>
                  </a:lnTo>
                  <a:lnTo>
                    <a:pt x="969" y="435"/>
                  </a:lnTo>
                  <a:lnTo>
                    <a:pt x="890" y="376"/>
                  </a:lnTo>
                  <a:lnTo>
                    <a:pt x="811" y="316"/>
                  </a:lnTo>
                  <a:lnTo>
                    <a:pt x="870" y="316"/>
                  </a:lnTo>
                  <a:lnTo>
                    <a:pt x="771" y="218"/>
                  </a:lnTo>
                  <a:lnTo>
                    <a:pt x="850" y="178"/>
                  </a:lnTo>
                  <a:lnTo>
                    <a:pt x="910" y="198"/>
                  </a:lnTo>
                  <a:lnTo>
                    <a:pt x="910" y="119"/>
                  </a:lnTo>
                  <a:lnTo>
                    <a:pt x="890" y="60"/>
                  </a:lnTo>
                  <a:lnTo>
                    <a:pt x="890" y="40"/>
                  </a:lnTo>
                  <a:lnTo>
                    <a:pt x="949" y="20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3"/>
            <p:cNvSpPr/>
            <p:nvPr/>
          </p:nvSpPr>
          <p:spPr>
            <a:xfrm>
              <a:off x="4697795" y="-2082738"/>
              <a:ext cx="789" cy="752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3"/>
            <p:cNvSpPr/>
            <p:nvPr/>
          </p:nvSpPr>
          <p:spPr>
            <a:xfrm>
              <a:off x="4509953" y="-1421173"/>
              <a:ext cx="679402" cy="664554"/>
            </a:xfrm>
            <a:custGeom>
              <a:rect b="b" l="l" r="r" t="t"/>
              <a:pathLst>
                <a:path extrusionOk="0" h="17679" w="18074">
                  <a:moveTo>
                    <a:pt x="3892" y="0"/>
                  </a:moveTo>
                  <a:lnTo>
                    <a:pt x="3832" y="40"/>
                  </a:lnTo>
                  <a:lnTo>
                    <a:pt x="3734" y="139"/>
                  </a:lnTo>
                  <a:lnTo>
                    <a:pt x="3635" y="277"/>
                  </a:lnTo>
                  <a:lnTo>
                    <a:pt x="3516" y="455"/>
                  </a:lnTo>
                  <a:lnTo>
                    <a:pt x="3240" y="948"/>
                  </a:lnTo>
                  <a:lnTo>
                    <a:pt x="2924" y="1580"/>
                  </a:lnTo>
                  <a:lnTo>
                    <a:pt x="2588" y="2311"/>
                  </a:lnTo>
                  <a:lnTo>
                    <a:pt x="2232" y="3141"/>
                  </a:lnTo>
                  <a:lnTo>
                    <a:pt x="1877" y="4010"/>
                  </a:lnTo>
                  <a:lnTo>
                    <a:pt x="1521" y="4938"/>
                  </a:lnTo>
                  <a:lnTo>
                    <a:pt x="1166" y="5847"/>
                  </a:lnTo>
                  <a:lnTo>
                    <a:pt x="850" y="6736"/>
                  </a:lnTo>
                  <a:lnTo>
                    <a:pt x="573" y="7565"/>
                  </a:lnTo>
                  <a:lnTo>
                    <a:pt x="336" y="8316"/>
                  </a:lnTo>
                  <a:lnTo>
                    <a:pt x="158" y="8968"/>
                  </a:lnTo>
                  <a:lnTo>
                    <a:pt x="40" y="9481"/>
                  </a:lnTo>
                  <a:lnTo>
                    <a:pt x="20" y="9679"/>
                  </a:lnTo>
                  <a:lnTo>
                    <a:pt x="0" y="9837"/>
                  </a:lnTo>
                  <a:lnTo>
                    <a:pt x="20" y="9936"/>
                  </a:lnTo>
                  <a:lnTo>
                    <a:pt x="40" y="9975"/>
                  </a:lnTo>
                  <a:lnTo>
                    <a:pt x="60" y="9995"/>
                  </a:lnTo>
                  <a:lnTo>
                    <a:pt x="2272" y="11318"/>
                  </a:lnTo>
                  <a:lnTo>
                    <a:pt x="6578" y="13945"/>
                  </a:lnTo>
                  <a:lnTo>
                    <a:pt x="12701" y="17678"/>
                  </a:lnTo>
                  <a:lnTo>
                    <a:pt x="18074" y="4148"/>
                  </a:lnTo>
                  <a:lnTo>
                    <a:pt x="15960" y="3477"/>
                  </a:lnTo>
                  <a:lnTo>
                    <a:pt x="11239" y="2035"/>
                  </a:lnTo>
                  <a:lnTo>
                    <a:pt x="8691" y="1264"/>
                  </a:lnTo>
                  <a:lnTo>
                    <a:pt x="6400" y="613"/>
                  </a:lnTo>
                  <a:lnTo>
                    <a:pt x="5472" y="356"/>
                  </a:lnTo>
                  <a:lnTo>
                    <a:pt x="4701" y="158"/>
                  </a:lnTo>
                  <a:lnTo>
                    <a:pt x="4168" y="40"/>
                  </a:lnTo>
                  <a:lnTo>
                    <a:pt x="40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3"/>
            <p:cNvSpPr/>
            <p:nvPr/>
          </p:nvSpPr>
          <p:spPr>
            <a:xfrm>
              <a:off x="4648062" y="-2474775"/>
              <a:ext cx="642263" cy="596967"/>
            </a:xfrm>
            <a:custGeom>
              <a:rect b="b" l="l" r="r" t="t"/>
              <a:pathLst>
                <a:path extrusionOk="0" h="15881" w="17086">
                  <a:moveTo>
                    <a:pt x="12345" y="0"/>
                  </a:moveTo>
                  <a:lnTo>
                    <a:pt x="0" y="4444"/>
                  </a:lnTo>
                  <a:lnTo>
                    <a:pt x="1699" y="15802"/>
                  </a:lnTo>
                  <a:lnTo>
                    <a:pt x="1778" y="15821"/>
                  </a:lnTo>
                  <a:lnTo>
                    <a:pt x="1936" y="15861"/>
                  </a:lnTo>
                  <a:lnTo>
                    <a:pt x="2173" y="15861"/>
                  </a:lnTo>
                  <a:lnTo>
                    <a:pt x="2469" y="15881"/>
                  </a:lnTo>
                  <a:lnTo>
                    <a:pt x="3259" y="15861"/>
                  </a:lnTo>
                  <a:lnTo>
                    <a:pt x="4267" y="15802"/>
                  </a:lnTo>
                  <a:lnTo>
                    <a:pt x="5452" y="15723"/>
                  </a:lnTo>
                  <a:lnTo>
                    <a:pt x="6736" y="15644"/>
                  </a:lnTo>
                  <a:lnTo>
                    <a:pt x="9541" y="15407"/>
                  </a:lnTo>
                  <a:lnTo>
                    <a:pt x="12326" y="15170"/>
                  </a:lnTo>
                  <a:lnTo>
                    <a:pt x="14735" y="14933"/>
                  </a:lnTo>
                  <a:lnTo>
                    <a:pt x="17086" y="14696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5" name="Google Shape;745;p3"/>
          <p:cNvGrpSpPr/>
          <p:nvPr/>
        </p:nvGrpSpPr>
        <p:grpSpPr>
          <a:xfrm>
            <a:off x="8042790" y="3923975"/>
            <a:ext cx="1294621" cy="1350901"/>
            <a:chOff x="8465725" y="2863051"/>
            <a:chExt cx="1956212" cy="2041561"/>
          </a:xfrm>
        </p:grpSpPr>
        <p:sp>
          <p:nvSpPr>
            <p:cNvPr id="746" name="Google Shape;746;p3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3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3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3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3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3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3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3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3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3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3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3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3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3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3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3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3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3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3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3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3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3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3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3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3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3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3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90" name="Google Shape;790;p3"/>
          <p:cNvGrpSpPr/>
          <p:nvPr/>
        </p:nvGrpSpPr>
        <p:grpSpPr>
          <a:xfrm>
            <a:off x="8525275" y="3413813"/>
            <a:ext cx="925639" cy="688028"/>
            <a:chOff x="8588925" y="2091476"/>
            <a:chExt cx="925639" cy="688028"/>
          </a:xfrm>
        </p:grpSpPr>
        <p:sp>
          <p:nvSpPr>
            <p:cNvPr id="791" name="Google Shape;791;p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6" name="Google Shape;806;p4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807" name="Google Shape;807;p4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4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4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4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4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4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4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4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4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4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4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4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4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4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4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4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4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4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4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4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4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4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4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4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4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4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4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4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4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4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4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4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4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4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4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4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4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4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4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4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4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4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4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4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4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4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4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4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4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4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4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4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4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4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4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4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4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4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4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24" name="Google Shape;924;p4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5" name="Google Shape;925;p4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6" name="Google Shape;926;p4"/>
          <p:cNvSpPr txBox="1"/>
          <p:nvPr>
            <p:ph idx="1" type="body"/>
          </p:nvPr>
        </p:nvSpPr>
        <p:spPr>
          <a:xfrm>
            <a:off x="716900" y="1051849"/>
            <a:ext cx="77040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Mulish SemiBold"/>
              <a:buAutoNum type="arabicPeriod"/>
              <a:defRPr/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alphaLcPeriod"/>
              <a:defRPr sz="1600"/>
            </a:lvl2pPr>
            <a:lvl3pPr indent="-3302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romanLcPeriod"/>
              <a:defRPr sz="1600"/>
            </a:lvl3pPr>
            <a:lvl4pPr indent="-3302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arabicPeriod"/>
              <a:defRPr sz="1600"/>
            </a:lvl4pPr>
            <a:lvl5pPr indent="-3302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alphaLcPeriod"/>
              <a:defRPr sz="1600"/>
            </a:lvl5pPr>
            <a:lvl6pPr indent="-3302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romanLcPeriod"/>
              <a:defRPr sz="1600"/>
            </a:lvl6pPr>
            <a:lvl7pPr indent="-3302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arabicPeriod"/>
              <a:defRPr sz="1600"/>
            </a:lvl7pPr>
            <a:lvl8pPr indent="-3302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alphaLcPeriod"/>
              <a:defRPr sz="1600"/>
            </a:lvl8pPr>
            <a:lvl9pPr indent="-3302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 Condensed Light"/>
              <a:buAutoNum type="romanLcPeriod"/>
              <a:defRPr sz="1600"/>
            </a:lvl9pPr>
          </a:lstStyle>
          <a:p/>
        </p:txBody>
      </p:sp>
      <p:grpSp>
        <p:nvGrpSpPr>
          <p:cNvPr id="927" name="Google Shape;927;p4"/>
          <p:cNvGrpSpPr/>
          <p:nvPr/>
        </p:nvGrpSpPr>
        <p:grpSpPr>
          <a:xfrm>
            <a:off x="8365251" y="4250349"/>
            <a:ext cx="1047258" cy="979600"/>
            <a:chOff x="-252624" y="1601574"/>
            <a:chExt cx="1047258" cy="979600"/>
          </a:xfrm>
        </p:grpSpPr>
        <p:sp>
          <p:nvSpPr>
            <p:cNvPr id="928" name="Google Shape;928;p4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4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4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4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4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4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4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4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4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4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4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4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4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41" name="Google Shape;941;p4"/>
          <p:cNvGrpSpPr/>
          <p:nvPr/>
        </p:nvGrpSpPr>
        <p:grpSpPr>
          <a:xfrm>
            <a:off x="59200" y="4284925"/>
            <a:ext cx="898165" cy="766770"/>
            <a:chOff x="-252625" y="2918525"/>
            <a:chExt cx="898165" cy="766770"/>
          </a:xfrm>
        </p:grpSpPr>
        <p:sp>
          <p:nvSpPr>
            <p:cNvPr id="942" name="Google Shape;942;p4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4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4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4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4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4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4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4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4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4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4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4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4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4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4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4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4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4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4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4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4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4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4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4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4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4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4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4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4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4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4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4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4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4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4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4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9" name="Google Shape;979;p5"/>
          <p:cNvGrpSpPr/>
          <p:nvPr/>
        </p:nvGrpSpPr>
        <p:grpSpPr>
          <a:xfrm rot="10800000">
            <a:off x="28" y="16530"/>
            <a:ext cx="9143944" cy="4940153"/>
            <a:chOff x="0" y="0"/>
            <a:chExt cx="2940175" cy="3566125"/>
          </a:xfrm>
        </p:grpSpPr>
        <p:sp>
          <p:nvSpPr>
            <p:cNvPr id="980" name="Google Shape;980;p5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5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5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5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5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5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5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5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5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5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5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5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5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5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5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5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5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5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5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5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5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5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5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5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5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5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5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5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5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5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5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5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5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5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5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5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5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5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5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" name="Google Shape;1055;p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7" name="Google Shape;1057;p5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8" name="Google Shape;1058;p5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" name="Google Shape;1059;p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" name="Google Shape;1061;p5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2" name="Google Shape;1062;p5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3" name="Google Shape;1063;p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4" name="Google Shape;1064;p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" name="Google Shape;1065;p5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6" name="Google Shape;1066;p5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7" name="Google Shape;1067;p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8" name="Google Shape;1068;p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" name="Google Shape;1069;p5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5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2" name="Google Shape;1072;p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5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4" name="Google Shape;1074;p5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" name="Google Shape;1075;p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5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" name="Google Shape;1078;p5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" name="Google Shape;1079;p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" name="Google Shape;1080;p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" name="Google Shape;1081;p5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2" name="Google Shape;1082;p5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3" name="Google Shape;1083;p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4" name="Google Shape;1084;p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5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5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9" name="Google Shape;1089;p5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0" name="Google Shape;1090;p5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" name="Google Shape;1092;p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" name="Google Shape;1093;p5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4" name="Google Shape;1094;p5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5" name="Google Shape;1095;p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6" name="Google Shape;1096;p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7" name="Google Shape;1097;p5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8" name="Google Shape;1098;p5"/>
          <p:cNvSpPr txBox="1"/>
          <p:nvPr>
            <p:ph type="title"/>
          </p:nvPr>
        </p:nvSpPr>
        <p:spPr>
          <a:xfrm>
            <a:off x="1527250" y="2601925"/>
            <a:ext cx="27765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099" name="Google Shape;1099;p5"/>
          <p:cNvSpPr txBox="1"/>
          <p:nvPr>
            <p:ph idx="2" type="title"/>
          </p:nvPr>
        </p:nvSpPr>
        <p:spPr>
          <a:xfrm>
            <a:off x="4602334" y="2601925"/>
            <a:ext cx="27765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00" name="Google Shape;1100;p5"/>
          <p:cNvSpPr txBox="1"/>
          <p:nvPr>
            <p:ph idx="1" type="subTitle"/>
          </p:nvPr>
        </p:nvSpPr>
        <p:spPr>
          <a:xfrm>
            <a:off x="4602334" y="2818550"/>
            <a:ext cx="27765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101" name="Google Shape;1101;p5"/>
          <p:cNvSpPr txBox="1"/>
          <p:nvPr>
            <p:ph idx="3" type="subTitle"/>
          </p:nvPr>
        </p:nvSpPr>
        <p:spPr>
          <a:xfrm>
            <a:off x="1526800" y="2818550"/>
            <a:ext cx="27774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102" name="Google Shape;1102;p5"/>
          <p:cNvSpPr txBox="1"/>
          <p:nvPr>
            <p:ph idx="4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1103" name="Google Shape;1103;p5"/>
          <p:cNvGrpSpPr/>
          <p:nvPr/>
        </p:nvGrpSpPr>
        <p:grpSpPr>
          <a:xfrm flipH="1">
            <a:off x="-658662" y="914441"/>
            <a:ext cx="1363145" cy="1433258"/>
            <a:chOff x="8529150" y="-173700"/>
            <a:chExt cx="1669089" cy="1754724"/>
          </a:xfrm>
        </p:grpSpPr>
        <p:sp>
          <p:nvSpPr>
            <p:cNvPr id="1104" name="Google Shape;1104;p5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" name="Google Shape;1105;p5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" name="Google Shape;1106;p5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" name="Google Shape;1107;p5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" name="Google Shape;1108;p5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" name="Google Shape;1109;p5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" name="Google Shape;1110;p5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" name="Google Shape;1111;p5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" name="Google Shape;1112;p5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3" name="Google Shape;1113;p5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4" name="Google Shape;1114;p5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" name="Google Shape;1115;p5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6" name="Google Shape;1116;p5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7" name="Google Shape;1117;p5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8" name="Google Shape;1118;p5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9" name="Google Shape;1119;p5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0" name="Google Shape;1120;p5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" name="Google Shape;1121;p5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" name="Google Shape;1122;p5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" name="Google Shape;1123;p5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" name="Google Shape;1124;p5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" name="Google Shape;1125;p5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5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5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5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5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5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5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" name="Google Shape;1132;p5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" name="Google Shape;1133;p5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" name="Google Shape;1134;p5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" name="Google Shape;1135;p5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" name="Google Shape;1136;p5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" name="Google Shape;1137;p5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" name="Google Shape;1138;p5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5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" name="Google Shape;1140;p5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" name="Google Shape;1141;p5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" name="Google Shape;1142;p5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" name="Google Shape;1143;p5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" name="Google Shape;1144;p5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" name="Google Shape;1145;p5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46" name="Google Shape;1146;p5"/>
          <p:cNvGrpSpPr/>
          <p:nvPr/>
        </p:nvGrpSpPr>
        <p:grpSpPr>
          <a:xfrm flipH="1" rot="-1282427">
            <a:off x="-345303" y="4000189"/>
            <a:ext cx="1294657" cy="1350951"/>
            <a:chOff x="8465725" y="2863051"/>
            <a:chExt cx="1956212" cy="2041561"/>
          </a:xfrm>
        </p:grpSpPr>
        <p:sp>
          <p:nvSpPr>
            <p:cNvPr id="1147" name="Google Shape;1147;p5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" name="Google Shape;1148;p5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" name="Google Shape;1149;p5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" name="Google Shape;1150;p5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" name="Google Shape;1151;p5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" name="Google Shape;1152;p5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" name="Google Shape;1153;p5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" name="Google Shape;1154;p5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" name="Google Shape;1155;p5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" name="Google Shape;1156;p5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" name="Google Shape;1157;p5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" name="Google Shape;1158;p5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" name="Google Shape;1159;p5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" name="Google Shape;1160;p5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" name="Google Shape;1161;p5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5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5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5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5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5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5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" name="Google Shape;1168;p5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" name="Google Shape;1169;p5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" name="Google Shape;1170;p5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" name="Google Shape;1171;p5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" name="Google Shape;1172;p5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5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5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" name="Google Shape;1175;p5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" name="Google Shape;1176;p5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" name="Google Shape;1177;p5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" name="Google Shape;1178;p5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" name="Google Shape;1179;p5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" name="Google Shape;1180;p5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" name="Google Shape;1181;p5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" name="Google Shape;1182;p5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" name="Google Shape;1183;p5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" name="Google Shape;1184;p5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" name="Google Shape;1185;p5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" name="Google Shape;1186;p5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" name="Google Shape;1187;p5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" name="Google Shape;1188;p5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" name="Google Shape;1189;p5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" name="Google Shape;1190;p5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1" name="Google Shape;1191;p5"/>
          <p:cNvGrpSpPr/>
          <p:nvPr/>
        </p:nvGrpSpPr>
        <p:grpSpPr>
          <a:xfrm>
            <a:off x="8430775" y="4331651"/>
            <a:ext cx="925639" cy="688028"/>
            <a:chOff x="8588925" y="2091476"/>
            <a:chExt cx="925639" cy="688028"/>
          </a:xfrm>
        </p:grpSpPr>
        <p:sp>
          <p:nvSpPr>
            <p:cNvPr id="1192" name="Google Shape;1192;p5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5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5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5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" name="Google Shape;1196;p5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" name="Google Shape;1197;p5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5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" name="Google Shape;1199;p5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" name="Google Shape;1200;p5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" name="Google Shape;1201;p5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" name="Google Shape;1202;p5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" name="Google Shape;1203;p5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" name="Google Shape;1204;p5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" name="Google Shape;1205;p5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6" name="Google Shape;1206;p5"/>
          <p:cNvGrpSpPr/>
          <p:nvPr/>
        </p:nvGrpSpPr>
        <p:grpSpPr>
          <a:xfrm>
            <a:off x="8506975" y="3149155"/>
            <a:ext cx="679382" cy="871990"/>
            <a:chOff x="8619938" y="2813305"/>
            <a:chExt cx="679382" cy="871990"/>
          </a:xfrm>
        </p:grpSpPr>
        <p:sp>
          <p:nvSpPr>
            <p:cNvPr id="1207" name="Google Shape;1207;p5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5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5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5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5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" name="Google Shape;1212;p5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" name="Google Shape;1213;p5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" name="Google Shape;1214;p5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" name="Google Shape;1215;p5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" name="Google Shape;1216;p5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" name="Google Shape;1217;p5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" name="Google Shape;1218;p5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" name="Google Shape;1219;p5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" name="Google Shape;1220;p5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" name="Google Shape;1221;p5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" name="Google Shape;1222;p5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" name="Google Shape;1223;p5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" name="Google Shape;1224;p5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5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5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" name="Google Shape;1227;p5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" name="Google Shape;1228;p5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" name="Google Shape;1229;p5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" name="Google Shape;1230;p5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" name="Google Shape;1231;p5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" name="Google Shape;1232;p5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5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" name="Google Shape;1234;p5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35" name="Google Shape;1235;p5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1236" name="Google Shape;1236;p5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" name="Google Shape;1237;p5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9" name="Google Shape;1239;p6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1240" name="Google Shape;1240;p6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6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6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" name="Google Shape;1243;p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" name="Google Shape;1244;p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" name="Google Shape;1245;p6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" name="Google Shape;1246;p6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" name="Google Shape;1247;p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" name="Google Shape;1248;p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" name="Google Shape;1249;p6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" name="Google Shape;1250;p6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" name="Google Shape;1251;p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2" name="Google Shape;1252;p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" name="Google Shape;1253;p6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" name="Google Shape;1254;p6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" name="Google Shape;1257;p6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" name="Google Shape;1258;p6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" name="Google Shape;1259;p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" name="Google Shape;1260;p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" name="Google Shape;1261;p6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" name="Google Shape;1262;p6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" name="Google Shape;1263;p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" name="Google Shape;1264;p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6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6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" name="Google Shape;1268;p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" name="Google Shape;1269;p6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" name="Google Shape;1270;p6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" name="Google Shape;1271;p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" name="Google Shape;1272;p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" name="Google Shape;1273;p6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" name="Google Shape;1274;p6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" name="Google Shape;1277;p6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" name="Google Shape;1278;p6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" name="Google Shape;1279;p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0" name="Google Shape;1280;p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1" name="Google Shape;1281;p6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2" name="Google Shape;1282;p6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3" name="Google Shape;1283;p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" name="Google Shape;1284;p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5" name="Google Shape;1285;p6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6" name="Google Shape;1286;p6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7" name="Google Shape;1287;p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8" name="Google Shape;1288;p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9" name="Google Shape;1289;p6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0" name="Google Shape;1290;p6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1" name="Google Shape;1291;p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" name="Google Shape;1292;p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" name="Google Shape;1293;p6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" name="Google Shape;1294;p6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" name="Google Shape;1295;p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" name="Google Shape;1296;p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" name="Google Shape;1297;p6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" name="Google Shape;1298;p6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" name="Google Shape;1299;p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" name="Google Shape;1300;p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" name="Google Shape;1301;p6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" name="Google Shape;1302;p6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3" name="Google Shape;1303;p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4" name="Google Shape;1304;p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" name="Google Shape;1305;p6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" name="Google Shape;1306;p6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" name="Google Shape;1307;p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" name="Google Shape;1308;p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" name="Google Shape;1309;p6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" name="Google Shape;1310;p6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" name="Google Shape;1311;p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" name="Google Shape;1312;p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" name="Google Shape;1313;p6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" name="Google Shape;1314;p6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" name="Google Shape;1315;p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" name="Google Shape;1316;p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" name="Google Shape;1317;p6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" name="Google Shape;1318;p6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" name="Google Shape;1321;p6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" name="Google Shape;1322;p6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" name="Google Shape;1323;p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6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6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" name="Google Shape;1327;p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" name="Google Shape;1328;p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" name="Google Shape;1329;p6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" name="Google Shape;1330;p6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" name="Google Shape;1332;p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6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" name="Google Shape;1334;p6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" name="Google Shape;1335;p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6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" name="Google Shape;1338;p6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" name="Google Shape;1339;p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" name="Google Shape;1340;p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" name="Google Shape;1341;p6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" name="Google Shape;1342;p6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" name="Google Shape;1343;p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" name="Google Shape;1344;p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6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6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" name="Google Shape;1347;p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" name="Google Shape;1348;p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" name="Google Shape;1349;p6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" name="Google Shape;1350;p6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" name="Google Shape;1351;p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" name="Google Shape;1352;p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" name="Google Shape;1353;p6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" name="Google Shape;1354;p6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" name="Google Shape;1355;p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" name="Google Shape;1356;p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57" name="Google Shape;1357;p6"/>
          <p:cNvSpPr/>
          <p:nvPr/>
        </p:nvSpPr>
        <p:spPr>
          <a:xfrm flipH="1"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8" name="Google Shape;1358;p6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1359" name="Google Shape;1359;p6"/>
          <p:cNvGrpSpPr/>
          <p:nvPr/>
        </p:nvGrpSpPr>
        <p:grpSpPr>
          <a:xfrm>
            <a:off x="8430775" y="1761175"/>
            <a:ext cx="898165" cy="766770"/>
            <a:chOff x="-252625" y="2918525"/>
            <a:chExt cx="898165" cy="766770"/>
          </a:xfrm>
        </p:grpSpPr>
        <p:sp>
          <p:nvSpPr>
            <p:cNvPr id="1360" name="Google Shape;1360;p6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" name="Google Shape;1361;p6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6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6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6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6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6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6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6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6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6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6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6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6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" name="Google Shape;1374;p6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" name="Google Shape;1375;p6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6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6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6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" name="Google Shape;1379;p6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6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6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6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6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6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6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6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6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6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6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6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6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6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" name="Google Shape;1393;p6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6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6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96" name="Google Shape;1396;p6"/>
          <p:cNvGrpSpPr/>
          <p:nvPr/>
        </p:nvGrpSpPr>
        <p:grpSpPr>
          <a:xfrm rot="1746424">
            <a:off x="8516823" y="-22181"/>
            <a:ext cx="1363220" cy="1433400"/>
            <a:chOff x="8529150" y="-173700"/>
            <a:chExt cx="1669089" cy="1754724"/>
          </a:xfrm>
        </p:grpSpPr>
        <p:sp>
          <p:nvSpPr>
            <p:cNvPr id="1397" name="Google Shape;1397;p6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" name="Google Shape;1398;p6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" name="Google Shape;1399;p6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" name="Google Shape;1400;p6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" name="Google Shape;1401;p6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" name="Google Shape;1402;p6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" name="Google Shape;1403;p6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" name="Google Shape;1404;p6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" name="Google Shape;1405;p6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" name="Google Shape;1406;p6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" name="Google Shape;1407;p6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" name="Google Shape;1408;p6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9" name="Google Shape;1409;p6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0" name="Google Shape;1410;p6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1" name="Google Shape;1411;p6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2" name="Google Shape;1412;p6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" name="Google Shape;1413;p6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" name="Google Shape;1414;p6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" name="Google Shape;1415;p6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" name="Google Shape;1416;p6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" name="Google Shape;1417;p6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" name="Google Shape;1418;p6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" name="Google Shape;1419;p6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" name="Google Shape;1420;p6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" name="Google Shape;1421;p6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" name="Google Shape;1422;p6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" name="Google Shape;1423;p6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4" name="Google Shape;1424;p6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5" name="Google Shape;1425;p6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" name="Google Shape;1426;p6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7" name="Google Shape;1427;p6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8" name="Google Shape;1428;p6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9" name="Google Shape;1429;p6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0" name="Google Shape;1430;p6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1" name="Google Shape;1431;p6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2" name="Google Shape;1432;p6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" name="Google Shape;1433;p6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6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6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" name="Google Shape;1436;p6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" name="Google Shape;1437;p6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" name="Google Shape;1438;p6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9" name="Google Shape;1439;p6"/>
          <p:cNvGrpSpPr/>
          <p:nvPr/>
        </p:nvGrpSpPr>
        <p:grpSpPr>
          <a:xfrm rot="-3141974">
            <a:off x="-1048377" y="2415637"/>
            <a:ext cx="1646342" cy="1753500"/>
            <a:chOff x="-2092800" y="-1252032"/>
            <a:chExt cx="1956171" cy="2083646"/>
          </a:xfrm>
        </p:grpSpPr>
        <p:sp>
          <p:nvSpPr>
            <p:cNvPr id="1440" name="Google Shape;1440;p6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1" name="Google Shape;1441;p6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2" name="Google Shape;1442;p6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3" name="Google Shape;1443;p6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4" name="Google Shape;1444;p6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5" name="Google Shape;1445;p6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6" name="Google Shape;1446;p6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7" name="Google Shape;1447;p6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8" name="Google Shape;1448;p6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9" name="Google Shape;1449;p6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0" name="Google Shape;1450;p6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1" name="Google Shape;1451;p6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2" name="Google Shape;1452;p6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3" name="Google Shape;1453;p6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4" name="Google Shape;1454;p6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5" name="Google Shape;1455;p6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6" name="Google Shape;1456;p6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7" name="Google Shape;1457;p6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8" name="Google Shape;1458;p6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9" name="Google Shape;1459;p6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0" name="Google Shape;1460;p6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1" name="Google Shape;1461;p6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2" name="Google Shape;1462;p6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3" name="Google Shape;1463;p6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4" name="Google Shape;1464;p6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5" name="Google Shape;1465;p6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6" name="Google Shape;1466;p6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7" name="Google Shape;1467;p6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" name="Google Shape;1468;p6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" name="Google Shape;1469;p6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" name="Google Shape;1470;p6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" name="Google Shape;1471;p6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" name="Google Shape;1472;p6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" name="Google Shape;1473;p6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" name="Google Shape;1474;p6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" name="Google Shape;1475;p6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" name="Google Shape;1476;p6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" name="Google Shape;1477;p6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" name="Google Shape;1478;p6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9" name="Google Shape;1479;p6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0" name="Google Shape;1480;p6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" name="Google Shape;1481;p6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2" name="Google Shape;1482;p6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3" name="Google Shape;1483;p6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4" name="Google Shape;1484;p6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5" name="Google Shape;1485;p6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6" name="Google Shape;1486;p6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7" name="Google Shape;1487;p6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8" name="Google Shape;1488;p6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0" name="Google Shape;1490;p7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1491" name="Google Shape;1491;p7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2" name="Google Shape;1492;p7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3" name="Google Shape;1493;p7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" name="Google Shape;1494;p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" name="Google Shape;1495;p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" name="Google Shape;1496;p7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" name="Google Shape;1497;p7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" name="Google Shape;1498;p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" name="Google Shape;1499;p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" name="Google Shape;1500;p7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" name="Google Shape;1501;p7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" name="Google Shape;1502;p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" name="Google Shape;1503;p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4" name="Google Shape;1504;p7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7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7" name="Google Shape;1507;p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8" name="Google Shape;1508;p7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9" name="Google Shape;1509;p7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0" name="Google Shape;1510;p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1" name="Google Shape;1511;p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2" name="Google Shape;1512;p7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3" name="Google Shape;1513;p7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" name="Google Shape;1514;p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" name="Google Shape;1515;p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" name="Google Shape;1516;p7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" name="Google Shape;1517;p7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" name="Google Shape;1518;p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" name="Google Shape;1519;p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" name="Google Shape;1520;p7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" name="Google Shape;1521;p7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" name="Google Shape;1522;p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" name="Google Shape;1523;p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" name="Google Shape;1524;p7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" name="Google Shape;1525;p7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" name="Google Shape;1526;p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" name="Google Shape;1527;p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" name="Google Shape;1528;p7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" name="Google Shape;1529;p7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" name="Google Shape;1530;p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" name="Google Shape;1531;p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" name="Google Shape;1532;p7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" name="Google Shape;1533;p7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" name="Google Shape;1534;p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" name="Google Shape;1535;p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" name="Google Shape;1536;p7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" name="Google Shape;1537;p7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" name="Google Shape;1538;p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" name="Google Shape;1539;p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" name="Google Shape;1540;p7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" name="Google Shape;1541;p7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" name="Google Shape;1542;p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" name="Google Shape;1543;p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" name="Google Shape;1544;p7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" name="Google Shape;1545;p7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" name="Google Shape;1546;p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" name="Google Shape;1547;p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" name="Google Shape;1548;p7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" name="Google Shape;1549;p7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" name="Google Shape;1550;p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" name="Google Shape;1551;p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" name="Google Shape;1552;p7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" name="Google Shape;1553;p7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" name="Google Shape;1554;p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" name="Google Shape;1555;p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" name="Google Shape;1556;p7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" name="Google Shape;1557;p7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" name="Google Shape;1558;p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" name="Google Shape;1559;p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" name="Google Shape;1560;p7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" name="Google Shape;1561;p7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" name="Google Shape;1562;p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" name="Google Shape;1563;p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" name="Google Shape;1564;p7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" name="Google Shape;1565;p7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" name="Google Shape;1566;p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" name="Google Shape;1567;p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" name="Google Shape;1568;p7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" name="Google Shape;1569;p7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" name="Google Shape;1570;p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" name="Google Shape;1571;p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" name="Google Shape;1572;p7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" name="Google Shape;1573;p7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" name="Google Shape;1574;p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" name="Google Shape;1575;p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" name="Google Shape;1576;p7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" name="Google Shape;1577;p7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" name="Google Shape;1578;p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" name="Google Shape;1579;p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" name="Google Shape;1580;p7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" name="Google Shape;1581;p7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" name="Google Shape;1582;p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" name="Google Shape;1583;p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" name="Google Shape;1584;p7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" name="Google Shape;1585;p7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" name="Google Shape;1586;p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" name="Google Shape;1587;p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" name="Google Shape;1588;p7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" name="Google Shape;1589;p7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" name="Google Shape;1590;p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" name="Google Shape;1591;p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" name="Google Shape;1592;p7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" name="Google Shape;1593;p7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" name="Google Shape;1594;p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" name="Google Shape;1595;p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" name="Google Shape;1596;p7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" name="Google Shape;1597;p7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" name="Google Shape;1598;p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" name="Google Shape;1599;p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" name="Google Shape;1600;p7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" name="Google Shape;1601;p7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" name="Google Shape;1602;p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" name="Google Shape;1603;p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" name="Google Shape;1604;p7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7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" name="Google Shape;1607;p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08" name="Google Shape;1608;p7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9" name="Google Shape;1609;p7"/>
          <p:cNvSpPr txBox="1"/>
          <p:nvPr>
            <p:ph idx="1" type="body"/>
          </p:nvPr>
        </p:nvSpPr>
        <p:spPr>
          <a:xfrm>
            <a:off x="2238000" y="1613956"/>
            <a:ext cx="4668000" cy="219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302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Nunito Light"/>
              <a:buChar char="●"/>
              <a:defRPr/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○"/>
              <a:defRPr/>
            </a:lvl2pPr>
            <a:lvl3pPr indent="-323850" lvl="2" marL="13716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■"/>
              <a:defRPr/>
            </a:lvl3pPr>
            <a:lvl4pPr indent="-323850" lvl="3" marL="1828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500"/>
              <a:buFont typeface="Nunito Light"/>
              <a:buChar char="●"/>
              <a:defRPr/>
            </a:lvl4pPr>
            <a:lvl5pPr indent="-317500" lvl="4" marL="22860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1150" lvl="6" marL="32004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●"/>
              <a:defRPr/>
            </a:lvl7pPr>
            <a:lvl8pPr indent="-311150" lvl="7" marL="36576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 Light"/>
              <a:buChar char="○"/>
              <a:defRPr/>
            </a:lvl8pPr>
            <a:lvl9pPr indent="-317500" lvl="8" marL="411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1610" name="Google Shape;1610;p7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1611" name="Google Shape;1611;p7"/>
          <p:cNvGrpSpPr/>
          <p:nvPr/>
        </p:nvGrpSpPr>
        <p:grpSpPr>
          <a:xfrm rot="-1727288">
            <a:off x="-1085802" y="1263281"/>
            <a:ext cx="1646350" cy="1753736"/>
            <a:chOff x="-2092800" y="-1252032"/>
            <a:chExt cx="1956171" cy="2083646"/>
          </a:xfrm>
        </p:grpSpPr>
        <p:sp>
          <p:nvSpPr>
            <p:cNvPr id="1612" name="Google Shape;1612;p7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" name="Google Shape;1613;p7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" name="Google Shape;1614;p7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" name="Google Shape;1615;p7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" name="Google Shape;1616;p7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" name="Google Shape;1617;p7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" name="Google Shape;1618;p7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" name="Google Shape;1619;p7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" name="Google Shape;1620;p7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" name="Google Shape;1621;p7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" name="Google Shape;1622;p7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" name="Google Shape;1623;p7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" name="Google Shape;1624;p7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" name="Google Shape;1625;p7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" name="Google Shape;1626;p7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" name="Google Shape;1627;p7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" name="Google Shape;1628;p7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9" name="Google Shape;1629;p7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0" name="Google Shape;1630;p7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1" name="Google Shape;1631;p7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2" name="Google Shape;1632;p7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7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7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7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7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" name="Google Shape;1637;p7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" name="Google Shape;1638;p7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" name="Google Shape;1639;p7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" name="Google Shape;1640;p7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" name="Google Shape;1641;p7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" name="Google Shape;1642;p7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" name="Google Shape;1643;p7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4" name="Google Shape;1644;p7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5" name="Google Shape;1645;p7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" name="Google Shape;1646;p7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7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7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9" name="Google Shape;1649;p7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0" name="Google Shape;1650;p7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1" name="Google Shape;1651;p7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2" name="Google Shape;1652;p7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3" name="Google Shape;1653;p7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4" name="Google Shape;1654;p7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5" name="Google Shape;1655;p7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6" name="Google Shape;1656;p7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7" name="Google Shape;1657;p7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8" name="Google Shape;1658;p7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" name="Google Shape;1659;p7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" name="Google Shape;1660;p7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61" name="Google Shape;1661;p7"/>
          <p:cNvGrpSpPr/>
          <p:nvPr/>
        </p:nvGrpSpPr>
        <p:grpSpPr>
          <a:xfrm>
            <a:off x="8536850" y="3236800"/>
            <a:ext cx="898165" cy="766770"/>
            <a:chOff x="-252625" y="2918525"/>
            <a:chExt cx="898165" cy="766770"/>
          </a:xfrm>
        </p:grpSpPr>
        <p:sp>
          <p:nvSpPr>
            <p:cNvPr id="1662" name="Google Shape;1662;p7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" name="Google Shape;1663;p7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" name="Google Shape;1664;p7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" name="Google Shape;1665;p7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" name="Google Shape;1666;p7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" name="Google Shape;1667;p7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" name="Google Shape;1668;p7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" name="Google Shape;1669;p7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0" name="Google Shape;1670;p7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1" name="Google Shape;1671;p7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" name="Google Shape;1672;p7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3" name="Google Shape;1673;p7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4" name="Google Shape;1674;p7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5" name="Google Shape;1675;p7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6" name="Google Shape;1676;p7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7" name="Google Shape;1677;p7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8" name="Google Shape;1678;p7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9" name="Google Shape;1679;p7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7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1" name="Google Shape;1681;p7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2" name="Google Shape;1682;p7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3" name="Google Shape;1683;p7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7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7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7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7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7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7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" name="Google Shape;1690;p7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" name="Google Shape;1691;p7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" name="Google Shape;1692;p7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7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" name="Google Shape;1694;p7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7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7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7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98" name="Google Shape;1698;p7"/>
          <p:cNvGrpSpPr/>
          <p:nvPr/>
        </p:nvGrpSpPr>
        <p:grpSpPr>
          <a:xfrm rot="1746615">
            <a:off x="3514966" y="4512132"/>
            <a:ext cx="1047275" cy="979617"/>
            <a:chOff x="-252624" y="1601574"/>
            <a:chExt cx="1047258" cy="979600"/>
          </a:xfrm>
        </p:grpSpPr>
        <p:sp>
          <p:nvSpPr>
            <p:cNvPr id="1699" name="Google Shape;1699;p7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7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7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7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7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7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7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7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7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7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7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7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7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12" name="Google Shape;1712;p7"/>
          <p:cNvGrpSpPr/>
          <p:nvPr/>
        </p:nvGrpSpPr>
        <p:grpSpPr>
          <a:xfrm>
            <a:off x="8087125" y="4255401"/>
            <a:ext cx="925639" cy="688028"/>
            <a:chOff x="8588925" y="2091476"/>
            <a:chExt cx="925639" cy="688028"/>
          </a:xfrm>
        </p:grpSpPr>
        <p:sp>
          <p:nvSpPr>
            <p:cNvPr id="1713" name="Google Shape;1713;p7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7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7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7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7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7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7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7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1" name="Google Shape;1721;p7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2" name="Google Shape;1722;p7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" name="Google Shape;1723;p7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7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7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7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727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8" name="Google Shape;1728;p8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1729" name="Google Shape;1729;p8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8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8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8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5" name="Google Shape;1735;p8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6" name="Google Shape;1736;p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7" name="Google Shape;1737;p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8" name="Google Shape;1738;p8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9" name="Google Shape;1739;p8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0" name="Google Shape;1740;p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1" name="Google Shape;1741;p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2" name="Google Shape;1742;p8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3" name="Google Shape;1743;p8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4" name="Google Shape;1744;p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5" name="Google Shape;1745;p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8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8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9" name="Google Shape;1749;p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8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1" name="Google Shape;1751;p8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3" name="Google Shape;1753;p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8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8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8" name="Google Shape;1758;p8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8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1" name="Google Shape;1761;p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2" name="Google Shape;1762;p8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3" name="Google Shape;1763;p8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5" name="Google Shape;1765;p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8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7" name="Google Shape;1767;p8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8" name="Google Shape;1768;p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9" name="Google Shape;1769;p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8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1" name="Google Shape;1771;p8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2" name="Google Shape;1772;p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8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8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" name="Google Shape;1776;p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" name="Google Shape;1778;p8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" name="Google Shape;1779;p8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" name="Google Shape;1780;p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" name="Google Shape;1781;p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" name="Google Shape;1782;p8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" name="Google Shape;1783;p8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" name="Google Shape;1784;p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5" name="Google Shape;1785;p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6" name="Google Shape;1786;p8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" name="Google Shape;1787;p8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8" name="Google Shape;1788;p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9" name="Google Shape;1789;p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0" name="Google Shape;1790;p8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8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2" name="Google Shape;1792;p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3" name="Google Shape;1793;p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4" name="Google Shape;1794;p8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5" name="Google Shape;1795;p8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6" name="Google Shape;1796;p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7" name="Google Shape;1797;p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8" name="Google Shape;1798;p8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9" name="Google Shape;1799;p8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0" name="Google Shape;1800;p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1" name="Google Shape;1801;p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2" name="Google Shape;1802;p8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3" name="Google Shape;1803;p8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4" name="Google Shape;1804;p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5" name="Google Shape;1805;p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6" name="Google Shape;1806;p8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7" name="Google Shape;1807;p8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8" name="Google Shape;1808;p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9" name="Google Shape;1809;p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0" name="Google Shape;1810;p8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1" name="Google Shape;1811;p8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2" name="Google Shape;1812;p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3" name="Google Shape;1813;p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4" name="Google Shape;1814;p8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5" name="Google Shape;1815;p8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6" name="Google Shape;1816;p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7" name="Google Shape;1817;p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8" name="Google Shape;1818;p8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9" name="Google Shape;1819;p8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0" name="Google Shape;1820;p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1" name="Google Shape;1821;p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2" name="Google Shape;1822;p8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3" name="Google Shape;1823;p8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4" name="Google Shape;1824;p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5" name="Google Shape;1825;p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6" name="Google Shape;1826;p8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7" name="Google Shape;1827;p8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8" name="Google Shape;1828;p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9" name="Google Shape;1829;p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0" name="Google Shape;1830;p8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1" name="Google Shape;1831;p8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2" name="Google Shape;1832;p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3" name="Google Shape;1833;p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4" name="Google Shape;1834;p8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5" name="Google Shape;1835;p8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6" name="Google Shape;1836;p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7" name="Google Shape;1837;p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8" name="Google Shape;1838;p8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" name="Google Shape;1839;p8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" name="Google Shape;1840;p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" name="Google Shape;1841;p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" name="Google Shape;1842;p8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" name="Google Shape;1843;p8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" name="Google Shape;1844;p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" name="Google Shape;1845;p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46" name="Google Shape;1846;p8"/>
          <p:cNvSpPr txBox="1"/>
          <p:nvPr>
            <p:ph type="title"/>
          </p:nvPr>
        </p:nvSpPr>
        <p:spPr>
          <a:xfrm>
            <a:off x="1487100" y="1699950"/>
            <a:ext cx="6169800" cy="174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847" name="Google Shape;1847;p8"/>
          <p:cNvGrpSpPr/>
          <p:nvPr/>
        </p:nvGrpSpPr>
        <p:grpSpPr>
          <a:xfrm rot="10800000">
            <a:off x="-330759" y="-125202"/>
            <a:ext cx="1436750" cy="1718156"/>
            <a:chOff x="3853575" y="-2474775"/>
            <a:chExt cx="1436750" cy="1718156"/>
          </a:xfrm>
        </p:grpSpPr>
        <p:sp>
          <p:nvSpPr>
            <p:cNvPr id="1848" name="Google Shape;1848;p8"/>
            <p:cNvSpPr/>
            <p:nvPr/>
          </p:nvSpPr>
          <p:spPr>
            <a:xfrm>
              <a:off x="3873611" y="-1465718"/>
              <a:ext cx="573999" cy="351203"/>
            </a:xfrm>
            <a:custGeom>
              <a:rect b="b" l="l" r="r" t="t"/>
              <a:pathLst>
                <a:path extrusionOk="0" h="9343" w="15270">
                  <a:moveTo>
                    <a:pt x="9205" y="0"/>
                  </a:moveTo>
                  <a:lnTo>
                    <a:pt x="8988" y="20"/>
                  </a:lnTo>
                  <a:lnTo>
                    <a:pt x="8751" y="79"/>
                  </a:lnTo>
                  <a:lnTo>
                    <a:pt x="8514" y="178"/>
                  </a:lnTo>
                  <a:lnTo>
                    <a:pt x="8277" y="316"/>
                  </a:lnTo>
                  <a:lnTo>
                    <a:pt x="8040" y="454"/>
                  </a:lnTo>
                  <a:lnTo>
                    <a:pt x="7783" y="632"/>
                  </a:lnTo>
                  <a:lnTo>
                    <a:pt x="7309" y="1008"/>
                  </a:lnTo>
                  <a:lnTo>
                    <a:pt x="6855" y="1363"/>
                  </a:lnTo>
                  <a:lnTo>
                    <a:pt x="6420" y="1699"/>
                  </a:lnTo>
                  <a:lnTo>
                    <a:pt x="6223" y="1817"/>
                  </a:lnTo>
                  <a:lnTo>
                    <a:pt x="6025" y="1916"/>
                  </a:lnTo>
                  <a:lnTo>
                    <a:pt x="5867" y="1975"/>
                  </a:lnTo>
                  <a:lnTo>
                    <a:pt x="5709" y="1995"/>
                  </a:lnTo>
                  <a:lnTo>
                    <a:pt x="5551" y="1975"/>
                  </a:lnTo>
                  <a:lnTo>
                    <a:pt x="5354" y="1916"/>
                  </a:lnTo>
                  <a:lnTo>
                    <a:pt x="4840" y="1778"/>
                  </a:lnTo>
                  <a:lnTo>
                    <a:pt x="4228" y="1600"/>
                  </a:lnTo>
                  <a:lnTo>
                    <a:pt x="3576" y="1363"/>
                  </a:lnTo>
                  <a:lnTo>
                    <a:pt x="2312" y="968"/>
                  </a:lnTo>
                  <a:lnTo>
                    <a:pt x="1798" y="810"/>
                  </a:lnTo>
                  <a:lnTo>
                    <a:pt x="1581" y="770"/>
                  </a:lnTo>
                  <a:lnTo>
                    <a:pt x="1423" y="751"/>
                  </a:lnTo>
                  <a:lnTo>
                    <a:pt x="1028" y="751"/>
                  </a:lnTo>
                  <a:lnTo>
                    <a:pt x="831" y="790"/>
                  </a:lnTo>
                  <a:lnTo>
                    <a:pt x="633" y="869"/>
                  </a:lnTo>
                  <a:lnTo>
                    <a:pt x="455" y="968"/>
                  </a:lnTo>
                  <a:lnTo>
                    <a:pt x="317" y="1106"/>
                  </a:lnTo>
                  <a:lnTo>
                    <a:pt x="238" y="1185"/>
                  </a:lnTo>
                  <a:lnTo>
                    <a:pt x="179" y="1284"/>
                  </a:lnTo>
                  <a:lnTo>
                    <a:pt x="139" y="1383"/>
                  </a:lnTo>
                  <a:lnTo>
                    <a:pt x="100" y="1501"/>
                  </a:lnTo>
                  <a:lnTo>
                    <a:pt x="60" y="1699"/>
                  </a:lnTo>
                  <a:lnTo>
                    <a:pt x="21" y="1877"/>
                  </a:lnTo>
                  <a:lnTo>
                    <a:pt x="1" y="2054"/>
                  </a:lnTo>
                  <a:lnTo>
                    <a:pt x="1" y="2232"/>
                  </a:lnTo>
                  <a:lnTo>
                    <a:pt x="21" y="2410"/>
                  </a:lnTo>
                  <a:lnTo>
                    <a:pt x="60" y="2568"/>
                  </a:lnTo>
                  <a:lnTo>
                    <a:pt x="139" y="2726"/>
                  </a:lnTo>
                  <a:lnTo>
                    <a:pt x="238" y="2884"/>
                  </a:lnTo>
                  <a:lnTo>
                    <a:pt x="356" y="3002"/>
                  </a:lnTo>
                  <a:lnTo>
                    <a:pt x="495" y="3121"/>
                  </a:lnTo>
                  <a:lnTo>
                    <a:pt x="653" y="3239"/>
                  </a:lnTo>
                  <a:lnTo>
                    <a:pt x="1008" y="3477"/>
                  </a:lnTo>
                  <a:lnTo>
                    <a:pt x="1403" y="3674"/>
                  </a:lnTo>
                  <a:lnTo>
                    <a:pt x="1798" y="3852"/>
                  </a:lnTo>
                  <a:lnTo>
                    <a:pt x="1937" y="3911"/>
                  </a:lnTo>
                  <a:lnTo>
                    <a:pt x="1996" y="3931"/>
                  </a:lnTo>
                  <a:lnTo>
                    <a:pt x="2766" y="4207"/>
                  </a:lnTo>
                  <a:lnTo>
                    <a:pt x="3300" y="4385"/>
                  </a:lnTo>
                  <a:lnTo>
                    <a:pt x="3616" y="4464"/>
                  </a:lnTo>
                  <a:lnTo>
                    <a:pt x="3714" y="4484"/>
                  </a:lnTo>
                  <a:lnTo>
                    <a:pt x="3793" y="4622"/>
                  </a:lnTo>
                  <a:lnTo>
                    <a:pt x="4011" y="4918"/>
                  </a:lnTo>
                  <a:lnTo>
                    <a:pt x="4169" y="5116"/>
                  </a:lnTo>
                  <a:lnTo>
                    <a:pt x="4366" y="5313"/>
                  </a:lnTo>
                  <a:lnTo>
                    <a:pt x="4564" y="5531"/>
                  </a:lnTo>
                  <a:lnTo>
                    <a:pt x="4801" y="5709"/>
                  </a:lnTo>
                  <a:lnTo>
                    <a:pt x="5038" y="5886"/>
                  </a:lnTo>
                  <a:lnTo>
                    <a:pt x="5275" y="6005"/>
                  </a:lnTo>
                  <a:lnTo>
                    <a:pt x="5512" y="6104"/>
                  </a:lnTo>
                  <a:lnTo>
                    <a:pt x="5709" y="6163"/>
                  </a:lnTo>
                  <a:lnTo>
                    <a:pt x="6025" y="6242"/>
                  </a:lnTo>
                  <a:lnTo>
                    <a:pt x="6144" y="6262"/>
                  </a:lnTo>
                  <a:lnTo>
                    <a:pt x="6164" y="6400"/>
                  </a:lnTo>
                  <a:lnTo>
                    <a:pt x="6183" y="6578"/>
                  </a:lnTo>
                  <a:lnTo>
                    <a:pt x="6262" y="6775"/>
                  </a:lnTo>
                  <a:lnTo>
                    <a:pt x="6341" y="6992"/>
                  </a:lnTo>
                  <a:lnTo>
                    <a:pt x="6480" y="7210"/>
                  </a:lnTo>
                  <a:lnTo>
                    <a:pt x="6578" y="7308"/>
                  </a:lnTo>
                  <a:lnTo>
                    <a:pt x="6677" y="7407"/>
                  </a:lnTo>
                  <a:lnTo>
                    <a:pt x="6796" y="7506"/>
                  </a:lnTo>
                  <a:lnTo>
                    <a:pt x="6914" y="7585"/>
                  </a:lnTo>
                  <a:lnTo>
                    <a:pt x="7309" y="7802"/>
                  </a:lnTo>
                  <a:lnTo>
                    <a:pt x="7605" y="7921"/>
                  </a:lnTo>
                  <a:lnTo>
                    <a:pt x="7783" y="7980"/>
                  </a:lnTo>
                  <a:lnTo>
                    <a:pt x="7862" y="7980"/>
                  </a:lnTo>
                  <a:lnTo>
                    <a:pt x="7961" y="8138"/>
                  </a:lnTo>
                  <a:lnTo>
                    <a:pt x="8080" y="8296"/>
                  </a:lnTo>
                  <a:lnTo>
                    <a:pt x="8218" y="8474"/>
                  </a:lnTo>
                  <a:lnTo>
                    <a:pt x="8415" y="8671"/>
                  </a:lnTo>
                  <a:lnTo>
                    <a:pt x="8613" y="8849"/>
                  </a:lnTo>
                  <a:lnTo>
                    <a:pt x="8830" y="9007"/>
                  </a:lnTo>
                  <a:lnTo>
                    <a:pt x="8949" y="9066"/>
                  </a:lnTo>
                  <a:lnTo>
                    <a:pt x="9067" y="9106"/>
                  </a:lnTo>
                  <a:lnTo>
                    <a:pt x="9541" y="9205"/>
                  </a:lnTo>
                  <a:lnTo>
                    <a:pt x="10015" y="9284"/>
                  </a:lnTo>
                  <a:lnTo>
                    <a:pt x="10489" y="9343"/>
                  </a:lnTo>
                  <a:lnTo>
                    <a:pt x="11398" y="9343"/>
                  </a:lnTo>
                  <a:lnTo>
                    <a:pt x="11813" y="9303"/>
                  </a:lnTo>
                  <a:lnTo>
                    <a:pt x="12208" y="9264"/>
                  </a:lnTo>
                  <a:lnTo>
                    <a:pt x="12583" y="9185"/>
                  </a:lnTo>
                  <a:lnTo>
                    <a:pt x="12938" y="9126"/>
                  </a:lnTo>
                  <a:lnTo>
                    <a:pt x="13235" y="9047"/>
                  </a:lnTo>
                  <a:lnTo>
                    <a:pt x="13748" y="8889"/>
                  </a:lnTo>
                  <a:lnTo>
                    <a:pt x="14064" y="8790"/>
                  </a:lnTo>
                  <a:lnTo>
                    <a:pt x="14183" y="8731"/>
                  </a:lnTo>
                  <a:lnTo>
                    <a:pt x="15269" y="869"/>
                  </a:lnTo>
                  <a:lnTo>
                    <a:pt x="14479" y="731"/>
                  </a:lnTo>
                  <a:lnTo>
                    <a:pt x="12682" y="454"/>
                  </a:lnTo>
                  <a:lnTo>
                    <a:pt x="11635" y="296"/>
                  </a:lnTo>
                  <a:lnTo>
                    <a:pt x="10647" y="158"/>
                  </a:lnTo>
                  <a:lnTo>
                    <a:pt x="9798" y="59"/>
                  </a:lnTo>
                  <a:lnTo>
                    <a:pt x="920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" name="Google Shape;1849;p8"/>
            <p:cNvSpPr/>
            <p:nvPr/>
          </p:nvSpPr>
          <p:spPr>
            <a:xfrm>
              <a:off x="4013224" y="-1297197"/>
              <a:ext cx="118822" cy="26050"/>
            </a:xfrm>
            <a:custGeom>
              <a:rect b="b" l="l" r="r" t="t"/>
              <a:pathLst>
                <a:path extrusionOk="0" h="693" w="3161">
                  <a:moveTo>
                    <a:pt x="0" y="1"/>
                  </a:moveTo>
                  <a:lnTo>
                    <a:pt x="158" y="258"/>
                  </a:lnTo>
                  <a:lnTo>
                    <a:pt x="1620" y="554"/>
                  </a:lnTo>
                  <a:lnTo>
                    <a:pt x="1896" y="613"/>
                  </a:lnTo>
                  <a:lnTo>
                    <a:pt x="2153" y="633"/>
                  </a:lnTo>
                  <a:lnTo>
                    <a:pt x="2647" y="672"/>
                  </a:lnTo>
                  <a:lnTo>
                    <a:pt x="3003" y="692"/>
                  </a:lnTo>
                  <a:lnTo>
                    <a:pt x="3161" y="692"/>
                  </a:lnTo>
                  <a:lnTo>
                    <a:pt x="2904" y="613"/>
                  </a:lnTo>
                  <a:lnTo>
                    <a:pt x="2568" y="554"/>
                  </a:lnTo>
                  <a:lnTo>
                    <a:pt x="2074" y="495"/>
                  </a:lnTo>
                  <a:lnTo>
                    <a:pt x="1758" y="435"/>
                  </a:lnTo>
                  <a:lnTo>
                    <a:pt x="1403" y="376"/>
                  </a:lnTo>
                  <a:lnTo>
                    <a:pt x="731" y="2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0" name="Google Shape;1850;p8"/>
            <p:cNvSpPr/>
            <p:nvPr/>
          </p:nvSpPr>
          <p:spPr>
            <a:xfrm>
              <a:off x="4103067" y="-1230360"/>
              <a:ext cx="60896" cy="10450"/>
            </a:xfrm>
            <a:custGeom>
              <a:rect b="b" l="l" r="r" t="t"/>
              <a:pathLst>
                <a:path extrusionOk="0" h="278" w="1620">
                  <a:moveTo>
                    <a:pt x="40" y="1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20" y="178"/>
                  </a:lnTo>
                  <a:lnTo>
                    <a:pt x="40" y="218"/>
                  </a:lnTo>
                  <a:lnTo>
                    <a:pt x="79" y="238"/>
                  </a:lnTo>
                  <a:lnTo>
                    <a:pt x="178" y="257"/>
                  </a:lnTo>
                  <a:lnTo>
                    <a:pt x="356" y="277"/>
                  </a:lnTo>
                  <a:lnTo>
                    <a:pt x="889" y="277"/>
                  </a:lnTo>
                  <a:lnTo>
                    <a:pt x="1620" y="257"/>
                  </a:lnTo>
                  <a:lnTo>
                    <a:pt x="1264" y="218"/>
                  </a:lnTo>
                  <a:lnTo>
                    <a:pt x="929" y="178"/>
                  </a:lnTo>
                  <a:lnTo>
                    <a:pt x="514" y="99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1" name="Google Shape;1851;p8"/>
            <p:cNvSpPr/>
            <p:nvPr/>
          </p:nvSpPr>
          <p:spPr>
            <a:xfrm>
              <a:off x="4169152" y="-1165779"/>
              <a:ext cx="41612" cy="11202"/>
            </a:xfrm>
            <a:custGeom>
              <a:rect b="b" l="l" r="r" t="t"/>
              <a:pathLst>
                <a:path extrusionOk="0" h="298" w="1107">
                  <a:moveTo>
                    <a:pt x="0" y="1"/>
                  </a:moveTo>
                  <a:lnTo>
                    <a:pt x="40" y="120"/>
                  </a:lnTo>
                  <a:lnTo>
                    <a:pt x="99" y="199"/>
                  </a:lnTo>
                  <a:lnTo>
                    <a:pt x="138" y="278"/>
                  </a:lnTo>
                  <a:lnTo>
                    <a:pt x="218" y="297"/>
                  </a:lnTo>
                  <a:lnTo>
                    <a:pt x="356" y="278"/>
                  </a:lnTo>
                  <a:lnTo>
                    <a:pt x="711" y="199"/>
                  </a:lnTo>
                  <a:lnTo>
                    <a:pt x="1047" y="100"/>
                  </a:lnTo>
                  <a:lnTo>
                    <a:pt x="1106" y="60"/>
                  </a:lnTo>
                  <a:lnTo>
                    <a:pt x="1087" y="40"/>
                  </a:lnTo>
                  <a:lnTo>
                    <a:pt x="455" y="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" name="Google Shape;1852;p8"/>
            <p:cNvSpPr/>
            <p:nvPr/>
          </p:nvSpPr>
          <p:spPr>
            <a:xfrm>
              <a:off x="3882520" y="-1393693"/>
              <a:ext cx="75030" cy="75030"/>
            </a:xfrm>
            <a:custGeom>
              <a:rect b="b" l="l" r="r" t="t"/>
              <a:pathLst>
                <a:path extrusionOk="0" h="1996" w="1996">
                  <a:moveTo>
                    <a:pt x="376" y="0"/>
                  </a:moveTo>
                  <a:lnTo>
                    <a:pt x="1" y="968"/>
                  </a:lnTo>
                  <a:lnTo>
                    <a:pt x="119" y="1086"/>
                  </a:lnTo>
                  <a:lnTo>
                    <a:pt x="416" y="198"/>
                  </a:lnTo>
                  <a:lnTo>
                    <a:pt x="1048" y="494"/>
                  </a:lnTo>
                  <a:lnTo>
                    <a:pt x="1502" y="731"/>
                  </a:lnTo>
                  <a:lnTo>
                    <a:pt x="1680" y="830"/>
                  </a:lnTo>
                  <a:lnTo>
                    <a:pt x="1779" y="909"/>
                  </a:lnTo>
                  <a:lnTo>
                    <a:pt x="1798" y="968"/>
                  </a:lnTo>
                  <a:lnTo>
                    <a:pt x="1838" y="1067"/>
                  </a:lnTo>
                  <a:lnTo>
                    <a:pt x="1838" y="1146"/>
                  </a:lnTo>
                  <a:lnTo>
                    <a:pt x="1838" y="1264"/>
                  </a:lnTo>
                  <a:lnTo>
                    <a:pt x="1798" y="1482"/>
                  </a:lnTo>
                  <a:lnTo>
                    <a:pt x="1719" y="1719"/>
                  </a:lnTo>
                  <a:lnTo>
                    <a:pt x="1640" y="1857"/>
                  </a:lnTo>
                  <a:lnTo>
                    <a:pt x="1561" y="1936"/>
                  </a:lnTo>
                  <a:lnTo>
                    <a:pt x="1700" y="1995"/>
                  </a:lnTo>
                  <a:lnTo>
                    <a:pt x="1779" y="1896"/>
                  </a:lnTo>
                  <a:lnTo>
                    <a:pt x="1838" y="1738"/>
                  </a:lnTo>
                  <a:lnTo>
                    <a:pt x="1897" y="1580"/>
                  </a:lnTo>
                  <a:lnTo>
                    <a:pt x="1956" y="1402"/>
                  </a:lnTo>
                  <a:lnTo>
                    <a:pt x="1976" y="1244"/>
                  </a:lnTo>
                  <a:lnTo>
                    <a:pt x="1996" y="1067"/>
                  </a:lnTo>
                  <a:lnTo>
                    <a:pt x="1956" y="928"/>
                  </a:lnTo>
                  <a:lnTo>
                    <a:pt x="1937" y="869"/>
                  </a:lnTo>
                  <a:lnTo>
                    <a:pt x="1897" y="810"/>
                  </a:lnTo>
                  <a:lnTo>
                    <a:pt x="1798" y="711"/>
                  </a:lnTo>
                  <a:lnTo>
                    <a:pt x="1640" y="593"/>
                  </a:lnTo>
                  <a:lnTo>
                    <a:pt x="1463" y="494"/>
                  </a:lnTo>
                  <a:lnTo>
                    <a:pt x="1285" y="395"/>
                  </a:lnTo>
                  <a:lnTo>
                    <a:pt x="989" y="257"/>
                  </a:lnTo>
                  <a:lnTo>
                    <a:pt x="870" y="217"/>
                  </a:lnTo>
                  <a:lnTo>
                    <a:pt x="37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3" name="Google Shape;1853;p8"/>
            <p:cNvSpPr/>
            <p:nvPr/>
          </p:nvSpPr>
          <p:spPr>
            <a:xfrm>
              <a:off x="4047357" y="-2278023"/>
              <a:ext cx="1045453" cy="331920"/>
            </a:xfrm>
            <a:custGeom>
              <a:rect b="b" l="l" r="r" t="t"/>
              <a:pathLst>
                <a:path extrusionOk="0" h="8830" w="27812">
                  <a:moveTo>
                    <a:pt x="9581" y="0"/>
                  </a:moveTo>
                  <a:lnTo>
                    <a:pt x="9363" y="40"/>
                  </a:lnTo>
                  <a:lnTo>
                    <a:pt x="9166" y="60"/>
                  </a:lnTo>
                  <a:lnTo>
                    <a:pt x="8988" y="119"/>
                  </a:lnTo>
                  <a:lnTo>
                    <a:pt x="8830" y="178"/>
                  </a:lnTo>
                  <a:lnTo>
                    <a:pt x="8692" y="237"/>
                  </a:lnTo>
                  <a:lnTo>
                    <a:pt x="8573" y="297"/>
                  </a:lnTo>
                  <a:lnTo>
                    <a:pt x="8396" y="435"/>
                  </a:lnTo>
                  <a:lnTo>
                    <a:pt x="8277" y="553"/>
                  </a:lnTo>
                  <a:lnTo>
                    <a:pt x="8178" y="692"/>
                  </a:lnTo>
                  <a:lnTo>
                    <a:pt x="8099" y="672"/>
                  </a:lnTo>
                  <a:lnTo>
                    <a:pt x="7862" y="672"/>
                  </a:lnTo>
                  <a:lnTo>
                    <a:pt x="7507" y="692"/>
                  </a:lnTo>
                  <a:lnTo>
                    <a:pt x="7309" y="731"/>
                  </a:lnTo>
                  <a:lnTo>
                    <a:pt x="7092" y="771"/>
                  </a:lnTo>
                  <a:lnTo>
                    <a:pt x="6875" y="830"/>
                  </a:lnTo>
                  <a:lnTo>
                    <a:pt x="6638" y="929"/>
                  </a:lnTo>
                  <a:lnTo>
                    <a:pt x="6401" y="1027"/>
                  </a:lnTo>
                  <a:lnTo>
                    <a:pt x="6183" y="1166"/>
                  </a:lnTo>
                  <a:lnTo>
                    <a:pt x="5966" y="1324"/>
                  </a:lnTo>
                  <a:lnTo>
                    <a:pt x="5749" y="1521"/>
                  </a:lnTo>
                  <a:lnTo>
                    <a:pt x="5571" y="1758"/>
                  </a:lnTo>
                  <a:lnTo>
                    <a:pt x="5413" y="2035"/>
                  </a:lnTo>
                  <a:lnTo>
                    <a:pt x="5354" y="2035"/>
                  </a:lnTo>
                  <a:lnTo>
                    <a:pt x="5196" y="2074"/>
                  </a:lnTo>
                  <a:lnTo>
                    <a:pt x="4959" y="2153"/>
                  </a:lnTo>
                  <a:lnTo>
                    <a:pt x="4820" y="2213"/>
                  </a:lnTo>
                  <a:lnTo>
                    <a:pt x="4662" y="2292"/>
                  </a:lnTo>
                  <a:lnTo>
                    <a:pt x="4504" y="2390"/>
                  </a:lnTo>
                  <a:lnTo>
                    <a:pt x="4346" y="2509"/>
                  </a:lnTo>
                  <a:lnTo>
                    <a:pt x="4169" y="2647"/>
                  </a:lnTo>
                  <a:lnTo>
                    <a:pt x="3991" y="2825"/>
                  </a:lnTo>
                  <a:lnTo>
                    <a:pt x="3813" y="3022"/>
                  </a:lnTo>
                  <a:lnTo>
                    <a:pt x="3655" y="3259"/>
                  </a:lnTo>
                  <a:lnTo>
                    <a:pt x="3497" y="3536"/>
                  </a:lnTo>
                  <a:lnTo>
                    <a:pt x="3339" y="3832"/>
                  </a:lnTo>
                  <a:lnTo>
                    <a:pt x="2983" y="3813"/>
                  </a:lnTo>
                  <a:lnTo>
                    <a:pt x="2628" y="3793"/>
                  </a:lnTo>
                  <a:lnTo>
                    <a:pt x="2174" y="3813"/>
                  </a:lnTo>
                  <a:lnTo>
                    <a:pt x="1937" y="3832"/>
                  </a:lnTo>
                  <a:lnTo>
                    <a:pt x="1680" y="3872"/>
                  </a:lnTo>
                  <a:lnTo>
                    <a:pt x="1443" y="3931"/>
                  </a:lnTo>
                  <a:lnTo>
                    <a:pt x="1206" y="3990"/>
                  </a:lnTo>
                  <a:lnTo>
                    <a:pt x="969" y="4069"/>
                  </a:lnTo>
                  <a:lnTo>
                    <a:pt x="751" y="4168"/>
                  </a:lnTo>
                  <a:lnTo>
                    <a:pt x="554" y="4306"/>
                  </a:lnTo>
                  <a:lnTo>
                    <a:pt x="376" y="4445"/>
                  </a:lnTo>
                  <a:lnTo>
                    <a:pt x="238" y="4603"/>
                  </a:lnTo>
                  <a:lnTo>
                    <a:pt x="139" y="4780"/>
                  </a:lnTo>
                  <a:lnTo>
                    <a:pt x="60" y="4938"/>
                  </a:lnTo>
                  <a:lnTo>
                    <a:pt x="21" y="5096"/>
                  </a:lnTo>
                  <a:lnTo>
                    <a:pt x="1" y="5254"/>
                  </a:lnTo>
                  <a:lnTo>
                    <a:pt x="1" y="5393"/>
                  </a:lnTo>
                  <a:lnTo>
                    <a:pt x="40" y="5551"/>
                  </a:lnTo>
                  <a:lnTo>
                    <a:pt x="80" y="5669"/>
                  </a:lnTo>
                  <a:lnTo>
                    <a:pt x="159" y="5807"/>
                  </a:lnTo>
                  <a:lnTo>
                    <a:pt x="238" y="5906"/>
                  </a:lnTo>
                  <a:lnTo>
                    <a:pt x="337" y="6005"/>
                  </a:lnTo>
                  <a:lnTo>
                    <a:pt x="435" y="6104"/>
                  </a:lnTo>
                  <a:lnTo>
                    <a:pt x="534" y="6163"/>
                  </a:lnTo>
                  <a:lnTo>
                    <a:pt x="653" y="6203"/>
                  </a:lnTo>
                  <a:lnTo>
                    <a:pt x="751" y="6242"/>
                  </a:lnTo>
                  <a:lnTo>
                    <a:pt x="870" y="6242"/>
                  </a:lnTo>
                  <a:lnTo>
                    <a:pt x="1265" y="6262"/>
                  </a:lnTo>
                  <a:lnTo>
                    <a:pt x="1937" y="6321"/>
                  </a:lnTo>
                  <a:lnTo>
                    <a:pt x="3813" y="6479"/>
                  </a:lnTo>
                  <a:lnTo>
                    <a:pt x="5808" y="6677"/>
                  </a:lnTo>
                  <a:lnTo>
                    <a:pt x="6598" y="6756"/>
                  </a:lnTo>
                  <a:lnTo>
                    <a:pt x="7171" y="6835"/>
                  </a:lnTo>
                  <a:lnTo>
                    <a:pt x="7388" y="6894"/>
                  </a:lnTo>
                  <a:lnTo>
                    <a:pt x="7625" y="6973"/>
                  </a:lnTo>
                  <a:lnTo>
                    <a:pt x="8198" y="7170"/>
                  </a:lnTo>
                  <a:lnTo>
                    <a:pt x="8810" y="7427"/>
                  </a:lnTo>
                  <a:lnTo>
                    <a:pt x="9482" y="7704"/>
                  </a:lnTo>
                  <a:lnTo>
                    <a:pt x="10134" y="7980"/>
                  </a:lnTo>
                  <a:lnTo>
                    <a:pt x="10766" y="8217"/>
                  </a:lnTo>
                  <a:lnTo>
                    <a:pt x="11062" y="8316"/>
                  </a:lnTo>
                  <a:lnTo>
                    <a:pt x="11319" y="8395"/>
                  </a:lnTo>
                  <a:lnTo>
                    <a:pt x="11576" y="8434"/>
                  </a:lnTo>
                  <a:lnTo>
                    <a:pt x="11793" y="8454"/>
                  </a:lnTo>
                  <a:lnTo>
                    <a:pt x="16336" y="8593"/>
                  </a:lnTo>
                  <a:lnTo>
                    <a:pt x="17837" y="8632"/>
                  </a:lnTo>
                  <a:lnTo>
                    <a:pt x="24493" y="8790"/>
                  </a:lnTo>
                  <a:lnTo>
                    <a:pt x="26864" y="8830"/>
                  </a:lnTo>
                  <a:lnTo>
                    <a:pt x="27555" y="8830"/>
                  </a:lnTo>
                  <a:lnTo>
                    <a:pt x="27812" y="8810"/>
                  </a:lnTo>
                  <a:lnTo>
                    <a:pt x="27792" y="8691"/>
                  </a:lnTo>
                  <a:lnTo>
                    <a:pt x="27654" y="8415"/>
                  </a:lnTo>
                  <a:lnTo>
                    <a:pt x="27199" y="7427"/>
                  </a:lnTo>
                  <a:lnTo>
                    <a:pt x="25758" y="4484"/>
                  </a:lnTo>
                  <a:lnTo>
                    <a:pt x="23644" y="257"/>
                  </a:lnTo>
                  <a:lnTo>
                    <a:pt x="16178" y="771"/>
                  </a:lnTo>
                  <a:lnTo>
                    <a:pt x="16138" y="771"/>
                  </a:lnTo>
                  <a:lnTo>
                    <a:pt x="16099" y="790"/>
                  </a:lnTo>
                  <a:lnTo>
                    <a:pt x="15309" y="830"/>
                  </a:lnTo>
                  <a:lnTo>
                    <a:pt x="13985" y="929"/>
                  </a:lnTo>
                  <a:lnTo>
                    <a:pt x="13590" y="810"/>
                  </a:lnTo>
                  <a:lnTo>
                    <a:pt x="12583" y="514"/>
                  </a:lnTo>
                  <a:lnTo>
                    <a:pt x="11951" y="356"/>
                  </a:lnTo>
                  <a:lnTo>
                    <a:pt x="11299" y="218"/>
                  </a:lnTo>
                  <a:lnTo>
                    <a:pt x="10667" y="99"/>
                  </a:lnTo>
                  <a:lnTo>
                    <a:pt x="10074" y="20"/>
                  </a:lnTo>
                  <a:lnTo>
                    <a:pt x="9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4" name="Google Shape;1854;p8"/>
            <p:cNvSpPr/>
            <p:nvPr/>
          </p:nvSpPr>
          <p:spPr>
            <a:xfrm>
              <a:off x="4160957" y="-2074580"/>
              <a:ext cx="235426" cy="66873"/>
            </a:xfrm>
            <a:custGeom>
              <a:rect b="b" l="l" r="r" t="t"/>
              <a:pathLst>
                <a:path extrusionOk="0" h="1779" w="6263">
                  <a:moveTo>
                    <a:pt x="1482" y="0"/>
                  </a:moveTo>
                  <a:lnTo>
                    <a:pt x="1305" y="40"/>
                  </a:lnTo>
                  <a:lnTo>
                    <a:pt x="1127" y="79"/>
                  </a:lnTo>
                  <a:lnTo>
                    <a:pt x="969" y="139"/>
                  </a:lnTo>
                  <a:lnTo>
                    <a:pt x="831" y="198"/>
                  </a:lnTo>
                  <a:lnTo>
                    <a:pt x="712" y="297"/>
                  </a:lnTo>
                  <a:lnTo>
                    <a:pt x="495" y="494"/>
                  </a:lnTo>
                  <a:lnTo>
                    <a:pt x="317" y="672"/>
                  </a:lnTo>
                  <a:lnTo>
                    <a:pt x="198" y="850"/>
                  </a:lnTo>
                  <a:lnTo>
                    <a:pt x="119" y="1008"/>
                  </a:lnTo>
                  <a:lnTo>
                    <a:pt x="40" y="1126"/>
                  </a:lnTo>
                  <a:lnTo>
                    <a:pt x="21" y="1225"/>
                  </a:lnTo>
                  <a:lnTo>
                    <a:pt x="1" y="1304"/>
                  </a:lnTo>
                  <a:lnTo>
                    <a:pt x="969" y="1403"/>
                  </a:lnTo>
                  <a:lnTo>
                    <a:pt x="3122" y="1600"/>
                  </a:lnTo>
                  <a:lnTo>
                    <a:pt x="4267" y="1699"/>
                  </a:lnTo>
                  <a:lnTo>
                    <a:pt x="5255" y="1758"/>
                  </a:lnTo>
                  <a:lnTo>
                    <a:pt x="5986" y="1778"/>
                  </a:lnTo>
                  <a:lnTo>
                    <a:pt x="6183" y="1758"/>
                  </a:lnTo>
                  <a:lnTo>
                    <a:pt x="6243" y="1758"/>
                  </a:lnTo>
                  <a:lnTo>
                    <a:pt x="6262" y="1739"/>
                  </a:lnTo>
                  <a:lnTo>
                    <a:pt x="6243" y="1699"/>
                  </a:lnTo>
                  <a:lnTo>
                    <a:pt x="6223" y="1660"/>
                  </a:lnTo>
                  <a:lnTo>
                    <a:pt x="6144" y="1541"/>
                  </a:lnTo>
                  <a:lnTo>
                    <a:pt x="6025" y="1403"/>
                  </a:lnTo>
                  <a:lnTo>
                    <a:pt x="5848" y="1265"/>
                  </a:lnTo>
                  <a:lnTo>
                    <a:pt x="5670" y="1146"/>
                  </a:lnTo>
                  <a:lnTo>
                    <a:pt x="5472" y="1028"/>
                  </a:lnTo>
                  <a:lnTo>
                    <a:pt x="5294" y="949"/>
                  </a:lnTo>
                  <a:lnTo>
                    <a:pt x="5117" y="889"/>
                  </a:lnTo>
                  <a:lnTo>
                    <a:pt x="4939" y="850"/>
                  </a:lnTo>
                  <a:lnTo>
                    <a:pt x="4761" y="791"/>
                  </a:lnTo>
                  <a:lnTo>
                    <a:pt x="4327" y="613"/>
                  </a:lnTo>
                  <a:lnTo>
                    <a:pt x="3872" y="415"/>
                  </a:lnTo>
                  <a:lnTo>
                    <a:pt x="3616" y="316"/>
                  </a:lnTo>
                  <a:lnTo>
                    <a:pt x="3379" y="237"/>
                  </a:lnTo>
                  <a:lnTo>
                    <a:pt x="3082" y="158"/>
                  </a:lnTo>
                  <a:lnTo>
                    <a:pt x="2766" y="99"/>
                  </a:lnTo>
                  <a:lnTo>
                    <a:pt x="2411" y="40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5" name="Google Shape;1855;p8"/>
            <p:cNvSpPr/>
            <p:nvPr/>
          </p:nvSpPr>
          <p:spPr>
            <a:xfrm>
              <a:off x="3853575" y="-2047101"/>
              <a:ext cx="670493" cy="670493"/>
            </a:xfrm>
            <a:custGeom>
              <a:rect b="b" l="l" r="r" t="t"/>
              <a:pathLst>
                <a:path extrusionOk="0" h="17837" w="17837">
                  <a:moveTo>
                    <a:pt x="8395" y="0"/>
                  </a:moveTo>
                  <a:lnTo>
                    <a:pt x="8040" y="20"/>
                  </a:lnTo>
                  <a:lnTo>
                    <a:pt x="7684" y="40"/>
                  </a:lnTo>
                  <a:lnTo>
                    <a:pt x="7329" y="99"/>
                  </a:lnTo>
                  <a:lnTo>
                    <a:pt x="6993" y="158"/>
                  </a:lnTo>
                  <a:lnTo>
                    <a:pt x="6657" y="237"/>
                  </a:lnTo>
                  <a:lnTo>
                    <a:pt x="6341" y="336"/>
                  </a:lnTo>
                  <a:lnTo>
                    <a:pt x="6025" y="455"/>
                  </a:lnTo>
                  <a:lnTo>
                    <a:pt x="5709" y="573"/>
                  </a:lnTo>
                  <a:lnTo>
                    <a:pt x="5413" y="711"/>
                  </a:lnTo>
                  <a:lnTo>
                    <a:pt x="5116" y="869"/>
                  </a:lnTo>
                  <a:lnTo>
                    <a:pt x="4840" y="1027"/>
                  </a:lnTo>
                  <a:lnTo>
                    <a:pt x="4563" y="1185"/>
                  </a:lnTo>
                  <a:lnTo>
                    <a:pt x="4307" y="1363"/>
                  </a:lnTo>
                  <a:lnTo>
                    <a:pt x="3793" y="1738"/>
                  </a:lnTo>
                  <a:lnTo>
                    <a:pt x="3339" y="2153"/>
                  </a:lnTo>
                  <a:lnTo>
                    <a:pt x="2904" y="2568"/>
                  </a:lnTo>
                  <a:lnTo>
                    <a:pt x="2489" y="2983"/>
                  </a:lnTo>
                  <a:lnTo>
                    <a:pt x="2134" y="3417"/>
                  </a:lnTo>
                  <a:lnTo>
                    <a:pt x="1798" y="3832"/>
                  </a:lnTo>
                  <a:lnTo>
                    <a:pt x="1482" y="4267"/>
                  </a:lnTo>
                  <a:lnTo>
                    <a:pt x="1186" y="4741"/>
                  </a:lnTo>
                  <a:lnTo>
                    <a:pt x="929" y="5254"/>
                  </a:lnTo>
                  <a:lnTo>
                    <a:pt x="692" y="5807"/>
                  </a:lnTo>
                  <a:lnTo>
                    <a:pt x="475" y="6380"/>
                  </a:lnTo>
                  <a:lnTo>
                    <a:pt x="297" y="6992"/>
                  </a:lnTo>
                  <a:lnTo>
                    <a:pt x="159" y="7625"/>
                  </a:lnTo>
                  <a:lnTo>
                    <a:pt x="60" y="8276"/>
                  </a:lnTo>
                  <a:lnTo>
                    <a:pt x="20" y="8612"/>
                  </a:lnTo>
                  <a:lnTo>
                    <a:pt x="1" y="8948"/>
                  </a:lnTo>
                  <a:lnTo>
                    <a:pt x="1" y="9284"/>
                  </a:lnTo>
                  <a:lnTo>
                    <a:pt x="1" y="9639"/>
                  </a:lnTo>
                  <a:lnTo>
                    <a:pt x="20" y="9975"/>
                  </a:lnTo>
                  <a:lnTo>
                    <a:pt x="40" y="10331"/>
                  </a:lnTo>
                  <a:lnTo>
                    <a:pt x="99" y="10706"/>
                  </a:lnTo>
                  <a:lnTo>
                    <a:pt x="159" y="11061"/>
                  </a:lnTo>
                  <a:lnTo>
                    <a:pt x="218" y="11417"/>
                  </a:lnTo>
                  <a:lnTo>
                    <a:pt x="317" y="11792"/>
                  </a:lnTo>
                  <a:lnTo>
                    <a:pt x="415" y="12148"/>
                  </a:lnTo>
                  <a:lnTo>
                    <a:pt x="534" y="12523"/>
                  </a:lnTo>
                  <a:lnTo>
                    <a:pt x="672" y="12879"/>
                  </a:lnTo>
                  <a:lnTo>
                    <a:pt x="830" y="13254"/>
                  </a:lnTo>
                  <a:lnTo>
                    <a:pt x="1008" y="13629"/>
                  </a:lnTo>
                  <a:lnTo>
                    <a:pt x="1205" y="14004"/>
                  </a:lnTo>
                  <a:lnTo>
                    <a:pt x="1403" y="14360"/>
                  </a:lnTo>
                  <a:lnTo>
                    <a:pt x="1640" y="14696"/>
                  </a:lnTo>
                  <a:lnTo>
                    <a:pt x="1877" y="15012"/>
                  </a:lnTo>
                  <a:lnTo>
                    <a:pt x="2134" y="15288"/>
                  </a:lnTo>
                  <a:lnTo>
                    <a:pt x="2410" y="15565"/>
                  </a:lnTo>
                  <a:lnTo>
                    <a:pt x="2687" y="15822"/>
                  </a:lnTo>
                  <a:lnTo>
                    <a:pt x="2983" y="16059"/>
                  </a:lnTo>
                  <a:lnTo>
                    <a:pt x="3299" y="16256"/>
                  </a:lnTo>
                  <a:lnTo>
                    <a:pt x="3595" y="16454"/>
                  </a:lnTo>
                  <a:lnTo>
                    <a:pt x="3912" y="16632"/>
                  </a:lnTo>
                  <a:lnTo>
                    <a:pt x="4228" y="16809"/>
                  </a:lnTo>
                  <a:lnTo>
                    <a:pt x="4544" y="16948"/>
                  </a:lnTo>
                  <a:lnTo>
                    <a:pt x="4860" y="17086"/>
                  </a:lnTo>
                  <a:lnTo>
                    <a:pt x="5195" y="17204"/>
                  </a:lnTo>
                  <a:lnTo>
                    <a:pt x="5808" y="17402"/>
                  </a:lnTo>
                  <a:lnTo>
                    <a:pt x="6420" y="17560"/>
                  </a:lnTo>
                  <a:lnTo>
                    <a:pt x="6973" y="17659"/>
                  </a:lnTo>
                  <a:lnTo>
                    <a:pt x="7487" y="17738"/>
                  </a:lnTo>
                  <a:lnTo>
                    <a:pt x="7921" y="17797"/>
                  </a:lnTo>
                  <a:lnTo>
                    <a:pt x="8296" y="17817"/>
                  </a:lnTo>
                  <a:lnTo>
                    <a:pt x="8573" y="17836"/>
                  </a:lnTo>
                  <a:lnTo>
                    <a:pt x="8830" y="17836"/>
                  </a:lnTo>
                  <a:lnTo>
                    <a:pt x="9363" y="17817"/>
                  </a:lnTo>
                  <a:lnTo>
                    <a:pt x="9877" y="17777"/>
                  </a:lnTo>
                  <a:lnTo>
                    <a:pt x="10390" y="17718"/>
                  </a:lnTo>
                  <a:lnTo>
                    <a:pt x="10884" y="17619"/>
                  </a:lnTo>
                  <a:lnTo>
                    <a:pt x="11358" y="17481"/>
                  </a:lnTo>
                  <a:lnTo>
                    <a:pt x="11832" y="17343"/>
                  </a:lnTo>
                  <a:lnTo>
                    <a:pt x="12267" y="17165"/>
                  </a:lnTo>
                  <a:lnTo>
                    <a:pt x="12701" y="16967"/>
                  </a:lnTo>
                  <a:lnTo>
                    <a:pt x="13116" y="16730"/>
                  </a:lnTo>
                  <a:lnTo>
                    <a:pt x="13531" y="16493"/>
                  </a:lnTo>
                  <a:lnTo>
                    <a:pt x="13906" y="16236"/>
                  </a:lnTo>
                  <a:lnTo>
                    <a:pt x="14281" y="15960"/>
                  </a:lnTo>
                  <a:lnTo>
                    <a:pt x="14617" y="15664"/>
                  </a:lnTo>
                  <a:lnTo>
                    <a:pt x="14953" y="15348"/>
                  </a:lnTo>
                  <a:lnTo>
                    <a:pt x="15269" y="15012"/>
                  </a:lnTo>
                  <a:lnTo>
                    <a:pt x="15565" y="14676"/>
                  </a:lnTo>
                  <a:lnTo>
                    <a:pt x="15842" y="14321"/>
                  </a:lnTo>
                  <a:lnTo>
                    <a:pt x="16118" y="13965"/>
                  </a:lnTo>
                  <a:lnTo>
                    <a:pt x="16355" y="13590"/>
                  </a:lnTo>
                  <a:lnTo>
                    <a:pt x="16592" y="13195"/>
                  </a:lnTo>
                  <a:lnTo>
                    <a:pt x="16790" y="12800"/>
                  </a:lnTo>
                  <a:lnTo>
                    <a:pt x="16987" y="12405"/>
                  </a:lnTo>
                  <a:lnTo>
                    <a:pt x="17165" y="12010"/>
                  </a:lnTo>
                  <a:lnTo>
                    <a:pt x="17303" y="11595"/>
                  </a:lnTo>
                  <a:lnTo>
                    <a:pt x="17442" y="11180"/>
                  </a:lnTo>
                  <a:lnTo>
                    <a:pt x="17560" y="10765"/>
                  </a:lnTo>
                  <a:lnTo>
                    <a:pt x="17659" y="10350"/>
                  </a:lnTo>
                  <a:lnTo>
                    <a:pt x="17738" y="9936"/>
                  </a:lnTo>
                  <a:lnTo>
                    <a:pt x="17797" y="9541"/>
                  </a:lnTo>
                  <a:lnTo>
                    <a:pt x="17837" y="9126"/>
                  </a:lnTo>
                  <a:lnTo>
                    <a:pt x="17837" y="8711"/>
                  </a:lnTo>
                  <a:lnTo>
                    <a:pt x="17837" y="8316"/>
                  </a:lnTo>
                  <a:lnTo>
                    <a:pt x="17797" y="7723"/>
                  </a:lnTo>
                  <a:lnTo>
                    <a:pt x="17698" y="7151"/>
                  </a:lnTo>
                  <a:lnTo>
                    <a:pt x="17639" y="6854"/>
                  </a:lnTo>
                  <a:lnTo>
                    <a:pt x="17580" y="6578"/>
                  </a:lnTo>
                  <a:lnTo>
                    <a:pt x="17481" y="6281"/>
                  </a:lnTo>
                  <a:lnTo>
                    <a:pt x="17382" y="6005"/>
                  </a:lnTo>
                  <a:lnTo>
                    <a:pt x="17284" y="5728"/>
                  </a:lnTo>
                  <a:lnTo>
                    <a:pt x="17165" y="5452"/>
                  </a:lnTo>
                  <a:lnTo>
                    <a:pt x="17027" y="5175"/>
                  </a:lnTo>
                  <a:lnTo>
                    <a:pt x="16889" y="4919"/>
                  </a:lnTo>
                  <a:lnTo>
                    <a:pt x="16731" y="4642"/>
                  </a:lnTo>
                  <a:lnTo>
                    <a:pt x="16553" y="4385"/>
                  </a:lnTo>
                  <a:lnTo>
                    <a:pt x="16375" y="4128"/>
                  </a:lnTo>
                  <a:lnTo>
                    <a:pt x="16178" y="3872"/>
                  </a:lnTo>
                  <a:lnTo>
                    <a:pt x="15960" y="3615"/>
                  </a:lnTo>
                  <a:lnTo>
                    <a:pt x="15743" y="3378"/>
                  </a:lnTo>
                  <a:lnTo>
                    <a:pt x="15506" y="3141"/>
                  </a:lnTo>
                  <a:lnTo>
                    <a:pt x="15249" y="2904"/>
                  </a:lnTo>
                  <a:lnTo>
                    <a:pt x="14992" y="2667"/>
                  </a:lnTo>
                  <a:lnTo>
                    <a:pt x="14716" y="2430"/>
                  </a:lnTo>
                  <a:lnTo>
                    <a:pt x="14420" y="2212"/>
                  </a:lnTo>
                  <a:lnTo>
                    <a:pt x="14123" y="1995"/>
                  </a:lnTo>
                  <a:lnTo>
                    <a:pt x="13807" y="1798"/>
                  </a:lnTo>
                  <a:lnTo>
                    <a:pt x="13471" y="1600"/>
                  </a:lnTo>
                  <a:lnTo>
                    <a:pt x="13116" y="1403"/>
                  </a:lnTo>
                  <a:lnTo>
                    <a:pt x="12760" y="1205"/>
                  </a:lnTo>
                  <a:lnTo>
                    <a:pt x="12385" y="1027"/>
                  </a:lnTo>
                  <a:lnTo>
                    <a:pt x="12010" y="850"/>
                  </a:lnTo>
                  <a:lnTo>
                    <a:pt x="11595" y="672"/>
                  </a:lnTo>
                  <a:lnTo>
                    <a:pt x="11180" y="514"/>
                  </a:lnTo>
                  <a:lnTo>
                    <a:pt x="10765" y="376"/>
                  </a:lnTo>
                  <a:lnTo>
                    <a:pt x="10351" y="257"/>
                  </a:lnTo>
                  <a:lnTo>
                    <a:pt x="9936" y="158"/>
                  </a:lnTo>
                  <a:lnTo>
                    <a:pt x="9541" y="79"/>
                  </a:lnTo>
                  <a:lnTo>
                    <a:pt x="9146" y="40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6" name="Google Shape;1856;p8"/>
            <p:cNvSpPr/>
            <p:nvPr/>
          </p:nvSpPr>
          <p:spPr>
            <a:xfrm>
              <a:off x="4167648" y="-2064920"/>
              <a:ext cx="414355" cy="185657"/>
            </a:xfrm>
            <a:custGeom>
              <a:rect b="b" l="l" r="r" t="t"/>
              <a:pathLst>
                <a:path extrusionOk="0" h="4939" w="11023">
                  <a:moveTo>
                    <a:pt x="1620" y="0"/>
                  </a:moveTo>
                  <a:lnTo>
                    <a:pt x="1443" y="20"/>
                  </a:lnTo>
                  <a:lnTo>
                    <a:pt x="1265" y="40"/>
                  </a:lnTo>
                  <a:lnTo>
                    <a:pt x="1087" y="79"/>
                  </a:lnTo>
                  <a:lnTo>
                    <a:pt x="929" y="138"/>
                  </a:lnTo>
                  <a:lnTo>
                    <a:pt x="791" y="198"/>
                  </a:lnTo>
                  <a:lnTo>
                    <a:pt x="653" y="277"/>
                  </a:lnTo>
                  <a:lnTo>
                    <a:pt x="534" y="356"/>
                  </a:lnTo>
                  <a:lnTo>
                    <a:pt x="435" y="455"/>
                  </a:lnTo>
                  <a:lnTo>
                    <a:pt x="337" y="573"/>
                  </a:lnTo>
                  <a:lnTo>
                    <a:pt x="258" y="711"/>
                  </a:lnTo>
                  <a:lnTo>
                    <a:pt x="178" y="850"/>
                  </a:lnTo>
                  <a:lnTo>
                    <a:pt x="119" y="1008"/>
                  </a:lnTo>
                  <a:lnTo>
                    <a:pt x="60" y="1185"/>
                  </a:lnTo>
                  <a:lnTo>
                    <a:pt x="20" y="1383"/>
                  </a:lnTo>
                  <a:lnTo>
                    <a:pt x="1" y="1561"/>
                  </a:lnTo>
                  <a:lnTo>
                    <a:pt x="20" y="1738"/>
                  </a:lnTo>
                  <a:lnTo>
                    <a:pt x="60" y="1916"/>
                  </a:lnTo>
                  <a:lnTo>
                    <a:pt x="119" y="2074"/>
                  </a:lnTo>
                  <a:lnTo>
                    <a:pt x="218" y="2212"/>
                  </a:lnTo>
                  <a:lnTo>
                    <a:pt x="337" y="2351"/>
                  </a:lnTo>
                  <a:lnTo>
                    <a:pt x="475" y="2489"/>
                  </a:lnTo>
                  <a:lnTo>
                    <a:pt x="633" y="2607"/>
                  </a:lnTo>
                  <a:lnTo>
                    <a:pt x="811" y="2726"/>
                  </a:lnTo>
                  <a:lnTo>
                    <a:pt x="1008" y="2825"/>
                  </a:lnTo>
                  <a:lnTo>
                    <a:pt x="1206" y="2924"/>
                  </a:lnTo>
                  <a:lnTo>
                    <a:pt x="1403" y="3003"/>
                  </a:lnTo>
                  <a:lnTo>
                    <a:pt x="1838" y="3141"/>
                  </a:lnTo>
                  <a:lnTo>
                    <a:pt x="2292" y="3240"/>
                  </a:lnTo>
                  <a:lnTo>
                    <a:pt x="2549" y="3299"/>
                  </a:lnTo>
                  <a:lnTo>
                    <a:pt x="2825" y="3378"/>
                  </a:lnTo>
                  <a:lnTo>
                    <a:pt x="3536" y="3635"/>
                  </a:lnTo>
                  <a:lnTo>
                    <a:pt x="4346" y="3951"/>
                  </a:lnTo>
                  <a:lnTo>
                    <a:pt x="5215" y="4286"/>
                  </a:lnTo>
                  <a:lnTo>
                    <a:pt x="5670" y="4444"/>
                  </a:lnTo>
                  <a:lnTo>
                    <a:pt x="6124" y="4583"/>
                  </a:lnTo>
                  <a:lnTo>
                    <a:pt x="6558" y="4721"/>
                  </a:lnTo>
                  <a:lnTo>
                    <a:pt x="6993" y="4820"/>
                  </a:lnTo>
                  <a:lnTo>
                    <a:pt x="7408" y="4899"/>
                  </a:lnTo>
                  <a:lnTo>
                    <a:pt x="7783" y="4938"/>
                  </a:lnTo>
                  <a:lnTo>
                    <a:pt x="8139" y="4918"/>
                  </a:lnTo>
                  <a:lnTo>
                    <a:pt x="8316" y="4918"/>
                  </a:lnTo>
                  <a:lnTo>
                    <a:pt x="8474" y="4879"/>
                  </a:lnTo>
                  <a:lnTo>
                    <a:pt x="8771" y="4800"/>
                  </a:lnTo>
                  <a:lnTo>
                    <a:pt x="9047" y="4681"/>
                  </a:lnTo>
                  <a:lnTo>
                    <a:pt x="9304" y="4523"/>
                  </a:lnTo>
                  <a:lnTo>
                    <a:pt x="9541" y="4365"/>
                  </a:lnTo>
                  <a:lnTo>
                    <a:pt x="9778" y="4188"/>
                  </a:lnTo>
                  <a:lnTo>
                    <a:pt x="9975" y="4010"/>
                  </a:lnTo>
                  <a:lnTo>
                    <a:pt x="10173" y="3812"/>
                  </a:lnTo>
                  <a:lnTo>
                    <a:pt x="10351" y="3615"/>
                  </a:lnTo>
                  <a:lnTo>
                    <a:pt x="10627" y="3240"/>
                  </a:lnTo>
                  <a:lnTo>
                    <a:pt x="10845" y="2943"/>
                  </a:lnTo>
                  <a:lnTo>
                    <a:pt x="11022" y="2647"/>
                  </a:lnTo>
                  <a:lnTo>
                    <a:pt x="10469" y="2390"/>
                  </a:lnTo>
                  <a:lnTo>
                    <a:pt x="9857" y="2133"/>
                  </a:lnTo>
                  <a:lnTo>
                    <a:pt x="9146" y="1837"/>
                  </a:lnTo>
                  <a:lnTo>
                    <a:pt x="8356" y="1561"/>
                  </a:lnTo>
                  <a:lnTo>
                    <a:pt x="7586" y="1304"/>
                  </a:lnTo>
                  <a:lnTo>
                    <a:pt x="7230" y="1205"/>
                  </a:lnTo>
                  <a:lnTo>
                    <a:pt x="6894" y="1126"/>
                  </a:lnTo>
                  <a:lnTo>
                    <a:pt x="6578" y="1067"/>
                  </a:lnTo>
                  <a:lnTo>
                    <a:pt x="6321" y="1047"/>
                  </a:lnTo>
                  <a:lnTo>
                    <a:pt x="6084" y="1047"/>
                  </a:lnTo>
                  <a:lnTo>
                    <a:pt x="5828" y="1008"/>
                  </a:lnTo>
                  <a:lnTo>
                    <a:pt x="5551" y="968"/>
                  </a:lnTo>
                  <a:lnTo>
                    <a:pt x="5294" y="909"/>
                  </a:lnTo>
                  <a:lnTo>
                    <a:pt x="4721" y="751"/>
                  </a:lnTo>
                  <a:lnTo>
                    <a:pt x="4149" y="573"/>
                  </a:lnTo>
                  <a:lnTo>
                    <a:pt x="3576" y="395"/>
                  </a:lnTo>
                  <a:lnTo>
                    <a:pt x="3023" y="237"/>
                  </a:lnTo>
                  <a:lnTo>
                    <a:pt x="2509" y="99"/>
                  </a:lnTo>
                  <a:lnTo>
                    <a:pt x="2272" y="59"/>
                  </a:lnTo>
                  <a:lnTo>
                    <a:pt x="2035" y="20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7" name="Google Shape;1857;p8"/>
            <p:cNvSpPr/>
            <p:nvPr/>
          </p:nvSpPr>
          <p:spPr>
            <a:xfrm>
              <a:off x="4172836" y="-2147357"/>
              <a:ext cx="207948" cy="21577"/>
            </a:xfrm>
            <a:custGeom>
              <a:rect b="b" l="l" r="r" t="t"/>
              <a:pathLst>
                <a:path extrusionOk="0" h="574" w="5532">
                  <a:moveTo>
                    <a:pt x="1305" y="1"/>
                  </a:moveTo>
                  <a:lnTo>
                    <a:pt x="969" y="40"/>
                  </a:lnTo>
                  <a:lnTo>
                    <a:pt x="673" y="80"/>
                  </a:lnTo>
                  <a:lnTo>
                    <a:pt x="436" y="119"/>
                  </a:lnTo>
                  <a:lnTo>
                    <a:pt x="238" y="178"/>
                  </a:lnTo>
                  <a:lnTo>
                    <a:pt x="100" y="218"/>
                  </a:lnTo>
                  <a:lnTo>
                    <a:pt x="1" y="356"/>
                  </a:lnTo>
                  <a:lnTo>
                    <a:pt x="811" y="356"/>
                  </a:lnTo>
                  <a:lnTo>
                    <a:pt x="1739" y="376"/>
                  </a:lnTo>
                  <a:lnTo>
                    <a:pt x="2885" y="416"/>
                  </a:lnTo>
                  <a:lnTo>
                    <a:pt x="5532" y="574"/>
                  </a:lnTo>
                  <a:lnTo>
                    <a:pt x="4228" y="356"/>
                  </a:lnTo>
                  <a:lnTo>
                    <a:pt x="3102" y="178"/>
                  </a:lnTo>
                  <a:lnTo>
                    <a:pt x="2095" y="4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8" name="Google Shape;1858;p8"/>
            <p:cNvSpPr/>
            <p:nvPr/>
          </p:nvSpPr>
          <p:spPr>
            <a:xfrm>
              <a:off x="4250800" y="-2217126"/>
              <a:ext cx="159682" cy="15600"/>
            </a:xfrm>
            <a:custGeom>
              <a:rect b="b" l="l" r="r" t="t"/>
              <a:pathLst>
                <a:path extrusionOk="0" h="415" w="4248">
                  <a:moveTo>
                    <a:pt x="1621" y="0"/>
                  </a:moveTo>
                  <a:lnTo>
                    <a:pt x="1305" y="20"/>
                  </a:lnTo>
                  <a:lnTo>
                    <a:pt x="969" y="59"/>
                  </a:lnTo>
                  <a:lnTo>
                    <a:pt x="673" y="119"/>
                  </a:lnTo>
                  <a:lnTo>
                    <a:pt x="396" y="198"/>
                  </a:lnTo>
                  <a:lnTo>
                    <a:pt x="198" y="257"/>
                  </a:lnTo>
                  <a:lnTo>
                    <a:pt x="40" y="336"/>
                  </a:lnTo>
                  <a:lnTo>
                    <a:pt x="1" y="375"/>
                  </a:lnTo>
                  <a:lnTo>
                    <a:pt x="1" y="415"/>
                  </a:lnTo>
                  <a:lnTo>
                    <a:pt x="198" y="375"/>
                  </a:lnTo>
                  <a:lnTo>
                    <a:pt x="732" y="277"/>
                  </a:lnTo>
                  <a:lnTo>
                    <a:pt x="1107" y="237"/>
                  </a:lnTo>
                  <a:lnTo>
                    <a:pt x="1502" y="217"/>
                  </a:lnTo>
                  <a:lnTo>
                    <a:pt x="1937" y="217"/>
                  </a:lnTo>
                  <a:lnTo>
                    <a:pt x="2411" y="237"/>
                  </a:lnTo>
                  <a:lnTo>
                    <a:pt x="3793" y="336"/>
                  </a:lnTo>
                  <a:lnTo>
                    <a:pt x="4248" y="375"/>
                  </a:lnTo>
                  <a:lnTo>
                    <a:pt x="4011" y="316"/>
                  </a:lnTo>
                  <a:lnTo>
                    <a:pt x="3418" y="198"/>
                  </a:lnTo>
                  <a:lnTo>
                    <a:pt x="2667" y="59"/>
                  </a:lnTo>
                  <a:lnTo>
                    <a:pt x="2292" y="20"/>
                  </a:lnTo>
                  <a:lnTo>
                    <a:pt x="195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9" name="Google Shape;1859;p8"/>
            <p:cNvSpPr/>
            <p:nvPr/>
          </p:nvSpPr>
          <p:spPr>
            <a:xfrm>
              <a:off x="4354777" y="-2259453"/>
              <a:ext cx="69090" cy="17103"/>
            </a:xfrm>
            <a:custGeom>
              <a:rect b="b" l="l" r="r" t="t"/>
              <a:pathLst>
                <a:path extrusionOk="0" h="455" w="1838">
                  <a:moveTo>
                    <a:pt x="138" y="0"/>
                  </a:moveTo>
                  <a:lnTo>
                    <a:pt x="99" y="20"/>
                  </a:lnTo>
                  <a:lnTo>
                    <a:pt x="59" y="40"/>
                  </a:lnTo>
                  <a:lnTo>
                    <a:pt x="20" y="99"/>
                  </a:lnTo>
                  <a:lnTo>
                    <a:pt x="0" y="158"/>
                  </a:lnTo>
                  <a:lnTo>
                    <a:pt x="0" y="198"/>
                  </a:lnTo>
                  <a:lnTo>
                    <a:pt x="652" y="277"/>
                  </a:lnTo>
                  <a:lnTo>
                    <a:pt x="1521" y="395"/>
                  </a:lnTo>
                  <a:lnTo>
                    <a:pt x="1837" y="454"/>
                  </a:lnTo>
                  <a:lnTo>
                    <a:pt x="1047" y="217"/>
                  </a:lnTo>
                  <a:lnTo>
                    <a:pt x="455" y="59"/>
                  </a:lnTo>
                  <a:lnTo>
                    <a:pt x="257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0" name="Google Shape;1860;p8"/>
            <p:cNvSpPr/>
            <p:nvPr/>
          </p:nvSpPr>
          <p:spPr>
            <a:xfrm>
              <a:off x="4064461" y="-2125065"/>
              <a:ext cx="73526" cy="41612"/>
            </a:xfrm>
            <a:custGeom>
              <a:rect b="b" l="l" r="r" t="t"/>
              <a:pathLst>
                <a:path extrusionOk="0" h="1107" w="1956">
                  <a:moveTo>
                    <a:pt x="1936" y="0"/>
                  </a:moveTo>
                  <a:lnTo>
                    <a:pt x="1896" y="158"/>
                  </a:lnTo>
                  <a:lnTo>
                    <a:pt x="1798" y="415"/>
                  </a:lnTo>
                  <a:lnTo>
                    <a:pt x="1719" y="553"/>
                  </a:lnTo>
                  <a:lnTo>
                    <a:pt x="1640" y="672"/>
                  </a:lnTo>
                  <a:lnTo>
                    <a:pt x="1561" y="771"/>
                  </a:lnTo>
                  <a:lnTo>
                    <a:pt x="1462" y="850"/>
                  </a:lnTo>
                  <a:lnTo>
                    <a:pt x="1343" y="889"/>
                  </a:lnTo>
                  <a:lnTo>
                    <a:pt x="1146" y="929"/>
                  </a:lnTo>
                  <a:lnTo>
                    <a:pt x="711" y="948"/>
                  </a:lnTo>
                  <a:lnTo>
                    <a:pt x="336" y="968"/>
                  </a:lnTo>
                  <a:lnTo>
                    <a:pt x="178" y="948"/>
                  </a:lnTo>
                  <a:lnTo>
                    <a:pt x="257" y="316"/>
                  </a:lnTo>
                  <a:lnTo>
                    <a:pt x="79" y="494"/>
                  </a:lnTo>
                  <a:lnTo>
                    <a:pt x="0" y="1087"/>
                  </a:lnTo>
                  <a:lnTo>
                    <a:pt x="198" y="1106"/>
                  </a:lnTo>
                  <a:lnTo>
                    <a:pt x="909" y="1106"/>
                  </a:lnTo>
                  <a:lnTo>
                    <a:pt x="1166" y="1087"/>
                  </a:lnTo>
                  <a:lnTo>
                    <a:pt x="1403" y="1027"/>
                  </a:lnTo>
                  <a:lnTo>
                    <a:pt x="1521" y="988"/>
                  </a:lnTo>
                  <a:lnTo>
                    <a:pt x="1600" y="948"/>
                  </a:lnTo>
                  <a:lnTo>
                    <a:pt x="1679" y="889"/>
                  </a:lnTo>
                  <a:lnTo>
                    <a:pt x="1738" y="830"/>
                  </a:lnTo>
                  <a:lnTo>
                    <a:pt x="1837" y="692"/>
                  </a:lnTo>
                  <a:lnTo>
                    <a:pt x="1896" y="534"/>
                  </a:lnTo>
                  <a:lnTo>
                    <a:pt x="1936" y="376"/>
                  </a:lnTo>
                  <a:lnTo>
                    <a:pt x="1956" y="237"/>
                  </a:lnTo>
                  <a:lnTo>
                    <a:pt x="1956" y="119"/>
                  </a:lnTo>
                  <a:lnTo>
                    <a:pt x="193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1" name="Google Shape;1861;p8"/>
            <p:cNvSpPr/>
            <p:nvPr/>
          </p:nvSpPr>
          <p:spPr>
            <a:xfrm>
              <a:off x="4368122" y="-1450155"/>
              <a:ext cx="596253" cy="494534"/>
            </a:xfrm>
            <a:custGeom>
              <a:rect b="b" l="l" r="r" t="t"/>
              <a:pathLst>
                <a:path extrusionOk="0" h="13156" w="15862">
                  <a:moveTo>
                    <a:pt x="1680" y="1"/>
                  </a:moveTo>
                  <a:lnTo>
                    <a:pt x="1" y="7902"/>
                  </a:lnTo>
                  <a:lnTo>
                    <a:pt x="2865" y="9423"/>
                  </a:lnTo>
                  <a:lnTo>
                    <a:pt x="4129" y="10094"/>
                  </a:lnTo>
                  <a:lnTo>
                    <a:pt x="8020" y="12148"/>
                  </a:lnTo>
                  <a:lnTo>
                    <a:pt x="9403" y="12860"/>
                  </a:lnTo>
                  <a:lnTo>
                    <a:pt x="9995" y="13156"/>
                  </a:lnTo>
                  <a:lnTo>
                    <a:pt x="10035" y="13136"/>
                  </a:lnTo>
                  <a:lnTo>
                    <a:pt x="10094" y="13077"/>
                  </a:lnTo>
                  <a:lnTo>
                    <a:pt x="10311" y="12800"/>
                  </a:lnTo>
                  <a:lnTo>
                    <a:pt x="10627" y="12405"/>
                  </a:lnTo>
                  <a:lnTo>
                    <a:pt x="11042" y="11872"/>
                  </a:lnTo>
                  <a:lnTo>
                    <a:pt x="12010" y="10509"/>
                  </a:lnTo>
                  <a:lnTo>
                    <a:pt x="13116" y="8949"/>
                  </a:lnTo>
                  <a:lnTo>
                    <a:pt x="14183" y="7388"/>
                  </a:lnTo>
                  <a:lnTo>
                    <a:pt x="15091" y="6025"/>
                  </a:lnTo>
                  <a:lnTo>
                    <a:pt x="15447" y="5492"/>
                  </a:lnTo>
                  <a:lnTo>
                    <a:pt x="15684" y="5057"/>
                  </a:lnTo>
                  <a:lnTo>
                    <a:pt x="15842" y="4781"/>
                  </a:lnTo>
                  <a:lnTo>
                    <a:pt x="15862" y="4722"/>
                  </a:lnTo>
                  <a:lnTo>
                    <a:pt x="15862" y="4702"/>
                  </a:lnTo>
                  <a:lnTo>
                    <a:pt x="15842" y="4682"/>
                  </a:lnTo>
                  <a:lnTo>
                    <a:pt x="15585" y="4623"/>
                  </a:lnTo>
                  <a:lnTo>
                    <a:pt x="14973" y="4425"/>
                  </a:lnTo>
                  <a:lnTo>
                    <a:pt x="12899" y="3754"/>
                  </a:lnTo>
                  <a:lnTo>
                    <a:pt x="7131" y="1818"/>
                  </a:lnTo>
                  <a:lnTo>
                    <a:pt x="6005" y="1443"/>
                  </a:lnTo>
                  <a:lnTo>
                    <a:pt x="5946" y="1423"/>
                  </a:lnTo>
                  <a:lnTo>
                    <a:pt x="5907" y="1423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2" name="Google Shape;1862;p8"/>
            <p:cNvSpPr/>
            <p:nvPr/>
          </p:nvSpPr>
          <p:spPr>
            <a:xfrm>
              <a:off x="4091188" y="-1384784"/>
              <a:ext cx="191596" cy="27478"/>
            </a:xfrm>
            <a:custGeom>
              <a:rect b="b" l="l" r="r" t="t"/>
              <a:pathLst>
                <a:path extrusionOk="0" h="731" w="5097">
                  <a:moveTo>
                    <a:pt x="0" y="0"/>
                  </a:moveTo>
                  <a:lnTo>
                    <a:pt x="158" y="59"/>
                  </a:lnTo>
                  <a:lnTo>
                    <a:pt x="593" y="217"/>
                  </a:lnTo>
                  <a:lnTo>
                    <a:pt x="1245" y="415"/>
                  </a:lnTo>
                  <a:lnTo>
                    <a:pt x="1620" y="514"/>
                  </a:lnTo>
                  <a:lnTo>
                    <a:pt x="2015" y="593"/>
                  </a:lnTo>
                  <a:lnTo>
                    <a:pt x="2430" y="672"/>
                  </a:lnTo>
                  <a:lnTo>
                    <a:pt x="2864" y="711"/>
                  </a:lnTo>
                  <a:lnTo>
                    <a:pt x="3299" y="731"/>
                  </a:lnTo>
                  <a:lnTo>
                    <a:pt x="3694" y="731"/>
                  </a:lnTo>
                  <a:lnTo>
                    <a:pt x="4069" y="691"/>
                  </a:lnTo>
                  <a:lnTo>
                    <a:pt x="4405" y="632"/>
                  </a:lnTo>
                  <a:lnTo>
                    <a:pt x="4681" y="553"/>
                  </a:lnTo>
                  <a:lnTo>
                    <a:pt x="4780" y="514"/>
                  </a:lnTo>
                  <a:lnTo>
                    <a:pt x="4879" y="454"/>
                  </a:lnTo>
                  <a:lnTo>
                    <a:pt x="4998" y="356"/>
                  </a:lnTo>
                  <a:lnTo>
                    <a:pt x="5077" y="296"/>
                  </a:lnTo>
                  <a:lnTo>
                    <a:pt x="5096" y="237"/>
                  </a:lnTo>
                  <a:lnTo>
                    <a:pt x="5077" y="198"/>
                  </a:lnTo>
                  <a:lnTo>
                    <a:pt x="5057" y="178"/>
                  </a:lnTo>
                  <a:lnTo>
                    <a:pt x="4978" y="1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3" name="Google Shape;1863;p8"/>
            <p:cNvSpPr/>
            <p:nvPr/>
          </p:nvSpPr>
          <p:spPr>
            <a:xfrm>
              <a:off x="4190692" y="-2054544"/>
              <a:ext cx="86908" cy="92096"/>
            </a:xfrm>
            <a:custGeom>
              <a:rect b="b" l="l" r="r" t="t"/>
              <a:pathLst>
                <a:path extrusionOk="0" h="2450" w="2312">
                  <a:moveTo>
                    <a:pt x="711" y="139"/>
                  </a:moveTo>
                  <a:lnTo>
                    <a:pt x="849" y="179"/>
                  </a:lnTo>
                  <a:lnTo>
                    <a:pt x="1205" y="258"/>
                  </a:lnTo>
                  <a:lnTo>
                    <a:pt x="1422" y="337"/>
                  </a:lnTo>
                  <a:lnTo>
                    <a:pt x="1639" y="416"/>
                  </a:lnTo>
                  <a:lnTo>
                    <a:pt x="1857" y="495"/>
                  </a:lnTo>
                  <a:lnTo>
                    <a:pt x="2015" y="613"/>
                  </a:lnTo>
                  <a:lnTo>
                    <a:pt x="2094" y="672"/>
                  </a:lnTo>
                  <a:lnTo>
                    <a:pt x="2133" y="751"/>
                  </a:lnTo>
                  <a:lnTo>
                    <a:pt x="2173" y="850"/>
                  </a:lnTo>
                  <a:lnTo>
                    <a:pt x="2193" y="969"/>
                  </a:lnTo>
                  <a:lnTo>
                    <a:pt x="2193" y="1107"/>
                  </a:lnTo>
                  <a:lnTo>
                    <a:pt x="2173" y="1225"/>
                  </a:lnTo>
                  <a:lnTo>
                    <a:pt x="2114" y="1502"/>
                  </a:lnTo>
                  <a:lnTo>
                    <a:pt x="2015" y="1778"/>
                  </a:lnTo>
                  <a:lnTo>
                    <a:pt x="1896" y="2015"/>
                  </a:lnTo>
                  <a:lnTo>
                    <a:pt x="1778" y="2193"/>
                  </a:lnTo>
                  <a:lnTo>
                    <a:pt x="1699" y="2252"/>
                  </a:lnTo>
                  <a:lnTo>
                    <a:pt x="1639" y="2292"/>
                  </a:lnTo>
                  <a:lnTo>
                    <a:pt x="1560" y="2312"/>
                  </a:lnTo>
                  <a:lnTo>
                    <a:pt x="1481" y="2312"/>
                  </a:lnTo>
                  <a:lnTo>
                    <a:pt x="1264" y="2272"/>
                  </a:lnTo>
                  <a:lnTo>
                    <a:pt x="1007" y="2213"/>
                  </a:lnTo>
                  <a:lnTo>
                    <a:pt x="770" y="2114"/>
                  </a:lnTo>
                  <a:lnTo>
                    <a:pt x="533" y="2015"/>
                  </a:lnTo>
                  <a:lnTo>
                    <a:pt x="316" y="1917"/>
                  </a:lnTo>
                  <a:lnTo>
                    <a:pt x="178" y="1838"/>
                  </a:lnTo>
                  <a:lnTo>
                    <a:pt x="138" y="1798"/>
                  </a:lnTo>
                  <a:lnTo>
                    <a:pt x="119" y="1759"/>
                  </a:lnTo>
                  <a:lnTo>
                    <a:pt x="138" y="1660"/>
                  </a:lnTo>
                  <a:lnTo>
                    <a:pt x="158" y="1462"/>
                  </a:lnTo>
                  <a:lnTo>
                    <a:pt x="217" y="1206"/>
                  </a:lnTo>
                  <a:lnTo>
                    <a:pt x="296" y="929"/>
                  </a:lnTo>
                  <a:lnTo>
                    <a:pt x="395" y="633"/>
                  </a:lnTo>
                  <a:lnTo>
                    <a:pt x="494" y="396"/>
                  </a:lnTo>
                  <a:lnTo>
                    <a:pt x="553" y="297"/>
                  </a:lnTo>
                  <a:lnTo>
                    <a:pt x="593" y="218"/>
                  </a:lnTo>
                  <a:lnTo>
                    <a:pt x="652" y="159"/>
                  </a:lnTo>
                  <a:lnTo>
                    <a:pt x="711" y="139"/>
                  </a:lnTo>
                  <a:close/>
                  <a:moveTo>
                    <a:pt x="652" y="1"/>
                  </a:moveTo>
                  <a:lnTo>
                    <a:pt x="593" y="40"/>
                  </a:lnTo>
                  <a:lnTo>
                    <a:pt x="533" y="99"/>
                  </a:lnTo>
                  <a:lnTo>
                    <a:pt x="474" y="179"/>
                  </a:lnTo>
                  <a:lnTo>
                    <a:pt x="415" y="297"/>
                  </a:lnTo>
                  <a:lnTo>
                    <a:pt x="296" y="574"/>
                  </a:lnTo>
                  <a:lnTo>
                    <a:pt x="198" y="890"/>
                  </a:lnTo>
                  <a:lnTo>
                    <a:pt x="119" y="1225"/>
                  </a:lnTo>
                  <a:lnTo>
                    <a:pt x="40" y="1502"/>
                  </a:lnTo>
                  <a:lnTo>
                    <a:pt x="0" y="1719"/>
                  </a:lnTo>
                  <a:lnTo>
                    <a:pt x="0" y="1838"/>
                  </a:lnTo>
                  <a:lnTo>
                    <a:pt x="20" y="1877"/>
                  </a:lnTo>
                  <a:lnTo>
                    <a:pt x="59" y="1917"/>
                  </a:lnTo>
                  <a:lnTo>
                    <a:pt x="217" y="2015"/>
                  </a:lnTo>
                  <a:lnTo>
                    <a:pt x="454" y="2134"/>
                  </a:lnTo>
                  <a:lnTo>
                    <a:pt x="711" y="2233"/>
                  </a:lnTo>
                  <a:lnTo>
                    <a:pt x="1007" y="2351"/>
                  </a:lnTo>
                  <a:lnTo>
                    <a:pt x="1284" y="2410"/>
                  </a:lnTo>
                  <a:lnTo>
                    <a:pt x="1521" y="2450"/>
                  </a:lnTo>
                  <a:lnTo>
                    <a:pt x="1620" y="2450"/>
                  </a:lnTo>
                  <a:lnTo>
                    <a:pt x="1699" y="2430"/>
                  </a:lnTo>
                  <a:lnTo>
                    <a:pt x="1778" y="2391"/>
                  </a:lnTo>
                  <a:lnTo>
                    <a:pt x="1857" y="2312"/>
                  </a:lnTo>
                  <a:lnTo>
                    <a:pt x="1936" y="2233"/>
                  </a:lnTo>
                  <a:lnTo>
                    <a:pt x="1995" y="2114"/>
                  </a:lnTo>
                  <a:lnTo>
                    <a:pt x="2133" y="1857"/>
                  </a:lnTo>
                  <a:lnTo>
                    <a:pt x="2232" y="1561"/>
                  </a:lnTo>
                  <a:lnTo>
                    <a:pt x="2311" y="1245"/>
                  </a:lnTo>
                  <a:lnTo>
                    <a:pt x="2311" y="1087"/>
                  </a:lnTo>
                  <a:lnTo>
                    <a:pt x="2311" y="949"/>
                  </a:lnTo>
                  <a:lnTo>
                    <a:pt x="2311" y="811"/>
                  </a:lnTo>
                  <a:lnTo>
                    <a:pt x="2272" y="712"/>
                  </a:lnTo>
                  <a:lnTo>
                    <a:pt x="2212" y="613"/>
                  </a:lnTo>
                  <a:lnTo>
                    <a:pt x="2133" y="534"/>
                  </a:lnTo>
                  <a:lnTo>
                    <a:pt x="1936" y="416"/>
                  </a:lnTo>
                  <a:lnTo>
                    <a:pt x="1718" y="317"/>
                  </a:lnTo>
                  <a:lnTo>
                    <a:pt x="1462" y="218"/>
                  </a:lnTo>
                  <a:lnTo>
                    <a:pt x="1225" y="159"/>
                  </a:lnTo>
                  <a:lnTo>
                    <a:pt x="830" y="40"/>
                  </a:lnTo>
                  <a:lnTo>
                    <a:pt x="652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4" name="Google Shape;1864;p8"/>
            <p:cNvSpPr/>
            <p:nvPr/>
          </p:nvSpPr>
          <p:spPr>
            <a:xfrm>
              <a:off x="4035478" y="-1510263"/>
              <a:ext cx="409167" cy="144797"/>
            </a:xfrm>
            <a:custGeom>
              <a:rect b="b" l="l" r="r" t="t"/>
              <a:pathLst>
                <a:path extrusionOk="0" h="3852" w="10885">
                  <a:moveTo>
                    <a:pt x="7665" y="0"/>
                  </a:moveTo>
                  <a:lnTo>
                    <a:pt x="6894" y="20"/>
                  </a:lnTo>
                  <a:lnTo>
                    <a:pt x="6084" y="59"/>
                  </a:lnTo>
                  <a:lnTo>
                    <a:pt x="5275" y="138"/>
                  </a:lnTo>
                  <a:lnTo>
                    <a:pt x="4485" y="217"/>
                  </a:lnTo>
                  <a:lnTo>
                    <a:pt x="3734" y="277"/>
                  </a:lnTo>
                  <a:lnTo>
                    <a:pt x="3043" y="316"/>
                  </a:lnTo>
                  <a:lnTo>
                    <a:pt x="2727" y="336"/>
                  </a:lnTo>
                  <a:lnTo>
                    <a:pt x="2430" y="316"/>
                  </a:lnTo>
                  <a:lnTo>
                    <a:pt x="1937" y="296"/>
                  </a:lnTo>
                  <a:lnTo>
                    <a:pt x="1502" y="277"/>
                  </a:lnTo>
                  <a:lnTo>
                    <a:pt x="1166" y="296"/>
                  </a:lnTo>
                  <a:lnTo>
                    <a:pt x="1008" y="316"/>
                  </a:lnTo>
                  <a:lnTo>
                    <a:pt x="870" y="356"/>
                  </a:lnTo>
                  <a:lnTo>
                    <a:pt x="751" y="395"/>
                  </a:lnTo>
                  <a:lnTo>
                    <a:pt x="633" y="474"/>
                  </a:lnTo>
                  <a:lnTo>
                    <a:pt x="534" y="533"/>
                  </a:lnTo>
                  <a:lnTo>
                    <a:pt x="455" y="632"/>
                  </a:lnTo>
                  <a:lnTo>
                    <a:pt x="356" y="751"/>
                  </a:lnTo>
                  <a:lnTo>
                    <a:pt x="277" y="889"/>
                  </a:lnTo>
                  <a:lnTo>
                    <a:pt x="218" y="1027"/>
                  </a:lnTo>
                  <a:lnTo>
                    <a:pt x="139" y="1205"/>
                  </a:lnTo>
                  <a:lnTo>
                    <a:pt x="80" y="1383"/>
                  </a:lnTo>
                  <a:lnTo>
                    <a:pt x="40" y="1560"/>
                  </a:lnTo>
                  <a:lnTo>
                    <a:pt x="21" y="1718"/>
                  </a:lnTo>
                  <a:lnTo>
                    <a:pt x="1" y="1876"/>
                  </a:lnTo>
                  <a:lnTo>
                    <a:pt x="1" y="2015"/>
                  </a:lnTo>
                  <a:lnTo>
                    <a:pt x="21" y="2153"/>
                  </a:lnTo>
                  <a:lnTo>
                    <a:pt x="60" y="2291"/>
                  </a:lnTo>
                  <a:lnTo>
                    <a:pt x="100" y="2410"/>
                  </a:lnTo>
                  <a:lnTo>
                    <a:pt x="159" y="2528"/>
                  </a:lnTo>
                  <a:lnTo>
                    <a:pt x="238" y="2647"/>
                  </a:lnTo>
                  <a:lnTo>
                    <a:pt x="317" y="2765"/>
                  </a:lnTo>
                  <a:lnTo>
                    <a:pt x="416" y="2864"/>
                  </a:lnTo>
                  <a:lnTo>
                    <a:pt x="613" y="3042"/>
                  </a:lnTo>
                  <a:lnTo>
                    <a:pt x="870" y="3200"/>
                  </a:lnTo>
                  <a:lnTo>
                    <a:pt x="1028" y="3279"/>
                  </a:lnTo>
                  <a:lnTo>
                    <a:pt x="1186" y="3338"/>
                  </a:lnTo>
                  <a:lnTo>
                    <a:pt x="1384" y="3397"/>
                  </a:lnTo>
                  <a:lnTo>
                    <a:pt x="1601" y="3457"/>
                  </a:lnTo>
                  <a:lnTo>
                    <a:pt x="2095" y="3536"/>
                  </a:lnTo>
                  <a:lnTo>
                    <a:pt x="2628" y="3595"/>
                  </a:lnTo>
                  <a:lnTo>
                    <a:pt x="3754" y="3694"/>
                  </a:lnTo>
                  <a:lnTo>
                    <a:pt x="4287" y="3733"/>
                  </a:lnTo>
                  <a:lnTo>
                    <a:pt x="4781" y="3792"/>
                  </a:lnTo>
                  <a:lnTo>
                    <a:pt x="5275" y="3832"/>
                  </a:lnTo>
                  <a:lnTo>
                    <a:pt x="5788" y="3852"/>
                  </a:lnTo>
                  <a:lnTo>
                    <a:pt x="6341" y="3852"/>
                  </a:lnTo>
                  <a:lnTo>
                    <a:pt x="6934" y="3812"/>
                  </a:lnTo>
                  <a:lnTo>
                    <a:pt x="7507" y="3753"/>
                  </a:lnTo>
                  <a:lnTo>
                    <a:pt x="8079" y="3674"/>
                  </a:lnTo>
                  <a:lnTo>
                    <a:pt x="8632" y="3575"/>
                  </a:lnTo>
                  <a:lnTo>
                    <a:pt x="9166" y="3437"/>
                  </a:lnTo>
                  <a:lnTo>
                    <a:pt x="9640" y="3299"/>
                  </a:lnTo>
                  <a:lnTo>
                    <a:pt x="10015" y="3180"/>
                  </a:lnTo>
                  <a:lnTo>
                    <a:pt x="10311" y="3062"/>
                  </a:lnTo>
                  <a:lnTo>
                    <a:pt x="10548" y="2943"/>
                  </a:lnTo>
                  <a:lnTo>
                    <a:pt x="10805" y="2805"/>
                  </a:lnTo>
                  <a:lnTo>
                    <a:pt x="10884" y="2746"/>
                  </a:lnTo>
                  <a:lnTo>
                    <a:pt x="10884" y="2627"/>
                  </a:lnTo>
                  <a:lnTo>
                    <a:pt x="10825" y="2351"/>
                  </a:lnTo>
                  <a:lnTo>
                    <a:pt x="10785" y="2153"/>
                  </a:lnTo>
                  <a:lnTo>
                    <a:pt x="10726" y="1936"/>
                  </a:lnTo>
                  <a:lnTo>
                    <a:pt x="10627" y="1718"/>
                  </a:lnTo>
                  <a:lnTo>
                    <a:pt x="10529" y="1481"/>
                  </a:lnTo>
                  <a:lnTo>
                    <a:pt x="10390" y="1225"/>
                  </a:lnTo>
                  <a:lnTo>
                    <a:pt x="10213" y="988"/>
                  </a:lnTo>
                  <a:lnTo>
                    <a:pt x="10015" y="770"/>
                  </a:lnTo>
                  <a:lnTo>
                    <a:pt x="9778" y="553"/>
                  </a:lnTo>
                  <a:lnTo>
                    <a:pt x="9640" y="454"/>
                  </a:lnTo>
                  <a:lnTo>
                    <a:pt x="9502" y="375"/>
                  </a:lnTo>
                  <a:lnTo>
                    <a:pt x="9344" y="296"/>
                  </a:lnTo>
                  <a:lnTo>
                    <a:pt x="9186" y="217"/>
                  </a:lnTo>
                  <a:lnTo>
                    <a:pt x="9008" y="158"/>
                  </a:lnTo>
                  <a:lnTo>
                    <a:pt x="8830" y="99"/>
                  </a:lnTo>
                  <a:lnTo>
                    <a:pt x="8632" y="59"/>
                  </a:lnTo>
                  <a:lnTo>
                    <a:pt x="8415" y="40"/>
                  </a:lnTo>
                  <a:lnTo>
                    <a:pt x="8040" y="20"/>
                  </a:lnTo>
                  <a:lnTo>
                    <a:pt x="766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5" name="Google Shape;1865;p8"/>
            <p:cNvSpPr/>
            <p:nvPr/>
          </p:nvSpPr>
          <p:spPr>
            <a:xfrm>
              <a:off x="4061491" y="-1489475"/>
              <a:ext cx="86156" cy="83938"/>
            </a:xfrm>
            <a:custGeom>
              <a:rect b="b" l="l" r="r" t="t"/>
              <a:pathLst>
                <a:path extrusionOk="0" h="2233" w="2292">
                  <a:moveTo>
                    <a:pt x="1106" y="119"/>
                  </a:moveTo>
                  <a:lnTo>
                    <a:pt x="1343" y="138"/>
                  </a:lnTo>
                  <a:lnTo>
                    <a:pt x="1580" y="138"/>
                  </a:lnTo>
                  <a:lnTo>
                    <a:pt x="1798" y="178"/>
                  </a:lnTo>
                  <a:lnTo>
                    <a:pt x="1956" y="237"/>
                  </a:lnTo>
                  <a:lnTo>
                    <a:pt x="2015" y="277"/>
                  </a:lnTo>
                  <a:lnTo>
                    <a:pt x="2074" y="356"/>
                  </a:lnTo>
                  <a:lnTo>
                    <a:pt x="2114" y="435"/>
                  </a:lnTo>
                  <a:lnTo>
                    <a:pt x="2153" y="533"/>
                  </a:lnTo>
                  <a:lnTo>
                    <a:pt x="2193" y="770"/>
                  </a:lnTo>
                  <a:lnTo>
                    <a:pt x="2193" y="1047"/>
                  </a:lnTo>
                  <a:lnTo>
                    <a:pt x="2153" y="1323"/>
                  </a:lnTo>
                  <a:lnTo>
                    <a:pt x="2133" y="1442"/>
                  </a:lnTo>
                  <a:lnTo>
                    <a:pt x="2074" y="1580"/>
                  </a:lnTo>
                  <a:lnTo>
                    <a:pt x="2035" y="1679"/>
                  </a:lnTo>
                  <a:lnTo>
                    <a:pt x="1956" y="1778"/>
                  </a:lnTo>
                  <a:lnTo>
                    <a:pt x="1877" y="1877"/>
                  </a:lnTo>
                  <a:lnTo>
                    <a:pt x="1798" y="1936"/>
                  </a:lnTo>
                  <a:lnTo>
                    <a:pt x="1699" y="1975"/>
                  </a:lnTo>
                  <a:lnTo>
                    <a:pt x="1580" y="2015"/>
                  </a:lnTo>
                  <a:lnTo>
                    <a:pt x="1343" y="2074"/>
                  </a:lnTo>
                  <a:lnTo>
                    <a:pt x="1067" y="2094"/>
                  </a:lnTo>
                  <a:lnTo>
                    <a:pt x="810" y="2114"/>
                  </a:lnTo>
                  <a:lnTo>
                    <a:pt x="553" y="2094"/>
                  </a:lnTo>
                  <a:lnTo>
                    <a:pt x="356" y="2054"/>
                  </a:lnTo>
                  <a:lnTo>
                    <a:pt x="217" y="1995"/>
                  </a:lnTo>
                  <a:lnTo>
                    <a:pt x="178" y="1956"/>
                  </a:lnTo>
                  <a:lnTo>
                    <a:pt x="158" y="1936"/>
                  </a:lnTo>
                  <a:lnTo>
                    <a:pt x="158" y="1798"/>
                  </a:lnTo>
                  <a:lnTo>
                    <a:pt x="158" y="1600"/>
                  </a:lnTo>
                  <a:lnTo>
                    <a:pt x="178" y="1343"/>
                  </a:lnTo>
                  <a:lnTo>
                    <a:pt x="217" y="1047"/>
                  </a:lnTo>
                  <a:lnTo>
                    <a:pt x="257" y="751"/>
                  </a:lnTo>
                  <a:lnTo>
                    <a:pt x="336" y="494"/>
                  </a:lnTo>
                  <a:lnTo>
                    <a:pt x="415" y="277"/>
                  </a:lnTo>
                  <a:lnTo>
                    <a:pt x="454" y="198"/>
                  </a:lnTo>
                  <a:lnTo>
                    <a:pt x="494" y="158"/>
                  </a:lnTo>
                  <a:lnTo>
                    <a:pt x="672" y="138"/>
                  </a:lnTo>
                  <a:lnTo>
                    <a:pt x="1106" y="119"/>
                  </a:lnTo>
                  <a:close/>
                  <a:moveTo>
                    <a:pt x="1067" y="0"/>
                  </a:moveTo>
                  <a:lnTo>
                    <a:pt x="593" y="20"/>
                  </a:lnTo>
                  <a:lnTo>
                    <a:pt x="395" y="40"/>
                  </a:lnTo>
                  <a:lnTo>
                    <a:pt x="336" y="99"/>
                  </a:lnTo>
                  <a:lnTo>
                    <a:pt x="277" y="178"/>
                  </a:lnTo>
                  <a:lnTo>
                    <a:pt x="198" y="415"/>
                  </a:lnTo>
                  <a:lnTo>
                    <a:pt x="119" y="711"/>
                  </a:lnTo>
                  <a:lnTo>
                    <a:pt x="59" y="1047"/>
                  </a:lnTo>
                  <a:lnTo>
                    <a:pt x="20" y="1363"/>
                  </a:lnTo>
                  <a:lnTo>
                    <a:pt x="0" y="1659"/>
                  </a:lnTo>
                  <a:lnTo>
                    <a:pt x="0" y="1896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59" y="2114"/>
                  </a:lnTo>
                  <a:lnTo>
                    <a:pt x="237" y="2173"/>
                  </a:lnTo>
                  <a:lnTo>
                    <a:pt x="454" y="2212"/>
                  </a:lnTo>
                  <a:lnTo>
                    <a:pt x="731" y="2232"/>
                  </a:lnTo>
                  <a:lnTo>
                    <a:pt x="1027" y="2232"/>
                  </a:lnTo>
                  <a:lnTo>
                    <a:pt x="1324" y="2193"/>
                  </a:lnTo>
                  <a:lnTo>
                    <a:pt x="1600" y="2133"/>
                  </a:lnTo>
                  <a:lnTo>
                    <a:pt x="1738" y="2094"/>
                  </a:lnTo>
                  <a:lnTo>
                    <a:pt x="1837" y="2035"/>
                  </a:lnTo>
                  <a:lnTo>
                    <a:pt x="1936" y="1975"/>
                  </a:lnTo>
                  <a:lnTo>
                    <a:pt x="2035" y="1877"/>
                  </a:lnTo>
                  <a:lnTo>
                    <a:pt x="2114" y="1758"/>
                  </a:lnTo>
                  <a:lnTo>
                    <a:pt x="2173" y="1640"/>
                  </a:lnTo>
                  <a:lnTo>
                    <a:pt x="2212" y="1501"/>
                  </a:lnTo>
                  <a:lnTo>
                    <a:pt x="2252" y="1343"/>
                  </a:lnTo>
                  <a:lnTo>
                    <a:pt x="2291" y="1047"/>
                  </a:lnTo>
                  <a:lnTo>
                    <a:pt x="2291" y="731"/>
                  </a:lnTo>
                  <a:lnTo>
                    <a:pt x="2272" y="593"/>
                  </a:lnTo>
                  <a:lnTo>
                    <a:pt x="2252" y="474"/>
                  </a:lnTo>
                  <a:lnTo>
                    <a:pt x="2212" y="356"/>
                  </a:lnTo>
                  <a:lnTo>
                    <a:pt x="2153" y="257"/>
                  </a:lnTo>
                  <a:lnTo>
                    <a:pt x="2094" y="178"/>
                  </a:lnTo>
                  <a:lnTo>
                    <a:pt x="2035" y="119"/>
                  </a:lnTo>
                  <a:lnTo>
                    <a:pt x="1857" y="59"/>
                  </a:lnTo>
                  <a:lnTo>
                    <a:pt x="1600" y="20"/>
                  </a:lnTo>
                  <a:lnTo>
                    <a:pt x="1343" y="20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6" name="Google Shape;1866;p8"/>
            <p:cNvSpPr/>
            <p:nvPr/>
          </p:nvSpPr>
          <p:spPr>
            <a:xfrm>
              <a:off x="4011006" y="-1882265"/>
              <a:ext cx="351955" cy="350489"/>
            </a:xfrm>
            <a:custGeom>
              <a:rect b="b" l="l" r="r" t="t"/>
              <a:pathLst>
                <a:path extrusionOk="0" h="9324" w="9363">
                  <a:moveTo>
                    <a:pt x="4859" y="376"/>
                  </a:moveTo>
                  <a:lnTo>
                    <a:pt x="5234" y="395"/>
                  </a:lnTo>
                  <a:lnTo>
                    <a:pt x="5610" y="455"/>
                  </a:lnTo>
                  <a:lnTo>
                    <a:pt x="5965" y="514"/>
                  </a:lnTo>
                  <a:lnTo>
                    <a:pt x="6163" y="573"/>
                  </a:lnTo>
                  <a:lnTo>
                    <a:pt x="6340" y="632"/>
                  </a:lnTo>
                  <a:lnTo>
                    <a:pt x="6696" y="771"/>
                  </a:lnTo>
                  <a:lnTo>
                    <a:pt x="7052" y="968"/>
                  </a:lnTo>
                  <a:lnTo>
                    <a:pt x="7387" y="1205"/>
                  </a:lnTo>
                  <a:lnTo>
                    <a:pt x="7684" y="1482"/>
                  </a:lnTo>
                  <a:lnTo>
                    <a:pt x="7980" y="1798"/>
                  </a:lnTo>
                  <a:lnTo>
                    <a:pt x="8237" y="2133"/>
                  </a:lnTo>
                  <a:lnTo>
                    <a:pt x="8454" y="2489"/>
                  </a:lnTo>
                  <a:lnTo>
                    <a:pt x="8651" y="2884"/>
                  </a:lnTo>
                  <a:lnTo>
                    <a:pt x="8790" y="3299"/>
                  </a:lnTo>
                  <a:lnTo>
                    <a:pt x="8849" y="3496"/>
                  </a:lnTo>
                  <a:lnTo>
                    <a:pt x="8908" y="3714"/>
                  </a:lnTo>
                  <a:lnTo>
                    <a:pt x="8928" y="3931"/>
                  </a:lnTo>
                  <a:lnTo>
                    <a:pt x="8948" y="4168"/>
                  </a:lnTo>
                  <a:lnTo>
                    <a:pt x="8967" y="4385"/>
                  </a:lnTo>
                  <a:lnTo>
                    <a:pt x="8948" y="4622"/>
                  </a:lnTo>
                  <a:lnTo>
                    <a:pt x="8928" y="4839"/>
                  </a:lnTo>
                  <a:lnTo>
                    <a:pt x="8908" y="5077"/>
                  </a:lnTo>
                  <a:lnTo>
                    <a:pt x="8849" y="5294"/>
                  </a:lnTo>
                  <a:lnTo>
                    <a:pt x="8790" y="5531"/>
                  </a:lnTo>
                  <a:lnTo>
                    <a:pt x="8711" y="5768"/>
                  </a:lnTo>
                  <a:lnTo>
                    <a:pt x="8612" y="6005"/>
                  </a:lnTo>
                  <a:lnTo>
                    <a:pt x="8493" y="6242"/>
                  </a:lnTo>
                  <a:lnTo>
                    <a:pt x="8375" y="6459"/>
                  </a:lnTo>
                  <a:lnTo>
                    <a:pt x="8237" y="6676"/>
                  </a:lnTo>
                  <a:lnTo>
                    <a:pt x="8098" y="6894"/>
                  </a:lnTo>
                  <a:lnTo>
                    <a:pt x="7940" y="7111"/>
                  </a:lnTo>
                  <a:lnTo>
                    <a:pt x="7782" y="7308"/>
                  </a:lnTo>
                  <a:lnTo>
                    <a:pt x="7605" y="7486"/>
                  </a:lnTo>
                  <a:lnTo>
                    <a:pt x="7427" y="7664"/>
                  </a:lnTo>
                  <a:lnTo>
                    <a:pt x="7249" y="7842"/>
                  </a:lnTo>
                  <a:lnTo>
                    <a:pt x="7052" y="8000"/>
                  </a:lnTo>
                  <a:lnTo>
                    <a:pt x="6854" y="8158"/>
                  </a:lnTo>
                  <a:lnTo>
                    <a:pt x="6637" y="8296"/>
                  </a:lnTo>
                  <a:lnTo>
                    <a:pt x="6439" y="8415"/>
                  </a:lnTo>
                  <a:lnTo>
                    <a:pt x="6222" y="8533"/>
                  </a:lnTo>
                  <a:lnTo>
                    <a:pt x="6005" y="8632"/>
                  </a:lnTo>
                  <a:lnTo>
                    <a:pt x="5768" y="8711"/>
                  </a:lnTo>
                  <a:lnTo>
                    <a:pt x="5531" y="8790"/>
                  </a:lnTo>
                  <a:lnTo>
                    <a:pt x="5313" y="8849"/>
                  </a:lnTo>
                  <a:lnTo>
                    <a:pt x="5076" y="8908"/>
                  </a:lnTo>
                  <a:lnTo>
                    <a:pt x="4820" y="8928"/>
                  </a:lnTo>
                  <a:lnTo>
                    <a:pt x="4583" y="8948"/>
                  </a:lnTo>
                  <a:lnTo>
                    <a:pt x="4345" y="8948"/>
                  </a:lnTo>
                  <a:lnTo>
                    <a:pt x="4089" y="8928"/>
                  </a:lnTo>
                  <a:lnTo>
                    <a:pt x="3852" y="8889"/>
                  </a:lnTo>
                  <a:lnTo>
                    <a:pt x="3595" y="8829"/>
                  </a:lnTo>
                  <a:lnTo>
                    <a:pt x="3338" y="8750"/>
                  </a:lnTo>
                  <a:lnTo>
                    <a:pt x="3101" y="8671"/>
                  </a:lnTo>
                  <a:lnTo>
                    <a:pt x="2844" y="8553"/>
                  </a:lnTo>
                  <a:lnTo>
                    <a:pt x="2607" y="8434"/>
                  </a:lnTo>
                  <a:lnTo>
                    <a:pt x="2351" y="8276"/>
                  </a:lnTo>
                  <a:lnTo>
                    <a:pt x="2114" y="8099"/>
                  </a:lnTo>
                  <a:lnTo>
                    <a:pt x="1857" y="7921"/>
                  </a:lnTo>
                  <a:lnTo>
                    <a:pt x="1521" y="7605"/>
                  </a:lnTo>
                  <a:lnTo>
                    <a:pt x="1343" y="7427"/>
                  </a:lnTo>
                  <a:lnTo>
                    <a:pt x="1165" y="7229"/>
                  </a:lnTo>
                  <a:lnTo>
                    <a:pt x="988" y="7012"/>
                  </a:lnTo>
                  <a:lnTo>
                    <a:pt x="830" y="6775"/>
                  </a:lnTo>
                  <a:lnTo>
                    <a:pt x="691" y="6518"/>
                  </a:lnTo>
                  <a:lnTo>
                    <a:pt x="573" y="6262"/>
                  </a:lnTo>
                  <a:lnTo>
                    <a:pt x="474" y="5965"/>
                  </a:lnTo>
                  <a:lnTo>
                    <a:pt x="395" y="5669"/>
                  </a:lnTo>
                  <a:lnTo>
                    <a:pt x="356" y="5333"/>
                  </a:lnTo>
                  <a:lnTo>
                    <a:pt x="356" y="4998"/>
                  </a:lnTo>
                  <a:lnTo>
                    <a:pt x="375" y="4622"/>
                  </a:lnTo>
                  <a:lnTo>
                    <a:pt x="454" y="4247"/>
                  </a:lnTo>
                  <a:lnTo>
                    <a:pt x="593" y="3832"/>
                  </a:lnTo>
                  <a:lnTo>
                    <a:pt x="770" y="3398"/>
                  </a:lnTo>
                  <a:lnTo>
                    <a:pt x="1007" y="2904"/>
                  </a:lnTo>
                  <a:lnTo>
                    <a:pt x="1264" y="2469"/>
                  </a:lnTo>
                  <a:lnTo>
                    <a:pt x="1541" y="2074"/>
                  </a:lnTo>
                  <a:lnTo>
                    <a:pt x="1837" y="1719"/>
                  </a:lnTo>
                  <a:lnTo>
                    <a:pt x="2133" y="1422"/>
                  </a:lnTo>
                  <a:lnTo>
                    <a:pt x="2449" y="1166"/>
                  </a:lnTo>
                  <a:lnTo>
                    <a:pt x="2765" y="948"/>
                  </a:lnTo>
                  <a:lnTo>
                    <a:pt x="3101" y="751"/>
                  </a:lnTo>
                  <a:lnTo>
                    <a:pt x="3437" y="613"/>
                  </a:lnTo>
                  <a:lnTo>
                    <a:pt x="3792" y="514"/>
                  </a:lnTo>
                  <a:lnTo>
                    <a:pt x="4148" y="435"/>
                  </a:lnTo>
                  <a:lnTo>
                    <a:pt x="4504" y="395"/>
                  </a:lnTo>
                  <a:lnTo>
                    <a:pt x="4859" y="376"/>
                  </a:lnTo>
                  <a:close/>
                  <a:moveTo>
                    <a:pt x="4899" y="0"/>
                  </a:moveTo>
                  <a:lnTo>
                    <a:pt x="4504" y="20"/>
                  </a:lnTo>
                  <a:lnTo>
                    <a:pt x="4108" y="59"/>
                  </a:lnTo>
                  <a:lnTo>
                    <a:pt x="3733" y="138"/>
                  </a:lnTo>
                  <a:lnTo>
                    <a:pt x="3358" y="257"/>
                  </a:lnTo>
                  <a:lnTo>
                    <a:pt x="2983" y="415"/>
                  </a:lnTo>
                  <a:lnTo>
                    <a:pt x="2627" y="613"/>
                  </a:lnTo>
                  <a:lnTo>
                    <a:pt x="2272" y="850"/>
                  </a:lnTo>
                  <a:lnTo>
                    <a:pt x="1936" y="1146"/>
                  </a:lnTo>
                  <a:lnTo>
                    <a:pt x="1600" y="1462"/>
                  </a:lnTo>
                  <a:lnTo>
                    <a:pt x="1284" y="1857"/>
                  </a:lnTo>
                  <a:lnTo>
                    <a:pt x="988" y="2272"/>
                  </a:lnTo>
                  <a:lnTo>
                    <a:pt x="711" y="2766"/>
                  </a:lnTo>
                  <a:lnTo>
                    <a:pt x="435" y="3299"/>
                  </a:lnTo>
                  <a:lnTo>
                    <a:pt x="257" y="3753"/>
                  </a:lnTo>
                  <a:lnTo>
                    <a:pt x="119" y="4207"/>
                  </a:lnTo>
                  <a:lnTo>
                    <a:pt x="20" y="4622"/>
                  </a:lnTo>
                  <a:lnTo>
                    <a:pt x="0" y="5017"/>
                  </a:lnTo>
                  <a:lnTo>
                    <a:pt x="0" y="5393"/>
                  </a:lnTo>
                  <a:lnTo>
                    <a:pt x="40" y="5748"/>
                  </a:lnTo>
                  <a:lnTo>
                    <a:pt x="119" y="6084"/>
                  </a:lnTo>
                  <a:lnTo>
                    <a:pt x="237" y="6400"/>
                  </a:lnTo>
                  <a:lnTo>
                    <a:pt x="375" y="6696"/>
                  </a:lnTo>
                  <a:lnTo>
                    <a:pt x="514" y="6953"/>
                  </a:lnTo>
                  <a:lnTo>
                    <a:pt x="691" y="7210"/>
                  </a:lnTo>
                  <a:lnTo>
                    <a:pt x="869" y="7447"/>
                  </a:lnTo>
                  <a:lnTo>
                    <a:pt x="1067" y="7664"/>
                  </a:lnTo>
                  <a:lnTo>
                    <a:pt x="1264" y="7862"/>
                  </a:lnTo>
                  <a:lnTo>
                    <a:pt x="1639" y="8197"/>
                  </a:lnTo>
                  <a:lnTo>
                    <a:pt x="1896" y="8415"/>
                  </a:lnTo>
                  <a:lnTo>
                    <a:pt x="2173" y="8592"/>
                  </a:lnTo>
                  <a:lnTo>
                    <a:pt x="2430" y="8750"/>
                  </a:lnTo>
                  <a:lnTo>
                    <a:pt x="2706" y="8908"/>
                  </a:lnTo>
                  <a:lnTo>
                    <a:pt x="2983" y="9027"/>
                  </a:lnTo>
                  <a:lnTo>
                    <a:pt x="3259" y="9126"/>
                  </a:lnTo>
                  <a:lnTo>
                    <a:pt x="3516" y="9205"/>
                  </a:lnTo>
                  <a:lnTo>
                    <a:pt x="3792" y="9264"/>
                  </a:lnTo>
                  <a:lnTo>
                    <a:pt x="4069" y="9303"/>
                  </a:lnTo>
                  <a:lnTo>
                    <a:pt x="4326" y="9323"/>
                  </a:lnTo>
                  <a:lnTo>
                    <a:pt x="4602" y="9323"/>
                  </a:lnTo>
                  <a:lnTo>
                    <a:pt x="4859" y="9303"/>
                  </a:lnTo>
                  <a:lnTo>
                    <a:pt x="5136" y="9264"/>
                  </a:lnTo>
                  <a:lnTo>
                    <a:pt x="5392" y="9224"/>
                  </a:lnTo>
                  <a:lnTo>
                    <a:pt x="5629" y="9165"/>
                  </a:lnTo>
                  <a:lnTo>
                    <a:pt x="5886" y="9086"/>
                  </a:lnTo>
                  <a:lnTo>
                    <a:pt x="6143" y="8987"/>
                  </a:lnTo>
                  <a:lnTo>
                    <a:pt x="6380" y="8869"/>
                  </a:lnTo>
                  <a:lnTo>
                    <a:pt x="6617" y="8750"/>
                  </a:lnTo>
                  <a:lnTo>
                    <a:pt x="6834" y="8612"/>
                  </a:lnTo>
                  <a:lnTo>
                    <a:pt x="7071" y="8454"/>
                  </a:lnTo>
                  <a:lnTo>
                    <a:pt x="7289" y="8296"/>
                  </a:lnTo>
                  <a:lnTo>
                    <a:pt x="7486" y="8118"/>
                  </a:lnTo>
                  <a:lnTo>
                    <a:pt x="7684" y="7941"/>
                  </a:lnTo>
                  <a:lnTo>
                    <a:pt x="7881" y="7743"/>
                  </a:lnTo>
                  <a:lnTo>
                    <a:pt x="8079" y="7546"/>
                  </a:lnTo>
                  <a:lnTo>
                    <a:pt x="8256" y="7328"/>
                  </a:lnTo>
                  <a:lnTo>
                    <a:pt x="8414" y="7091"/>
                  </a:lnTo>
                  <a:lnTo>
                    <a:pt x="8572" y="6854"/>
                  </a:lnTo>
                  <a:lnTo>
                    <a:pt x="8711" y="6617"/>
                  </a:lnTo>
                  <a:lnTo>
                    <a:pt x="8849" y="6380"/>
                  </a:lnTo>
                  <a:lnTo>
                    <a:pt x="8987" y="6123"/>
                  </a:lnTo>
                  <a:lnTo>
                    <a:pt x="9086" y="5867"/>
                  </a:lnTo>
                  <a:lnTo>
                    <a:pt x="9165" y="5610"/>
                  </a:lnTo>
                  <a:lnTo>
                    <a:pt x="9244" y="5353"/>
                  </a:lnTo>
                  <a:lnTo>
                    <a:pt x="9303" y="5116"/>
                  </a:lnTo>
                  <a:lnTo>
                    <a:pt x="9343" y="4859"/>
                  </a:lnTo>
                  <a:lnTo>
                    <a:pt x="9363" y="4602"/>
                  </a:lnTo>
                  <a:lnTo>
                    <a:pt x="9363" y="4365"/>
                  </a:lnTo>
                  <a:lnTo>
                    <a:pt x="9363" y="4109"/>
                  </a:lnTo>
                  <a:lnTo>
                    <a:pt x="9323" y="3872"/>
                  </a:lnTo>
                  <a:lnTo>
                    <a:pt x="9303" y="3635"/>
                  </a:lnTo>
                  <a:lnTo>
                    <a:pt x="9244" y="3398"/>
                  </a:lnTo>
                  <a:lnTo>
                    <a:pt x="9185" y="3180"/>
                  </a:lnTo>
                  <a:lnTo>
                    <a:pt x="9106" y="2943"/>
                  </a:lnTo>
                  <a:lnTo>
                    <a:pt x="9027" y="2726"/>
                  </a:lnTo>
                  <a:lnTo>
                    <a:pt x="8928" y="2509"/>
                  </a:lnTo>
                  <a:lnTo>
                    <a:pt x="8809" y="2311"/>
                  </a:lnTo>
                  <a:lnTo>
                    <a:pt x="8572" y="1916"/>
                  </a:lnTo>
                  <a:lnTo>
                    <a:pt x="8296" y="1541"/>
                  </a:lnTo>
                  <a:lnTo>
                    <a:pt x="7980" y="1205"/>
                  </a:lnTo>
                  <a:lnTo>
                    <a:pt x="7644" y="909"/>
                  </a:lnTo>
                  <a:lnTo>
                    <a:pt x="7289" y="652"/>
                  </a:lnTo>
                  <a:lnTo>
                    <a:pt x="6913" y="435"/>
                  </a:lnTo>
                  <a:lnTo>
                    <a:pt x="6716" y="336"/>
                  </a:lnTo>
                  <a:lnTo>
                    <a:pt x="6518" y="257"/>
                  </a:lnTo>
                  <a:lnTo>
                    <a:pt x="6321" y="198"/>
                  </a:lnTo>
                  <a:lnTo>
                    <a:pt x="6103" y="158"/>
                  </a:lnTo>
                  <a:lnTo>
                    <a:pt x="5708" y="79"/>
                  </a:lnTo>
                  <a:lnTo>
                    <a:pt x="5313" y="20"/>
                  </a:lnTo>
                  <a:lnTo>
                    <a:pt x="48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7" name="Google Shape;1867;p8"/>
            <p:cNvSpPr/>
            <p:nvPr/>
          </p:nvSpPr>
          <p:spPr>
            <a:xfrm>
              <a:off x="4556002" y="-1142735"/>
              <a:ext cx="752" cy="789"/>
            </a:xfrm>
            <a:custGeom>
              <a:rect b="b" l="l" r="r" t="t"/>
              <a:pathLst>
                <a:path extrusionOk="0" h="21" w="20">
                  <a:moveTo>
                    <a:pt x="20" y="20"/>
                  </a:move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8" name="Google Shape;1868;p8"/>
            <p:cNvSpPr/>
            <p:nvPr/>
          </p:nvSpPr>
          <p:spPr>
            <a:xfrm>
              <a:off x="4619831" y="-1325390"/>
              <a:ext cx="38" cy="789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9" name="Google Shape;1869;p8"/>
            <p:cNvSpPr/>
            <p:nvPr/>
          </p:nvSpPr>
          <p:spPr>
            <a:xfrm>
              <a:off x="4475782" y="-1401136"/>
              <a:ext cx="160434" cy="330454"/>
            </a:xfrm>
            <a:custGeom>
              <a:rect b="b" l="l" r="r" t="t"/>
              <a:pathLst>
                <a:path extrusionOk="0" h="8791" w="4268">
                  <a:moveTo>
                    <a:pt x="2450" y="5551"/>
                  </a:moveTo>
                  <a:lnTo>
                    <a:pt x="2470" y="5610"/>
                  </a:lnTo>
                  <a:lnTo>
                    <a:pt x="2490" y="5669"/>
                  </a:lnTo>
                  <a:lnTo>
                    <a:pt x="2509" y="5669"/>
                  </a:lnTo>
                  <a:lnTo>
                    <a:pt x="2529" y="5650"/>
                  </a:lnTo>
                  <a:lnTo>
                    <a:pt x="2529" y="5610"/>
                  </a:lnTo>
                  <a:lnTo>
                    <a:pt x="2569" y="5590"/>
                  </a:lnTo>
                  <a:lnTo>
                    <a:pt x="2529" y="5590"/>
                  </a:lnTo>
                  <a:lnTo>
                    <a:pt x="2509" y="5571"/>
                  </a:lnTo>
                  <a:lnTo>
                    <a:pt x="2470" y="5551"/>
                  </a:lnTo>
                  <a:close/>
                  <a:moveTo>
                    <a:pt x="3062" y="1"/>
                  </a:moveTo>
                  <a:lnTo>
                    <a:pt x="3082" y="40"/>
                  </a:lnTo>
                  <a:lnTo>
                    <a:pt x="3082" y="60"/>
                  </a:lnTo>
                  <a:lnTo>
                    <a:pt x="3043" y="119"/>
                  </a:lnTo>
                  <a:lnTo>
                    <a:pt x="3043" y="139"/>
                  </a:lnTo>
                  <a:lnTo>
                    <a:pt x="3043" y="159"/>
                  </a:lnTo>
                  <a:lnTo>
                    <a:pt x="3023" y="198"/>
                  </a:lnTo>
                  <a:lnTo>
                    <a:pt x="3003" y="238"/>
                  </a:lnTo>
                  <a:lnTo>
                    <a:pt x="2944" y="297"/>
                  </a:lnTo>
                  <a:lnTo>
                    <a:pt x="2924" y="317"/>
                  </a:lnTo>
                  <a:lnTo>
                    <a:pt x="2924" y="336"/>
                  </a:lnTo>
                  <a:lnTo>
                    <a:pt x="2924" y="376"/>
                  </a:lnTo>
                  <a:lnTo>
                    <a:pt x="2964" y="415"/>
                  </a:lnTo>
                  <a:lnTo>
                    <a:pt x="3003" y="396"/>
                  </a:lnTo>
                  <a:lnTo>
                    <a:pt x="3043" y="396"/>
                  </a:lnTo>
                  <a:lnTo>
                    <a:pt x="3062" y="415"/>
                  </a:lnTo>
                  <a:lnTo>
                    <a:pt x="3023" y="435"/>
                  </a:lnTo>
                  <a:lnTo>
                    <a:pt x="3003" y="455"/>
                  </a:lnTo>
                  <a:lnTo>
                    <a:pt x="2983" y="475"/>
                  </a:lnTo>
                  <a:lnTo>
                    <a:pt x="2964" y="475"/>
                  </a:lnTo>
                  <a:lnTo>
                    <a:pt x="2944" y="435"/>
                  </a:lnTo>
                  <a:lnTo>
                    <a:pt x="2904" y="514"/>
                  </a:lnTo>
                  <a:lnTo>
                    <a:pt x="2885" y="554"/>
                  </a:lnTo>
                  <a:lnTo>
                    <a:pt x="2964" y="593"/>
                  </a:lnTo>
                  <a:lnTo>
                    <a:pt x="2983" y="633"/>
                  </a:lnTo>
                  <a:lnTo>
                    <a:pt x="3003" y="652"/>
                  </a:lnTo>
                  <a:lnTo>
                    <a:pt x="2964" y="672"/>
                  </a:lnTo>
                  <a:lnTo>
                    <a:pt x="2944" y="672"/>
                  </a:lnTo>
                  <a:lnTo>
                    <a:pt x="2904" y="652"/>
                  </a:lnTo>
                  <a:lnTo>
                    <a:pt x="2865" y="613"/>
                  </a:lnTo>
                  <a:lnTo>
                    <a:pt x="2845" y="593"/>
                  </a:lnTo>
                  <a:lnTo>
                    <a:pt x="2806" y="613"/>
                  </a:lnTo>
                  <a:lnTo>
                    <a:pt x="2825" y="731"/>
                  </a:lnTo>
                  <a:lnTo>
                    <a:pt x="2766" y="731"/>
                  </a:lnTo>
                  <a:lnTo>
                    <a:pt x="2727" y="771"/>
                  </a:lnTo>
                  <a:lnTo>
                    <a:pt x="2707" y="830"/>
                  </a:lnTo>
                  <a:lnTo>
                    <a:pt x="2707" y="949"/>
                  </a:lnTo>
                  <a:lnTo>
                    <a:pt x="2707" y="1067"/>
                  </a:lnTo>
                  <a:lnTo>
                    <a:pt x="2707" y="1126"/>
                  </a:lnTo>
                  <a:lnTo>
                    <a:pt x="2687" y="1186"/>
                  </a:lnTo>
                  <a:lnTo>
                    <a:pt x="2648" y="1146"/>
                  </a:lnTo>
                  <a:lnTo>
                    <a:pt x="2628" y="1087"/>
                  </a:lnTo>
                  <a:lnTo>
                    <a:pt x="2628" y="1028"/>
                  </a:lnTo>
                  <a:lnTo>
                    <a:pt x="2628" y="988"/>
                  </a:lnTo>
                  <a:lnTo>
                    <a:pt x="2608" y="988"/>
                  </a:lnTo>
                  <a:lnTo>
                    <a:pt x="2588" y="1008"/>
                  </a:lnTo>
                  <a:lnTo>
                    <a:pt x="2569" y="1067"/>
                  </a:lnTo>
                  <a:lnTo>
                    <a:pt x="2569" y="1107"/>
                  </a:lnTo>
                  <a:lnTo>
                    <a:pt x="2549" y="1126"/>
                  </a:lnTo>
                  <a:lnTo>
                    <a:pt x="2529" y="1146"/>
                  </a:lnTo>
                  <a:lnTo>
                    <a:pt x="2509" y="1205"/>
                  </a:lnTo>
                  <a:lnTo>
                    <a:pt x="2529" y="1245"/>
                  </a:lnTo>
                  <a:lnTo>
                    <a:pt x="2549" y="1284"/>
                  </a:lnTo>
                  <a:lnTo>
                    <a:pt x="2588" y="1304"/>
                  </a:lnTo>
                  <a:lnTo>
                    <a:pt x="2588" y="1344"/>
                  </a:lnTo>
                  <a:lnTo>
                    <a:pt x="2549" y="1344"/>
                  </a:lnTo>
                  <a:lnTo>
                    <a:pt x="2509" y="1324"/>
                  </a:lnTo>
                  <a:lnTo>
                    <a:pt x="2529" y="1383"/>
                  </a:lnTo>
                  <a:lnTo>
                    <a:pt x="2529" y="1442"/>
                  </a:lnTo>
                  <a:lnTo>
                    <a:pt x="2509" y="1541"/>
                  </a:lnTo>
                  <a:lnTo>
                    <a:pt x="2450" y="1521"/>
                  </a:lnTo>
                  <a:lnTo>
                    <a:pt x="2470" y="1640"/>
                  </a:lnTo>
                  <a:lnTo>
                    <a:pt x="2509" y="1640"/>
                  </a:lnTo>
                  <a:lnTo>
                    <a:pt x="2569" y="1680"/>
                  </a:lnTo>
                  <a:lnTo>
                    <a:pt x="2549" y="1699"/>
                  </a:lnTo>
                  <a:lnTo>
                    <a:pt x="2608" y="1680"/>
                  </a:lnTo>
                  <a:lnTo>
                    <a:pt x="2628" y="1660"/>
                  </a:lnTo>
                  <a:lnTo>
                    <a:pt x="2628" y="1561"/>
                  </a:lnTo>
                  <a:lnTo>
                    <a:pt x="2648" y="1521"/>
                  </a:lnTo>
                  <a:lnTo>
                    <a:pt x="2648" y="1482"/>
                  </a:lnTo>
                  <a:lnTo>
                    <a:pt x="2687" y="1442"/>
                  </a:lnTo>
                  <a:lnTo>
                    <a:pt x="2746" y="1442"/>
                  </a:lnTo>
                  <a:lnTo>
                    <a:pt x="2766" y="1462"/>
                  </a:lnTo>
                  <a:lnTo>
                    <a:pt x="2786" y="1462"/>
                  </a:lnTo>
                  <a:lnTo>
                    <a:pt x="2806" y="1482"/>
                  </a:lnTo>
                  <a:lnTo>
                    <a:pt x="2786" y="1502"/>
                  </a:lnTo>
                  <a:lnTo>
                    <a:pt x="2746" y="1502"/>
                  </a:lnTo>
                  <a:lnTo>
                    <a:pt x="2806" y="1541"/>
                  </a:lnTo>
                  <a:lnTo>
                    <a:pt x="2825" y="1561"/>
                  </a:lnTo>
                  <a:lnTo>
                    <a:pt x="2825" y="1541"/>
                  </a:lnTo>
                  <a:lnTo>
                    <a:pt x="2865" y="1561"/>
                  </a:lnTo>
                  <a:lnTo>
                    <a:pt x="2885" y="1581"/>
                  </a:lnTo>
                  <a:lnTo>
                    <a:pt x="2904" y="1640"/>
                  </a:lnTo>
                  <a:lnTo>
                    <a:pt x="2885" y="1699"/>
                  </a:lnTo>
                  <a:lnTo>
                    <a:pt x="2885" y="1759"/>
                  </a:lnTo>
                  <a:lnTo>
                    <a:pt x="2825" y="1759"/>
                  </a:lnTo>
                  <a:lnTo>
                    <a:pt x="2806" y="1719"/>
                  </a:lnTo>
                  <a:lnTo>
                    <a:pt x="2786" y="1660"/>
                  </a:lnTo>
                  <a:lnTo>
                    <a:pt x="2766" y="1600"/>
                  </a:lnTo>
                  <a:lnTo>
                    <a:pt x="2766" y="1660"/>
                  </a:lnTo>
                  <a:lnTo>
                    <a:pt x="2766" y="1680"/>
                  </a:lnTo>
                  <a:lnTo>
                    <a:pt x="2746" y="1699"/>
                  </a:lnTo>
                  <a:lnTo>
                    <a:pt x="2667" y="1660"/>
                  </a:lnTo>
                  <a:lnTo>
                    <a:pt x="2687" y="1719"/>
                  </a:lnTo>
                  <a:lnTo>
                    <a:pt x="2707" y="1739"/>
                  </a:lnTo>
                  <a:lnTo>
                    <a:pt x="2746" y="1739"/>
                  </a:lnTo>
                  <a:lnTo>
                    <a:pt x="2806" y="1778"/>
                  </a:lnTo>
                  <a:lnTo>
                    <a:pt x="2825" y="1798"/>
                  </a:lnTo>
                  <a:lnTo>
                    <a:pt x="2845" y="1818"/>
                  </a:lnTo>
                  <a:lnTo>
                    <a:pt x="2825" y="1838"/>
                  </a:lnTo>
                  <a:lnTo>
                    <a:pt x="2786" y="1857"/>
                  </a:lnTo>
                  <a:lnTo>
                    <a:pt x="2746" y="1877"/>
                  </a:lnTo>
                  <a:lnTo>
                    <a:pt x="2746" y="1838"/>
                  </a:lnTo>
                  <a:lnTo>
                    <a:pt x="2727" y="1897"/>
                  </a:lnTo>
                  <a:lnTo>
                    <a:pt x="2727" y="1936"/>
                  </a:lnTo>
                  <a:lnTo>
                    <a:pt x="2727" y="1976"/>
                  </a:lnTo>
                  <a:lnTo>
                    <a:pt x="2727" y="2015"/>
                  </a:lnTo>
                  <a:lnTo>
                    <a:pt x="2667" y="2015"/>
                  </a:lnTo>
                  <a:lnTo>
                    <a:pt x="2687" y="1976"/>
                  </a:lnTo>
                  <a:lnTo>
                    <a:pt x="2667" y="1936"/>
                  </a:lnTo>
                  <a:lnTo>
                    <a:pt x="2628" y="1877"/>
                  </a:lnTo>
                  <a:lnTo>
                    <a:pt x="2628" y="1857"/>
                  </a:lnTo>
                  <a:lnTo>
                    <a:pt x="2549" y="1857"/>
                  </a:lnTo>
                  <a:lnTo>
                    <a:pt x="2529" y="1838"/>
                  </a:lnTo>
                  <a:lnTo>
                    <a:pt x="2490" y="1818"/>
                  </a:lnTo>
                  <a:lnTo>
                    <a:pt x="2411" y="1680"/>
                  </a:lnTo>
                  <a:lnTo>
                    <a:pt x="2411" y="1719"/>
                  </a:lnTo>
                  <a:lnTo>
                    <a:pt x="2391" y="1739"/>
                  </a:lnTo>
                  <a:lnTo>
                    <a:pt x="2371" y="1778"/>
                  </a:lnTo>
                  <a:lnTo>
                    <a:pt x="2332" y="1778"/>
                  </a:lnTo>
                  <a:lnTo>
                    <a:pt x="2351" y="1818"/>
                  </a:lnTo>
                  <a:lnTo>
                    <a:pt x="2332" y="1857"/>
                  </a:lnTo>
                  <a:lnTo>
                    <a:pt x="2312" y="1917"/>
                  </a:lnTo>
                  <a:lnTo>
                    <a:pt x="2272" y="1976"/>
                  </a:lnTo>
                  <a:lnTo>
                    <a:pt x="2292" y="2015"/>
                  </a:lnTo>
                  <a:lnTo>
                    <a:pt x="2312" y="2055"/>
                  </a:lnTo>
                  <a:lnTo>
                    <a:pt x="2292" y="2055"/>
                  </a:lnTo>
                  <a:lnTo>
                    <a:pt x="2272" y="2035"/>
                  </a:lnTo>
                  <a:lnTo>
                    <a:pt x="2253" y="2015"/>
                  </a:lnTo>
                  <a:lnTo>
                    <a:pt x="2253" y="2035"/>
                  </a:lnTo>
                  <a:lnTo>
                    <a:pt x="2193" y="2154"/>
                  </a:lnTo>
                  <a:lnTo>
                    <a:pt x="2193" y="2233"/>
                  </a:lnTo>
                  <a:lnTo>
                    <a:pt x="2193" y="2312"/>
                  </a:lnTo>
                  <a:lnTo>
                    <a:pt x="2174" y="2331"/>
                  </a:lnTo>
                  <a:lnTo>
                    <a:pt x="2154" y="2331"/>
                  </a:lnTo>
                  <a:lnTo>
                    <a:pt x="2095" y="2312"/>
                  </a:lnTo>
                  <a:lnTo>
                    <a:pt x="2055" y="2391"/>
                  </a:lnTo>
                  <a:lnTo>
                    <a:pt x="2035" y="2450"/>
                  </a:lnTo>
                  <a:lnTo>
                    <a:pt x="2035" y="2588"/>
                  </a:lnTo>
                  <a:lnTo>
                    <a:pt x="2035" y="2726"/>
                  </a:lnTo>
                  <a:lnTo>
                    <a:pt x="2016" y="2805"/>
                  </a:lnTo>
                  <a:lnTo>
                    <a:pt x="1976" y="2884"/>
                  </a:lnTo>
                  <a:lnTo>
                    <a:pt x="1956" y="2825"/>
                  </a:lnTo>
                  <a:lnTo>
                    <a:pt x="1917" y="2884"/>
                  </a:lnTo>
                  <a:lnTo>
                    <a:pt x="1917" y="2924"/>
                  </a:lnTo>
                  <a:lnTo>
                    <a:pt x="1937" y="2944"/>
                  </a:lnTo>
                  <a:lnTo>
                    <a:pt x="1877" y="2963"/>
                  </a:lnTo>
                  <a:lnTo>
                    <a:pt x="1858" y="2983"/>
                  </a:lnTo>
                  <a:lnTo>
                    <a:pt x="1858" y="3062"/>
                  </a:lnTo>
                  <a:lnTo>
                    <a:pt x="1838" y="3121"/>
                  </a:lnTo>
                  <a:lnTo>
                    <a:pt x="1838" y="3161"/>
                  </a:lnTo>
                  <a:lnTo>
                    <a:pt x="1798" y="3181"/>
                  </a:lnTo>
                  <a:lnTo>
                    <a:pt x="1759" y="3200"/>
                  </a:lnTo>
                  <a:lnTo>
                    <a:pt x="1739" y="3240"/>
                  </a:lnTo>
                  <a:lnTo>
                    <a:pt x="1719" y="3260"/>
                  </a:lnTo>
                  <a:lnTo>
                    <a:pt x="1739" y="3319"/>
                  </a:lnTo>
                  <a:lnTo>
                    <a:pt x="1778" y="3378"/>
                  </a:lnTo>
                  <a:lnTo>
                    <a:pt x="1798" y="3437"/>
                  </a:lnTo>
                  <a:lnTo>
                    <a:pt x="1739" y="3398"/>
                  </a:lnTo>
                  <a:lnTo>
                    <a:pt x="1680" y="3398"/>
                  </a:lnTo>
                  <a:lnTo>
                    <a:pt x="1620" y="3615"/>
                  </a:lnTo>
                  <a:lnTo>
                    <a:pt x="1581" y="3813"/>
                  </a:lnTo>
                  <a:lnTo>
                    <a:pt x="1443" y="4208"/>
                  </a:lnTo>
                  <a:lnTo>
                    <a:pt x="1423" y="4188"/>
                  </a:lnTo>
                  <a:lnTo>
                    <a:pt x="1403" y="4247"/>
                  </a:lnTo>
                  <a:lnTo>
                    <a:pt x="1383" y="4326"/>
                  </a:lnTo>
                  <a:lnTo>
                    <a:pt x="1364" y="4465"/>
                  </a:lnTo>
                  <a:lnTo>
                    <a:pt x="1344" y="4623"/>
                  </a:lnTo>
                  <a:lnTo>
                    <a:pt x="1324" y="4682"/>
                  </a:lnTo>
                  <a:lnTo>
                    <a:pt x="1285" y="4741"/>
                  </a:lnTo>
                  <a:lnTo>
                    <a:pt x="1304" y="4820"/>
                  </a:lnTo>
                  <a:lnTo>
                    <a:pt x="1324" y="4860"/>
                  </a:lnTo>
                  <a:lnTo>
                    <a:pt x="1423" y="4860"/>
                  </a:lnTo>
                  <a:lnTo>
                    <a:pt x="1502" y="4879"/>
                  </a:lnTo>
                  <a:lnTo>
                    <a:pt x="1502" y="4919"/>
                  </a:lnTo>
                  <a:lnTo>
                    <a:pt x="1482" y="4958"/>
                  </a:lnTo>
                  <a:lnTo>
                    <a:pt x="1383" y="4958"/>
                  </a:lnTo>
                  <a:lnTo>
                    <a:pt x="1364" y="4978"/>
                  </a:lnTo>
                  <a:lnTo>
                    <a:pt x="1364" y="4998"/>
                  </a:lnTo>
                  <a:lnTo>
                    <a:pt x="1304" y="4978"/>
                  </a:lnTo>
                  <a:lnTo>
                    <a:pt x="1265" y="4939"/>
                  </a:lnTo>
                  <a:lnTo>
                    <a:pt x="1245" y="4899"/>
                  </a:lnTo>
                  <a:lnTo>
                    <a:pt x="1206" y="4879"/>
                  </a:lnTo>
                  <a:lnTo>
                    <a:pt x="1225" y="5037"/>
                  </a:lnTo>
                  <a:lnTo>
                    <a:pt x="1186" y="5077"/>
                  </a:lnTo>
                  <a:lnTo>
                    <a:pt x="1166" y="5136"/>
                  </a:lnTo>
                  <a:lnTo>
                    <a:pt x="1146" y="5195"/>
                  </a:lnTo>
                  <a:lnTo>
                    <a:pt x="1107" y="5235"/>
                  </a:lnTo>
                  <a:lnTo>
                    <a:pt x="1107" y="5215"/>
                  </a:lnTo>
                  <a:lnTo>
                    <a:pt x="1087" y="5195"/>
                  </a:lnTo>
                  <a:lnTo>
                    <a:pt x="1067" y="5176"/>
                  </a:lnTo>
                  <a:lnTo>
                    <a:pt x="1087" y="5156"/>
                  </a:lnTo>
                  <a:lnTo>
                    <a:pt x="1107" y="5176"/>
                  </a:lnTo>
                  <a:lnTo>
                    <a:pt x="1127" y="5116"/>
                  </a:lnTo>
                  <a:lnTo>
                    <a:pt x="1127" y="5097"/>
                  </a:lnTo>
                  <a:lnTo>
                    <a:pt x="1107" y="5057"/>
                  </a:lnTo>
                  <a:lnTo>
                    <a:pt x="1087" y="5018"/>
                  </a:lnTo>
                  <a:lnTo>
                    <a:pt x="1067" y="5156"/>
                  </a:lnTo>
                  <a:lnTo>
                    <a:pt x="1048" y="5235"/>
                  </a:lnTo>
                  <a:lnTo>
                    <a:pt x="1008" y="5274"/>
                  </a:lnTo>
                  <a:lnTo>
                    <a:pt x="1048" y="5294"/>
                  </a:lnTo>
                  <a:lnTo>
                    <a:pt x="1048" y="5334"/>
                  </a:lnTo>
                  <a:lnTo>
                    <a:pt x="1048" y="5373"/>
                  </a:lnTo>
                  <a:lnTo>
                    <a:pt x="1067" y="5393"/>
                  </a:lnTo>
                  <a:lnTo>
                    <a:pt x="1048" y="5393"/>
                  </a:lnTo>
                  <a:lnTo>
                    <a:pt x="1067" y="5413"/>
                  </a:lnTo>
                  <a:lnTo>
                    <a:pt x="1087" y="5452"/>
                  </a:lnTo>
                  <a:lnTo>
                    <a:pt x="1087" y="5492"/>
                  </a:lnTo>
                  <a:lnTo>
                    <a:pt x="988" y="5472"/>
                  </a:lnTo>
                  <a:lnTo>
                    <a:pt x="988" y="5492"/>
                  </a:lnTo>
                  <a:lnTo>
                    <a:pt x="1028" y="5492"/>
                  </a:lnTo>
                  <a:lnTo>
                    <a:pt x="1048" y="5511"/>
                  </a:lnTo>
                  <a:lnTo>
                    <a:pt x="1028" y="5571"/>
                  </a:lnTo>
                  <a:lnTo>
                    <a:pt x="1008" y="5650"/>
                  </a:lnTo>
                  <a:lnTo>
                    <a:pt x="949" y="5709"/>
                  </a:lnTo>
                  <a:lnTo>
                    <a:pt x="909" y="5729"/>
                  </a:lnTo>
                  <a:lnTo>
                    <a:pt x="870" y="5729"/>
                  </a:lnTo>
                  <a:lnTo>
                    <a:pt x="870" y="5768"/>
                  </a:lnTo>
                  <a:lnTo>
                    <a:pt x="890" y="5808"/>
                  </a:lnTo>
                  <a:lnTo>
                    <a:pt x="890" y="5827"/>
                  </a:lnTo>
                  <a:lnTo>
                    <a:pt x="870" y="5867"/>
                  </a:lnTo>
                  <a:lnTo>
                    <a:pt x="830" y="5827"/>
                  </a:lnTo>
                  <a:lnTo>
                    <a:pt x="751" y="6025"/>
                  </a:lnTo>
                  <a:lnTo>
                    <a:pt x="692" y="6143"/>
                  </a:lnTo>
                  <a:lnTo>
                    <a:pt x="633" y="6222"/>
                  </a:lnTo>
                  <a:lnTo>
                    <a:pt x="613" y="6361"/>
                  </a:lnTo>
                  <a:lnTo>
                    <a:pt x="613" y="6440"/>
                  </a:lnTo>
                  <a:lnTo>
                    <a:pt x="633" y="6499"/>
                  </a:lnTo>
                  <a:lnTo>
                    <a:pt x="653" y="6479"/>
                  </a:lnTo>
                  <a:lnTo>
                    <a:pt x="672" y="6460"/>
                  </a:lnTo>
                  <a:lnTo>
                    <a:pt x="692" y="6440"/>
                  </a:lnTo>
                  <a:lnTo>
                    <a:pt x="732" y="6479"/>
                  </a:lnTo>
                  <a:lnTo>
                    <a:pt x="751" y="6519"/>
                  </a:lnTo>
                  <a:lnTo>
                    <a:pt x="751" y="6539"/>
                  </a:lnTo>
                  <a:lnTo>
                    <a:pt x="732" y="6598"/>
                  </a:lnTo>
                  <a:lnTo>
                    <a:pt x="692" y="6598"/>
                  </a:lnTo>
                  <a:lnTo>
                    <a:pt x="672" y="6618"/>
                  </a:lnTo>
                  <a:lnTo>
                    <a:pt x="653" y="6637"/>
                  </a:lnTo>
                  <a:lnTo>
                    <a:pt x="633" y="6598"/>
                  </a:lnTo>
                  <a:lnTo>
                    <a:pt x="593" y="6598"/>
                  </a:lnTo>
                  <a:lnTo>
                    <a:pt x="574" y="6618"/>
                  </a:lnTo>
                  <a:lnTo>
                    <a:pt x="554" y="6677"/>
                  </a:lnTo>
                  <a:lnTo>
                    <a:pt x="534" y="6716"/>
                  </a:lnTo>
                  <a:lnTo>
                    <a:pt x="514" y="6736"/>
                  </a:lnTo>
                  <a:lnTo>
                    <a:pt x="475" y="6736"/>
                  </a:lnTo>
                  <a:lnTo>
                    <a:pt x="495" y="6776"/>
                  </a:lnTo>
                  <a:lnTo>
                    <a:pt x="475" y="6815"/>
                  </a:lnTo>
                  <a:lnTo>
                    <a:pt x="475" y="6874"/>
                  </a:lnTo>
                  <a:lnTo>
                    <a:pt x="495" y="6934"/>
                  </a:lnTo>
                  <a:lnTo>
                    <a:pt x="455" y="6914"/>
                  </a:lnTo>
                  <a:lnTo>
                    <a:pt x="455" y="6894"/>
                  </a:lnTo>
                  <a:lnTo>
                    <a:pt x="455" y="6874"/>
                  </a:lnTo>
                  <a:lnTo>
                    <a:pt x="435" y="6855"/>
                  </a:lnTo>
                  <a:lnTo>
                    <a:pt x="435" y="6914"/>
                  </a:lnTo>
                  <a:lnTo>
                    <a:pt x="396" y="6894"/>
                  </a:lnTo>
                  <a:lnTo>
                    <a:pt x="376" y="6934"/>
                  </a:lnTo>
                  <a:lnTo>
                    <a:pt x="376" y="6953"/>
                  </a:lnTo>
                  <a:lnTo>
                    <a:pt x="416" y="7013"/>
                  </a:lnTo>
                  <a:lnTo>
                    <a:pt x="435" y="7072"/>
                  </a:lnTo>
                  <a:lnTo>
                    <a:pt x="455" y="7131"/>
                  </a:lnTo>
                  <a:lnTo>
                    <a:pt x="455" y="7171"/>
                  </a:lnTo>
                  <a:lnTo>
                    <a:pt x="376" y="7092"/>
                  </a:lnTo>
                  <a:lnTo>
                    <a:pt x="376" y="7131"/>
                  </a:lnTo>
                  <a:lnTo>
                    <a:pt x="396" y="7190"/>
                  </a:lnTo>
                  <a:lnTo>
                    <a:pt x="416" y="7250"/>
                  </a:lnTo>
                  <a:lnTo>
                    <a:pt x="416" y="7289"/>
                  </a:lnTo>
                  <a:lnTo>
                    <a:pt x="396" y="7289"/>
                  </a:lnTo>
                  <a:lnTo>
                    <a:pt x="396" y="7348"/>
                  </a:lnTo>
                  <a:lnTo>
                    <a:pt x="376" y="7329"/>
                  </a:lnTo>
                  <a:lnTo>
                    <a:pt x="416" y="7388"/>
                  </a:lnTo>
                  <a:lnTo>
                    <a:pt x="416" y="7447"/>
                  </a:lnTo>
                  <a:lnTo>
                    <a:pt x="416" y="7506"/>
                  </a:lnTo>
                  <a:lnTo>
                    <a:pt x="435" y="7546"/>
                  </a:lnTo>
                  <a:lnTo>
                    <a:pt x="356" y="7566"/>
                  </a:lnTo>
                  <a:lnTo>
                    <a:pt x="337" y="7585"/>
                  </a:lnTo>
                  <a:lnTo>
                    <a:pt x="356" y="7625"/>
                  </a:lnTo>
                  <a:lnTo>
                    <a:pt x="258" y="7585"/>
                  </a:lnTo>
                  <a:lnTo>
                    <a:pt x="277" y="7526"/>
                  </a:lnTo>
                  <a:lnTo>
                    <a:pt x="297" y="7526"/>
                  </a:lnTo>
                  <a:lnTo>
                    <a:pt x="337" y="7506"/>
                  </a:lnTo>
                  <a:lnTo>
                    <a:pt x="337" y="7447"/>
                  </a:lnTo>
                  <a:lnTo>
                    <a:pt x="277" y="7467"/>
                  </a:lnTo>
                  <a:lnTo>
                    <a:pt x="238" y="7506"/>
                  </a:lnTo>
                  <a:lnTo>
                    <a:pt x="159" y="7605"/>
                  </a:lnTo>
                  <a:lnTo>
                    <a:pt x="100" y="7724"/>
                  </a:lnTo>
                  <a:lnTo>
                    <a:pt x="60" y="7842"/>
                  </a:lnTo>
                  <a:lnTo>
                    <a:pt x="60" y="7901"/>
                  </a:lnTo>
                  <a:lnTo>
                    <a:pt x="40" y="7980"/>
                  </a:lnTo>
                  <a:lnTo>
                    <a:pt x="1" y="8040"/>
                  </a:lnTo>
                  <a:lnTo>
                    <a:pt x="1" y="8119"/>
                  </a:lnTo>
                  <a:lnTo>
                    <a:pt x="1265" y="8790"/>
                  </a:lnTo>
                  <a:lnTo>
                    <a:pt x="1383" y="8652"/>
                  </a:lnTo>
                  <a:lnTo>
                    <a:pt x="1423" y="8593"/>
                  </a:lnTo>
                  <a:lnTo>
                    <a:pt x="1423" y="8514"/>
                  </a:lnTo>
                  <a:lnTo>
                    <a:pt x="1304" y="8533"/>
                  </a:lnTo>
                  <a:lnTo>
                    <a:pt x="1383" y="8593"/>
                  </a:lnTo>
                  <a:lnTo>
                    <a:pt x="1324" y="8593"/>
                  </a:lnTo>
                  <a:lnTo>
                    <a:pt x="1265" y="8553"/>
                  </a:lnTo>
                  <a:lnTo>
                    <a:pt x="1166" y="8454"/>
                  </a:lnTo>
                  <a:lnTo>
                    <a:pt x="1186" y="8454"/>
                  </a:lnTo>
                  <a:lnTo>
                    <a:pt x="1206" y="8415"/>
                  </a:lnTo>
                  <a:lnTo>
                    <a:pt x="1245" y="8415"/>
                  </a:lnTo>
                  <a:lnTo>
                    <a:pt x="1245" y="8336"/>
                  </a:lnTo>
                  <a:lnTo>
                    <a:pt x="1206" y="8336"/>
                  </a:lnTo>
                  <a:lnTo>
                    <a:pt x="1206" y="8356"/>
                  </a:lnTo>
                  <a:lnTo>
                    <a:pt x="1186" y="8356"/>
                  </a:lnTo>
                  <a:lnTo>
                    <a:pt x="1166" y="8336"/>
                  </a:lnTo>
                  <a:lnTo>
                    <a:pt x="1225" y="8277"/>
                  </a:lnTo>
                  <a:lnTo>
                    <a:pt x="1265" y="8277"/>
                  </a:lnTo>
                  <a:lnTo>
                    <a:pt x="1285" y="8316"/>
                  </a:lnTo>
                  <a:lnTo>
                    <a:pt x="1285" y="8277"/>
                  </a:lnTo>
                  <a:lnTo>
                    <a:pt x="1285" y="8237"/>
                  </a:lnTo>
                  <a:lnTo>
                    <a:pt x="1285" y="8198"/>
                  </a:lnTo>
                  <a:lnTo>
                    <a:pt x="1245" y="8198"/>
                  </a:lnTo>
                  <a:lnTo>
                    <a:pt x="1265" y="8178"/>
                  </a:lnTo>
                  <a:lnTo>
                    <a:pt x="1304" y="8198"/>
                  </a:lnTo>
                  <a:lnTo>
                    <a:pt x="1364" y="8277"/>
                  </a:lnTo>
                  <a:lnTo>
                    <a:pt x="1403" y="8257"/>
                  </a:lnTo>
                  <a:lnTo>
                    <a:pt x="1423" y="8257"/>
                  </a:lnTo>
                  <a:lnTo>
                    <a:pt x="1482" y="8296"/>
                  </a:lnTo>
                  <a:lnTo>
                    <a:pt x="1502" y="8217"/>
                  </a:lnTo>
                  <a:lnTo>
                    <a:pt x="1541" y="8237"/>
                  </a:lnTo>
                  <a:lnTo>
                    <a:pt x="1561" y="8277"/>
                  </a:lnTo>
                  <a:lnTo>
                    <a:pt x="1581" y="8237"/>
                  </a:lnTo>
                  <a:lnTo>
                    <a:pt x="1581" y="8198"/>
                  </a:lnTo>
                  <a:lnTo>
                    <a:pt x="1581" y="8178"/>
                  </a:lnTo>
                  <a:lnTo>
                    <a:pt x="1620" y="8158"/>
                  </a:lnTo>
                  <a:lnTo>
                    <a:pt x="1561" y="8099"/>
                  </a:lnTo>
                  <a:lnTo>
                    <a:pt x="1680" y="8000"/>
                  </a:lnTo>
                  <a:lnTo>
                    <a:pt x="1739" y="7882"/>
                  </a:lnTo>
                  <a:lnTo>
                    <a:pt x="1680" y="7882"/>
                  </a:lnTo>
                  <a:lnTo>
                    <a:pt x="1660" y="7842"/>
                  </a:lnTo>
                  <a:lnTo>
                    <a:pt x="1680" y="7822"/>
                  </a:lnTo>
                  <a:lnTo>
                    <a:pt x="1719" y="7803"/>
                  </a:lnTo>
                  <a:lnTo>
                    <a:pt x="1778" y="7763"/>
                  </a:lnTo>
                  <a:lnTo>
                    <a:pt x="1798" y="7743"/>
                  </a:lnTo>
                  <a:lnTo>
                    <a:pt x="1798" y="7704"/>
                  </a:lnTo>
                  <a:lnTo>
                    <a:pt x="1798" y="7645"/>
                  </a:lnTo>
                  <a:lnTo>
                    <a:pt x="1798" y="7585"/>
                  </a:lnTo>
                  <a:lnTo>
                    <a:pt x="1759" y="7546"/>
                  </a:lnTo>
                  <a:lnTo>
                    <a:pt x="1719" y="7526"/>
                  </a:lnTo>
                  <a:lnTo>
                    <a:pt x="1719" y="7506"/>
                  </a:lnTo>
                  <a:lnTo>
                    <a:pt x="1739" y="7487"/>
                  </a:lnTo>
                  <a:lnTo>
                    <a:pt x="1798" y="7487"/>
                  </a:lnTo>
                  <a:lnTo>
                    <a:pt x="1739" y="7368"/>
                  </a:lnTo>
                  <a:lnTo>
                    <a:pt x="1739" y="7329"/>
                  </a:lnTo>
                  <a:lnTo>
                    <a:pt x="1759" y="7309"/>
                  </a:lnTo>
                  <a:lnTo>
                    <a:pt x="1778" y="7289"/>
                  </a:lnTo>
                  <a:lnTo>
                    <a:pt x="1798" y="7408"/>
                  </a:lnTo>
                  <a:lnTo>
                    <a:pt x="1838" y="7408"/>
                  </a:lnTo>
                  <a:lnTo>
                    <a:pt x="1858" y="7368"/>
                  </a:lnTo>
                  <a:lnTo>
                    <a:pt x="1877" y="7309"/>
                  </a:lnTo>
                  <a:lnTo>
                    <a:pt x="1917" y="7269"/>
                  </a:lnTo>
                  <a:lnTo>
                    <a:pt x="1858" y="7131"/>
                  </a:lnTo>
                  <a:lnTo>
                    <a:pt x="1798" y="6953"/>
                  </a:lnTo>
                  <a:lnTo>
                    <a:pt x="1739" y="6934"/>
                  </a:lnTo>
                  <a:lnTo>
                    <a:pt x="1680" y="6914"/>
                  </a:lnTo>
                  <a:lnTo>
                    <a:pt x="1620" y="6874"/>
                  </a:lnTo>
                  <a:lnTo>
                    <a:pt x="1581" y="6815"/>
                  </a:lnTo>
                  <a:lnTo>
                    <a:pt x="1620" y="6815"/>
                  </a:lnTo>
                  <a:lnTo>
                    <a:pt x="1640" y="6795"/>
                  </a:lnTo>
                  <a:lnTo>
                    <a:pt x="1680" y="6756"/>
                  </a:lnTo>
                  <a:lnTo>
                    <a:pt x="1719" y="6716"/>
                  </a:lnTo>
                  <a:lnTo>
                    <a:pt x="1759" y="6736"/>
                  </a:lnTo>
                  <a:lnTo>
                    <a:pt x="1818" y="6716"/>
                  </a:lnTo>
                  <a:lnTo>
                    <a:pt x="1858" y="6736"/>
                  </a:lnTo>
                  <a:lnTo>
                    <a:pt x="1858" y="6776"/>
                  </a:lnTo>
                  <a:lnTo>
                    <a:pt x="1798" y="6776"/>
                  </a:lnTo>
                  <a:lnTo>
                    <a:pt x="1759" y="6795"/>
                  </a:lnTo>
                  <a:lnTo>
                    <a:pt x="1759" y="6815"/>
                  </a:lnTo>
                  <a:lnTo>
                    <a:pt x="1858" y="6795"/>
                  </a:lnTo>
                  <a:lnTo>
                    <a:pt x="1976" y="6736"/>
                  </a:lnTo>
                  <a:lnTo>
                    <a:pt x="2016" y="6776"/>
                  </a:lnTo>
                  <a:lnTo>
                    <a:pt x="2016" y="6835"/>
                  </a:lnTo>
                  <a:lnTo>
                    <a:pt x="1976" y="6815"/>
                  </a:lnTo>
                  <a:lnTo>
                    <a:pt x="1956" y="6815"/>
                  </a:lnTo>
                  <a:lnTo>
                    <a:pt x="1956" y="6855"/>
                  </a:lnTo>
                  <a:lnTo>
                    <a:pt x="1976" y="6874"/>
                  </a:lnTo>
                  <a:lnTo>
                    <a:pt x="2035" y="6874"/>
                  </a:lnTo>
                  <a:lnTo>
                    <a:pt x="2095" y="6855"/>
                  </a:lnTo>
                  <a:lnTo>
                    <a:pt x="2134" y="6874"/>
                  </a:lnTo>
                  <a:lnTo>
                    <a:pt x="2134" y="6815"/>
                  </a:lnTo>
                  <a:lnTo>
                    <a:pt x="2134" y="6795"/>
                  </a:lnTo>
                  <a:lnTo>
                    <a:pt x="2114" y="6795"/>
                  </a:lnTo>
                  <a:lnTo>
                    <a:pt x="2154" y="6776"/>
                  </a:lnTo>
                  <a:lnTo>
                    <a:pt x="2174" y="6756"/>
                  </a:lnTo>
                  <a:lnTo>
                    <a:pt x="2174" y="6677"/>
                  </a:lnTo>
                  <a:lnTo>
                    <a:pt x="2174" y="6618"/>
                  </a:lnTo>
                  <a:lnTo>
                    <a:pt x="2193" y="6578"/>
                  </a:lnTo>
                  <a:lnTo>
                    <a:pt x="2233" y="6558"/>
                  </a:lnTo>
                  <a:lnTo>
                    <a:pt x="2174" y="6558"/>
                  </a:lnTo>
                  <a:lnTo>
                    <a:pt x="2154" y="6519"/>
                  </a:lnTo>
                  <a:lnTo>
                    <a:pt x="2174" y="6479"/>
                  </a:lnTo>
                  <a:lnTo>
                    <a:pt x="2193" y="6479"/>
                  </a:lnTo>
                  <a:lnTo>
                    <a:pt x="2253" y="6460"/>
                  </a:lnTo>
                  <a:lnTo>
                    <a:pt x="2253" y="6420"/>
                  </a:lnTo>
                  <a:lnTo>
                    <a:pt x="2233" y="6381"/>
                  </a:lnTo>
                  <a:lnTo>
                    <a:pt x="2253" y="6341"/>
                  </a:lnTo>
                  <a:lnTo>
                    <a:pt x="2253" y="6321"/>
                  </a:lnTo>
                  <a:lnTo>
                    <a:pt x="2233" y="6321"/>
                  </a:lnTo>
                  <a:lnTo>
                    <a:pt x="2174" y="6301"/>
                  </a:lnTo>
                  <a:lnTo>
                    <a:pt x="2114" y="6301"/>
                  </a:lnTo>
                  <a:lnTo>
                    <a:pt x="2095" y="6282"/>
                  </a:lnTo>
                  <a:lnTo>
                    <a:pt x="2095" y="6262"/>
                  </a:lnTo>
                  <a:lnTo>
                    <a:pt x="2055" y="6203"/>
                  </a:lnTo>
                  <a:lnTo>
                    <a:pt x="2075" y="6163"/>
                  </a:lnTo>
                  <a:lnTo>
                    <a:pt x="2095" y="6143"/>
                  </a:lnTo>
                  <a:lnTo>
                    <a:pt x="2114" y="6104"/>
                  </a:lnTo>
                  <a:lnTo>
                    <a:pt x="2154" y="6104"/>
                  </a:lnTo>
                  <a:lnTo>
                    <a:pt x="2154" y="6124"/>
                  </a:lnTo>
                  <a:lnTo>
                    <a:pt x="2134" y="6163"/>
                  </a:lnTo>
                  <a:lnTo>
                    <a:pt x="2154" y="6203"/>
                  </a:lnTo>
                  <a:lnTo>
                    <a:pt x="2174" y="6025"/>
                  </a:lnTo>
                  <a:lnTo>
                    <a:pt x="2213" y="6025"/>
                  </a:lnTo>
                  <a:lnTo>
                    <a:pt x="2233" y="6045"/>
                  </a:lnTo>
                  <a:lnTo>
                    <a:pt x="2233" y="6084"/>
                  </a:lnTo>
                  <a:lnTo>
                    <a:pt x="2213" y="6124"/>
                  </a:lnTo>
                  <a:lnTo>
                    <a:pt x="2253" y="6084"/>
                  </a:lnTo>
                  <a:lnTo>
                    <a:pt x="2272" y="6025"/>
                  </a:lnTo>
                  <a:lnTo>
                    <a:pt x="2253" y="5985"/>
                  </a:lnTo>
                  <a:lnTo>
                    <a:pt x="2213" y="5926"/>
                  </a:lnTo>
                  <a:lnTo>
                    <a:pt x="2253" y="5887"/>
                  </a:lnTo>
                  <a:lnTo>
                    <a:pt x="2292" y="5847"/>
                  </a:lnTo>
                  <a:lnTo>
                    <a:pt x="2312" y="5887"/>
                  </a:lnTo>
                  <a:lnTo>
                    <a:pt x="2371" y="5926"/>
                  </a:lnTo>
                  <a:lnTo>
                    <a:pt x="2411" y="5966"/>
                  </a:lnTo>
                  <a:lnTo>
                    <a:pt x="2430" y="6005"/>
                  </a:lnTo>
                  <a:lnTo>
                    <a:pt x="2411" y="6045"/>
                  </a:lnTo>
                  <a:lnTo>
                    <a:pt x="2391" y="6045"/>
                  </a:lnTo>
                  <a:lnTo>
                    <a:pt x="2371" y="6025"/>
                  </a:lnTo>
                  <a:lnTo>
                    <a:pt x="2332" y="6005"/>
                  </a:lnTo>
                  <a:lnTo>
                    <a:pt x="2312" y="6005"/>
                  </a:lnTo>
                  <a:lnTo>
                    <a:pt x="2292" y="6025"/>
                  </a:lnTo>
                  <a:lnTo>
                    <a:pt x="2371" y="6045"/>
                  </a:lnTo>
                  <a:lnTo>
                    <a:pt x="2351" y="6064"/>
                  </a:lnTo>
                  <a:lnTo>
                    <a:pt x="2332" y="6104"/>
                  </a:lnTo>
                  <a:lnTo>
                    <a:pt x="2351" y="6163"/>
                  </a:lnTo>
                  <a:lnTo>
                    <a:pt x="2312" y="6163"/>
                  </a:lnTo>
                  <a:lnTo>
                    <a:pt x="2312" y="6124"/>
                  </a:lnTo>
                  <a:lnTo>
                    <a:pt x="2272" y="6222"/>
                  </a:lnTo>
                  <a:lnTo>
                    <a:pt x="2272" y="6262"/>
                  </a:lnTo>
                  <a:lnTo>
                    <a:pt x="2292" y="6321"/>
                  </a:lnTo>
                  <a:lnTo>
                    <a:pt x="2332" y="6301"/>
                  </a:lnTo>
                  <a:lnTo>
                    <a:pt x="2351" y="6262"/>
                  </a:lnTo>
                  <a:lnTo>
                    <a:pt x="2371" y="6183"/>
                  </a:lnTo>
                  <a:lnTo>
                    <a:pt x="2411" y="6104"/>
                  </a:lnTo>
                  <a:lnTo>
                    <a:pt x="2430" y="6084"/>
                  </a:lnTo>
                  <a:lnTo>
                    <a:pt x="2470" y="6064"/>
                  </a:lnTo>
                  <a:lnTo>
                    <a:pt x="2430" y="5847"/>
                  </a:lnTo>
                  <a:lnTo>
                    <a:pt x="2332" y="5847"/>
                  </a:lnTo>
                  <a:lnTo>
                    <a:pt x="2292" y="5808"/>
                  </a:lnTo>
                  <a:lnTo>
                    <a:pt x="2351" y="5808"/>
                  </a:lnTo>
                  <a:lnTo>
                    <a:pt x="2411" y="5788"/>
                  </a:lnTo>
                  <a:lnTo>
                    <a:pt x="2450" y="5748"/>
                  </a:lnTo>
                  <a:lnTo>
                    <a:pt x="2490" y="5709"/>
                  </a:lnTo>
                  <a:lnTo>
                    <a:pt x="2470" y="5709"/>
                  </a:lnTo>
                  <a:lnTo>
                    <a:pt x="2450" y="5689"/>
                  </a:lnTo>
                  <a:lnTo>
                    <a:pt x="2430" y="5630"/>
                  </a:lnTo>
                  <a:lnTo>
                    <a:pt x="2411" y="5590"/>
                  </a:lnTo>
                  <a:lnTo>
                    <a:pt x="2391" y="5571"/>
                  </a:lnTo>
                  <a:lnTo>
                    <a:pt x="2371" y="5571"/>
                  </a:lnTo>
                  <a:lnTo>
                    <a:pt x="2371" y="5590"/>
                  </a:lnTo>
                  <a:lnTo>
                    <a:pt x="2351" y="5610"/>
                  </a:lnTo>
                  <a:lnTo>
                    <a:pt x="2312" y="5610"/>
                  </a:lnTo>
                  <a:lnTo>
                    <a:pt x="2312" y="5571"/>
                  </a:lnTo>
                  <a:lnTo>
                    <a:pt x="2272" y="5551"/>
                  </a:lnTo>
                  <a:lnTo>
                    <a:pt x="2253" y="5551"/>
                  </a:lnTo>
                  <a:lnTo>
                    <a:pt x="2233" y="5531"/>
                  </a:lnTo>
                  <a:lnTo>
                    <a:pt x="2272" y="5472"/>
                  </a:lnTo>
                  <a:lnTo>
                    <a:pt x="2312" y="5492"/>
                  </a:lnTo>
                  <a:lnTo>
                    <a:pt x="2332" y="5492"/>
                  </a:lnTo>
                  <a:lnTo>
                    <a:pt x="2371" y="5452"/>
                  </a:lnTo>
                  <a:lnTo>
                    <a:pt x="2450" y="5551"/>
                  </a:lnTo>
                  <a:lnTo>
                    <a:pt x="2430" y="5373"/>
                  </a:lnTo>
                  <a:lnTo>
                    <a:pt x="2430" y="5255"/>
                  </a:lnTo>
                  <a:lnTo>
                    <a:pt x="2450" y="5156"/>
                  </a:lnTo>
                  <a:lnTo>
                    <a:pt x="2470" y="5195"/>
                  </a:lnTo>
                  <a:lnTo>
                    <a:pt x="2509" y="5235"/>
                  </a:lnTo>
                  <a:lnTo>
                    <a:pt x="2529" y="5314"/>
                  </a:lnTo>
                  <a:lnTo>
                    <a:pt x="2529" y="5353"/>
                  </a:lnTo>
                  <a:lnTo>
                    <a:pt x="2549" y="5393"/>
                  </a:lnTo>
                  <a:lnTo>
                    <a:pt x="2588" y="5413"/>
                  </a:lnTo>
                  <a:lnTo>
                    <a:pt x="2628" y="5432"/>
                  </a:lnTo>
                  <a:lnTo>
                    <a:pt x="2628" y="5393"/>
                  </a:lnTo>
                  <a:lnTo>
                    <a:pt x="2608" y="5353"/>
                  </a:lnTo>
                  <a:lnTo>
                    <a:pt x="2588" y="5334"/>
                  </a:lnTo>
                  <a:lnTo>
                    <a:pt x="2608" y="5294"/>
                  </a:lnTo>
                  <a:lnTo>
                    <a:pt x="2628" y="5294"/>
                  </a:lnTo>
                  <a:lnTo>
                    <a:pt x="2648" y="5274"/>
                  </a:lnTo>
                  <a:lnTo>
                    <a:pt x="2687" y="5215"/>
                  </a:lnTo>
                  <a:lnTo>
                    <a:pt x="2687" y="5136"/>
                  </a:lnTo>
                  <a:lnTo>
                    <a:pt x="2707" y="5077"/>
                  </a:lnTo>
                  <a:lnTo>
                    <a:pt x="2648" y="5097"/>
                  </a:lnTo>
                  <a:lnTo>
                    <a:pt x="2648" y="5057"/>
                  </a:lnTo>
                  <a:lnTo>
                    <a:pt x="2648" y="5037"/>
                  </a:lnTo>
                  <a:lnTo>
                    <a:pt x="2687" y="4978"/>
                  </a:lnTo>
                  <a:lnTo>
                    <a:pt x="2707" y="4998"/>
                  </a:lnTo>
                  <a:lnTo>
                    <a:pt x="2707" y="4939"/>
                  </a:lnTo>
                  <a:lnTo>
                    <a:pt x="2707" y="4899"/>
                  </a:lnTo>
                  <a:lnTo>
                    <a:pt x="2727" y="4840"/>
                  </a:lnTo>
                  <a:lnTo>
                    <a:pt x="2766" y="4781"/>
                  </a:lnTo>
                  <a:lnTo>
                    <a:pt x="2766" y="4721"/>
                  </a:lnTo>
                  <a:lnTo>
                    <a:pt x="2746" y="4721"/>
                  </a:lnTo>
                  <a:lnTo>
                    <a:pt x="2727" y="4741"/>
                  </a:lnTo>
                  <a:lnTo>
                    <a:pt x="2727" y="4781"/>
                  </a:lnTo>
                  <a:lnTo>
                    <a:pt x="2727" y="4820"/>
                  </a:lnTo>
                  <a:lnTo>
                    <a:pt x="2667" y="4840"/>
                  </a:lnTo>
                  <a:lnTo>
                    <a:pt x="2648" y="4860"/>
                  </a:lnTo>
                  <a:lnTo>
                    <a:pt x="2608" y="4840"/>
                  </a:lnTo>
                  <a:lnTo>
                    <a:pt x="2628" y="4761"/>
                  </a:lnTo>
                  <a:lnTo>
                    <a:pt x="2628" y="4682"/>
                  </a:lnTo>
                  <a:lnTo>
                    <a:pt x="2628" y="4623"/>
                  </a:lnTo>
                  <a:lnTo>
                    <a:pt x="2648" y="4544"/>
                  </a:lnTo>
                  <a:lnTo>
                    <a:pt x="2608" y="4563"/>
                  </a:lnTo>
                  <a:lnTo>
                    <a:pt x="2588" y="4524"/>
                  </a:lnTo>
                  <a:lnTo>
                    <a:pt x="2608" y="4504"/>
                  </a:lnTo>
                  <a:lnTo>
                    <a:pt x="2628" y="4425"/>
                  </a:lnTo>
                  <a:lnTo>
                    <a:pt x="2667" y="4405"/>
                  </a:lnTo>
                  <a:lnTo>
                    <a:pt x="2687" y="4405"/>
                  </a:lnTo>
                  <a:lnTo>
                    <a:pt x="2707" y="4445"/>
                  </a:lnTo>
                  <a:lnTo>
                    <a:pt x="2727" y="4484"/>
                  </a:lnTo>
                  <a:lnTo>
                    <a:pt x="2746" y="4504"/>
                  </a:lnTo>
                  <a:lnTo>
                    <a:pt x="2766" y="4484"/>
                  </a:lnTo>
                  <a:lnTo>
                    <a:pt x="2766" y="4524"/>
                  </a:lnTo>
                  <a:lnTo>
                    <a:pt x="2766" y="4563"/>
                  </a:lnTo>
                  <a:lnTo>
                    <a:pt x="2766" y="4603"/>
                  </a:lnTo>
                  <a:lnTo>
                    <a:pt x="2786" y="4623"/>
                  </a:lnTo>
                  <a:lnTo>
                    <a:pt x="2904" y="4603"/>
                  </a:lnTo>
                  <a:lnTo>
                    <a:pt x="2904" y="4563"/>
                  </a:lnTo>
                  <a:lnTo>
                    <a:pt x="2924" y="4544"/>
                  </a:lnTo>
                  <a:lnTo>
                    <a:pt x="2964" y="4504"/>
                  </a:lnTo>
                  <a:lnTo>
                    <a:pt x="2983" y="4484"/>
                  </a:lnTo>
                  <a:lnTo>
                    <a:pt x="2924" y="4504"/>
                  </a:lnTo>
                  <a:lnTo>
                    <a:pt x="2904" y="4484"/>
                  </a:lnTo>
                  <a:lnTo>
                    <a:pt x="2904" y="4465"/>
                  </a:lnTo>
                  <a:lnTo>
                    <a:pt x="2944" y="4445"/>
                  </a:lnTo>
                  <a:lnTo>
                    <a:pt x="2825" y="4425"/>
                  </a:lnTo>
                  <a:lnTo>
                    <a:pt x="2806" y="4465"/>
                  </a:lnTo>
                  <a:lnTo>
                    <a:pt x="2825" y="4504"/>
                  </a:lnTo>
                  <a:lnTo>
                    <a:pt x="2825" y="4544"/>
                  </a:lnTo>
                  <a:lnTo>
                    <a:pt x="2786" y="4563"/>
                  </a:lnTo>
                  <a:lnTo>
                    <a:pt x="2786" y="4484"/>
                  </a:lnTo>
                  <a:lnTo>
                    <a:pt x="2746" y="4445"/>
                  </a:lnTo>
                  <a:lnTo>
                    <a:pt x="2727" y="4386"/>
                  </a:lnTo>
                  <a:lnTo>
                    <a:pt x="2746" y="4326"/>
                  </a:lnTo>
                  <a:lnTo>
                    <a:pt x="2766" y="4326"/>
                  </a:lnTo>
                  <a:lnTo>
                    <a:pt x="2766" y="4346"/>
                  </a:lnTo>
                  <a:lnTo>
                    <a:pt x="2766" y="4366"/>
                  </a:lnTo>
                  <a:lnTo>
                    <a:pt x="2786" y="4346"/>
                  </a:lnTo>
                  <a:lnTo>
                    <a:pt x="2786" y="4307"/>
                  </a:lnTo>
                  <a:lnTo>
                    <a:pt x="2786" y="4267"/>
                  </a:lnTo>
                  <a:lnTo>
                    <a:pt x="2806" y="4228"/>
                  </a:lnTo>
                  <a:lnTo>
                    <a:pt x="2845" y="4307"/>
                  </a:lnTo>
                  <a:lnTo>
                    <a:pt x="2865" y="4326"/>
                  </a:lnTo>
                  <a:lnTo>
                    <a:pt x="2904" y="4326"/>
                  </a:lnTo>
                  <a:lnTo>
                    <a:pt x="2845" y="4267"/>
                  </a:lnTo>
                  <a:lnTo>
                    <a:pt x="2885" y="4247"/>
                  </a:lnTo>
                  <a:lnTo>
                    <a:pt x="2904" y="4247"/>
                  </a:lnTo>
                  <a:lnTo>
                    <a:pt x="2904" y="4228"/>
                  </a:lnTo>
                  <a:lnTo>
                    <a:pt x="2885" y="4228"/>
                  </a:lnTo>
                  <a:lnTo>
                    <a:pt x="2865" y="4208"/>
                  </a:lnTo>
                  <a:lnTo>
                    <a:pt x="2865" y="4168"/>
                  </a:lnTo>
                  <a:lnTo>
                    <a:pt x="2924" y="4168"/>
                  </a:lnTo>
                  <a:lnTo>
                    <a:pt x="2944" y="4129"/>
                  </a:lnTo>
                  <a:lnTo>
                    <a:pt x="2924" y="4109"/>
                  </a:lnTo>
                  <a:lnTo>
                    <a:pt x="2924" y="4089"/>
                  </a:lnTo>
                  <a:lnTo>
                    <a:pt x="2904" y="4030"/>
                  </a:lnTo>
                  <a:lnTo>
                    <a:pt x="2885" y="4050"/>
                  </a:lnTo>
                  <a:lnTo>
                    <a:pt x="2865" y="4070"/>
                  </a:lnTo>
                  <a:lnTo>
                    <a:pt x="2825" y="4070"/>
                  </a:lnTo>
                  <a:lnTo>
                    <a:pt x="2786" y="4030"/>
                  </a:lnTo>
                  <a:lnTo>
                    <a:pt x="2766" y="3991"/>
                  </a:lnTo>
                  <a:lnTo>
                    <a:pt x="2806" y="3911"/>
                  </a:lnTo>
                  <a:lnTo>
                    <a:pt x="2806" y="3852"/>
                  </a:lnTo>
                  <a:lnTo>
                    <a:pt x="2845" y="3813"/>
                  </a:lnTo>
                  <a:lnTo>
                    <a:pt x="2904" y="3793"/>
                  </a:lnTo>
                  <a:lnTo>
                    <a:pt x="2865" y="3734"/>
                  </a:lnTo>
                  <a:lnTo>
                    <a:pt x="2904" y="3753"/>
                  </a:lnTo>
                  <a:lnTo>
                    <a:pt x="2924" y="3714"/>
                  </a:lnTo>
                  <a:lnTo>
                    <a:pt x="2944" y="3655"/>
                  </a:lnTo>
                  <a:lnTo>
                    <a:pt x="2964" y="3674"/>
                  </a:lnTo>
                  <a:lnTo>
                    <a:pt x="2983" y="3694"/>
                  </a:lnTo>
                  <a:lnTo>
                    <a:pt x="2964" y="3734"/>
                  </a:lnTo>
                  <a:lnTo>
                    <a:pt x="2964" y="3793"/>
                  </a:lnTo>
                  <a:lnTo>
                    <a:pt x="2983" y="3832"/>
                  </a:lnTo>
                  <a:lnTo>
                    <a:pt x="3023" y="3852"/>
                  </a:lnTo>
                  <a:lnTo>
                    <a:pt x="3043" y="3832"/>
                  </a:lnTo>
                  <a:lnTo>
                    <a:pt x="3062" y="3832"/>
                  </a:lnTo>
                  <a:lnTo>
                    <a:pt x="3122" y="3872"/>
                  </a:lnTo>
                  <a:lnTo>
                    <a:pt x="3102" y="3832"/>
                  </a:lnTo>
                  <a:lnTo>
                    <a:pt x="3082" y="3813"/>
                  </a:lnTo>
                  <a:lnTo>
                    <a:pt x="3023" y="3793"/>
                  </a:lnTo>
                  <a:lnTo>
                    <a:pt x="2983" y="3753"/>
                  </a:lnTo>
                  <a:lnTo>
                    <a:pt x="3023" y="3753"/>
                  </a:lnTo>
                  <a:lnTo>
                    <a:pt x="3043" y="3714"/>
                  </a:lnTo>
                  <a:lnTo>
                    <a:pt x="3062" y="3694"/>
                  </a:lnTo>
                  <a:lnTo>
                    <a:pt x="3102" y="3714"/>
                  </a:lnTo>
                  <a:lnTo>
                    <a:pt x="3102" y="3674"/>
                  </a:lnTo>
                  <a:lnTo>
                    <a:pt x="3082" y="3655"/>
                  </a:lnTo>
                  <a:lnTo>
                    <a:pt x="3082" y="3615"/>
                  </a:lnTo>
                  <a:lnTo>
                    <a:pt x="3082" y="3595"/>
                  </a:lnTo>
                  <a:lnTo>
                    <a:pt x="3201" y="3655"/>
                  </a:lnTo>
                  <a:lnTo>
                    <a:pt x="3181" y="3635"/>
                  </a:lnTo>
                  <a:lnTo>
                    <a:pt x="3201" y="3615"/>
                  </a:lnTo>
                  <a:lnTo>
                    <a:pt x="3240" y="3595"/>
                  </a:lnTo>
                  <a:lnTo>
                    <a:pt x="3201" y="3576"/>
                  </a:lnTo>
                  <a:lnTo>
                    <a:pt x="3181" y="3576"/>
                  </a:lnTo>
                  <a:lnTo>
                    <a:pt x="3181" y="3595"/>
                  </a:lnTo>
                  <a:lnTo>
                    <a:pt x="3161" y="3576"/>
                  </a:lnTo>
                  <a:lnTo>
                    <a:pt x="3161" y="3556"/>
                  </a:lnTo>
                  <a:lnTo>
                    <a:pt x="3161" y="3516"/>
                  </a:lnTo>
                  <a:lnTo>
                    <a:pt x="3181" y="3497"/>
                  </a:lnTo>
                  <a:lnTo>
                    <a:pt x="3181" y="3477"/>
                  </a:lnTo>
                  <a:lnTo>
                    <a:pt x="3201" y="3457"/>
                  </a:lnTo>
                  <a:lnTo>
                    <a:pt x="3220" y="3418"/>
                  </a:lnTo>
                  <a:lnTo>
                    <a:pt x="3240" y="3378"/>
                  </a:lnTo>
                  <a:lnTo>
                    <a:pt x="3280" y="3339"/>
                  </a:lnTo>
                  <a:lnTo>
                    <a:pt x="3220" y="3319"/>
                  </a:lnTo>
                  <a:lnTo>
                    <a:pt x="3201" y="3319"/>
                  </a:lnTo>
                  <a:lnTo>
                    <a:pt x="3201" y="3339"/>
                  </a:lnTo>
                  <a:lnTo>
                    <a:pt x="3201" y="3358"/>
                  </a:lnTo>
                  <a:lnTo>
                    <a:pt x="3201" y="3398"/>
                  </a:lnTo>
                  <a:lnTo>
                    <a:pt x="3201" y="3418"/>
                  </a:lnTo>
                  <a:lnTo>
                    <a:pt x="3141" y="3418"/>
                  </a:lnTo>
                  <a:lnTo>
                    <a:pt x="3141" y="3339"/>
                  </a:lnTo>
                  <a:lnTo>
                    <a:pt x="3181" y="3240"/>
                  </a:lnTo>
                  <a:lnTo>
                    <a:pt x="3201" y="3141"/>
                  </a:lnTo>
                  <a:lnTo>
                    <a:pt x="3220" y="3102"/>
                  </a:lnTo>
                  <a:lnTo>
                    <a:pt x="3201" y="3042"/>
                  </a:lnTo>
                  <a:lnTo>
                    <a:pt x="3260" y="3023"/>
                  </a:lnTo>
                  <a:lnTo>
                    <a:pt x="3280" y="3023"/>
                  </a:lnTo>
                  <a:lnTo>
                    <a:pt x="3299" y="3062"/>
                  </a:lnTo>
                  <a:lnTo>
                    <a:pt x="3339" y="3082"/>
                  </a:lnTo>
                  <a:lnTo>
                    <a:pt x="3339" y="3141"/>
                  </a:lnTo>
                  <a:lnTo>
                    <a:pt x="3319" y="3181"/>
                  </a:lnTo>
                  <a:lnTo>
                    <a:pt x="3280" y="3220"/>
                  </a:lnTo>
                  <a:lnTo>
                    <a:pt x="3280" y="3260"/>
                  </a:lnTo>
                  <a:lnTo>
                    <a:pt x="3319" y="3200"/>
                  </a:lnTo>
                  <a:lnTo>
                    <a:pt x="3359" y="3121"/>
                  </a:lnTo>
                  <a:lnTo>
                    <a:pt x="3359" y="3042"/>
                  </a:lnTo>
                  <a:lnTo>
                    <a:pt x="3359" y="2983"/>
                  </a:lnTo>
                  <a:lnTo>
                    <a:pt x="3378" y="2944"/>
                  </a:lnTo>
                  <a:lnTo>
                    <a:pt x="3398" y="2944"/>
                  </a:lnTo>
                  <a:lnTo>
                    <a:pt x="3477" y="2924"/>
                  </a:lnTo>
                  <a:lnTo>
                    <a:pt x="3536" y="2884"/>
                  </a:lnTo>
                  <a:lnTo>
                    <a:pt x="3556" y="2865"/>
                  </a:lnTo>
                  <a:lnTo>
                    <a:pt x="3576" y="2825"/>
                  </a:lnTo>
                  <a:lnTo>
                    <a:pt x="3497" y="2825"/>
                  </a:lnTo>
                  <a:lnTo>
                    <a:pt x="3457" y="2845"/>
                  </a:lnTo>
                  <a:lnTo>
                    <a:pt x="3457" y="2805"/>
                  </a:lnTo>
                  <a:lnTo>
                    <a:pt x="3477" y="2786"/>
                  </a:lnTo>
                  <a:lnTo>
                    <a:pt x="3497" y="2746"/>
                  </a:lnTo>
                  <a:lnTo>
                    <a:pt x="3477" y="2726"/>
                  </a:lnTo>
                  <a:lnTo>
                    <a:pt x="3457" y="2746"/>
                  </a:lnTo>
                  <a:lnTo>
                    <a:pt x="3438" y="2746"/>
                  </a:lnTo>
                  <a:lnTo>
                    <a:pt x="3418" y="2726"/>
                  </a:lnTo>
                  <a:lnTo>
                    <a:pt x="3457" y="2687"/>
                  </a:lnTo>
                  <a:lnTo>
                    <a:pt x="3477" y="2687"/>
                  </a:lnTo>
                  <a:lnTo>
                    <a:pt x="3497" y="2707"/>
                  </a:lnTo>
                  <a:lnTo>
                    <a:pt x="3517" y="2667"/>
                  </a:lnTo>
                  <a:lnTo>
                    <a:pt x="3517" y="2647"/>
                  </a:lnTo>
                  <a:lnTo>
                    <a:pt x="3576" y="2647"/>
                  </a:lnTo>
                  <a:lnTo>
                    <a:pt x="3615" y="2628"/>
                  </a:lnTo>
                  <a:lnTo>
                    <a:pt x="3615" y="2608"/>
                  </a:lnTo>
                  <a:lnTo>
                    <a:pt x="3596" y="2568"/>
                  </a:lnTo>
                  <a:lnTo>
                    <a:pt x="3576" y="2568"/>
                  </a:lnTo>
                  <a:lnTo>
                    <a:pt x="3576" y="2588"/>
                  </a:lnTo>
                  <a:lnTo>
                    <a:pt x="3576" y="2608"/>
                  </a:lnTo>
                  <a:lnTo>
                    <a:pt x="3536" y="2588"/>
                  </a:lnTo>
                  <a:lnTo>
                    <a:pt x="3497" y="2549"/>
                  </a:lnTo>
                  <a:lnTo>
                    <a:pt x="3477" y="2470"/>
                  </a:lnTo>
                  <a:lnTo>
                    <a:pt x="3517" y="2470"/>
                  </a:lnTo>
                  <a:lnTo>
                    <a:pt x="3536" y="2410"/>
                  </a:lnTo>
                  <a:lnTo>
                    <a:pt x="3556" y="2430"/>
                  </a:lnTo>
                  <a:lnTo>
                    <a:pt x="3556" y="2470"/>
                  </a:lnTo>
                  <a:lnTo>
                    <a:pt x="3536" y="2489"/>
                  </a:lnTo>
                  <a:lnTo>
                    <a:pt x="3556" y="2529"/>
                  </a:lnTo>
                  <a:lnTo>
                    <a:pt x="3596" y="2450"/>
                  </a:lnTo>
                  <a:lnTo>
                    <a:pt x="3576" y="2470"/>
                  </a:lnTo>
                  <a:lnTo>
                    <a:pt x="3556" y="2351"/>
                  </a:lnTo>
                  <a:lnTo>
                    <a:pt x="3536" y="2391"/>
                  </a:lnTo>
                  <a:lnTo>
                    <a:pt x="3517" y="2371"/>
                  </a:lnTo>
                  <a:lnTo>
                    <a:pt x="3477" y="2351"/>
                  </a:lnTo>
                  <a:lnTo>
                    <a:pt x="3477" y="2331"/>
                  </a:lnTo>
                  <a:lnTo>
                    <a:pt x="3536" y="2252"/>
                  </a:lnTo>
                  <a:lnTo>
                    <a:pt x="3576" y="2233"/>
                  </a:lnTo>
                  <a:lnTo>
                    <a:pt x="3615" y="2252"/>
                  </a:lnTo>
                  <a:lnTo>
                    <a:pt x="3576" y="2213"/>
                  </a:lnTo>
                  <a:lnTo>
                    <a:pt x="3576" y="2173"/>
                  </a:lnTo>
                  <a:lnTo>
                    <a:pt x="3596" y="2094"/>
                  </a:lnTo>
                  <a:lnTo>
                    <a:pt x="3536" y="2094"/>
                  </a:lnTo>
                  <a:lnTo>
                    <a:pt x="3517" y="2035"/>
                  </a:lnTo>
                  <a:lnTo>
                    <a:pt x="3615" y="1996"/>
                  </a:lnTo>
                  <a:lnTo>
                    <a:pt x="3615" y="2035"/>
                  </a:lnTo>
                  <a:lnTo>
                    <a:pt x="3734" y="2035"/>
                  </a:lnTo>
                  <a:lnTo>
                    <a:pt x="3754" y="2075"/>
                  </a:lnTo>
                  <a:lnTo>
                    <a:pt x="3754" y="2114"/>
                  </a:lnTo>
                  <a:lnTo>
                    <a:pt x="3694" y="2173"/>
                  </a:lnTo>
                  <a:lnTo>
                    <a:pt x="3754" y="2154"/>
                  </a:lnTo>
                  <a:lnTo>
                    <a:pt x="3773" y="2134"/>
                  </a:lnTo>
                  <a:lnTo>
                    <a:pt x="3773" y="2114"/>
                  </a:lnTo>
                  <a:lnTo>
                    <a:pt x="3773" y="2075"/>
                  </a:lnTo>
                  <a:lnTo>
                    <a:pt x="3754" y="2015"/>
                  </a:lnTo>
                  <a:lnTo>
                    <a:pt x="3754" y="1996"/>
                  </a:lnTo>
                  <a:lnTo>
                    <a:pt x="3773" y="1956"/>
                  </a:lnTo>
                  <a:lnTo>
                    <a:pt x="3813" y="1976"/>
                  </a:lnTo>
                  <a:lnTo>
                    <a:pt x="3833" y="2015"/>
                  </a:lnTo>
                  <a:lnTo>
                    <a:pt x="3833" y="1956"/>
                  </a:lnTo>
                  <a:lnTo>
                    <a:pt x="3833" y="1917"/>
                  </a:lnTo>
                  <a:lnTo>
                    <a:pt x="3852" y="1897"/>
                  </a:lnTo>
                  <a:lnTo>
                    <a:pt x="3793" y="1897"/>
                  </a:lnTo>
                  <a:lnTo>
                    <a:pt x="3754" y="1877"/>
                  </a:lnTo>
                  <a:lnTo>
                    <a:pt x="3734" y="1838"/>
                  </a:lnTo>
                  <a:lnTo>
                    <a:pt x="3852" y="1798"/>
                  </a:lnTo>
                  <a:lnTo>
                    <a:pt x="3872" y="1778"/>
                  </a:lnTo>
                  <a:lnTo>
                    <a:pt x="3872" y="1759"/>
                  </a:lnTo>
                  <a:lnTo>
                    <a:pt x="3833" y="1739"/>
                  </a:lnTo>
                  <a:lnTo>
                    <a:pt x="3793" y="1699"/>
                  </a:lnTo>
                  <a:lnTo>
                    <a:pt x="3773" y="1660"/>
                  </a:lnTo>
                  <a:lnTo>
                    <a:pt x="3694" y="1660"/>
                  </a:lnTo>
                  <a:lnTo>
                    <a:pt x="3675" y="1640"/>
                  </a:lnTo>
                  <a:lnTo>
                    <a:pt x="3675" y="1600"/>
                  </a:lnTo>
                  <a:lnTo>
                    <a:pt x="3694" y="1581"/>
                  </a:lnTo>
                  <a:lnTo>
                    <a:pt x="3655" y="1541"/>
                  </a:lnTo>
                  <a:lnTo>
                    <a:pt x="3655" y="1581"/>
                  </a:lnTo>
                  <a:lnTo>
                    <a:pt x="3655" y="1600"/>
                  </a:lnTo>
                  <a:lnTo>
                    <a:pt x="3655" y="1640"/>
                  </a:lnTo>
                  <a:lnTo>
                    <a:pt x="3655" y="1660"/>
                  </a:lnTo>
                  <a:lnTo>
                    <a:pt x="3615" y="1640"/>
                  </a:lnTo>
                  <a:lnTo>
                    <a:pt x="3596" y="1620"/>
                  </a:lnTo>
                  <a:lnTo>
                    <a:pt x="3615" y="1581"/>
                  </a:lnTo>
                  <a:lnTo>
                    <a:pt x="3596" y="1541"/>
                  </a:lnTo>
                  <a:lnTo>
                    <a:pt x="3675" y="1482"/>
                  </a:lnTo>
                  <a:lnTo>
                    <a:pt x="3754" y="1442"/>
                  </a:lnTo>
                  <a:lnTo>
                    <a:pt x="3833" y="1502"/>
                  </a:lnTo>
                  <a:lnTo>
                    <a:pt x="3872" y="1561"/>
                  </a:lnTo>
                  <a:lnTo>
                    <a:pt x="3931" y="1640"/>
                  </a:lnTo>
                  <a:lnTo>
                    <a:pt x="3971" y="1660"/>
                  </a:lnTo>
                  <a:lnTo>
                    <a:pt x="4010" y="1680"/>
                  </a:lnTo>
                  <a:lnTo>
                    <a:pt x="4050" y="1521"/>
                  </a:lnTo>
                  <a:lnTo>
                    <a:pt x="4089" y="1442"/>
                  </a:lnTo>
                  <a:lnTo>
                    <a:pt x="4129" y="1403"/>
                  </a:lnTo>
                  <a:lnTo>
                    <a:pt x="4109" y="1344"/>
                  </a:lnTo>
                  <a:lnTo>
                    <a:pt x="4070" y="1304"/>
                  </a:lnTo>
                  <a:lnTo>
                    <a:pt x="4030" y="1284"/>
                  </a:lnTo>
                  <a:lnTo>
                    <a:pt x="3971" y="1265"/>
                  </a:lnTo>
                  <a:lnTo>
                    <a:pt x="3971" y="1205"/>
                  </a:lnTo>
                  <a:lnTo>
                    <a:pt x="4010" y="1186"/>
                  </a:lnTo>
                  <a:lnTo>
                    <a:pt x="4030" y="1245"/>
                  </a:lnTo>
                  <a:lnTo>
                    <a:pt x="4030" y="1107"/>
                  </a:lnTo>
                  <a:lnTo>
                    <a:pt x="4050" y="1028"/>
                  </a:lnTo>
                  <a:lnTo>
                    <a:pt x="4070" y="949"/>
                  </a:lnTo>
                  <a:lnTo>
                    <a:pt x="4070" y="909"/>
                  </a:lnTo>
                  <a:lnTo>
                    <a:pt x="4030" y="889"/>
                  </a:lnTo>
                  <a:lnTo>
                    <a:pt x="3931" y="870"/>
                  </a:lnTo>
                  <a:lnTo>
                    <a:pt x="3951" y="791"/>
                  </a:lnTo>
                  <a:lnTo>
                    <a:pt x="3931" y="810"/>
                  </a:lnTo>
                  <a:lnTo>
                    <a:pt x="3892" y="771"/>
                  </a:lnTo>
                  <a:lnTo>
                    <a:pt x="3892" y="731"/>
                  </a:lnTo>
                  <a:lnTo>
                    <a:pt x="3931" y="672"/>
                  </a:lnTo>
                  <a:lnTo>
                    <a:pt x="3971" y="692"/>
                  </a:lnTo>
                  <a:lnTo>
                    <a:pt x="3991" y="712"/>
                  </a:lnTo>
                  <a:lnTo>
                    <a:pt x="4010" y="692"/>
                  </a:lnTo>
                  <a:lnTo>
                    <a:pt x="4030" y="672"/>
                  </a:lnTo>
                  <a:lnTo>
                    <a:pt x="4030" y="633"/>
                  </a:lnTo>
                  <a:lnTo>
                    <a:pt x="4030" y="593"/>
                  </a:lnTo>
                  <a:lnTo>
                    <a:pt x="4089" y="633"/>
                  </a:lnTo>
                  <a:lnTo>
                    <a:pt x="4089" y="672"/>
                  </a:lnTo>
                  <a:lnTo>
                    <a:pt x="4070" y="692"/>
                  </a:lnTo>
                  <a:lnTo>
                    <a:pt x="4050" y="692"/>
                  </a:lnTo>
                  <a:lnTo>
                    <a:pt x="4050" y="791"/>
                  </a:lnTo>
                  <a:lnTo>
                    <a:pt x="4070" y="731"/>
                  </a:lnTo>
                  <a:lnTo>
                    <a:pt x="4129" y="692"/>
                  </a:lnTo>
                  <a:lnTo>
                    <a:pt x="4188" y="692"/>
                  </a:lnTo>
                  <a:lnTo>
                    <a:pt x="4247" y="712"/>
                  </a:lnTo>
                  <a:lnTo>
                    <a:pt x="4228" y="672"/>
                  </a:lnTo>
                  <a:lnTo>
                    <a:pt x="4149" y="672"/>
                  </a:lnTo>
                  <a:lnTo>
                    <a:pt x="4149" y="652"/>
                  </a:lnTo>
                  <a:lnTo>
                    <a:pt x="4149" y="633"/>
                  </a:lnTo>
                  <a:lnTo>
                    <a:pt x="4228" y="573"/>
                  </a:lnTo>
                  <a:lnTo>
                    <a:pt x="4267" y="514"/>
                  </a:lnTo>
                  <a:lnTo>
                    <a:pt x="3141" y="139"/>
                  </a:lnTo>
                  <a:lnTo>
                    <a:pt x="3102" y="178"/>
                  </a:lnTo>
                  <a:lnTo>
                    <a:pt x="3082" y="119"/>
                  </a:lnTo>
                  <a:lnTo>
                    <a:pt x="3082" y="99"/>
                  </a:lnTo>
                  <a:lnTo>
                    <a:pt x="3102" y="119"/>
                  </a:lnTo>
                  <a:lnTo>
                    <a:pt x="3082" y="80"/>
                  </a:lnTo>
                  <a:lnTo>
                    <a:pt x="3102" y="60"/>
                  </a:lnTo>
                  <a:lnTo>
                    <a:pt x="3082" y="20"/>
                  </a:lnTo>
                  <a:lnTo>
                    <a:pt x="306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0" name="Google Shape;1870;p8"/>
            <p:cNvSpPr/>
            <p:nvPr/>
          </p:nvSpPr>
          <p:spPr>
            <a:xfrm>
              <a:off x="4577504" y="-1215512"/>
              <a:ext cx="789" cy="789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1" y="20"/>
                  </a:lnTo>
                  <a:lnTo>
                    <a:pt x="2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1" name="Google Shape;1871;p8"/>
            <p:cNvSpPr/>
            <p:nvPr/>
          </p:nvSpPr>
          <p:spPr>
            <a:xfrm>
              <a:off x="4712644" y="-2018156"/>
              <a:ext cx="789" cy="38"/>
            </a:xfrm>
            <a:custGeom>
              <a:rect b="b" l="l" r="r" t="t"/>
              <a:pathLst>
                <a:path extrusionOk="0" h="1" w="21">
                  <a:moveTo>
                    <a:pt x="1" y="1"/>
                  </a:move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2" name="Google Shape;1872;p8"/>
            <p:cNvSpPr/>
            <p:nvPr/>
          </p:nvSpPr>
          <p:spPr>
            <a:xfrm>
              <a:off x="4622049" y="-2251296"/>
              <a:ext cx="96569" cy="297788"/>
            </a:xfrm>
            <a:custGeom>
              <a:rect b="b" l="l" r="r" t="t"/>
              <a:pathLst>
                <a:path extrusionOk="0" h="7922" w="2569">
                  <a:moveTo>
                    <a:pt x="1206" y="60"/>
                  </a:moveTo>
                  <a:lnTo>
                    <a:pt x="1186" y="79"/>
                  </a:lnTo>
                  <a:lnTo>
                    <a:pt x="1186" y="119"/>
                  </a:lnTo>
                  <a:lnTo>
                    <a:pt x="1226" y="178"/>
                  </a:lnTo>
                  <a:lnTo>
                    <a:pt x="1245" y="237"/>
                  </a:lnTo>
                  <a:lnTo>
                    <a:pt x="1245" y="257"/>
                  </a:lnTo>
                  <a:lnTo>
                    <a:pt x="1206" y="277"/>
                  </a:lnTo>
                  <a:lnTo>
                    <a:pt x="1245" y="297"/>
                  </a:lnTo>
                  <a:lnTo>
                    <a:pt x="1265" y="316"/>
                  </a:lnTo>
                  <a:lnTo>
                    <a:pt x="1344" y="336"/>
                  </a:lnTo>
                  <a:lnTo>
                    <a:pt x="1344" y="376"/>
                  </a:lnTo>
                  <a:lnTo>
                    <a:pt x="1384" y="356"/>
                  </a:lnTo>
                  <a:lnTo>
                    <a:pt x="1463" y="316"/>
                  </a:lnTo>
                  <a:lnTo>
                    <a:pt x="1364" y="218"/>
                  </a:lnTo>
                  <a:lnTo>
                    <a:pt x="1344" y="178"/>
                  </a:lnTo>
                  <a:lnTo>
                    <a:pt x="1324" y="99"/>
                  </a:lnTo>
                  <a:lnTo>
                    <a:pt x="1285" y="99"/>
                  </a:lnTo>
                  <a:lnTo>
                    <a:pt x="1265" y="79"/>
                  </a:lnTo>
                  <a:lnTo>
                    <a:pt x="1245" y="60"/>
                  </a:lnTo>
                  <a:close/>
                  <a:moveTo>
                    <a:pt x="21" y="593"/>
                  </a:moveTo>
                  <a:lnTo>
                    <a:pt x="60" y="613"/>
                  </a:lnTo>
                  <a:lnTo>
                    <a:pt x="60" y="593"/>
                  </a:lnTo>
                  <a:close/>
                  <a:moveTo>
                    <a:pt x="1265" y="1521"/>
                  </a:moveTo>
                  <a:lnTo>
                    <a:pt x="1265" y="1561"/>
                  </a:lnTo>
                  <a:lnTo>
                    <a:pt x="1285" y="1581"/>
                  </a:lnTo>
                  <a:lnTo>
                    <a:pt x="1305" y="1600"/>
                  </a:lnTo>
                  <a:lnTo>
                    <a:pt x="1305" y="1561"/>
                  </a:lnTo>
                  <a:lnTo>
                    <a:pt x="1305" y="1541"/>
                  </a:lnTo>
                  <a:lnTo>
                    <a:pt x="1265" y="1521"/>
                  </a:lnTo>
                  <a:close/>
                  <a:moveTo>
                    <a:pt x="2068" y="5065"/>
                  </a:moveTo>
                  <a:lnTo>
                    <a:pt x="2075" y="5077"/>
                  </a:lnTo>
                  <a:lnTo>
                    <a:pt x="2079" y="5073"/>
                  </a:lnTo>
                  <a:lnTo>
                    <a:pt x="2079" y="5073"/>
                  </a:lnTo>
                  <a:lnTo>
                    <a:pt x="2068" y="5065"/>
                  </a:lnTo>
                  <a:close/>
                  <a:moveTo>
                    <a:pt x="2095" y="5057"/>
                  </a:moveTo>
                  <a:lnTo>
                    <a:pt x="2079" y="5073"/>
                  </a:lnTo>
                  <a:lnTo>
                    <a:pt x="2079" y="5073"/>
                  </a:lnTo>
                  <a:lnTo>
                    <a:pt x="2114" y="5096"/>
                  </a:lnTo>
                  <a:lnTo>
                    <a:pt x="2154" y="5136"/>
                  </a:lnTo>
                  <a:lnTo>
                    <a:pt x="2174" y="5136"/>
                  </a:lnTo>
                  <a:lnTo>
                    <a:pt x="2174" y="5096"/>
                  </a:lnTo>
                  <a:lnTo>
                    <a:pt x="2174" y="5077"/>
                  </a:lnTo>
                  <a:lnTo>
                    <a:pt x="2193" y="5057"/>
                  </a:lnTo>
                  <a:close/>
                  <a:moveTo>
                    <a:pt x="613" y="5254"/>
                  </a:moveTo>
                  <a:lnTo>
                    <a:pt x="673" y="5373"/>
                  </a:lnTo>
                  <a:lnTo>
                    <a:pt x="673" y="5393"/>
                  </a:lnTo>
                  <a:lnTo>
                    <a:pt x="692" y="5373"/>
                  </a:lnTo>
                  <a:lnTo>
                    <a:pt x="712" y="5373"/>
                  </a:lnTo>
                  <a:lnTo>
                    <a:pt x="692" y="5314"/>
                  </a:lnTo>
                  <a:lnTo>
                    <a:pt x="673" y="5294"/>
                  </a:lnTo>
                  <a:lnTo>
                    <a:pt x="653" y="5294"/>
                  </a:lnTo>
                  <a:lnTo>
                    <a:pt x="613" y="5254"/>
                  </a:lnTo>
                  <a:close/>
                  <a:moveTo>
                    <a:pt x="890" y="0"/>
                  </a:moveTo>
                  <a:lnTo>
                    <a:pt x="850" y="60"/>
                  </a:lnTo>
                  <a:lnTo>
                    <a:pt x="850" y="13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811" y="79"/>
                  </a:lnTo>
                  <a:lnTo>
                    <a:pt x="21" y="119"/>
                  </a:lnTo>
                  <a:lnTo>
                    <a:pt x="1" y="158"/>
                  </a:lnTo>
                  <a:lnTo>
                    <a:pt x="40" y="139"/>
                  </a:lnTo>
                  <a:lnTo>
                    <a:pt x="80" y="158"/>
                  </a:lnTo>
                  <a:lnTo>
                    <a:pt x="179" y="158"/>
                  </a:lnTo>
                  <a:lnTo>
                    <a:pt x="218" y="198"/>
                  </a:lnTo>
                  <a:lnTo>
                    <a:pt x="218" y="237"/>
                  </a:lnTo>
                  <a:lnTo>
                    <a:pt x="218" y="297"/>
                  </a:lnTo>
                  <a:lnTo>
                    <a:pt x="179" y="297"/>
                  </a:lnTo>
                  <a:lnTo>
                    <a:pt x="159" y="277"/>
                  </a:lnTo>
                  <a:lnTo>
                    <a:pt x="119" y="237"/>
                  </a:lnTo>
                  <a:lnTo>
                    <a:pt x="80" y="198"/>
                  </a:lnTo>
                  <a:lnTo>
                    <a:pt x="60" y="198"/>
                  </a:lnTo>
                  <a:lnTo>
                    <a:pt x="21" y="218"/>
                  </a:lnTo>
                  <a:lnTo>
                    <a:pt x="21" y="237"/>
                  </a:lnTo>
                  <a:lnTo>
                    <a:pt x="40" y="257"/>
                  </a:lnTo>
                  <a:lnTo>
                    <a:pt x="80" y="257"/>
                  </a:lnTo>
                  <a:lnTo>
                    <a:pt x="100" y="237"/>
                  </a:lnTo>
                  <a:lnTo>
                    <a:pt x="80" y="336"/>
                  </a:lnTo>
                  <a:lnTo>
                    <a:pt x="40" y="395"/>
                  </a:lnTo>
                  <a:lnTo>
                    <a:pt x="1" y="435"/>
                  </a:lnTo>
                  <a:lnTo>
                    <a:pt x="40" y="474"/>
                  </a:lnTo>
                  <a:lnTo>
                    <a:pt x="80" y="514"/>
                  </a:lnTo>
                  <a:lnTo>
                    <a:pt x="100" y="534"/>
                  </a:lnTo>
                  <a:lnTo>
                    <a:pt x="159" y="573"/>
                  </a:lnTo>
                  <a:lnTo>
                    <a:pt x="139" y="553"/>
                  </a:lnTo>
                  <a:lnTo>
                    <a:pt x="119" y="534"/>
                  </a:lnTo>
                  <a:lnTo>
                    <a:pt x="100" y="514"/>
                  </a:lnTo>
                  <a:lnTo>
                    <a:pt x="119" y="494"/>
                  </a:lnTo>
                  <a:lnTo>
                    <a:pt x="218" y="534"/>
                  </a:lnTo>
                  <a:lnTo>
                    <a:pt x="198" y="593"/>
                  </a:lnTo>
                  <a:lnTo>
                    <a:pt x="179" y="632"/>
                  </a:lnTo>
                  <a:lnTo>
                    <a:pt x="139" y="712"/>
                  </a:lnTo>
                  <a:lnTo>
                    <a:pt x="80" y="652"/>
                  </a:lnTo>
                  <a:lnTo>
                    <a:pt x="100" y="652"/>
                  </a:lnTo>
                  <a:lnTo>
                    <a:pt x="80" y="632"/>
                  </a:lnTo>
                  <a:lnTo>
                    <a:pt x="60" y="613"/>
                  </a:lnTo>
                  <a:lnTo>
                    <a:pt x="60" y="652"/>
                  </a:lnTo>
                  <a:lnTo>
                    <a:pt x="60" y="692"/>
                  </a:lnTo>
                  <a:lnTo>
                    <a:pt x="80" y="712"/>
                  </a:lnTo>
                  <a:lnTo>
                    <a:pt x="60" y="712"/>
                  </a:lnTo>
                  <a:lnTo>
                    <a:pt x="80" y="751"/>
                  </a:lnTo>
                  <a:lnTo>
                    <a:pt x="80" y="791"/>
                  </a:lnTo>
                  <a:lnTo>
                    <a:pt x="60" y="850"/>
                  </a:lnTo>
                  <a:lnTo>
                    <a:pt x="40" y="889"/>
                  </a:lnTo>
                  <a:lnTo>
                    <a:pt x="40" y="909"/>
                  </a:lnTo>
                  <a:lnTo>
                    <a:pt x="60" y="929"/>
                  </a:lnTo>
                  <a:lnTo>
                    <a:pt x="119" y="949"/>
                  </a:lnTo>
                  <a:lnTo>
                    <a:pt x="159" y="929"/>
                  </a:lnTo>
                  <a:lnTo>
                    <a:pt x="179" y="909"/>
                  </a:lnTo>
                  <a:lnTo>
                    <a:pt x="218" y="909"/>
                  </a:lnTo>
                  <a:lnTo>
                    <a:pt x="198" y="929"/>
                  </a:lnTo>
                  <a:lnTo>
                    <a:pt x="179" y="968"/>
                  </a:lnTo>
                  <a:lnTo>
                    <a:pt x="159" y="988"/>
                  </a:lnTo>
                  <a:lnTo>
                    <a:pt x="139" y="988"/>
                  </a:lnTo>
                  <a:lnTo>
                    <a:pt x="119" y="968"/>
                  </a:lnTo>
                  <a:lnTo>
                    <a:pt x="100" y="1047"/>
                  </a:lnTo>
                  <a:lnTo>
                    <a:pt x="119" y="1087"/>
                  </a:lnTo>
                  <a:lnTo>
                    <a:pt x="198" y="1087"/>
                  </a:lnTo>
                  <a:lnTo>
                    <a:pt x="238" y="1107"/>
                  </a:lnTo>
                  <a:lnTo>
                    <a:pt x="258" y="1126"/>
                  </a:lnTo>
                  <a:lnTo>
                    <a:pt x="238" y="1146"/>
                  </a:lnTo>
                  <a:lnTo>
                    <a:pt x="218" y="1166"/>
                  </a:lnTo>
                  <a:lnTo>
                    <a:pt x="179" y="1146"/>
                  </a:lnTo>
                  <a:lnTo>
                    <a:pt x="100" y="1146"/>
                  </a:lnTo>
                  <a:lnTo>
                    <a:pt x="60" y="1166"/>
                  </a:lnTo>
                  <a:lnTo>
                    <a:pt x="139" y="1245"/>
                  </a:lnTo>
                  <a:lnTo>
                    <a:pt x="80" y="1284"/>
                  </a:lnTo>
                  <a:lnTo>
                    <a:pt x="80" y="1324"/>
                  </a:lnTo>
                  <a:lnTo>
                    <a:pt x="80" y="1383"/>
                  </a:lnTo>
                  <a:lnTo>
                    <a:pt x="139" y="1462"/>
                  </a:lnTo>
                  <a:lnTo>
                    <a:pt x="198" y="1561"/>
                  </a:lnTo>
                  <a:lnTo>
                    <a:pt x="218" y="1600"/>
                  </a:lnTo>
                  <a:lnTo>
                    <a:pt x="238" y="1660"/>
                  </a:lnTo>
                  <a:lnTo>
                    <a:pt x="179" y="1660"/>
                  </a:lnTo>
                  <a:lnTo>
                    <a:pt x="119" y="1620"/>
                  </a:lnTo>
                  <a:lnTo>
                    <a:pt x="100" y="1561"/>
                  </a:lnTo>
                  <a:lnTo>
                    <a:pt x="80" y="1521"/>
                  </a:lnTo>
                  <a:lnTo>
                    <a:pt x="60" y="1541"/>
                  </a:lnTo>
                  <a:lnTo>
                    <a:pt x="60" y="1561"/>
                  </a:lnTo>
                  <a:lnTo>
                    <a:pt x="60" y="1620"/>
                  </a:lnTo>
                  <a:lnTo>
                    <a:pt x="80" y="1660"/>
                  </a:lnTo>
                  <a:lnTo>
                    <a:pt x="80" y="1679"/>
                  </a:lnTo>
                  <a:lnTo>
                    <a:pt x="80" y="1699"/>
                  </a:lnTo>
                  <a:lnTo>
                    <a:pt x="80" y="1739"/>
                  </a:lnTo>
                  <a:lnTo>
                    <a:pt x="119" y="1778"/>
                  </a:lnTo>
                  <a:lnTo>
                    <a:pt x="159" y="1798"/>
                  </a:lnTo>
                  <a:lnTo>
                    <a:pt x="198" y="1798"/>
                  </a:lnTo>
                  <a:lnTo>
                    <a:pt x="198" y="1818"/>
                  </a:lnTo>
                  <a:lnTo>
                    <a:pt x="179" y="1837"/>
                  </a:lnTo>
                  <a:lnTo>
                    <a:pt x="139" y="1857"/>
                  </a:lnTo>
                  <a:lnTo>
                    <a:pt x="179" y="1877"/>
                  </a:lnTo>
                  <a:lnTo>
                    <a:pt x="218" y="1916"/>
                  </a:lnTo>
                  <a:lnTo>
                    <a:pt x="238" y="2015"/>
                  </a:lnTo>
                  <a:lnTo>
                    <a:pt x="179" y="2015"/>
                  </a:lnTo>
                  <a:lnTo>
                    <a:pt x="258" y="2114"/>
                  </a:lnTo>
                  <a:lnTo>
                    <a:pt x="258" y="2094"/>
                  </a:lnTo>
                  <a:lnTo>
                    <a:pt x="337" y="2094"/>
                  </a:lnTo>
                  <a:lnTo>
                    <a:pt x="337" y="2114"/>
                  </a:lnTo>
                  <a:lnTo>
                    <a:pt x="376" y="2074"/>
                  </a:lnTo>
                  <a:lnTo>
                    <a:pt x="396" y="2055"/>
                  </a:lnTo>
                  <a:lnTo>
                    <a:pt x="356" y="1976"/>
                  </a:lnTo>
                  <a:lnTo>
                    <a:pt x="337" y="1936"/>
                  </a:lnTo>
                  <a:lnTo>
                    <a:pt x="337" y="1897"/>
                  </a:lnTo>
                  <a:lnTo>
                    <a:pt x="337" y="1857"/>
                  </a:lnTo>
                  <a:lnTo>
                    <a:pt x="396" y="1837"/>
                  </a:lnTo>
                  <a:lnTo>
                    <a:pt x="475" y="1837"/>
                  </a:lnTo>
                  <a:lnTo>
                    <a:pt x="455" y="1857"/>
                  </a:lnTo>
                  <a:lnTo>
                    <a:pt x="436" y="1877"/>
                  </a:lnTo>
                  <a:lnTo>
                    <a:pt x="495" y="1897"/>
                  </a:lnTo>
                  <a:lnTo>
                    <a:pt x="515" y="1897"/>
                  </a:lnTo>
                  <a:lnTo>
                    <a:pt x="515" y="1877"/>
                  </a:lnTo>
                  <a:lnTo>
                    <a:pt x="594" y="1877"/>
                  </a:lnTo>
                  <a:lnTo>
                    <a:pt x="613" y="1916"/>
                  </a:lnTo>
                  <a:lnTo>
                    <a:pt x="633" y="1976"/>
                  </a:lnTo>
                  <a:lnTo>
                    <a:pt x="673" y="2015"/>
                  </a:lnTo>
                  <a:lnTo>
                    <a:pt x="613" y="2035"/>
                  </a:lnTo>
                  <a:lnTo>
                    <a:pt x="574" y="2015"/>
                  </a:lnTo>
                  <a:lnTo>
                    <a:pt x="534" y="1976"/>
                  </a:lnTo>
                  <a:lnTo>
                    <a:pt x="475" y="1956"/>
                  </a:lnTo>
                  <a:lnTo>
                    <a:pt x="515" y="1995"/>
                  </a:lnTo>
                  <a:lnTo>
                    <a:pt x="534" y="2015"/>
                  </a:lnTo>
                  <a:lnTo>
                    <a:pt x="515" y="2035"/>
                  </a:lnTo>
                  <a:lnTo>
                    <a:pt x="436" y="2035"/>
                  </a:lnTo>
                  <a:lnTo>
                    <a:pt x="475" y="2074"/>
                  </a:lnTo>
                  <a:lnTo>
                    <a:pt x="534" y="2074"/>
                  </a:lnTo>
                  <a:lnTo>
                    <a:pt x="594" y="2055"/>
                  </a:lnTo>
                  <a:lnTo>
                    <a:pt x="653" y="2074"/>
                  </a:lnTo>
                  <a:lnTo>
                    <a:pt x="653" y="2114"/>
                  </a:lnTo>
                  <a:lnTo>
                    <a:pt x="613" y="2153"/>
                  </a:lnTo>
                  <a:lnTo>
                    <a:pt x="613" y="2173"/>
                  </a:lnTo>
                  <a:lnTo>
                    <a:pt x="594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52"/>
                  </a:lnTo>
                  <a:lnTo>
                    <a:pt x="653" y="2292"/>
                  </a:lnTo>
                  <a:lnTo>
                    <a:pt x="574" y="2331"/>
                  </a:lnTo>
                  <a:lnTo>
                    <a:pt x="594" y="2292"/>
                  </a:lnTo>
                  <a:lnTo>
                    <a:pt x="594" y="2272"/>
                  </a:lnTo>
                  <a:lnTo>
                    <a:pt x="554" y="2232"/>
                  </a:lnTo>
                  <a:lnTo>
                    <a:pt x="495" y="2213"/>
                  </a:lnTo>
                  <a:lnTo>
                    <a:pt x="475" y="2213"/>
                  </a:lnTo>
                  <a:lnTo>
                    <a:pt x="495" y="2193"/>
                  </a:lnTo>
                  <a:lnTo>
                    <a:pt x="455" y="2213"/>
                  </a:lnTo>
                  <a:lnTo>
                    <a:pt x="416" y="2232"/>
                  </a:lnTo>
                  <a:lnTo>
                    <a:pt x="356" y="2232"/>
                  </a:lnTo>
                  <a:lnTo>
                    <a:pt x="218" y="2153"/>
                  </a:lnTo>
                  <a:lnTo>
                    <a:pt x="218" y="2213"/>
                  </a:lnTo>
                  <a:lnTo>
                    <a:pt x="218" y="2252"/>
                  </a:lnTo>
                  <a:lnTo>
                    <a:pt x="179" y="2272"/>
                  </a:lnTo>
                  <a:lnTo>
                    <a:pt x="218" y="2292"/>
                  </a:lnTo>
                  <a:lnTo>
                    <a:pt x="238" y="2331"/>
                  </a:lnTo>
                  <a:lnTo>
                    <a:pt x="238" y="2390"/>
                  </a:lnTo>
                  <a:lnTo>
                    <a:pt x="238" y="2430"/>
                  </a:lnTo>
                  <a:lnTo>
                    <a:pt x="258" y="2469"/>
                  </a:lnTo>
                  <a:lnTo>
                    <a:pt x="297" y="2489"/>
                  </a:lnTo>
                  <a:lnTo>
                    <a:pt x="277" y="2509"/>
                  </a:lnTo>
                  <a:lnTo>
                    <a:pt x="258" y="2489"/>
                  </a:lnTo>
                  <a:lnTo>
                    <a:pt x="238" y="2489"/>
                  </a:lnTo>
                  <a:lnTo>
                    <a:pt x="238" y="2509"/>
                  </a:lnTo>
                  <a:lnTo>
                    <a:pt x="258" y="2608"/>
                  </a:lnTo>
                  <a:lnTo>
                    <a:pt x="277" y="2667"/>
                  </a:lnTo>
                  <a:lnTo>
                    <a:pt x="317" y="2726"/>
                  </a:lnTo>
                  <a:lnTo>
                    <a:pt x="297" y="2746"/>
                  </a:lnTo>
                  <a:lnTo>
                    <a:pt x="277" y="2766"/>
                  </a:lnTo>
                  <a:lnTo>
                    <a:pt x="238" y="2785"/>
                  </a:lnTo>
                  <a:lnTo>
                    <a:pt x="238" y="2845"/>
                  </a:lnTo>
                  <a:lnTo>
                    <a:pt x="238" y="2904"/>
                  </a:lnTo>
                  <a:lnTo>
                    <a:pt x="317" y="3003"/>
                  </a:lnTo>
                  <a:lnTo>
                    <a:pt x="376" y="3121"/>
                  </a:lnTo>
                  <a:lnTo>
                    <a:pt x="396" y="3181"/>
                  </a:lnTo>
                  <a:lnTo>
                    <a:pt x="396" y="3260"/>
                  </a:lnTo>
                  <a:lnTo>
                    <a:pt x="337" y="3220"/>
                  </a:lnTo>
                  <a:lnTo>
                    <a:pt x="337" y="3299"/>
                  </a:lnTo>
                  <a:lnTo>
                    <a:pt x="356" y="3319"/>
                  </a:lnTo>
                  <a:lnTo>
                    <a:pt x="396" y="3339"/>
                  </a:lnTo>
                  <a:lnTo>
                    <a:pt x="356" y="3358"/>
                  </a:lnTo>
                  <a:lnTo>
                    <a:pt x="337" y="3398"/>
                  </a:lnTo>
                  <a:lnTo>
                    <a:pt x="376" y="3457"/>
                  </a:lnTo>
                  <a:lnTo>
                    <a:pt x="396" y="3497"/>
                  </a:lnTo>
                  <a:lnTo>
                    <a:pt x="396" y="3536"/>
                  </a:lnTo>
                  <a:lnTo>
                    <a:pt x="376" y="3576"/>
                  </a:lnTo>
                  <a:lnTo>
                    <a:pt x="337" y="3595"/>
                  </a:lnTo>
                  <a:lnTo>
                    <a:pt x="337" y="3635"/>
                  </a:lnTo>
                  <a:lnTo>
                    <a:pt x="356" y="3655"/>
                  </a:lnTo>
                  <a:lnTo>
                    <a:pt x="396" y="3694"/>
                  </a:lnTo>
                  <a:lnTo>
                    <a:pt x="455" y="3714"/>
                  </a:lnTo>
                  <a:lnTo>
                    <a:pt x="495" y="3753"/>
                  </a:lnTo>
                  <a:lnTo>
                    <a:pt x="416" y="3753"/>
                  </a:lnTo>
                  <a:lnTo>
                    <a:pt x="396" y="3773"/>
                  </a:lnTo>
                  <a:lnTo>
                    <a:pt x="376" y="3793"/>
                  </a:lnTo>
                  <a:lnTo>
                    <a:pt x="475" y="4129"/>
                  </a:lnTo>
                  <a:lnTo>
                    <a:pt x="554" y="4504"/>
                  </a:lnTo>
                  <a:lnTo>
                    <a:pt x="515" y="4484"/>
                  </a:lnTo>
                  <a:lnTo>
                    <a:pt x="534" y="4543"/>
                  </a:lnTo>
                  <a:lnTo>
                    <a:pt x="554" y="4603"/>
                  </a:lnTo>
                  <a:lnTo>
                    <a:pt x="613" y="4721"/>
                  </a:lnTo>
                  <a:lnTo>
                    <a:pt x="653" y="4840"/>
                  </a:lnTo>
                  <a:lnTo>
                    <a:pt x="673" y="4899"/>
                  </a:lnTo>
                  <a:lnTo>
                    <a:pt x="653" y="4958"/>
                  </a:lnTo>
                  <a:lnTo>
                    <a:pt x="712" y="5017"/>
                  </a:lnTo>
                  <a:lnTo>
                    <a:pt x="752" y="5037"/>
                  </a:lnTo>
                  <a:lnTo>
                    <a:pt x="791" y="5017"/>
                  </a:lnTo>
                  <a:lnTo>
                    <a:pt x="811" y="4998"/>
                  </a:lnTo>
                  <a:lnTo>
                    <a:pt x="831" y="4978"/>
                  </a:lnTo>
                  <a:lnTo>
                    <a:pt x="929" y="4978"/>
                  </a:lnTo>
                  <a:lnTo>
                    <a:pt x="949" y="5017"/>
                  </a:lnTo>
                  <a:lnTo>
                    <a:pt x="949" y="5037"/>
                  </a:lnTo>
                  <a:lnTo>
                    <a:pt x="910" y="5057"/>
                  </a:lnTo>
                  <a:lnTo>
                    <a:pt x="850" y="5077"/>
                  </a:lnTo>
                  <a:lnTo>
                    <a:pt x="850" y="5096"/>
                  </a:lnTo>
                  <a:lnTo>
                    <a:pt x="850" y="5136"/>
                  </a:lnTo>
                  <a:lnTo>
                    <a:pt x="771" y="5136"/>
                  </a:lnTo>
                  <a:lnTo>
                    <a:pt x="752" y="5116"/>
                  </a:lnTo>
                  <a:lnTo>
                    <a:pt x="712" y="5096"/>
                  </a:lnTo>
                  <a:lnTo>
                    <a:pt x="653" y="5096"/>
                  </a:lnTo>
                  <a:lnTo>
                    <a:pt x="752" y="5215"/>
                  </a:lnTo>
                  <a:lnTo>
                    <a:pt x="732" y="5254"/>
                  </a:lnTo>
                  <a:lnTo>
                    <a:pt x="752" y="5314"/>
                  </a:lnTo>
                  <a:lnTo>
                    <a:pt x="752" y="5353"/>
                  </a:lnTo>
                  <a:lnTo>
                    <a:pt x="732" y="5413"/>
                  </a:lnTo>
                  <a:lnTo>
                    <a:pt x="732" y="5393"/>
                  </a:lnTo>
                  <a:lnTo>
                    <a:pt x="673" y="5393"/>
                  </a:lnTo>
                  <a:lnTo>
                    <a:pt x="673" y="5432"/>
                  </a:lnTo>
                  <a:lnTo>
                    <a:pt x="673" y="5492"/>
                  </a:lnTo>
                  <a:lnTo>
                    <a:pt x="712" y="5492"/>
                  </a:lnTo>
                  <a:lnTo>
                    <a:pt x="732" y="5511"/>
                  </a:lnTo>
                  <a:lnTo>
                    <a:pt x="752" y="5531"/>
                  </a:lnTo>
                  <a:lnTo>
                    <a:pt x="771" y="5551"/>
                  </a:lnTo>
                  <a:lnTo>
                    <a:pt x="771" y="5571"/>
                  </a:lnTo>
                  <a:lnTo>
                    <a:pt x="811" y="5571"/>
                  </a:lnTo>
                  <a:lnTo>
                    <a:pt x="850" y="5610"/>
                  </a:lnTo>
                  <a:lnTo>
                    <a:pt x="732" y="5650"/>
                  </a:lnTo>
                  <a:lnTo>
                    <a:pt x="811" y="5650"/>
                  </a:lnTo>
                  <a:lnTo>
                    <a:pt x="831" y="5709"/>
                  </a:lnTo>
                  <a:lnTo>
                    <a:pt x="831" y="5768"/>
                  </a:lnTo>
                  <a:lnTo>
                    <a:pt x="811" y="5847"/>
                  </a:lnTo>
                  <a:lnTo>
                    <a:pt x="791" y="5867"/>
                  </a:lnTo>
                  <a:lnTo>
                    <a:pt x="771" y="5887"/>
                  </a:lnTo>
                  <a:lnTo>
                    <a:pt x="771" y="5906"/>
                  </a:lnTo>
                  <a:lnTo>
                    <a:pt x="811" y="5926"/>
                  </a:lnTo>
                  <a:lnTo>
                    <a:pt x="831" y="5966"/>
                  </a:lnTo>
                  <a:lnTo>
                    <a:pt x="831" y="5985"/>
                  </a:lnTo>
                  <a:lnTo>
                    <a:pt x="771" y="5985"/>
                  </a:lnTo>
                  <a:lnTo>
                    <a:pt x="771" y="6064"/>
                  </a:lnTo>
                  <a:lnTo>
                    <a:pt x="791" y="6163"/>
                  </a:lnTo>
                  <a:lnTo>
                    <a:pt x="791" y="6262"/>
                  </a:lnTo>
                  <a:lnTo>
                    <a:pt x="771" y="6361"/>
                  </a:lnTo>
                  <a:lnTo>
                    <a:pt x="831" y="6479"/>
                  </a:lnTo>
                  <a:lnTo>
                    <a:pt x="870" y="6519"/>
                  </a:lnTo>
                  <a:lnTo>
                    <a:pt x="910" y="6578"/>
                  </a:lnTo>
                  <a:lnTo>
                    <a:pt x="910" y="6538"/>
                  </a:lnTo>
                  <a:lnTo>
                    <a:pt x="929" y="6519"/>
                  </a:lnTo>
                  <a:lnTo>
                    <a:pt x="949" y="6499"/>
                  </a:lnTo>
                  <a:lnTo>
                    <a:pt x="989" y="6519"/>
                  </a:lnTo>
                  <a:lnTo>
                    <a:pt x="1008" y="6519"/>
                  </a:lnTo>
                  <a:lnTo>
                    <a:pt x="1028" y="6558"/>
                  </a:lnTo>
                  <a:lnTo>
                    <a:pt x="1048" y="6598"/>
                  </a:lnTo>
                  <a:lnTo>
                    <a:pt x="1008" y="6617"/>
                  </a:lnTo>
                  <a:lnTo>
                    <a:pt x="1008" y="6637"/>
                  </a:lnTo>
                  <a:lnTo>
                    <a:pt x="989" y="6657"/>
                  </a:lnTo>
                  <a:lnTo>
                    <a:pt x="969" y="6637"/>
                  </a:lnTo>
                  <a:lnTo>
                    <a:pt x="929" y="6657"/>
                  </a:lnTo>
                  <a:lnTo>
                    <a:pt x="910" y="6677"/>
                  </a:lnTo>
                  <a:lnTo>
                    <a:pt x="929" y="6736"/>
                  </a:lnTo>
                  <a:lnTo>
                    <a:pt x="929" y="6775"/>
                  </a:lnTo>
                  <a:lnTo>
                    <a:pt x="910" y="6795"/>
                  </a:lnTo>
                  <a:lnTo>
                    <a:pt x="890" y="6815"/>
                  </a:lnTo>
                  <a:lnTo>
                    <a:pt x="910" y="6835"/>
                  </a:lnTo>
                  <a:lnTo>
                    <a:pt x="929" y="6874"/>
                  </a:lnTo>
                  <a:lnTo>
                    <a:pt x="949" y="6933"/>
                  </a:lnTo>
                  <a:lnTo>
                    <a:pt x="989" y="6953"/>
                  </a:lnTo>
                  <a:lnTo>
                    <a:pt x="949" y="6953"/>
                  </a:lnTo>
                  <a:lnTo>
                    <a:pt x="929" y="6933"/>
                  </a:lnTo>
                  <a:lnTo>
                    <a:pt x="929" y="6914"/>
                  </a:lnTo>
                  <a:lnTo>
                    <a:pt x="910" y="6914"/>
                  </a:lnTo>
                  <a:lnTo>
                    <a:pt x="929" y="6953"/>
                  </a:lnTo>
                  <a:lnTo>
                    <a:pt x="890" y="6953"/>
                  </a:lnTo>
                  <a:lnTo>
                    <a:pt x="890" y="6993"/>
                  </a:lnTo>
                  <a:lnTo>
                    <a:pt x="910" y="7012"/>
                  </a:lnTo>
                  <a:lnTo>
                    <a:pt x="949" y="7052"/>
                  </a:lnTo>
                  <a:lnTo>
                    <a:pt x="1008" y="7072"/>
                  </a:lnTo>
                  <a:lnTo>
                    <a:pt x="1048" y="7111"/>
                  </a:lnTo>
                  <a:lnTo>
                    <a:pt x="1028" y="7111"/>
                  </a:lnTo>
                  <a:lnTo>
                    <a:pt x="1068" y="7151"/>
                  </a:lnTo>
                  <a:lnTo>
                    <a:pt x="949" y="7111"/>
                  </a:lnTo>
                  <a:lnTo>
                    <a:pt x="989" y="7151"/>
                  </a:lnTo>
                  <a:lnTo>
                    <a:pt x="1028" y="7190"/>
                  </a:lnTo>
                  <a:lnTo>
                    <a:pt x="1068" y="7210"/>
                  </a:lnTo>
                  <a:lnTo>
                    <a:pt x="1087" y="7249"/>
                  </a:lnTo>
                  <a:lnTo>
                    <a:pt x="1068" y="7269"/>
                  </a:lnTo>
                  <a:lnTo>
                    <a:pt x="1107" y="7309"/>
                  </a:lnTo>
                  <a:lnTo>
                    <a:pt x="1068" y="7309"/>
                  </a:lnTo>
                  <a:lnTo>
                    <a:pt x="1127" y="7328"/>
                  </a:lnTo>
                  <a:lnTo>
                    <a:pt x="1147" y="7368"/>
                  </a:lnTo>
                  <a:lnTo>
                    <a:pt x="1186" y="7407"/>
                  </a:lnTo>
                  <a:lnTo>
                    <a:pt x="1226" y="7447"/>
                  </a:lnTo>
                  <a:lnTo>
                    <a:pt x="1166" y="7486"/>
                  </a:lnTo>
                  <a:lnTo>
                    <a:pt x="1147" y="7506"/>
                  </a:lnTo>
                  <a:lnTo>
                    <a:pt x="1186" y="7526"/>
                  </a:lnTo>
                  <a:lnTo>
                    <a:pt x="1068" y="7546"/>
                  </a:lnTo>
                  <a:lnTo>
                    <a:pt x="1068" y="7486"/>
                  </a:lnTo>
                  <a:lnTo>
                    <a:pt x="1087" y="7467"/>
                  </a:lnTo>
                  <a:lnTo>
                    <a:pt x="1107" y="7447"/>
                  </a:lnTo>
                  <a:lnTo>
                    <a:pt x="1087" y="7407"/>
                  </a:lnTo>
                  <a:lnTo>
                    <a:pt x="1048" y="7447"/>
                  </a:lnTo>
                  <a:lnTo>
                    <a:pt x="1028" y="7486"/>
                  </a:lnTo>
                  <a:lnTo>
                    <a:pt x="989" y="7605"/>
                  </a:lnTo>
                  <a:lnTo>
                    <a:pt x="1008" y="7704"/>
                  </a:lnTo>
                  <a:lnTo>
                    <a:pt x="1028" y="7803"/>
                  </a:lnTo>
                  <a:lnTo>
                    <a:pt x="1048" y="7842"/>
                  </a:lnTo>
                  <a:lnTo>
                    <a:pt x="1048" y="7882"/>
                  </a:lnTo>
                  <a:lnTo>
                    <a:pt x="2549" y="7921"/>
                  </a:lnTo>
                  <a:lnTo>
                    <a:pt x="2569" y="7842"/>
                  </a:lnTo>
                  <a:lnTo>
                    <a:pt x="2549" y="7783"/>
                  </a:lnTo>
                  <a:lnTo>
                    <a:pt x="2529" y="7743"/>
                  </a:lnTo>
                  <a:lnTo>
                    <a:pt x="2450" y="7822"/>
                  </a:lnTo>
                  <a:lnTo>
                    <a:pt x="2549" y="7822"/>
                  </a:lnTo>
                  <a:lnTo>
                    <a:pt x="2490" y="7862"/>
                  </a:lnTo>
                  <a:lnTo>
                    <a:pt x="2411" y="7862"/>
                  </a:lnTo>
                  <a:lnTo>
                    <a:pt x="2272" y="7822"/>
                  </a:lnTo>
                  <a:lnTo>
                    <a:pt x="2292" y="7803"/>
                  </a:lnTo>
                  <a:lnTo>
                    <a:pt x="2292" y="7783"/>
                  </a:lnTo>
                  <a:lnTo>
                    <a:pt x="2312" y="7763"/>
                  </a:lnTo>
                  <a:lnTo>
                    <a:pt x="2332" y="7763"/>
                  </a:lnTo>
                  <a:lnTo>
                    <a:pt x="2292" y="7684"/>
                  </a:lnTo>
                  <a:lnTo>
                    <a:pt x="2272" y="7704"/>
                  </a:lnTo>
                  <a:lnTo>
                    <a:pt x="2253" y="7723"/>
                  </a:lnTo>
                  <a:lnTo>
                    <a:pt x="2233" y="7723"/>
                  </a:lnTo>
                  <a:lnTo>
                    <a:pt x="2272" y="7664"/>
                  </a:lnTo>
                  <a:lnTo>
                    <a:pt x="2292" y="7644"/>
                  </a:lnTo>
                  <a:lnTo>
                    <a:pt x="2312" y="7664"/>
                  </a:lnTo>
                  <a:lnTo>
                    <a:pt x="2292" y="7605"/>
                  </a:lnTo>
                  <a:lnTo>
                    <a:pt x="2272" y="7585"/>
                  </a:lnTo>
                  <a:lnTo>
                    <a:pt x="2233" y="7585"/>
                  </a:lnTo>
                  <a:lnTo>
                    <a:pt x="2233" y="7565"/>
                  </a:lnTo>
                  <a:lnTo>
                    <a:pt x="2292" y="7565"/>
                  </a:lnTo>
                  <a:lnTo>
                    <a:pt x="2391" y="7605"/>
                  </a:lnTo>
                  <a:lnTo>
                    <a:pt x="2391" y="7565"/>
                  </a:lnTo>
                  <a:lnTo>
                    <a:pt x="2490" y="7565"/>
                  </a:lnTo>
                  <a:lnTo>
                    <a:pt x="2470" y="7486"/>
                  </a:lnTo>
                  <a:lnTo>
                    <a:pt x="2569" y="7506"/>
                  </a:lnTo>
                  <a:lnTo>
                    <a:pt x="2569" y="7486"/>
                  </a:lnTo>
                  <a:lnTo>
                    <a:pt x="2549" y="7447"/>
                  </a:lnTo>
                  <a:lnTo>
                    <a:pt x="2529" y="7427"/>
                  </a:lnTo>
                  <a:lnTo>
                    <a:pt x="2549" y="7388"/>
                  </a:lnTo>
                  <a:lnTo>
                    <a:pt x="2470" y="7388"/>
                  </a:lnTo>
                  <a:lnTo>
                    <a:pt x="2529" y="7249"/>
                  </a:lnTo>
                  <a:lnTo>
                    <a:pt x="2529" y="7131"/>
                  </a:lnTo>
                  <a:lnTo>
                    <a:pt x="2470" y="7170"/>
                  </a:lnTo>
                  <a:lnTo>
                    <a:pt x="2450" y="7131"/>
                  </a:lnTo>
                  <a:lnTo>
                    <a:pt x="2450" y="7111"/>
                  </a:lnTo>
                  <a:lnTo>
                    <a:pt x="2470" y="7072"/>
                  </a:lnTo>
                  <a:lnTo>
                    <a:pt x="2509" y="7032"/>
                  </a:lnTo>
                  <a:lnTo>
                    <a:pt x="2509" y="7012"/>
                  </a:lnTo>
                  <a:lnTo>
                    <a:pt x="2509" y="6973"/>
                  </a:lnTo>
                  <a:lnTo>
                    <a:pt x="2470" y="6933"/>
                  </a:lnTo>
                  <a:lnTo>
                    <a:pt x="2430" y="6894"/>
                  </a:lnTo>
                  <a:lnTo>
                    <a:pt x="2391" y="6874"/>
                  </a:lnTo>
                  <a:lnTo>
                    <a:pt x="2332" y="6874"/>
                  </a:lnTo>
                  <a:lnTo>
                    <a:pt x="2332" y="6854"/>
                  </a:lnTo>
                  <a:lnTo>
                    <a:pt x="2332" y="6835"/>
                  </a:lnTo>
                  <a:lnTo>
                    <a:pt x="2391" y="6815"/>
                  </a:lnTo>
                  <a:lnTo>
                    <a:pt x="2292" y="6756"/>
                  </a:lnTo>
                  <a:lnTo>
                    <a:pt x="2272" y="6716"/>
                  </a:lnTo>
                  <a:lnTo>
                    <a:pt x="2272" y="6696"/>
                  </a:lnTo>
                  <a:lnTo>
                    <a:pt x="2272" y="6677"/>
                  </a:lnTo>
                  <a:lnTo>
                    <a:pt x="2351" y="6756"/>
                  </a:lnTo>
                  <a:lnTo>
                    <a:pt x="2391" y="6736"/>
                  </a:lnTo>
                  <a:lnTo>
                    <a:pt x="2391" y="6677"/>
                  </a:lnTo>
                  <a:lnTo>
                    <a:pt x="2391" y="6637"/>
                  </a:lnTo>
                  <a:lnTo>
                    <a:pt x="2391" y="6598"/>
                  </a:lnTo>
                  <a:lnTo>
                    <a:pt x="2154" y="6400"/>
                  </a:lnTo>
                  <a:lnTo>
                    <a:pt x="2095" y="6420"/>
                  </a:lnTo>
                  <a:lnTo>
                    <a:pt x="2016" y="6440"/>
                  </a:lnTo>
                  <a:lnTo>
                    <a:pt x="1956" y="6420"/>
                  </a:lnTo>
                  <a:lnTo>
                    <a:pt x="1897" y="6400"/>
                  </a:lnTo>
                  <a:lnTo>
                    <a:pt x="1917" y="6380"/>
                  </a:lnTo>
                  <a:lnTo>
                    <a:pt x="1937" y="6341"/>
                  </a:lnTo>
                  <a:lnTo>
                    <a:pt x="1976" y="6262"/>
                  </a:lnTo>
                  <a:lnTo>
                    <a:pt x="2016" y="6262"/>
                  </a:lnTo>
                  <a:lnTo>
                    <a:pt x="2055" y="6222"/>
                  </a:lnTo>
                  <a:lnTo>
                    <a:pt x="2095" y="6203"/>
                  </a:lnTo>
                  <a:lnTo>
                    <a:pt x="2114" y="6222"/>
                  </a:lnTo>
                  <a:lnTo>
                    <a:pt x="2114" y="6242"/>
                  </a:lnTo>
                  <a:lnTo>
                    <a:pt x="2075" y="6282"/>
                  </a:lnTo>
                  <a:lnTo>
                    <a:pt x="2055" y="6301"/>
                  </a:lnTo>
                  <a:lnTo>
                    <a:pt x="2055" y="6321"/>
                  </a:lnTo>
                  <a:lnTo>
                    <a:pt x="2134" y="6262"/>
                  </a:lnTo>
                  <a:lnTo>
                    <a:pt x="2213" y="6163"/>
                  </a:lnTo>
                  <a:lnTo>
                    <a:pt x="2253" y="6183"/>
                  </a:lnTo>
                  <a:lnTo>
                    <a:pt x="2272" y="6222"/>
                  </a:lnTo>
                  <a:lnTo>
                    <a:pt x="2213" y="6222"/>
                  </a:lnTo>
                  <a:lnTo>
                    <a:pt x="2253" y="6262"/>
                  </a:lnTo>
                  <a:lnTo>
                    <a:pt x="2272" y="6262"/>
                  </a:lnTo>
                  <a:lnTo>
                    <a:pt x="2312" y="6242"/>
                  </a:lnTo>
                  <a:lnTo>
                    <a:pt x="2351" y="6203"/>
                  </a:lnTo>
                  <a:lnTo>
                    <a:pt x="2411" y="6203"/>
                  </a:lnTo>
                  <a:lnTo>
                    <a:pt x="2391" y="6143"/>
                  </a:lnTo>
                  <a:lnTo>
                    <a:pt x="2351" y="6143"/>
                  </a:lnTo>
                  <a:lnTo>
                    <a:pt x="2371" y="6124"/>
                  </a:lnTo>
                  <a:lnTo>
                    <a:pt x="2391" y="6084"/>
                  </a:lnTo>
                  <a:lnTo>
                    <a:pt x="2351" y="6045"/>
                  </a:lnTo>
                  <a:lnTo>
                    <a:pt x="2332" y="5985"/>
                  </a:lnTo>
                  <a:lnTo>
                    <a:pt x="2332" y="5946"/>
                  </a:lnTo>
                  <a:lnTo>
                    <a:pt x="2351" y="5926"/>
                  </a:lnTo>
                  <a:lnTo>
                    <a:pt x="2312" y="5946"/>
                  </a:lnTo>
                  <a:lnTo>
                    <a:pt x="2292" y="5946"/>
                  </a:lnTo>
                  <a:lnTo>
                    <a:pt x="2253" y="5926"/>
                  </a:lnTo>
                  <a:lnTo>
                    <a:pt x="2253" y="5887"/>
                  </a:lnTo>
                  <a:lnTo>
                    <a:pt x="2272" y="5867"/>
                  </a:lnTo>
                  <a:lnTo>
                    <a:pt x="2332" y="5827"/>
                  </a:lnTo>
                  <a:lnTo>
                    <a:pt x="2292" y="5808"/>
                  </a:lnTo>
                  <a:lnTo>
                    <a:pt x="2272" y="5788"/>
                  </a:lnTo>
                  <a:lnTo>
                    <a:pt x="2272" y="5748"/>
                  </a:lnTo>
                  <a:lnTo>
                    <a:pt x="2233" y="5729"/>
                  </a:lnTo>
                  <a:lnTo>
                    <a:pt x="2174" y="5748"/>
                  </a:lnTo>
                  <a:lnTo>
                    <a:pt x="2134" y="5768"/>
                  </a:lnTo>
                  <a:lnTo>
                    <a:pt x="2075" y="5748"/>
                  </a:lnTo>
                  <a:lnTo>
                    <a:pt x="2035" y="5729"/>
                  </a:lnTo>
                  <a:lnTo>
                    <a:pt x="2016" y="5689"/>
                  </a:lnTo>
                  <a:lnTo>
                    <a:pt x="2035" y="5650"/>
                  </a:lnTo>
                  <a:lnTo>
                    <a:pt x="2016" y="5630"/>
                  </a:lnTo>
                  <a:lnTo>
                    <a:pt x="2055" y="5610"/>
                  </a:lnTo>
                  <a:lnTo>
                    <a:pt x="2075" y="5630"/>
                  </a:lnTo>
                  <a:lnTo>
                    <a:pt x="2095" y="5669"/>
                  </a:lnTo>
                  <a:lnTo>
                    <a:pt x="2114" y="5689"/>
                  </a:lnTo>
                  <a:lnTo>
                    <a:pt x="2035" y="5551"/>
                  </a:lnTo>
                  <a:lnTo>
                    <a:pt x="2075" y="5531"/>
                  </a:lnTo>
                  <a:lnTo>
                    <a:pt x="2114" y="5531"/>
                  </a:lnTo>
                  <a:lnTo>
                    <a:pt x="2134" y="5571"/>
                  </a:lnTo>
                  <a:lnTo>
                    <a:pt x="2134" y="5610"/>
                  </a:lnTo>
                  <a:lnTo>
                    <a:pt x="2154" y="5551"/>
                  </a:lnTo>
                  <a:lnTo>
                    <a:pt x="2134" y="5511"/>
                  </a:lnTo>
                  <a:lnTo>
                    <a:pt x="2095" y="5472"/>
                  </a:lnTo>
                  <a:lnTo>
                    <a:pt x="2035" y="5452"/>
                  </a:lnTo>
                  <a:lnTo>
                    <a:pt x="2055" y="5413"/>
                  </a:lnTo>
                  <a:lnTo>
                    <a:pt x="2055" y="5353"/>
                  </a:lnTo>
                  <a:lnTo>
                    <a:pt x="2114" y="5373"/>
                  </a:lnTo>
                  <a:lnTo>
                    <a:pt x="2174" y="5373"/>
                  </a:lnTo>
                  <a:lnTo>
                    <a:pt x="2233" y="5393"/>
                  </a:lnTo>
                  <a:lnTo>
                    <a:pt x="2272" y="5413"/>
                  </a:lnTo>
                  <a:lnTo>
                    <a:pt x="2253" y="5452"/>
                  </a:lnTo>
                  <a:lnTo>
                    <a:pt x="2154" y="5452"/>
                  </a:lnTo>
                  <a:lnTo>
                    <a:pt x="2154" y="5472"/>
                  </a:lnTo>
                  <a:lnTo>
                    <a:pt x="2233" y="5472"/>
                  </a:lnTo>
                  <a:lnTo>
                    <a:pt x="2213" y="5511"/>
                  </a:lnTo>
                  <a:lnTo>
                    <a:pt x="2233" y="5531"/>
                  </a:lnTo>
                  <a:lnTo>
                    <a:pt x="2253" y="5571"/>
                  </a:lnTo>
                  <a:lnTo>
                    <a:pt x="2233" y="5571"/>
                  </a:lnTo>
                  <a:lnTo>
                    <a:pt x="2213" y="5551"/>
                  </a:lnTo>
                  <a:lnTo>
                    <a:pt x="2233" y="5650"/>
                  </a:lnTo>
                  <a:lnTo>
                    <a:pt x="2253" y="5689"/>
                  </a:lnTo>
                  <a:lnTo>
                    <a:pt x="2292" y="5709"/>
                  </a:lnTo>
                  <a:lnTo>
                    <a:pt x="2312" y="5669"/>
                  </a:lnTo>
                  <a:lnTo>
                    <a:pt x="2312" y="5650"/>
                  </a:lnTo>
                  <a:lnTo>
                    <a:pt x="2292" y="5571"/>
                  </a:lnTo>
                  <a:lnTo>
                    <a:pt x="2292" y="5492"/>
                  </a:lnTo>
                  <a:lnTo>
                    <a:pt x="2292" y="5472"/>
                  </a:lnTo>
                  <a:lnTo>
                    <a:pt x="2332" y="5452"/>
                  </a:lnTo>
                  <a:lnTo>
                    <a:pt x="2193" y="5294"/>
                  </a:lnTo>
                  <a:lnTo>
                    <a:pt x="2134" y="5333"/>
                  </a:lnTo>
                  <a:lnTo>
                    <a:pt x="2095" y="5333"/>
                  </a:lnTo>
                  <a:lnTo>
                    <a:pt x="2055" y="5314"/>
                  </a:lnTo>
                  <a:lnTo>
                    <a:pt x="2114" y="5294"/>
                  </a:lnTo>
                  <a:lnTo>
                    <a:pt x="2154" y="5254"/>
                  </a:lnTo>
                  <a:lnTo>
                    <a:pt x="2174" y="5215"/>
                  </a:lnTo>
                  <a:lnTo>
                    <a:pt x="2174" y="5175"/>
                  </a:lnTo>
                  <a:lnTo>
                    <a:pt x="2134" y="5175"/>
                  </a:lnTo>
                  <a:lnTo>
                    <a:pt x="2095" y="5136"/>
                  </a:lnTo>
                  <a:lnTo>
                    <a:pt x="2055" y="5116"/>
                  </a:lnTo>
                  <a:lnTo>
                    <a:pt x="1996" y="5116"/>
                  </a:lnTo>
                  <a:lnTo>
                    <a:pt x="2016" y="5136"/>
                  </a:lnTo>
                  <a:lnTo>
                    <a:pt x="2016" y="5156"/>
                  </a:lnTo>
                  <a:lnTo>
                    <a:pt x="1976" y="5175"/>
                  </a:lnTo>
                  <a:lnTo>
                    <a:pt x="1956" y="5136"/>
                  </a:lnTo>
                  <a:lnTo>
                    <a:pt x="1917" y="5136"/>
                  </a:lnTo>
                  <a:lnTo>
                    <a:pt x="1877" y="5156"/>
                  </a:lnTo>
                  <a:lnTo>
                    <a:pt x="1877" y="5136"/>
                  </a:lnTo>
                  <a:lnTo>
                    <a:pt x="1877" y="5077"/>
                  </a:lnTo>
                  <a:lnTo>
                    <a:pt x="1937" y="5077"/>
                  </a:lnTo>
                  <a:lnTo>
                    <a:pt x="1956" y="5017"/>
                  </a:lnTo>
                  <a:lnTo>
                    <a:pt x="2055" y="5057"/>
                  </a:lnTo>
                  <a:lnTo>
                    <a:pt x="2068" y="5065"/>
                  </a:lnTo>
                  <a:lnTo>
                    <a:pt x="1976" y="4919"/>
                  </a:lnTo>
                  <a:lnTo>
                    <a:pt x="1917" y="4859"/>
                  </a:lnTo>
                  <a:lnTo>
                    <a:pt x="1877" y="4780"/>
                  </a:lnTo>
                  <a:lnTo>
                    <a:pt x="1917" y="4780"/>
                  </a:lnTo>
                  <a:lnTo>
                    <a:pt x="1956" y="4800"/>
                  </a:lnTo>
                  <a:lnTo>
                    <a:pt x="2016" y="4859"/>
                  </a:lnTo>
                  <a:lnTo>
                    <a:pt x="2075" y="4899"/>
                  </a:lnTo>
                  <a:lnTo>
                    <a:pt x="2174" y="4899"/>
                  </a:lnTo>
                  <a:lnTo>
                    <a:pt x="2154" y="4859"/>
                  </a:lnTo>
                  <a:lnTo>
                    <a:pt x="2114" y="4840"/>
                  </a:lnTo>
                  <a:lnTo>
                    <a:pt x="2095" y="4840"/>
                  </a:lnTo>
                  <a:lnTo>
                    <a:pt x="2075" y="4800"/>
                  </a:lnTo>
                  <a:lnTo>
                    <a:pt x="2095" y="4780"/>
                  </a:lnTo>
                  <a:lnTo>
                    <a:pt x="2114" y="4761"/>
                  </a:lnTo>
                  <a:lnTo>
                    <a:pt x="2114" y="4721"/>
                  </a:lnTo>
                  <a:lnTo>
                    <a:pt x="2075" y="4662"/>
                  </a:lnTo>
                  <a:lnTo>
                    <a:pt x="2055" y="4603"/>
                  </a:lnTo>
                  <a:lnTo>
                    <a:pt x="2016" y="4642"/>
                  </a:lnTo>
                  <a:lnTo>
                    <a:pt x="1996" y="4622"/>
                  </a:lnTo>
                  <a:lnTo>
                    <a:pt x="1996" y="4583"/>
                  </a:lnTo>
                  <a:lnTo>
                    <a:pt x="2016" y="4524"/>
                  </a:lnTo>
                  <a:lnTo>
                    <a:pt x="2035" y="4524"/>
                  </a:lnTo>
                  <a:lnTo>
                    <a:pt x="1996" y="4504"/>
                  </a:lnTo>
                  <a:lnTo>
                    <a:pt x="2016" y="4484"/>
                  </a:lnTo>
                  <a:lnTo>
                    <a:pt x="1996" y="4464"/>
                  </a:lnTo>
                  <a:lnTo>
                    <a:pt x="1976" y="4405"/>
                  </a:lnTo>
                  <a:lnTo>
                    <a:pt x="1976" y="4346"/>
                  </a:lnTo>
                  <a:lnTo>
                    <a:pt x="1956" y="4306"/>
                  </a:lnTo>
                  <a:lnTo>
                    <a:pt x="1937" y="4306"/>
                  </a:lnTo>
                  <a:lnTo>
                    <a:pt x="1937" y="4346"/>
                  </a:lnTo>
                  <a:lnTo>
                    <a:pt x="1956" y="4366"/>
                  </a:lnTo>
                  <a:lnTo>
                    <a:pt x="1956" y="4405"/>
                  </a:lnTo>
                  <a:lnTo>
                    <a:pt x="1937" y="4445"/>
                  </a:lnTo>
                  <a:lnTo>
                    <a:pt x="1897" y="4464"/>
                  </a:lnTo>
                  <a:lnTo>
                    <a:pt x="1877" y="4445"/>
                  </a:lnTo>
                  <a:lnTo>
                    <a:pt x="1858" y="4385"/>
                  </a:lnTo>
                  <a:lnTo>
                    <a:pt x="1818" y="4346"/>
                  </a:lnTo>
                  <a:lnTo>
                    <a:pt x="1779" y="4287"/>
                  </a:lnTo>
                  <a:lnTo>
                    <a:pt x="1759" y="4227"/>
                  </a:lnTo>
                  <a:lnTo>
                    <a:pt x="1739" y="4247"/>
                  </a:lnTo>
                  <a:lnTo>
                    <a:pt x="1719" y="4227"/>
                  </a:lnTo>
                  <a:lnTo>
                    <a:pt x="1700" y="4208"/>
                  </a:lnTo>
                  <a:lnTo>
                    <a:pt x="1700" y="4148"/>
                  </a:lnTo>
                  <a:lnTo>
                    <a:pt x="1719" y="4109"/>
                  </a:lnTo>
                  <a:lnTo>
                    <a:pt x="1739" y="4109"/>
                  </a:lnTo>
                  <a:lnTo>
                    <a:pt x="1779" y="4129"/>
                  </a:lnTo>
                  <a:lnTo>
                    <a:pt x="1818" y="4148"/>
                  </a:lnTo>
                  <a:lnTo>
                    <a:pt x="1838" y="4129"/>
                  </a:lnTo>
                  <a:lnTo>
                    <a:pt x="1877" y="4168"/>
                  </a:lnTo>
                  <a:lnTo>
                    <a:pt x="1877" y="4188"/>
                  </a:lnTo>
                  <a:lnTo>
                    <a:pt x="1897" y="4208"/>
                  </a:lnTo>
                  <a:lnTo>
                    <a:pt x="1937" y="4227"/>
                  </a:lnTo>
                  <a:lnTo>
                    <a:pt x="2035" y="4168"/>
                  </a:lnTo>
                  <a:lnTo>
                    <a:pt x="1996" y="4129"/>
                  </a:lnTo>
                  <a:lnTo>
                    <a:pt x="2016" y="4089"/>
                  </a:lnTo>
                  <a:lnTo>
                    <a:pt x="2035" y="4069"/>
                  </a:lnTo>
                  <a:lnTo>
                    <a:pt x="2035" y="4030"/>
                  </a:lnTo>
                  <a:lnTo>
                    <a:pt x="1996" y="4069"/>
                  </a:lnTo>
                  <a:lnTo>
                    <a:pt x="1956" y="4069"/>
                  </a:lnTo>
                  <a:lnTo>
                    <a:pt x="1956" y="4050"/>
                  </a:lnTo>
                  <a:lnTo>
                    <a:pt x="1976" y="4030"/>
                  </a:lnTo>
                  <a:lnTo>
                    <a:pt x="1858" y="4050"/>
                  </a:lnTo>
                  <a:lnTo>
                    <a:pt x="1877" y="4089"/>
                  </a:lnTo>
                  <a:lnTo>
                    <a:pt x="1897" y="4109"/>
                  </a:lnTo>
                  <a:lnTo>
                    <a:pt x="1917" y="4148"/>
                  </a:lnTo>
                  <a:lnTo>
                    <a:pt x="1897" y="4168"/>
                  </a:lnTo>
                  <a:lnTo>
                    <a:pt x="1858" y="4129"/>
                  </a:lnTo>
                  <a:lnTo>
                    <a:pt x="1798" y="4109"/>
                  </a:lnTo>
                  <a:lnTo>
                    <a:pt x="1759" y="4069"/>
                  </a:lnTo>
                  <a:lnTo>
                    <a:pt x="1739" y="4010"/>
                  </a:lnTo>
                  <a:lnTo>
                    <a:pt x="1759" y="4010"/>
                  </a:lnTo>
                  <a:lnTo>
                    <a:pt x="1779" y="4030"/>
                  </a:lnTo>
                  <a:lnTo>
                    <a:pt x="1798" y="4050"/>
                  </a:lnTo>
                  <a:lnTo>
                    <a:pt x="1798" y="4010"/>
                  </a:lnTo>
                  <a:lnTo>
                    <a:pt x="1779" y="3990"/>
                  </a:lnTo>
                  <a:lnTo>
                    <a:pt x="1759" y="3951"/>
                  </a:lnTo>
                  <a:lnTo>
                    <a:pt x="1759" y="3911"/>
                  </a:lnTo>
                  <a:lnTo>
                    <a:pt x="1818" y="3951"/>
                  </a:lnTo>
                  <a:lnTo>
                    <a:pt x="1858" y="3971"/>
                  </a:lnTo>
                  <a:lnTo>
                    <a:pt x="1897" y="3951"/>
                  </a:lnTo>
                  <a:lnTo>
                    <a:pt x="1798" y="3931"/>
                  </a:lnTo>
                  <a:lnTo>
                    <a:pt x="1838" y="3892"/>
                  </a:lnTo>
                  <a:lnTo>
                    <a:pt x="1858" y="3892"/>
                  </a:lnTo>
                  <a:lnTo>
                    <a:pt x="1838" y="3872"/>
                  </a:lnTo>
                  <a:lnTo>
                    <a:pt x="1779" y="3872"/>
                  </a:lnTo>
                  <a:lnTo>
                    <a:pt x="1779" y="3852"/>
                  </a:lnTo>
                  <a:lnTo>
                    <a:pt x="1798" y="3832"/>
                  </a:lnTo>
                  <a:lnTo>
                    <a:pt x="1838" y="3813"/>
                  </a:lnTo>
                  <a:lnTo>
                    <a:pt x="1818" y="3793"/>
                  </a:lnTo>
                  <a:lnTo>
                    <a:pt x="1818" y="3773"/>
                  </a:lnTo>
                  <a:lnTo>
                    <a:pt x="1779" y="3753"/>
                  </a:lnTo>
                  <a:lnTo>
                    <a:pt x="1759" y="3734"/>
                  </a:lnTo>
                  <a:lnTo>
                    <a:pt x="1739" y="3773"/>
                  </a:lnTo>
                  <a:lnTo>
                    <a:pt x="1640" y="3773"/>
                  </a:lnTo>
                  <a:lnTo>
                    <a:pt x="1601" y="3753"/>
                  </a:lnTo>
                  <a:lnTo>
                    <a:pt x="1601" y="3694"/>
                  </a:lnTo>
                  <a:lnTo>
                    <a:pt x="1581" y="3635"/>
                  </a:lnTo>
                  <a:lnTo>
                    <a:pt x="1601" y="3595"/>
                  </a:lnTo>
                  <a:lnTo>
                    <a:pt x="1640" y="3536"/>
                  </a:lnTo>
                  <a:lnTo>
                    <a:pt x="1581" y="3516"/>
                  </a:lnTo>
                  <a:lnTo>
                    <a:pt x="1621" y="3516"/>
                  </a:lnTo>
                  <a:lnTo>
                    <a:pt x="1621" y="3477"/>
                  </a:lnTo>
                  <a:lnTo>
                    <a:pt x="1621" y="3437"/>
                  </a:lnTo>
                  <a:lnTo>
                    <a:pt x="1660" y="3437"/>
                  </a:lnTo>
                  <a:lnTo>
                    <a:pt x="1660" y="3477"/>
                  </a:lnTo>
                  <a:lnTo>
                    <a:pt x="1700" y="3516"/>
                  </a:lnTo>
                  <a:lnTo>
                    <a:pt x="1719" y="3536"/>
                  </a:lnTo>
                  <a:lnTo>
                    <a:pt x="1759" y="3536"/>
                  </a:lnTo>
                  <a:lnTo>
                    <a:pt x="1779" y="3516"/>
                  </a:lnTo>
                  <a:lnTo>
                    <a:pt x="1798" y="3497"/>
                  </a:lnTo>
                  <a:lnTo>
                    <a:pt x="1858" y="3516"/>
                  </a:lnTo>
                  <a:lnTo>
                    <a:pt x="1858" y="3516"/>
                  </a:lnTo>
                  <a:lnTo>
                    <a:pt x="1838" y="3497"/>
                  </a:lnTo>
                  <a:lnTo>
                    <a:pt x="1798" y="3477"/>
                  </a:lnTo>
                  <a:lnTo>
                    <a:pt x="1739" y="3497"/>
                  </a:lnTo>
                  <a:lnTo>
                    <a:pt x="1700" y="3477"/>
                  </a:lnTo>
                  <a:lnTo>
                    <a:pt x="1719" y="3457"/>
                  </a:lnTo>
                  <a:lnTo>
                    <a:pt x="1719" y="3437"/>
                  </a:lnTo>
                  <a:lnTo>
                    <a:pt x="1739" y="3418"/>
                  </a:lnTo>
                  <a:lnTo>
                    <a:pt x="1779" y="3418"/>
                  </a:lnTo>
                  <a:lnTo>
                    <a:pt x="1759" y="3378"/>
                  </a:lnTo>
                  <a:lnTo>
                    <a:pt x="1739" y="3358"/>
                  </a:lnTo>
                  <a:lnTo>
                    <a:pt x="1700" y="3339"/>
                  </a:lnTo>
                  <a:lnTo>
                    <a:pt x="1700" y="3319"/>
                  </a:lnTo>
                  <a:lnTo>
                    <a:pt x="1818" y="3319"/>
                  </a:lnTo>
                  <a:lnTo>
                    <a:pt x="1818" y="3299"/>
                  </a:lnTo>
                  <a:lnTo>
                    <a:pt x="1818" y="3279"/>
                  </a:lnTo>
                  <a:lnTo>
                    <a:pt x="1838" y="3260"/>
                  </a:lnTo>
                  <a:lnTo>
                    <a:pt x="1779" y="3260"/>
                  </a:lnTo>
                  <a:lnTo>
                    <a:pt x="1779" y="3279"/>
                  </a:lnTo>
                  <a:lnTo>
                    <a:pt x="1759" y="3260"/>
                  </a:lnTo>
                  <a:lnTo>
                    <a:pt x="1739" y="3240"/>
                  </a:lnTo>
                  <a:lnTo>
                    <a:pt x="1739" y="3200"/>
                  </a:lnTo>
                  <a:lnTo>
                    <a:pt x="1719" y="3181"/>
                  </a:lnTo>
                  <a:lnTo>
                    <a:pt x="1739" y="3161"/>
                  </a:lnTo>
                  <a:lnTo>
                    <a:pt x="1739" y="3121"/>
                  </a:lnTo>
                  <a:lnTo>
                    <a:pt x="1739" y="3082"/>
                  </a:lnTo>
                  <a:lnTo>
                    <a:pt x="1739" y="3042"/>
                  </a:lnTo>
                  <a:lnTo>
                    <a:pt x="1700" y="3062"/>
                  </a:lnTo>
                  <a:lnTo>
                    <a:pt x="1680" y="3062"/>
                  </a:lnTo>
                  <a:lnTo>
                    <a:pt x="1680" y="3082"/>
                  </a:lnTo>
                  <a:lnTo>
                    <a:pt x="1700" y="3102"/>
                  </a:lnTo>
                  <a:lnTo>
                    <a:pt x="1719" y="3121"/>
                  </a:lnTo>
                  <a:lnTo>
                    <a:pt x="1719" y="3141"/>
                  </a:lnTo>
                  <a:lnTo>
                    <a:pt x="1680" y="3161"/>
                  </a:lnTo>
                  <a:lnTo>
                    <a:pt x="1640" y="3102"/>
                  </a:lnTo>
                  <a:lnTo>
                    <a:pt x="1621" y="3022"/>
                  </a:lnTo>
                  <a:lnTo>
                    <a:pt x="1601" y="2924"/>
                  </a:lnTo>
                  <a:lnTo>
                    <a:pt x="1561" y="2864"/>
                  </a:lnTo>
                  <a:lnTo>
                    <a:pt x="1581" y="2825"/>
                  </a:lnTo>
                  <a:lnTo>
                    <a:pt x="1700" y="2825"/>
                  </a:lnTo>
                  <a:lnTo>
                    <a:pt x="1700" y="2864"/>
                  </a:lnTo>
                  <a:lnTo>
                    <a:pt x="1700" y="2904"/>
                  </a:lnTo>
                  <a:lnTo>
                    <a:pt x="1700" y="2943"/>
                  </a:lnTo>
                  <a:lnTo>
                    <a:pt x="1719" y="2983"/>
                  </a:lnTo>
                  <a:lnTo>
                    <a:pt x="1719" y="2924"/>
                  </a:lnTo>
                  <a:lnTo>
                    <a:pt x="1719" y="2864"/>
                  </a:lnTo>
                  <a:lnTo>
                    <a:pt x="1700" y="2785"/>
                  </a:lnTo>
                  <a:lnTo>
                    <a:pt x="1640" y="2746"/>
                  </a:lnTo>
                  <a:lnTo>
                    <a:pt x="1660" y="2706"/>
                  </a:lnTo>
                  <a:lnTo>
                    <a:pt x="1680" y="2687"/>
                  </a:lnTo>
                  <a:lnTo>
                    <a:pt x="1719" y="2647"/>
                  </a:lnTo>
                  <a:lnTo>
                    <a:pt x="1779" y="2608"/>
                  </a:lnTo>
                  <a:lnTo>
                    <a:pt x="1779" y="2568"/>
                  </a:lnTo>
                  <a:lnTo>
                    <a:pt x="1779" y="2548"/>
                  </a:lnTo>
                  <a:lnTo>
                    <a:pt x="1719" y="2568"/>
                  </a:lnTo>
                  <a:lnTo>
                    <a:pt x="1680" y="2588"/>
                  </a:lnTo>
                  <a:lnTo>
                    <a:pt x="1660" y="2568"/>
                  </a:lnTo>
                  <a:lnTo>
                    <a:pt x="1660" y="2548"/>
                  </a:lnTo>
                  <a:lnTo>
                    <a:pt x="1680" y="2509"/>
                  </a:lnTo>
                  <a:lnTo>
                    <a:pt x="1640" y="2509"/>
                  </a:lnTo>
                  <a:lnTo>
                    <a:pt x="1640" y="2529"/>
                  </a:lnTo>
                  <a:lnTo>
                    <a:pt x="1621" y="2529"/>
                  </a:lnTo>
                  <a:lnTo>
                    <a:pt x="1601" y="2509"/>
                  </a:lnTo>
                  <a:lnTo>
                    <a:pt x="1601" y="2489"/>
                  </a:lnTo>
                  <a:lnTo>
                    <a:pt x="1621" y="2469"/>
                  </a:lnTo>
                  <a:lnTo>
                    <a:pt x="1660" y="2469"/>
                  </a:lnTo>
                  <a:lnTo>
                    <a:pt x="1640" y="2450"/>
                  </a:lnTo>
                  <a:lnTo>
                    <a:pt x="1640" y="2430"/>
                  </a:lnTo>
                  <a:lnTo>
                    <a:pt x="1680" y="2390"/>
                  </a:lnTo>
                  <a:lnTo>
                    <a:pt x="1719" y="2371"/>
                  </a:lnTo>
                  <a:lnTo>
                    <a:pt x="1700" y="2351"/>
                  </a:lnTo>
                  <a:lnTo>
                    <a:pt x="1680" y="2331"/>
                  </a:lnTo>
                  <a:lnTo>
                    <a:pt x="1660" y="2331"/>
                  </a:lnTo>
                  <a:lnTo>
                    <a:pt x="1660" y="2351"/>
                  </a:lnTo>
                  <a:lnTo>
                    <a:pt x="1660" y="2371"/>
                  </a:lnTo>
                  <a:lnTo>
                    <a:pt x="1621" y="2371"/>
                  </a:lnTo>
                  <a:lnTo>
                    <a:pt x="1581" y="2351"/>
                  </a:lnTo>
                  <a:lnTo>
                    <a:pt x="1522" y="2311"/>
                  </a:lnTo>
                  <a:lnTo>
                    <a:pt x="1542" y="2311"/>
                  </a:lnTo>
                  <a:lnTo>
                    <a:pt x="1542" y="2292"/>
                  </a:lnTo>
                  <a:lnTo>
                    <a:pt x="1542" y="2252"/>
                  </a:lnTo>
                  <a:lnTo>
                    <a:pt x="1581" y="2252"/>
                  </a:lnTo>
                  <a:lnTo>
                    <a:pt x="1581" y="2272"/>
                  </a:lnTo>
                  <a:lnTo>
                    <a:pt x="1601" y="2311"/>
                  </a:lnTo>
                  <a:lnTo>
                    <a:pt x="1621" y="2311"/>
                  </a:lnTo>
                  <a:lnTo>
                    <a:pt x="1621" y="2252"/>
                  </a:lnTo>
                  <a:lnTo>
                    <a:pt x="1601" y="2272"/>
                  </a:lnTo>
                  <a:lnTo>
                    <a:pt x="1542" y="2193"/>
                  </a:lnTo>
                  <a:lnTo>
                    <a:pt x="1542" y="2213"/>
                  </a:lnTo>
                  <a:lnTo>
                    <a:pt x="1502" y="2232"/>
                  </a:lnTo>
                  <a:lnTo>
                    <a:pt x="1463" y="2213"/>
                  </a:lnTo>
                  <a:lnTo>
                    <a:pt x="1443" y="2193"/>
                  </a:lnTo>
                  <a:lnTo>
                    <a:pt x="1463" y="2114"/>
                  </a:lnTo>
                  <a:lnTo>
                    <a:pt x="1502" y="2094"/>
                  </a:lnTo>
                  <a:lnTo>
                    <a:pt x="1542" y="2094"/>
                  </a:lnTo>
                  <a:lnTo>
                    <a:pt x="1502" y="2074"/>
                  </a:lnTo>
                  <a:lnTo>
                    <a:pt x="1463" y="2055"/>
                  </a:lnTo>
                  <a:lnTo>
                    <a:pt x="1443" y="1976"/>
                  </a:lnTo>
                  <a:lnTo>
                    <a:pt x="1423" y="1995"/>
                  </a:lnTo>
                  <a:lnTo>
                    <a:pt x="1403" y="1995"/>
                  </a:lnTo>
                  <a:lnTo>
                    <a:pt x="1344" y="1976"/>
                  </a:lnTo>
                  <a:lnTo>
                    <a:pt x="1423" y="1877"/>
                  </a:lnTo>
                  <a:lnTo>
                    <a:pt x="1443" y="1916"/>
                  </a:lnTo>
                  <a:lnTo>
                    <a:pt x="1463" y="1916"/>
                  </a:lnTo>
                  <a:lnTo>
                    <a:pt x="1502" y="1877"/>
                  </a:lnTo>
                  <a:lnTo>
                    <a:pt x="1542" y="1877"/>
                  </a:lnTo>
                  <a:lnTo>
                    <a:pt x="1581" y="1897"/>
                  </a:lnTo>
                  <a:lnTo>
                    <a:pt x="1601" y="1936"/>
                  </a:lnTo>
                  <a:lnTo>
                    <a:pt x="1581" y="1995"/>
                  </a:lnTo>
                  <a:lnTo>
                    <a:pt x="1621" y="1956"/>
                  </a:lnTo>
                  <a:lnTo>
                    <a:pt x="1621" y="1936"/>
                  </a:lnTo>
                  <a:lnTo>
                    <a:pt x="1621" y="1916"/>
                  </a:lnTo>
                  <a:lnTo>
                    <a:pt x="1601" y="1897"/>
                  </a:lnTo>
                  <a:lnTo>
                    <a:pt x="1561" y="1857"/>
                  </a:lnTo>
                  <a:lnTo>
                    <a:pt x="1542" y="1837"/>
                  </a:lnTo>
                  <a:lnTo>
                    <a:pt x="1561" y="1798"/>
                  </a:lnTo>
                  <a:lnTo>
                    <a:pt x="1601" y="1798"/>
                  </a:lnTo>
                  <a:lnTo>
                    <a:pt x="1621" y="1818"/>
                  </a:lnTo>
                  <a:lnTo>
                    <a:pt x="1601" y="1778"/>
                  </a:lnTo>
                  <a:lnTo>
                    <a:pt x="1581" y="1739"/>
                  </a:lnTo>
                  <a:lnTo>
                    <a:pt x="1601" y="1719"/>
                  </a:lnTo>
                  <a:lnTo>
                    <a:pt x="1542" y="1739"/>
                  </a:lnTo>
                  <a:lnTo>
                    <a:pt x="1502" y="1739"/>
                  </a:lnTo>
                  <a:lnTo>
                    <a:pt x="1463" y="1719"/>
                  </a:lnTo>
                  <a:lnTo>
                    <a:pt x="1542" y="1640"/>
                  </a:lnTo>
                  <a:lnTo>
                    <a:pt x="1542" y="1620"/>
                  </a:lnTo>
                  <a:lnTo>
                    <a:pt x="1542" y="1600"/>
                  </a:lnTo>
                  <a:lnTo>
                    <a:pt x="1443" y="1600"/>
                  </a:lnTo>
                  <a:lnTo>
                    <a:pt x="1403" y="1561"/>
                  </a:lnTo>
                  <a:lnTo>
                    <a:pt x="1344" y="1620"/>
                  </a:lnTo>
                  <a:lnTo>
                    <a:pt x="1305" y="1600"/>
                  </a:lnTo>
                  <a:lnTo>
                    <a:pt x="1305" y="1640"/>
                  </a:lnTo>
                  <a:lnTo>
                    <a:pt x="1265" y="1640"/>
                  </a:lnTo>
                  <a:lnTo>
                    <a:pt x="1245" y="1620"/>
                  </a:lnTo>
                  <a:lnTo>
                    <a:pt x="1226" y="1581"/>
                  </a:lnTo>
                  <a:lnTo>
                    <a:pt x="1206" y="1561"/>
                  </a:lnTo>
                  <a:lnTo>
                    <a:pt x="1245" y="1482"/>
                  </a:lnTo>
                  <a:lnTo>
                    <a:pt x="1305" y="1423"/>
                  </a:lnTo>
                  <a:lnTo>
                    <a:pt x="1384" y="1423"/>
                  </a:lnTo>
                  <a:lnTo>
                    <a:pt x="1463" y="1462"/>
                  </a:lnTo>
                  <a:lnTo>
                    <a:pt x="1542" y="1482"/>
                  </a:lnTo>
                  <a:lnTo>
                    <a:pt x="1640" y="1482"/>
                  </a:lnTo>
                  <a:lnTo>
                    <a:pt x="1601" y="1363"/>
                  </a:lnTo>
                  <a:lnTo>
                    <a:pt x="1581" y="1284"/>
                  </a:lnTo>
                  <a:lnTo>
                    <a:pt x="1601" y="1245"/>
                  </a:lnTo>
                  <a:lnTo>
                    <a:pt x="1561" y="1205"/>
                  </a:lnTo>
                  <a:lnTo>
                    <a:pt x="1522" y="1186"/>
                  </a:lnTo>
                  <a:lnTo>
                    <a:pt x="1384" y="1186"/>
                  </a:lnTo>
                  <a:lnTo>
                    <a:pt x="1384" y="1146"/>
                  </a:lnTo>
                  <a:lnTo>
                    <a:pt x="1403" y="1126"/>
                  </a:lnTo>
                  <a:lnTo>
                    <a:pt x="1443" y="1166"/>
                  </a:lnTo>
                  <a:lnTo>
                    <a:pt x="1384" y="1047"/>
                  </a:lnTo>
                  <a:lnTo>
                    <a:pt x="1364" y="988"/>
                  </a:lnTo>
                  <a:lnTo>
                    <a:pt x="1364" y="929"/>
                  </a:lnTo>
                  <a:lnTo>
                    <a:pt x="1324" y="889"/>
                  </a:lnTo>
                  <a:lnTo>
                    <a:pt x="1285" y="889"/>
                  </a:lnTo>
                  <a:lnTo>
                    <a:pt x="1186" y="909"/>
                  </a:lnTo>
                  <a:lnTo>
                    <a:pt x="1166" y="850"/>
                  </a:lnTo>
                  <a:lnTo>
                    <a:pt x="1107" y="850"/>
                  </a:lnTo>
                  <a:lnTo>
                    <a:pt x="1107" y="810"/>
                  </a:lnTo>
                  <a:lnTo>
                    <a:pt x="1107" y="751"/>
                  </a:lnTo>
                  <a:lnTo>
                    <a:pt x="1147" y="771"/>
                  </a:lnTo>
                  <a:lnTo>
                    <a:pt x="1166" y="771"/>
                  </a:lnTo>
                  <a:lnTo>
                    <a:pt x="1186" y="751"/>
                  </a:lnTo>
                  <a:lnTo>
                    <a:pt x="1186" y="712"/>
                  </a:lnTo>
                  <a:lnTo>
                    <a:pt x="1166" y="672"/>
                  </a:lnTo>
                  <a:lnTo>
                    <a:pt x="1147" y="652"/>
                  </a:lnTo>
                  <a:lnTo>
                    <a:pt x="1226" y="672"/>
                  </a:lnTo>
                  <a:lnTo>
                    <a:pt x="1245" y="692"/>
                  </a:lnTo>
                  <a:lnTo>
                    <a:pt x="1245" y="712"/>
                  </a:lnTo>
                  <a:lnTo>
                    <a:pt x="1206" y="731"/>
                  </a:lnTo>
                  <a:lnTo>
                    <a:pt x="1265" y="791"/>
                  </a:lnTo>
                  <a:lnTo>
                    <a:pt x="1245" y="731"/>
                  </a:lnTo>
                  <a:lnTo>
                    <a:pt x="1285" y="692"/>
                  </a:lnTo>
                  <a:lnTo>
                    <a:pt x="1324" y="672"/>
                  </a:lnTo>
                  <a:lnTo>
                    <a:pt x="1403" y="672"/>
                  </a:lnTo>
                  <a:lnTo>
                    <a:pt x="1384" y="652"/>
                  </a:lnTo>
                  <a:lnTo>
                    <a:pt x="1364" y="632"/>
                  </a:lnTo>
                  <a:lnTo>
                    <a:pt x="1324" y="652"/>
                  </a:lnTo>
                  <a:lnTo>
                    <a:pt x="1305" y="672"/>
                  </a:lnTo>
                  <a:lnTo>
                    <a:pt x="1285" y="652"/>
                  </a:lnTo>
                  <a:lnTo>
                    <a:pt x="1265" y="632"/>
                  </a:lnTo>
                  <a:lnTo>
                    <a:pt x="1324" y="593"/>
                  </a:lnTo>
                  <a:lnTo>
                    <a:pt x="1344" y="534"/>
                  </a:lnTo>
                  <a:lnTo>
                    <a:pt x="1344" y="455"/>
                  </a:lnTo>
                  <a:lnTo>
                    <a:pt x="1344" y="415"/>
                  </a:lnTo>
                  <a:lnTo>
                    <a:pt x="1344" y="376"/>
                  </a:lnTo>
                  <a:lnTo>
                    <a:pt x="1324" y="395"/>
                  </a:lnTo>
                  <a:lnTo>
                    <a:pt x="1305" y="395"/>
                  </a:lnTo>
                  <a:lnTo>
                    <a:pt x="1285" y="376"/>
                  </a:lnTo>
                  <a:lnTo>
                    <a:pt x="1245" y="356"/>
                  </a:lnTo>
                  <a:lnTo>
                    <a:pt x="1186" y="356"/>
                  </a:lnTo>
                  <a:lnTo>
                    <a:pt x="1147" y="336"/>
                  </a:lnTo>
                  <a:lnTo>
                    <a:pt x="1127" y="316"/>
                  </a:lnTo>
                  <a:lnTo>
                    <a:pt x="1127" y="277"/>
                  </a:lnTo>
                  <a:lnTo>
                    <a:pt x="1087" y="297"/>
                  </a:lnTo>
                  <a:lnTo>
                    <a:pt x="1068" y="336"/>
                  </a:lnTo>
                  <a:lnTo>
                    <a:pt x="1068" y="415"/>
                  </a:lnTo>
                  <a:lnTo>
                    <a:pt x="1008" y="415"/>
                  </a:lnTo>
                  <a:lnTo>
                    <a:pt x="969" y="435"/>
                  </a:lnTo>
                  <a:lnTo>
                    <a:pt x="890" y="376"/>
                  </a:lnTo>
                  <a:lnTo>
                    <a:pt x="811" y="316"/>
                  </a:lnTo>
                  <a:lnTo>
                    <a:pt x="870" y="316"/>
                  </a:lnTo>
                  <a:lnTo>
                    <a:pt x="771" y="218"/>
                  </a:lnTo>
                  <a:lnTo>
                    <a:pt x="850" y="178"/>
                  </a:lnTo>
                  <a:lnTo>
                    <a:pt x="910" y="198"/>
                  </a:lnTo>
                  <a:lnTo>
                    <a:pt x="910" y="119"/>
                  </a:lnTo>
                  <a:lnTo>
                    <a:pt x="890" y="60"/>
                  </a:lnTo>
                  <a:lnTo>
                    <a:pt x="890" y="40"/>
                  </a:lnTo>
                  <a:lnTo>
                    <a:pt x="949" y="20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3" name="Google Shape;1873;p8"/>
            <p:cNvSpPr/>
            <p:nvPr/>
          </p:nvSpPr>
          <p:spPr>
            <a:xfrm>
              <a:off x="4697795" y="-2082738"/>
              <a:ext cx="789" cy="752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4" name="Google Shape;1874;p8"/>
            <p:cNvSpPr/>
            <p:nvPr/>
          </p:nvSpPr>
          <p:spPr>
            <a:xfrm>
              <a:off x="4509953" y="-1421173"/>
              <a:ext cx="679402" cy="664554"/>
            </a:xfrm>
            <a:custGeom>
              <a:rect b="b" l="l" r="r" t="t"/>
              <a:pathLst>
                <a:path extrusionOk="0" h="17679" w="18074">
                  <a:moveTo>
                    <a:pt x="3892" y="0"/>
                  </a:moveTo>
                  <a:lnTo>
                    <a:pt x="3832" y="40"/>
                  </a:lnTo>
                  <a:lnTo>
                    <a:pt x="3734" y="139"/>
                  </a:lnTo>
                  <a:lnTo>
                    <a:pt x="3635" y="277"/>
                  </a:lnTo>
                  <a:lnTo>
                    <a:pt x="3516" y="455"/>
                  </a:lnTo>
                  <a:lnTo>
                    <a:pt x="3240" y="948"/>
                  </a:lnTo>
                  <a:lnTo>
                    <a:pt x="2924" y="1580"/>
                  </a:lnTo>
                  <a:lnTo>
                    <a:pt x="2588" y="2311"/>
                  </a:lnTo>
                  <a:lnTo>
                    <a:pt x="2232" y="3141"/>
                  </a:lnTo>
                  <a:lnTo>
                    <a:pt x="1877" y="4010"/>
                  </a:lnTo>
                  <a:lnTo>
                    <a:pt x="1521" y="4938"/>
                  </a:lnTo>
                  <a:lnTo>
                    <a:pt x="1166" y="5847"/>
                  </a:lnTo>
                  <a:lnTo>
                    <a:pt x="850" y="6736"/>
                  </a:lnTo>
                  <a:lnTo>
                    <a:pt x="573" y="7565"/>
                  </a:lnTo>
                  <a:lnTo>
                    <a:pt x="336" y="8316"/>
                  </a:lnTo>
                  <a:lnTo>
                    <a:pt x="158" y="8968"/>
                  </a:lnTo>
                  <a:lnTo>
                    <a:pt x="40" y="9481"/>
                  </a:lnTo>
                  <a:lnTo>
                    <a:pt x="20" y="9679"/>
                  </a:lnTo>
                  <a:lnTo>
                    <a:pt x="0" y="9837"/>
                  </a:lnTo>
                  <a:lnTo>
                    <a:pt x="20" y="9936"/>
                  </a:lnTo>
                  <a:lnTo>
                    <a:pt x="40" y="9975"/>
                  </a:lnTo>
                  <a:lnTo>
                    <a:pt x="60" y="9995"/>
                  </a:lnTo>
                  <a:lnTo>
                    <a:pt x="2272" y="11318"/>
                  </a:lnTo>
                  <a:lnTo>
                    <a:pt x="6578" y="13945"/>
                  </a:lnTo>
                  <a:lnTo>
                    <a:pt x="12701" y="17678"/>
                  </a:lnTo>
                  <a:lnTo>
                    <a:pt x="18074" y="4148"/>
                  </a:lnTo>
                  <a:lnTo>
                    <a:pt x="15960" y="3477"/>
                  </a:lnTo>
                  <a:lnTo>
                    <a:pt x="11239" y="2035"/>
                  </a:lnTo>
                  <a:lnTo>
                    <a:pt x="8691" y="1264"/>
                  </a:lnTo>
                  <a:lnTo>
                    <a:pt x="6400" y="613"/>
                  </a:lnTo>
                  <a:lnTo>
                    <a:pt x="5472" y="356"/>
                  </a:lnTo>
                  <a:lnTo>
                    <a:pt x="4701" y="158"/>
                  </a:lnTo>
                  <a:lnTo>
                    <a:pt x="4168" y="40"/>
                  </a:lnTo>
                  <a:lnTo>
                    <a:pt x="40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5" name="Google Shape;1875;p8"/>
            <p:cNvSpPr/>
            <p:nvPr/>
          </p:nvSpPr>
          <p:spPr>
            <a:xfrm>
              <a:off x="4648062" y="-2474775"/>
              <a:ext cx="642263" cy="596967"/>
            </a:xfrm>
            <a:custGeom>
              <a:rect b="b" l="l" r="r" t="t"/>
              <a:pathLst>
                <a:path extrusionOk="0" h="15881" w="17086">
                  <a:moveTo>
                    <a:pt x="12345" y="0"/>
                  </a:moveTo>
                  <a:lnTo>
                    <a:pt x="0" y="4444"/>
                  </a:lnTo>
                  <a:lnTo>
                    <a:pt x="1699" y="15802"/>
                  </a:lnTo>
                  <a:lnTo>
                    <a:pt x="1778" y="15821"/>
                  </a:lnTo>
                  <a:lnTo>
                    <a:pt x="1936" y="15861"/>
                  </a:lnTo>
                  <a:lnTo>
                    <a:pt x="2173" y="15861"/>
                  </a:lnTo>
                  <a:lnTo>
                    <a:pt x="2469" y="15881"/>
                  </a:lnTo>
                  <a:lnTo>
                    <a:pt x="3259" y="15861"/>
                  </a:lnTo>
                  <a:lnTo>
                    <a:pt x="4267" y="15802"/>
                  </a:lnTo>
                  <a:lnTo>
                    <a:pt x="5452" y="15723"/>
                  </a:lnTo>
                  <a:lnTo>
                    <a:pt x="6736" y="15644"/>
                  </a:lnTo>
                  <a:lnTo>
                    <a:pt x="9541" y="15407"/>
                  </a:lnTo>
                  <a:lnTo>
                    <a:pt x="12326" y="15170"/>
                  </a:lnTo>
                  <a:lnTo>
                    <a:pt x="14735" y="14933"/>
                  </a:lnTo>
                  <a:lnTo>
                    <a:pt x="17086" y="14696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76" name="Google Shape;1876;p8"/>
          <p:cNvGrpSpPr/>
          <p:nvPr/>
        </p:nvGrpSpPr>
        <p:grpSpPr>
          <a:xfrm rot="9072712">
            <a:off x="8167268" y="3117488"/>
            <a:ext cx="1646350" cy="1753736"/>
            <a:chOff x="-2092800" y="-1252032"/>
            <a:chExt cx="1956171" cy="2083646"/>
          </a:xfrm>
        </p:grpSpPr>
        <p:sp>
          <p:nvSpPr>
            <p:cNvPr id="1877" name="Google Shape;1877;p8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8" name="Google Shape;1878;p8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9" name="Google Shape;1879;p8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0" name="Google Shape;1880;p8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1" name="Google Shape;1881;p8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2" name="Google Shape;1882;p8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3" name="Google Shape;1883;p8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4" name="Google Shape;1884;p8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5" name="Google Shape;1885;p8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6" name="Google Shape;1886;p8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7" name="Google Shape;1887;p8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8" name="Google Shape;1888;p8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9" name="Google Shape;1889;p8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0" name="Google Shape;1890;p8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1" name="Google Shape;1891;p8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2" name="Google Shape;1892;p8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3" name="Google Shape;1893;p8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4" name="Google Shape;1894;p8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5" name="Google Shape;1895;p8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6" name="Google Shape;1896;p8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7" name="Google Shape;1897;p8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8" name="Google Shape;1898;p8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9" name="Google Shape;1899;p8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0" name="Google Shape;1900;p8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1" name="Google Shape;1901;p8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2" name="Google Shape;1902;p8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3" name="Google Shape;1903;p8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4" name="Google Shape;1904;p8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5" name="Google Shape;1905;p8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6" name="Google Shape;1906;p8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7" name="Google Shape;1907;p8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" name="Google Shape;1908;p8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" name="Google Shape;1909;p8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" name="Google Shape;1910;p8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" name="Google Shape;1911;p8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" name="Google Shape;1912;p8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" name="Google Shape;1913;p8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" name="Google Shape;1914;p8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" name="Google Shape;1915;p8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" name="Google Shape;1916;p8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" name="Google Shape;1917;p8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" name="Google Shape;1918;p8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9" name="Google Shape;1919;p8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0" name="Google Shape;1920;p8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" name="Google Shape;1921;p8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2" name="Google Shape;1922;p8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3" name="Google Shape;1923;p8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4" name="Google Shape;1924;p8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5" name="Google Shape;1925;p8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26" name="Google Shape;1926;p8"/>
          <p:cNvGrpSpPr/>
          <p:nvPr/>
        </p:nvGrpSpPr>
        <p:grpSpPr>
          <a:xfrm rot="10800000">
            <a:off x="-479443" y="3954930"/>
            <a:ext cx="1363145" cy="1433258"/>
            <a:chOff x="8529150" y="-173700"/>
            <a:chExt cx="1669089" cy="1754724"/>
          </a:xfrm>
        </p:grpSpPr>
        <p:sp>
          <p:nvSpPr>
            <p:cNvPr id="1927" name="Google Shape;1927;p8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8" name="Google Shape;1928;p8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9" name="Google Shape;1929;p8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0" name="Google Shape;1930;p8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1" name="Google Shape;1931;p8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2" name="Google Shape;1932;p8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" name="Google Shape;1933;p8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" name="Google Shape;1934;p8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" name="Google Shape;1935;p8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" name="Google Shape;1936;p8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" name="Google Shape;1937;p8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" name="Google Shape;1938;p8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" name="Google Shape;1939;p8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" name="Google Shape;1940;p8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" name="Google Shape;1941;p8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" name="Google Shape;1942;p8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" name="Google Shape;1943;p8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4" name="Google Shape;1944;p8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5" name="Google Shape;1945;p8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" name="Google Shape;1946;p8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7" name="Google Shape;1947;p8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8" name="Google Shape;1948;p8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9" name="Google Shape;1949;p8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0" name="Google Shape;1950;p8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1" name="Google Shape;1951;p8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2" name="Google Shape;1952;p8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3" name="Google Shape;1953;p8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4" name="Google Shape;1954;p8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5" name="Google Shape;1955;p8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6" name="Google Shape;1956;p8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7" name="Google Shape;1957;p8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8" name="Google Shape;1958;p8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9" name="Google Shape;1959;p8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0" name="Google Shape;1960;p8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1" name="Google Shape;1961;p8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2" name="Google Shape;1962;p8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3" name="Google Shape;1963;p8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4" name="Google Shape;1964;p8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5" name="Google Shape;1965;p8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6" name="Google Shape;1966;p8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7" name="Google Shape;1967;p8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8" name="Google Shape;1968;p8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69" name="Google Shape;1969;p8"/>
          <p:cNvGrpSpPr/>
          <p:nvPr/>
        </p:nvGrpSpPr>
        <p:grpSpPr>
          <a:xfrm flipH="1" rot="9517573">
            <a:off x="8095837" y="-80211"/>
            <a:ext cx="1294657" cy="1350951"/>
            <a:chOff x="8465725" y="2863051"/>
            <a:chExt cx="1956212" cy="2041561"/>
          </a:xfrm>
        </p:grpSpPr>
        <p:sp>
          <p:nvSpPr>
            <p:cNvPr id="1970" name="Google Shape;1970;p8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1" name="Google Shape;1971;p8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2" name="Google Shape;1972;p8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3" name="Google Shape;1973;p8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4" name="Google Shape;1974;p8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5" name="Google Shape;1975;p8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6" name="Google Shape;1976;p8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7" name="Google Shape;1977;p8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8" name="Google Shape;1978;p8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9" name="Google Shape;1979;p8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0" name="Google Shape;1980;p8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1" name="Google Shape;1981;p8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2" name="Google Shape;1982;p8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3" name="Google Shape;1983;p8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4" name="Google Shape;1984;p8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5" name="Google Shape;1985;p8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6" name="Google Shape;1986;p8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7" name="Google Shape;1987;p8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8" name="Google Shape;1988;p8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9" name="Google Shape;1989;p8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0" name="Google Shape;1990;p8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1" name="Google Shape;1991;p8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2" name="Google Shape;1992;p8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3" name="Google Shape;1993;p8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4" name="Google Shape;1994;p8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5" name="Google Shape;1995;p8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" name="Google Shape;1996;p8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" name="Google Shape;1997;p8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" name="Google Shape;1998;p8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" name="Google Shape;1999;p8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" name="Google Shape;2000;p8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" name="Google Shape;2001;p8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" name="Google Shape;2002;p8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" name="Google Shape;2003;p8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" name="Google Shape;2004;p8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" name="Google Shape;2005;p8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6" name="Google Shape;2006;p8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7" name="Google Shape;2007;p8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8" name="Google Shape;2008;p8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" name="Google Shape;2009;p8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0" name="Google Shape;2010;p8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1" name="Google Shape;2011;p8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2" name="Google Shape;2012;p8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3" name="Google Shape;2013;p8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014" name="Shape 2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5" name="Google Shape;2015;p9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2016" name="Google Shape;2016;p9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7" name="Google Shape;2017;p9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8" name="Google Shape;2018;p9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9" name="Google Shape;2019;p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" name="Google Shape;2021;p9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" name="Google Shape;2022;p9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" name="Google Shape;2023;p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" name="Google Shape;2024;p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" name="Google Shape;2025;p9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" name="Google Shape;2026;p9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" name="Google Shape;2028;p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" name="Google Shape;2029;p9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" name="Google Shape;2030;p9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1" name="Google Shape;2031;p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2" name="Google Shape;2032;p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" name="Google Shape;2033;p9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4" name="Google Shape;2034;p9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5" name="Google Shape;2035;p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6" name="Google Shape;2036;p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7" name="Google Shape;2037;p9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8" name="Google Shape;2038;p9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9" name="Google Shape;2039;p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0" name="Google Shape;2040;p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1" name="Google Shape;2041;p9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2" name="Google Shape;2042;p9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3" name="Google Shape;2043;p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4" name="Google Shape;2044;p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5" name="Google Shape;2045;p9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6" name="Google Shape;2046;p9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7" name="Google Shape;2047;p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8" name="Google Shape;2048;p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9" name="Google Shape;2049;p9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0" name="Google Shape;2050;p9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1" name="Google Shape;2051;p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2" name="Google Shape;2052;p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3" name="Google Shape;2053;p9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4" name="Google Shape;2054;p9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5" name="Google Shape;2055;p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6" name="Google Shape;2056;p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7" name="Google Shape;2057;p9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8" name="Google Shape;2058;p9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9" name="Google Shape;2059;p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0" name="Google Shape;2060;p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1" name="Google Shape;2061;p9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2" name="Google Shape;2062;p9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3" name="Google Shape;2063;p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" name="Google Shape;2064;p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" name="Google Shape;2065;p9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" name="Google Shape;2066;p9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" name="Google Shape;2067;p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" name="Google Shape;2068;p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" name="Google Shape;2069;p9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" name="Google Shape;2070;p9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" name="Google Shape;2071;p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" name="Google Shape;2072;p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" name="Google Shape;2073;p9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4" name="Google Shape;2074;p9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5" name="Google Shape;2075;p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6" name="Google Shape;2076;p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7" name="Google Shape;2077;p9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8" name="Google Shape;2078;p9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9" name="Google Shape;2079;p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0" name="Google Shape;2080;p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1" name="Google Shape;2081;p9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2" name="Google Shape;2082;p9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3" name="Google Shape;2083;p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4" name="Google Shape;2084;p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5" name="Google Shape;2085;p9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6" name="Google Shape;2086;p9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7" name="Google Shape;2087;p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" name="Google Shape;2088;p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" name="Google Shape;2089;p9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" name="Google Shape;2090;p9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" name="Google Shape;2091;p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" name="Google Shape;2092;p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" name="Google Shape;2093;p9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" name="Google Shape;2094;p9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" name="Google Shape;2095;p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" name="Google Shape;2096;p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" name="Google Shape;2097;p9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" name="Google Shape;2098;p9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9" name="Google Shape;2099;p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0" name="Google Shape;2100;p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" name="Google Shape;2101;p9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2" name="Google Shape;2102;p9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3" name="Google Shape;2103;p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4" name="Google Shape;2104;p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5" name="Google Shape;2105;p9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6" name="Google Shape;2106;p9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7" name="Google Shape;2107;p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8" name="Google Shape;2108;p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9" name="Google Shape;2109;p9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0" name="Google Shape;2110;p9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1" name="Google Shape;2111;p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2" name="Google Shape;2112;p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3" name="Google Shape;2113;p9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4" name="Google Shape;2114;p9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5" name="Google Shape;2115;p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6" name="Google Shape;2116;p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7" name="Google Shape;2117;p9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8" name="Google Shape;2118;p9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9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9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3" name="Google Shape;2123;p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4" name="Google Shape;2124;p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5" name="Google Shape;2125;p9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6" name="Google Shape;2126;p9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7" name="Google Shape;2127;p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8" name="Google Shape;2128;p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9" name="Google Shape;2129;p9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0" name="Google Shape;2130;p9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1" name="Google Shape;2131;p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2" name="Google Shape;2132;p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33" name="Google Shape;2133;p9"/>
          <p:cNvSpPr txBox="1"/>
          <p:nvPr>
            <p:ph type="title"/>
          </p:nvPr>
        </p:nvSpPr>
        <p:spPr>
          <a:xfrm>
            <a:off x="1920150" y="1885350"/>
            <a:ext cx="5303700" cy="822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134" name="Google Shape;2134;p9"/>
          <p:cNvSpPr txBox="1"/>
          <p:nvPr>
            <p:ph idx="1" type="subTitle"/>
          </p:nvPr>
        </p:nvSpPr>
        <p:spPr>
          <a:xfrm>
            <a:off x="1920150" y="2709450"/>
            <a:ext cx="5303700" cy="5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135" name="Google Shape;2135;p9"/>
          <p:cNvGrpSpPr/>
          <p:nvPr/>
        </p:nvGrpSpPr>
        <p:grpSpPr>
          <a:xfrm flipH="1">
            <a:off x="-262192" y="-269659"/>
            <a:ext cx="1363145" cy="1433258"/>
            <a:chOff x="8529150" y="-173700"/>
            <a:chExt cx="1669089" cy="1754724"/>
          </a:xfrm>
        </p:grpSpPr>
        <p:sp>
          <p:nvSpPr>
            <p:cNvPr id="2136" name="Google Shape;2136;p9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7" name="Google Shape;2137;p9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8" name="Google Shape;2138;p9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9" name="Google Shape;2139;p9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0" name="Google Shape;2140;p9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1" name="Google Shape;2141;p9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2" name="Google Shape;2142;p9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3" name="Google Shape;2143;p9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4" name="Google Shape;2144;p9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5" name="Google Shape;2145;p9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6" name="Google Shape;2146;p9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7" name="Google Shape;2147;p9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8" name="Google Shape;2148;p9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9" name="Google Shape;2149;p9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0" name="Google Shape;2150;p9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1" name="Google Shape;2151;p9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2" name="Google Shape;2152;p9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3" name="Google Shape;2153;p9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4" name="Google Shape;2154;p9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" name="Google Shape;2155;p9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" name="Google Shape;2156;p9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" name="Google Shape;2157;p9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" name="Google Shape;2158;p9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" name="Google Shape;2159;p9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" name="Google Shape;2160;p9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" name="Google Shape;2161;p9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" name="Google Shape;2162;p9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" name="Google Shape;2163;p9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" name="Google Shape;2164;p9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5" name="Google Shape;2165;p9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6" name="Google Shape;2166;p9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7" name="Google Shape;2167;p9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" name="Google Shape;2168;p9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9" name="Google Shape;2169;p9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0" name="Google Shape;2170;p9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1" name="Google Shape;2171;p9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2" name="Google Shape;2172;p9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3" name="Google Shape;2173;p9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4" name="Google Shape;2174;p9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5" name="Google Shape;2175;p9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6" name="Google Shape;2176;p9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7" name="Google Shape;2177;p9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78" name="Google Shape;2178;p9"/>
          <p:cNvGrpSpPr/>
          <p:nvPr/>
        </p:nvGrpSpPr>
        <p:grpSpPr>
          <a:xfrm flipH="1">
            <a:off x="-340873" y="3413813"/>
            <a:ext cx="925639" cy="688028"/>
            <a:chOff x="8588925" y="2091476"/>
            <a:chExt cx="925639" cy="688028"/>
          </a:xfrm>
        </p:grpSpPr>
        <p:sp>
          <p:nvSpPr>
            <p:cNvPr id="2179" name="Google Shape;2179;p9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0" name="Google Shape;2180;p9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1" name="Google Shape;2181;p9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2" name="Google Shape;2182;p9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3" name="Google Shape;2183;p9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4" name="Google Shape;2184;p9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5" name="Google Shape;2185;p9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6" name="Google Shape;2186;p9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7" name="Google Shape;2187;p9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8" name="Google Shape;2188;p9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9" name="Google Shape;2189;p9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0" name="Google Shape;2190;p9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1" name="Google Shape;2191;p9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2" name="Google Shape;2192;p9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93" name="Google Shape;2193;p9"/>
          <p:cNvGrpSpPr/>
          <p:nvPr/>
        </p:nvGrpSpPr>
        <p:grpSpPr>
          <a:xfrm flipH="1">
            <a:off x="8526702" y="1642175"/>
            <a:ext cx="898165" cy="766770"/>
            <a:chOff x="-252625" y="2918525"/>
            <a:chExt cx="898165" cy="766770"/>
          </a:xfrm>
        </p:grpSpPr>
        <p:sp>
          <p:nvSpPr>
            <p:cNvPr id="2194" name="Google Shape;2194;p9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5" name="Google Shape;2195;p9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6" name="Google Shape;2196;p9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7" name="Google Shape;2197;p9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8" name="Google Shape;2198;p9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9" name="Google Shape;2199;p9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0" name="Google Shape;2200;p9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1" name="Google Shape;2201;p9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2" name="Google Shape;2202;p9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3" name="Google Shape;2203;p9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4" name="Google Shape;2204;p9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" name="Google Shape;2205;p9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" name="Google Shape;2206;p9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" name="Google Shape;2207;p9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" name="Google Shape;2208;p9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" name="Google Shape;2209;p9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" name="Google Shape;2210;p9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" name="Google Shape;2211;p9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" name="Google Shape;2212;p9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" name="Google Shape;2213;p9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" name="Google Shape;2214;p9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5" name="Google Shape;2215;p9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6" name="Google Shape;2216;p9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7" name="Google Shape;2217;p9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" name="Google Shape;2218;p9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9" name="Google Shape;2219;p9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0" name="Google Shape;2220;p9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1" name="Google Shape;2221;p9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2" name="Google Shape;2222;p9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3" name="Google Shape;2223;p9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4" name="Google Shape;2224;p9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5" name="Google Shape;2225;p9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6" name="Google Shape;2226;p9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7" name="Google Shape;2227;p9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8" name="Google Shape;2228;p9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9" name="Google Shape;2229;p9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0" name="Google Shape;2230;p9"/>
          <p:cNvGrpSpPr/>
          <p:nvPr/>
        </p:nvGrpSpPr>
        <p:grpSpPr>
          <a:xfrm flipH="1">
            <a:off x="-227370" y="3923975"/>
            <a:ext cx="1294621" cy="1350901"/>
            <a:chOff x="8465725" y="2863051"/>
            <a:chExt cx="1956212" cy="2041561"/>
          </a:xfrm>
        </p:grpSpPr>
        <p:sp>
          <p:nvSpPr>
            <p:cNvPr id="2231" name="Google Shape;2231;p9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9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" name="Google Shape;2233;p9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" name="Google Shape;2234;p9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" name="Google Shape;2235;p9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" name="Google Shape;2236;p9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" name="Google Shape;2237;p9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" name="Google Shape;2238;p9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" name="Google Shape;2239;p9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" name="Google Shape;2240;p9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1" name="Google Shape;2241;p9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9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9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4" name="Google Shape;2244;p9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5" name="Google Shape;2245;p9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6" name="Google Shape;2246;p9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7" name="Google Shape;2247;p9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8" name="Google Shape;2248;p9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9" name="Google Shape;2249;p9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0" name="Google Shape;2250;p9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1" name="Google Shape;2251;p9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2" name="Google Shape;2252;p9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3" name="Google Shape;2253;p9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4" name="Google Shape;2254;p9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5" name="Google Shape;2255;p9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" name="Google Shape;2256;p9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" name="Google Shape;2257;p9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" name="Google Shape;2258;p9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" name="Google Shape;2259;p9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" name="Google Shape;2260;p9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" name="Google Shape;2261;p9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" name="Google Shape;2262;p9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" name="Google Shape;2263;p9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" name="Google Shape;2264;p9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" name="Google Shape;2265;p9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6" name="Google Shape;2266;p9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7" name="Google Shape;2267;p9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" name="Google Shape;2268;p9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9" name="Google Shape;2269;p9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0" name="Google Shape;2270;p9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1" name="Google Shape;2271;p9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2" name="Google Shape;2272;p9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3" name="Google Shape;2273;p9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4" name="Google Shape;2274;p9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75" name="Google Shape;2275;p9"/>
          <p:cNvGrpSpPr/>
          <p:nvPr/>
        </p:nvGrpSpPr>
        <p:grpSpPr>
          <a:xfrm flipH="1">
            <a:off x="7778562" y="-441745"/>
            <a:ext cx="1646313" cy="1753805"/>
            <a:chOff x="-2092800" y="-1252032"/>
            <a:chExt cx="1956171" cy="2083646"/>
          </a:xfrm>
        </p:grpSpPr>
        <p:sp>
          <p:nvSpPr>
            <p:cNvPr id="2276" name="Google Shape;2276;p9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7" name="Google Shape;2277;p9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8" name="Google Shape;2278;p9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9" name="Google Shape;2279;p9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0" name="Google Shape;2280;p9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" name="Google Shape;2281;p9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" name="Google Shape;2282;p9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" name="Google Shape;2283;p9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" name="Google Shape;2284;p9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" name="Google Shape;2285;p9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" name="Google Shape;2286;p9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" name="Google Shape;2287;p9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" name="Google Shape;2288;p9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" name="Google Shape;2289;p9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" name="Google Shape;2290;p9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" name="Google Shape;2291;p9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2" name="Google Shape;2292;p9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3" name="Google Shape;2293;p9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" name="Google Shape;2294;p9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5" name="Google Shape;2295;p9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6" name="Google Shape;2296;p9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7" name="Google Shape;2297;p9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8" name="Google Shape;2298;p9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9" name="Google Shape;2299;p9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0" name="Google Shape;2300;p9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1" name="Google Shape;2301;p9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2" name="Google Shape;2302;p9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3" name="Google Shape;2303;p9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4" name="Google Shape;2304;p9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5" name="Google Shape;2305;p9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6" name="Google Shape;2306;p9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7" name="Google Shape;2307;p9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8" name="Google Shape;2308;p9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9" name="Google Shape;2309;p9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0" name="Google Shape;2310;p9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1" name="Google Shape;2311;p9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2" name="Google Shape;2312;p9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3" name="Google Shape;2313;p9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4" name="Google Shape;2314;p9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5" name="Google Shape;2315;p9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6" name="Google Shape;2316;p9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7" name="Google Shape;2317;p9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8" name="Google Shape;2318;p9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9" name="Google Shape;2319;p9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0" name="Google Shape;2320;p9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1" name="Google Shape;2321;p9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2" name="Google Shape;2322;p9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3" name="Google Shape;2323;p9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4" name="Google Shape;2324;p9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25" name="Google Shape;2325;p9"/>
          <p:cNvGrpSpPr/>
          <p:nvPr/>
        </p:nvGrpSpPr>
        <p:grpSpPr>
          <a:xfrm flipH="1">
            <a:off x="-18265" y="1260505"/>
            <a:ext cx="679382" cy="871990"/>
            <a:chOff x="8619938" y="2813305"/>
            <a:chExt cx="679382" cy="871990"/>
          </a:xfrm>
        </p:grpSpPr>
        <p:sp>
          <p:nvSpPr>
            <p:cNvPr id="2326" name="Google Shape;2326;p9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7" name="Google Shape;2327;p9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8" name="Google Shape;2328;p9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9" name="Google Shape;2329;p9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0" name="Google Shape;2330;p9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1" name="Google Shape;2331;p9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2" name="Google Shape;2332;p9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3" name="Google Shape;2333;p9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4" name="Google Shape;2334;p9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5" name="Google Shape;2335;p9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6" name="Google Shape;2336;p9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7" name="Google Shape;2337;p9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8" name="Google Shape;2338;p9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9" name="Google Shape;2339;p9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0" name="Google Shape;2340;p9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1" name="Google Shape;2341;p9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2" name="Google Shape;2342;p9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3" name="Google Shape;2343;p9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4" name="Google Shape;2344;p9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5" name="Google Shape;2345;p9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6" name="Google Shape;2346;p9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7" name="Google Shape;2347;p9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8" name="Google Shape;2348;p9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9" name="Google Shape;2349;p9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" name="Google Shape;2350;p9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" name="Google Shape;2351;p9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" name="Google Shape;2352;p9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" name="Google Shape;2353;p9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54" name="Google Shape;2354;p9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2355" name="Google Shape;2355;p9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6" name="Google Shape;2356;p9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357" name="Google Shape;2357;p9"/>
          <p:cNvGrpSpPr/>
          <p:nvPr/>
        </p:nvGrpSpPr>
        <p:grpSpPr>
          <a:xfrm flipH="1">
            <a:off x="7477155" y="3921240"/>
            <a:ext cx="1973759" cy="1718179"/>
            <a:chOff x="-1914575" y="2967750"/>
            <a:chExt cx="1540675" cy="1341175"/>
          </a:xfrm>
        </p:grpSpPr>
        <p:sp>
          <p:nvSpPr>
            <p:cNvPr id="2358" name="Google Shape;2358;p9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" name="Google Shape;2359;p9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0" name="Google Shape;2360;p9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1" name="Google Shape;2361;p9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" name="Google Shape;2362;p9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3" name="Google Shape;2363;p9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4" name="Google Shape;2364;p9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5" name="Google Shape;2365;p9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6" name="Google Shape;2366;p9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7" name="Google Shape;2367;p9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8" name="Google Shape;2368;p9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9" name="Google Shape;2369;p9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0" name="Google Shape;2370;p9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1" name="Google Shape;2371;p9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2" name="Google Shape;2372;p9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3" name="Google Shape;2373;p9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" name="Google Shape;2374;p9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" name="Google Shape;2375;p9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" name="Google Shape;2376;p9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" name="Google Shape;2377;p9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" name="Google Shape;2378;p9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" name="Google Shape;2379;p9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" name="Google Shape;2380;p9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" name="Google Shape;2381;p9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" name="Google Shape;2382;p9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" name="Google Shape;2383;p9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" name="Google Shape;2384;p9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5" name="Google Shape;2385;p9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6" name="Google Shape;2386;p9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" name="Google Shape;2387;p9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8" name="Google Shape;2388;p9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9" name="Google Shape;2389;p9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0" name="Google Shape;2390;p9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1" name="Google Shape;2391;p9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2" name="Google Shape;2392;p9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3" name="Google Shape;2393;p9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4" name="Google Shape;2394;p9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5" name="Google Shape;2395;p9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6" name="Google Shape;2396;p9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7" name="Google Shape;2397;p9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8" name="Google Shape;2398;p9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" name="Google Shape;2399;p9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" name="Google Shape;2400;p9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" name="Google Shape;2401;p9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" name="Google Shape;2402;p9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" name="Google Shape;2403;p9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" name="Google Shape;2404;p9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" name="Google Shape;2405;p9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" name="Google Shape;2406;p9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" name="Google Shape;2407;p9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" name="Google Shape;2408;p9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9" name="Google Shape;2409;p9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0" name="Google Shape;2410;p9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1" name="Google Shape;2411;p9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2" name="Google Shape;2412;p9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3" name="Google Shape;2413;p9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4" name="Google Shape;2414;p9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5" name="Google Shape;2415;p9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6" name="Google Shape;2416;p9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7" name="Google Shape;2417;p9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8" name="Google Shape;2418;p9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9" name="Google Shape;2419;p9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0" name="Google Shape;2420;p9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1" name="Google Shape;2421;p9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2" name="Google Shape;2422;p9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3" name="Google Shape;2423;p9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4" name="Google Shape;2424;p9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5" name="Google Shape;2425;p9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6" name="Google Shape;2426;p9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7" name="Google Shape;2427;p9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8" name="Google Shape;2428;p9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9" name="Google Shape;2429;p9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0" name="Google Shape;2430;p9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1" name="Google Shape;2431;p9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2" name="Google Shape;2432;p9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3" name="Google Shape;2433;p9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4" name="Google Shape;2434;p9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5" name="Google Shape;2435;p9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6" name="Google Shape;2436;p9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7" name="Google Shape;2437;p9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8" name="Google Shape;2438;p9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9" name="Google Shape;2439;p9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0" name="Google Shape;2440;p9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1" name="Google Shape;2441;p9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2" name="Google Shape;2442;p9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3" name="Google Shape;2443;p9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4" name="Google Shape;2444;p9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5" name="Google Shape;2445;p9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6" name="Google Shape;2446;p9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" name="Google Shape;2447;p9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" name="Google Shape;2448;p9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" name="Google Shape;2449;p9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" name="Google Shape;2450;p9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" name="Google Shape;2451;p9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" name="Google Shape;2452;p9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" name="Google Shape;2453;p9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" name="Google Shape;2454;p9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" name="Google Shape;2455;p9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" name="Google Shape;2456;p9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7" name="Google Shape;2457;p9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8" name="Google Shape;2458;p9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" name="Google Shape;2459;p9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0" name="Google Shape;2460;p9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1" name="Google Shape;2461;p9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2" name="Google Shape;2462;p9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3" name="Google Shape;2463;p9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4" name="Google Shape;2464;p9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5" name="Google Shape;2465;p9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6" name="Google Shape;2466;p9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7" name="Google Shape;2467;p9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8" name="Google Shape;2468;p9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9" name="Google Shape;2469;p9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0" name="Google Shape;2470;p9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1" name="Google Shape;2471;p9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2" name="Google Shape;2472;p9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3" name="Google Shape;2473;p9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4" name="Google Shape;2474;p9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5" name="Google Shape;2475;p9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6" name="Google Shape;2476;p9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7" name="Google Shape;2477;p9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8" name="Google Shape;2478;p9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9" name="Google Shape;2479;p9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0" name="Google Shape;2480;p9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1" name="Google Shape;2481;p9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2" name="Google Shape;2482;p9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3" name="Google Shape;2483;p9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4" name="Google Shape;2484;p9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5" name="Google Shape;2485;p9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6" name="Google Shape;2486;p9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7" name="Google Shape;2487;p9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8" name="Google Shape;2488;p9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" name="Google Shape;2489;p9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" name="Google Shape;2490;p9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" name="Google Shape;2491;p9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" name="Google Shape;2492;p9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" name="Google Shape;2493;p9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" name="Google Shape;2494;p9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" name="Google Shape;2495;p9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" name="Google Shape;2496;p9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" name="Google Shape;2497;p9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" name="Google Shape;2498;p9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" name="Google Shape;2499;p9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0" name="Google Shape;2500;p9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1" name="Google Shape;2501;p9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" name="Google Shape;2502;p9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3" name="Google Shape;2503;p9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4" name="Google Shape;2504;p9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5" name="Google Shape;2505;p9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6" name="Google Shape;2506;p9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7" name="Google Shape;2507;p9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" name="Google Shape;2508;p9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" name="Google Shape;2509;p9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" name="Google Shape;2510;p9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" name="Google Shape;2511;p9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" name="Google Shape;2512;p9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3" name="Google Shape;2513;p9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14" name="Shape 2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Google Shape;2515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516" name="Google Shape;2516;p10"/>
          <p:cNvSpPr txBox="1"/>
          <p:nvPr>
            <p:ph type="title"/>
          </p:nvPr>
        </p:nvSpPr>
        <p:spPr>
          <a:xfrm>
            <a:off x="3082075" y="3592925"/>
            <a:ext cx="5348700" cy="1006500"/>
          </a:xfrm>
          <a:prstGeom prst="rect">
            <a:avLst/>
          </a:prstGeom>
          <a:solidFill>
            <a:schemeClr val="accent1"/>
          </a:solidFill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517" name="Shape 2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8" name="Google Shape;2518;p11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2519" name="Google Shape;2519;p11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" name="Google Shape;2520;p11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1" name="Google Shape;2521;p11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2" name="Google Shape;2522;p1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3" name="Google Shape;2523;p1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4" name="Google Shape;2524;p11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5" name="Google Shape;2525;p11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6" name="Google Shape;2526;p1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7" name="Google Shape;2527;p1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8" name="Google Shape;2528;p11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9" name="Google Shape;2529;p11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0" name="Google Shape;2530;p1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1" name="Google Shape;2531;p1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2" name="Google Shape;2532;p11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3" name="Google Shape;2533;p11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4" name="Google Shape;2534;p1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5" name="Google Shape;2535;p1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6" name="Google Shape;2536;p11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7" name="Google Shape;2537;p11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8" name="Google Shape;2538;p1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9" name="Google Shape;2539;p1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0" name="Google Shape;2540;p11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1" name="Google Shape;2541;p11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2" name="Google Shape;2542;p1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3" name="Google Shape;2543;p1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4" name="Google Shape;2544;p11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5" name="Google Shape;2545;p11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6" name="Google Shape;2546;p1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7" name="Google Shape;2547;p1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8" name="Google Shape;2548;p11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" name="Google Shape;2549;p11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" name="Google Shape;2550;p1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" name="Google Shape;2551;p1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2" name="Google Shape;2552;p11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3" name="Google Shape;2553;p11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4" name="Google Shape;2554;p1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5" name="Google Shape;2555;p1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6" name="Google Shape;2556;p11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7" name="Google Shape;2557;p11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8" name="Google Shape;2558;p1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9" name="Google Shape;2559;p1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0" name="Google Shape;2560;p11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1" name="Google Shape;2561;p11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2" name="Google Shape;2562;p1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3" name="Google Shape;2563;p1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4" name="Google Shape;2564;p11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5" name="Google Shape;2565;p11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6" name="Google Shape;2566;p1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7" name="Google Shape;2567;p1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8" name="Google Shape;2568;p11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9" name="Google Shape;2569;p11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0" name="Google Shape;2570;p1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1" name="Google Shape;2571;p1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2" name="Google Shape;2572;p11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3" name="Google Shape;2573;p11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4" name="Google Shape;2574;p1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5" name="Google Shape;2575;p1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" name="Google Shape;2576;p11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" name="Google Shape;2577;p11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8" name="Google Shape;2578;p1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" name="Google Shape;2579;p1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" name="Google Shape;2580;p11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1" name="Google Shape;2581;p11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2" name="Google Shape;2582;p1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3" name="Google Shape;2583;p1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4" name="Google Shape;2584;p11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5" name="Google Shape;2585;p11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6" name="Google Shape;2586;p1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7" name="Google Shape;2587;p1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8" name="Google Shape;2588;p11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9" name="Google Shape;2589;p11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0" name="Google Shape;2590;p1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1" name="Google Shape;2591;p1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2" name="Google Shape;2592;p11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" name="Google Shape;2593;p11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" name="Google Shape;2594;p1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" name="Google Shape;2595;p1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" name="Google Shape;2596;p11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" name="Google Shape;2597;p11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" name="Google Shape;2598;p1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" name="Google Shape;2599;p1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" name="Google Shape;2600;p11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" name="Google Shape;2601;p11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" name="Google Shape;2602;p1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3" name="Google Shape;2603;p1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4" name="Google Shape;2604;p11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5" name="Google Shape;2605;p11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6" name="Google Shape;2606;p1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7" name="Google Shape;2607;p1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8" name="Google Shape;2608;p11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9" name="Google Shape;2609;p11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0" name="Google Shape;2610;p1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1" name="Google Shape;2611;p1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2" name="Google Shape;2612;p11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3" name="Google Shape;2613;p11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4" name="Google Shape;2614;p1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5" name="Google Shape;2615;p1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6" name="Google Shape;2616;p11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7" name="Google Shape;2617;p11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8" name="Google Shape;2618;p1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9" name="Google Shape;2619;p1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0" name="Google Shape;2620;p11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1" name="Google Shape;2621;p11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2" name="Google Shape;2622;p1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3" name="Google Shape;2623;p1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4" name="Google Shape;2624;p11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5" name="Google Shape;2625;p11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6" name="Google Shape;2626;p1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7" name="Google Shape;2627;p1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8" name="Google Shape;2628;p11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9" name="Google Shape;2629;p11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0" name="Google Shape;2630;p1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1" name="Google Shape;2631;p1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2" name="Google Shape;2632;p11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3" name="Google Shape;2633;p11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4" name="Google Shape;2634;p1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5" name="Google Shape;2635;p1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6" name="Google Shape;2636;p11"/>
          <p:cNvSpPr txBox="1"/>
          <p:nvPr>
            <p:ph hasCustomPrompt="1" type="title"/>
          </p:nvPr>
        </p:nvSpPr>
        <p:spPr>
          <a:xfrm>
            <a:off x="1394246" y="1829050"/>
            <a:ext cx="6357300" cy="119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637" name="Google Shape;2637;p11"/>
          <p:cNvSpPr txBox="1"/>
          <p:nvPr>
            <p:ph idx="1" type="subTitle"/>
          </p:nvPr>
        </p:nvSpPr>
        <p:spPr>
          <a:xfrm>
            <a:off x="1391850" y="2948750"/>
            <a:ext cx="6360300" cy="365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638" name="Google Shape;2638;p11"/>
          <p:cNvSpPr/>
          <p:nvPr/>
        </p:nvSpPr>
        <p:spPr>
          <a:xfrm rot="-5400000">
            <a:off x="2302741" y="-680239"/>
            <a:ext cx="4538517" cy="6503979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9" name="Google Shape;2639;p11"/>
          <p:cNvGrpSpPr/>
          <p:nvPr/>
        </p:nvGrpSpPr>
        <p:grpSpPr>
          <a:xfrm rot="1746615">
            <a:off x="3943591" y="4254957"/>
            <a:ext cx="1047275" cy="979617"/>
            <a:chOff x="-252624" y="1601574"/>
            <a:chExt cx="1047258" cy="979600"/>
          </a:xfrm>
        </p:grpSpPr>
        <p:sp>
          <p:nvSpPr>
            <p:cNvPr id="2640" name="Google Shape;2640;p11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1" name="Google Shape;2641;p11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2" name="Google Shape;2642;p11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3" name="Google Shape;2643;p11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4" name="Google Shape;2644;p11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5" name="Google Shape;2645;p11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6" name="Google Shape;2646;p11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7" name="Google Shape;2647;p11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8" name="Google Shape;2648;p11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9" name="Google Shape;2649;p11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0" name="Google Shape;2650;p11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1" name="Google Shape;2651;p11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2" name="Google Shape;2652;p11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53" name="Google Shape;2653;p11"/>
          <p:cNvGrpSpPr/>
          <p:nvPr/>
        </p:nvGrpSpPr>
        <p:grpSpPr>
          <a:xfrm rot="10800000">
            <a:off x="-262192" y="4034075"/>
            <a:ext cx="1363145" cy="1433258"/>
            <a:chOff x="8529150" y="-173700"/>
            <a:chExt cx="1669089" cy="1754724"/>
          </a:xfrm>
        </p:grpSpPr>
        <p:sp>
          <p:nvSpPr>
            <p:cNvPr id="2654" name="Google Shape;2654;p11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5" name="Google Shape;2655;p11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6" name="Google Shape;2656;p11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7" name="Google Shape;2657;p11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8" name="Google Shape;2658;p11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9" name="Google Shape;2659;p11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0" name="Google Shape;2660;p11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1" name="Google Shape;2661;p11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2" name="Google Shape;2662;p11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3" name="Google Shape;2663;p11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4" name="Google Shape;2664;p11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5" name="Google Shape;2665;p11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6" name="Google Shape;2666;p11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7" name="Google Shape;2667;p11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8" name="Google Shape;2668;p11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9" name="Google Shape;2669;p11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0" name="Google Shape;2670;p11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1" name="Google Shape;2671;p11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2" name="Google Shape;2672;p11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3" name="Google Shape;2673;p11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4" name="Google Shape;2674;p11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5" name="Google Shape;2675;p11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6" name="Google Shape;2676;p11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7" name="Google Shape;2677;p11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8" name="Google Shape;2678;p11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9" name="Google Shape;2679;p11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0" name="Google Shape;2680;p11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1" name="Google Shape;2681;p11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2" name="Google Shape;2682;p11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3" name="Google Shape;2683;p11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4" name="Google Shape;2684;p11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5" name="Google Shape;2685;p11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6" name="Google Shape;2686;p11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7" name="Google Shape;2687;p11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8" name="Google Shape;2688;p11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9" name="Google Shape;2689;p11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0" name="Google Shape;2690;p11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1" name="Google Shape;2691;p11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2" name="Google Shape;2692;p11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3" name="Google Shape;2693;p11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4" name="Google Shape;2694;p11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5" name="Google Shape;2695;p11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96" name="Google Shape;2696;p11"/>
          <p:cNvGrpSpPr/>
          <p:nvPr/>
        </p:nvGrpSpPr>
        <p:grpSpPr>
          <a:xfrm rot="10800000">
            <a:off x="-340873" y="1095833"/>
            <a:ext cx="925639" cy="688028"/>
            <a:chOff x="8588925" y="2091476"/>
            <a:chExt cx="925639" cy="688028"/>
          </a:xfrm>
        </p:grpSpPr>
        <p:sp>
          <p:nvSpPr>
            <p:cNvPr id="2697" name="Google Shape;2697;p11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8" name="Google Shape;2698;p11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9" name="Google Shape;2699;p11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0" name="Google Shape;2700;p11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1" name="Google Shape;2701;p11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2" name="Google Shape;2702;p11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3" name="Google Shape;2703;p11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4" name="Google Shape;2704;p11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5" name="Google Shape;2705;p11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6" name="Google Shape;2706;p11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7" name="Google Shape;2707;p11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8" name="Google Shape;2708;p11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9" name="Google Shape;2709;p11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0" name="Google Shape;2710;p11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11" name="Google Shape;2711;p11"/>
          <p:cNvGrpSpPr/>
          <p:nvPr/>
        </p:nvGrpSpPr>
        <p:grpSpPr>
          <a:xfrm rot="10800000">
            <a:off x="8526702" y="2788729"/>
            <a:ext cx="898165" cy="766770"/>
            <a:chOff x="-252625" y="2918525"/>
            <a:chExt cx="898165" cy="766770"/>
          </a:xfrm>
        </p:grpSpPr>
        <p:sp>
          <p:nvSpPr>
            <p:cNvPr id="2712" name="Google Shape;2712;p11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3" name="Google Shape;2713;p11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4" name="Google Shape;2714;p11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5" name="Google Shape;2715;p11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6" name="Google Shape;2716;p11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7" name="Google Shape;2717;p11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8" name="Google Shape;2718;p11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9" name="Google Shape;2719;p11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0" name="Google Shape;2720;p11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1" name="Google Shape;2721;p11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2" name="Google Shape;2722;p11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3" name="Google Shape;2723;p11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4" name="Google Shape;2724;p11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5" name="Google Shape;2725;p11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6" name="Google Shape;2726;p11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7" name="Google Shape;2727;p11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8" name="Google Shape;2728;p11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9" name="Google Shape;2729;p11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0" name="Google Shape;2730;p11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1" name="Google Shape;2731;p11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2" name="Google Shape;2732;p11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3" name="Google Shape;2733;p11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4" name="Google Shape;2734;p11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5" name="Google Shape;2735;p11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6" name="Google Shape;2736;p11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7" name="Google Shape;2737;p11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8" name="Google Shape;2738;p11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9" name="Google Shape;2739;p11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0" name="Google Shape;2740;p11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1" name="Google Shape;2741;p11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2" name="Google Shape;2742;p11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3" name="Google Shape;2743;p11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4" name="Google Shape;2744;p11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5" name="Google Shape;2745;p11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6" name="Google Shape;2746;p11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7" name="Google Shape;2747;p11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48" name="Google Shape;2748;p11"/>
          <p:cNvGrpSpPr/>
          <p:nvPr/>
        </p:nvGrpSpPr>
        <p:grpSpPr>
          <a:xfrm rot="10800000">
            <a:off x="-227370" y="-77202"/>
            <a:ext cx="1294621" cy="1350901"/>
            <a:chOff x="8465725" y="2863051"/>
            <a:chExt cx="1956212" cy="2041561"/>
          </a:xfrm>
        </p:grpSpPr>
        <p:sp>
          <p:nvSpPr>
            <p:cNvPr id="2749" name="Google Shape;2749;p11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0" name="Google Shape;2750;p11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1" name="Google Shape;2751;p11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2" name="Google Shape;2752;p11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3" name="Google Shape;2753;p11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4" name="Google Shape;2754;p11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5" name="Google Shape;2755;p11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6" name="Google Shape;2756;p11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7" name="Google Shape;2757;p11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8" name="Google Shape;2758;p11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9" name="Google Shape;2759;p11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0" name="Google Shape;2760;p11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1" name="Google Shape;2761;p11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2" name="Google Shape;2762;p11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3" name="Google Shape;2763;p11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4" name="Google Shape;2764;p11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5" name="Google Shape;2765;p11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6" name="Google Shape;2766;p11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7" name="Google Shape;2767;p11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8" name="Google Shape;2768;p11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9" name="Google Shape;2769;p11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0" name="Google Shape;2770;p11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1" name="Google Shape;2771;p11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2" name="Google Shape;2772;p11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3" name="Google Shape;2773;p11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4" name="Google Shape;2774;p11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5" name="Google Shape;2775;p11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6" name="Google Shape;2776;p11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7" name="Google Shape;2777;p11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8" name="Google Shape;2778;p11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9" name="Google Shape;2779;p11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0" name="Google Shape;2780;p11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1" name="Google Shape;2781;p11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2" name="Google Shape;2782;p11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3" name="Google Shape;2783;p11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4" name="Google Shape;2784;p11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5" name="Google Shape;2785;p11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6" name="Google Shape;2786;p11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7" name="Google Shape;2787;p11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8" name="Google Shape;2788;p11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9" name="Google Shape;2789;p11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0" name="Google Shape;2790;p11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1" name="Google Shape;2791;p11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2" name="Google Shape;2792;p11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93" name="Google Shape;2793;p11"/>
          <p:cNvGrpSpPr/>
          <p:nvPr/>
        </p:nvGrpSpPr>
        <p:grpSpPr>
          <a:xfrm rot="10800000">
            <a:off x="7778562" y="3885614"/>
            <a:ext cx="1646313" cy="1753805"/>
            <a:chOff x="-2092800" y="-1252032"/>
            <a:chExt cx="1956171" cy="2083646"/>
          </a:xfrm>
        </p:grpSpPr>
        <p:sp>
          <p:nvSpPr>
            <p:cNvPr id="2794" name="Google Shape;2794;p11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5" name="Google Shape;2795;p11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6" name="Google Shape;2796;p11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7" name="Google Shape;2797;p11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8" name="Google Shape;2798;p11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9" name="Google Shape;2799;p11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0" name="Google Shape;2800;p11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1" name="Google Shape;2801;p11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2" name="Google Shape;2802;p11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3" name="Google Shape;2803;p11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4" name="Google Shape;2804;p11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5" name="Google Shape;2805;p11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6" name="Google Shape;2806;p11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7" name="Google Shape;2807;p11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8" name="Google Shape;2808;p11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9" name="Google Shape;2809;p11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0" name="Google Shape;2810;p11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1" name="Google Shape;2811;p11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2" name="Google Shape;2812;p11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3" name="Google Shape;2813;p11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4" name="Google Shape;2814;p11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5" name="Google Shape;2815;p11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6" name="Google Shape;2816;p11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7" name="Google Shape;2817;p11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8" name="Google Shape;2818;p11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9" name="Google Shape;2819;p11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0" name="Google Shape;2820;p11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1" name="Google Shape;2821;p11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2" name="Google Shape;2822;p11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3" name="Google Shape;2823;p11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4" name="Google Shape;2824;p11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5" name="Google Shape;2825;p11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6" name="Google Shape;2826;p11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7" name="Google Shape;2827;p11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8" name="Google Shape;2828;p11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9" name="Google Shape;2829;p11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0" name="Google Shape;2830;p11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1" name="Google Shape;2831;p11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2" name="Google Shape;2832;p11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3" name="Google Shape;2833;p11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4" name="Google Shape;2834;p11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5" name="Google Shape;2835;p11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6" name="Google Shape;2836;p11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7" name="Google Shape;2837;p11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8" name="Google Shape;2838;p11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9" name="Google Shape;2839;p11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0" name="Google Shape;2840;p11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1" name="Google Shape;2841;p11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2" name="Google Shape;2842;p11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43" name="Google Shape;2843;p11"/>
          <p:cNvGrpSpPr/>
          <p:nvPr/>
        </p:nvGrpSpPr>
        <p:grpSpPr>
          <a:xfrm rot="10800000">
            <a:off x="-18265" y="3065179"/>
            <a:ext cx="679382" cy="871990"/>
            <a:chOff x="8619938" y="2813305"/>
            <a:chExt cx="679382" cy="871990"/>
          </a:xfrm>
        </p:grpSpPr>
        <p:sp>
          <p:nvSpPr>
            <p:cNvPr id="2844" name="Google Shape;2844;p11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5" name="Google Shape;2845;p11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6" name="Google Shape;2846;p11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7" name="Google Shape;2847;p11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8" name="Google Shape;2848;p11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9" name="Google Shape;2849;p11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0" name="Google Shape;2850;p11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1" name="Google Shape;2851;p11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2" name="Google Shape;2852;p11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3" name="Google Shape;2853;p11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4" name="Google Shape;2854;p11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5" name="Google Shape;2855;p11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6" name="Google Shape;2856;p11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7" name="Google Shape;2857;p11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8" name="Google Shape;2858;p11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9" name="Google Shape;2859;p11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0" name="Google Shape;2860;p11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1" name="Google Shape;2861;p11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2" name="Google Shape;2862;p11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3" name="Google Shape;2863;p11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4" name="Google Shape;2864;p11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5" name="Google Shape;2865;p11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6" name="Google Shape;2866;p11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7" name="Google Shape;2867;p11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8" name="Google Shape;2868;p11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9" name="Google Shape;2869;p11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0" name="Google Shape;2870;p11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1" name="Google Shape;2871;p11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72" name="Google Shape;2872;p11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2873" name="Google Shape;2873;p11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74" name="Google Shape;2874;p11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875" name="Google Shape;2875;p11"/>
          <p:cNvGrpSpPr/>
          <p:nvPr/>
        </p:nvGrpSpPr>
        <p:grpSpPr>
          <a:xfrm rot="10800000">
            <a:off x="7477155" y="-441745"/>
            <a:ext cx="1973759" cy="1718179"/>
            <a:chOff x="-1914575" y="2967750"/>
            <a:chExt cx="1540675" cy="1341175"/>
          </a:xfrm>
        </p:grpSpPr>
        <p:sp>
          <p:nvSpPr>
            <p:cNvPr id="2876" name="Google Shape;2876;p11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7" name="Google Shape;2877;p11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8" name="Google Shape;2878;p11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9" name="Google Shape;2879;p11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0" name="Google Shape;2880;p11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1" name="Google Shape;2881;p11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2" name="Google Shape;2882;p11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3" name="Google Shape;2883;p11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4" name="Google Shape;2884;p11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5" name="Google Shape;2885;p11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6" name="Google Shape;2886;p11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7" name="Google Shape;2887;p11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8" name="Google Shape;2888;p11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9" name="Google Shape;2889;p11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0" name="Google Shape;2890;p11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1" name="Google Shape;2891;p11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2" name="Google Shape;2892;p11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3" name="Google Shape;2893;p11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4" name="Google Shape;2894;p11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5" name="Google Shape;2895;p11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6" name="Google Shape;2896;p11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7" name="Google Shape;2897;p11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8" name="Google Shape;2898;p11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9" name="Google Shape;2899;p11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0" name="Google Shape;2900;p11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1" name="Google Shape;2901;p11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2" name="Google Shape;2902;p11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3" name="Google Shape;2903;p11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4" name="Google Shape;2904;p11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5" name="Google Shape;2905;p11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6" name="Google Shape;2906;p11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7" name="Google Shape;2907;p11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8" name="Google Shape;2908;p11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9" name="Google Shape;2909;p11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0" name="Google Shape;2910;p11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1" name="Google Shape;2911;p11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2" name="Google Shape;2912;p11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3" name="Google Shape;2913;p11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4" name="Google Shape;2914;p11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5" name="Google Shape;2915;p11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6" name="Google Shape;2916;p11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7" name="Google Shape;2917;p11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8" name="Google Shape;2918;p11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9" name="Google Shape;2919;p11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0" name="Google Shape;2920;p11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1" name="Google Shape;2921;p11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2" name="Google Shape;2922;p11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3" name="Google Shape;2923;p11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4" name="Google Shape;2924;p11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5" name="Google Shape;2925;p11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6" name="Google Shape;2926;p11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7" name="Google Shape;2927;p11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8" name="Google Shape;2928;p11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9" name="Google Shape;2929;p11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0" name="Google Shape;2930;p11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1" name="Google Shape;2931;p11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2" name="Google Shape;2932;p11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3" name="Google Shape;2933;p11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4" name="Google Shape;2934;p11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5" name="Google Shape;2935;p11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6" name="Google Shape;2936;p11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7" name="Google Shape;2937;p11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8" name="Google Shape;2938;p11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9" name="Google Shape;2939;p11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0" name="Google Shape;2940;p11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1" name="Google Shape;2941;p11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2" name="Google Shape;2942;p11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3" name="Google Shape;2943;p11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4" name="Google Shape;2944;p11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5" name="Google Shape;2945;p11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6" name="Google Shape;2946;p11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7" name="Google Shape;2947;p11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8" name="Google Shape;2948;p11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9" name="Google Shape;2949;p11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0" name="Google Shape;2950;p11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1" name="Google Shape;2951;p11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2" name="Google Shape;2952;p11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3" name="Google Shape;2953;p11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4" name="Google Shape;2954;p11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5" name="Google Shape;2955;p11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6" name="Google Shape;2956;p11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7" name="Google Shape;2957;p11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8" name="Google Shape;2958;p11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9" name="Google Shape;2959;p11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0" name="Google Shape;2960;p11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1" name="Google Shape;2961;p11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2" name="Google Shape;2962;p11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3" name="Google Shape;2963;p11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4" name="Google Shape;2964;p11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5" name="Google Shape;2965;p11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6" name="Google Shape;2966;p11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7" name="Google Shape;2967;p11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8" name="Google Shape;2968;p11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9" name="Google Shape;2969;p11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0" name="Google Shape;2970;p11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1" name="Google Shape;2971;p11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2" name="Google Shape;2972;p11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3" name="Google Shape;2973;p11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4" name="Google Shape;2974;p11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5" name="Google Shape;2975;p11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6" name="Google Shape;2976;p11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7" name="Google Shape;2977;p11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8" name="Google Shape;2978;p11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9" name="Google Shape;2979;p11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0" name="Google Shape;2980;p11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1" name="Google Shape;2981;p11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2" name="Google Shape;2982;p11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3" name="Google Shape;2983;p11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4" name="Google Shape;2984;p11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5" name="Google Shape;2985;p11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6" name="Google Shape;2986;p11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7" name="Google Shape;2987;p11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8" name="Google Shape;2988;p11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9" name="Google Shape;2989;p11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0" name="Google Shape;2990;p11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1" name="Google Shape;2991;p11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2" name="Google Shape;2992;p11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3" name="Google Shape;2993;p11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4" name="Google Shape;2994;p11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5" name="Google Shape;2995;p11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6" name="Google Shape;2996;p11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7" name="Google Shape;2997;p11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8" name="Google Shape;2998;p11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9" name="Google Shape;2999;p11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0" name="Google Shape;3000;p11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1" name="Google Shape;3001;p11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2" name="Google Shape;3002;p11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3" name="Google Shape;3003;p11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4" name="Google Shape;3004;p11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5" name="Google Shape;3005;p11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6" name="Google Shape;3006;p11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7" name="Google Shape;3007;p11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8" name="Google Shape;3008;p11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9" name="Google Shape;3009;p11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0" name="Google Shape;3010;p11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1" name="Google Shape;3011;p11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2" name="Google Shape;3012;p11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3" name="Google Shape;3013;p11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4" name="Google Shape;3014;p11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5" name="Google Shape;3015;p11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6" name="Google Shape;3016;p11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7" name="Google Shape;3017;p11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8" name="Google Shape;3018;p11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9" name="Google Shape;3019;p11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0" name="Google Shape;3020;p11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1" name="Google Shape;3021;p11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2" name="Google Shape;3022;p11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3" name="Google Shape;3023;p11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4" name="Google Shape;3024;p11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5" name="Google Shape;3025;p11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6" name="Google Shape;3026;p11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7" name="Google Shape;3027;p11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8" name="Google Shape;3028;p11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9" name="Google Shape;3029;p11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0" name="Google Shape;3030;p11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1" name="Google Shape;3031;p11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3032" name="Shape 30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3033" name="Shape 3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4" name="Google Shape;3034;p13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3035" name="Google Shape;3035;p13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6" name="Google Shape;3036;p13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7" name="Google Shape;3037;p13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8" name="Google Shape;3038;p1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9" name="Google Shape;3039;p1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0" name="Google Shape;3040;p13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1" name="Google Shape;3041;p13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2" name="Google Shape;3042;p1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3" name="Google Shape;3043;p1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4" name="Google Shape;3044;p13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5" name="Google Shape;3045;p13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6" name="Google Shape;3046;p1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7" name="Google Shape;3047;p1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8" name="Google Shape;3048;p13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9" name="Google Shape;3049;p13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0" name="Google Shape;3050;p1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1" name="Google Shape;3051;p1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2" name="Google Shape;3052;p13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3" name="Google Shape;3053;p13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4" name="Google Shape;3054;p1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5" name="Google Shape;3055;p1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6" name="Google Shape;3056;p13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7" name="Google Shape;3057;p13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8" name="Google Shape;3058;p1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9" name="Google Shape;3059;p1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0" name="Google Shape;3060;p13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1" name="Google Shape;3061;p13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2" name="Google Shape;3062;p1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3" name="Google Shape;3063;p1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4" name="Google Shape;3064;p13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5" name="Google Shape;3065;p13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6" name="Google Shape;3066;p1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7" name="Google Shape;3067;p1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8" name="Google Shape;3068;p13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9" name="Google Shape;3069;p13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0" name="Google Shape;3070;p1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1" name="Google Shape;3071;p1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2" name="Google Shape;3072;p13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3" name="Google Shape;3073;p13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4" name="Google Shape;3074;p1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5" name="Google Shape;3075;p1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6" name="Google Shape;3076;p13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7" name="Google Shape;3077;p13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8" name="Google Shape;3078;p1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9" name="Google Shape;3079;p1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0" name="Google Shape;3080;p13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1" name="Google Shape;3081;p13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2" name="Google Shape;3082;p1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3" name="Google Shape;3083;p1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4" name="Google Shape;3084;p13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5" name="Google Shape;3085;p13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6" name="Google Shape;3086;p1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7" name="Google Shape;3087;p1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8" name="Google Shape;3088;p13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9" name="Google Shape;3089;p13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0" name="Google Shape;3090;p1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1" name="Google Shape;3091;p1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2" name="Google Shape;3092;p13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3" name="Google Shape;3093;p13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4" name="Google Shape;3094;p1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5" name="Google Shape;3095;p1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6" name="Google Shape;3096;p13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7" name="Google Shape;3097;p13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8" name="Google Shape;3098;p1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9" name="Google Shape;3099;p1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0" name="Google Shape;3100;p13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1" name="Google Shape;3101;p13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2" name="Google Shape;3102;p1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3" name="Google Shape;3103;p1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4" name="Google Shape;3104;p13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5" name="Google Shape;3105;p13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6" name="Google Shape;3106;p1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7" name="Google Shape;3107;p1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8" name="Google Shape;3108;p13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9" name="Google Shape;3109;p13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0" name="Google Shape;3110;p1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1" name="Google Shape;3111;p1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2" name="Google Shape;3112;p13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3" name="Google Shape;3113;p13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4" name="Google Shape;3114;p1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5" name="Google Shape;3115;p1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6" name="Google Shape;3116;p13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7" name="Google Shape;3117;p13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8" name="Google Shape;3118;p1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9" name="Google Shape;3119;p1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0" name="Google Shape;3120;p13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1" name="Google Shape;3121;p13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2" name="Google Shape;3122;p1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3" name="Google Shape;3123;p1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4" name="Google Shape;3124;p13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5" name="Google Shape;3125;p13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6" name="Google Shape;3126;p1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7" name="Google Shape;3127;p1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8" name="Google Shape;3128;p13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9" name="Google Shape;3129;p13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0" name="Google Shape;3130;p1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1" name="Google Shape;3131;p1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2" name="Google Shape;3132;p13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3" name="Google Shape;3133;p13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4" name="Google Shape;3134;p1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5" name="Google Shape;3135;p1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6" name="Google Shape;3136;p13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7" name="Google Shape;3137;p13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8" name="Google Shape;3138;p1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9" name="Google Shape;3139;p1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0" name="Google Shape;3140;p13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1" name="Google Shape;3141;p13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2" name="Google Shape;3142;p1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3" name="Google Shape;3143;p1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4" name="Google Shape;3144;p13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5" name="Google Shape;3145;p13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6" name="Google Shape;3146;p1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7" name="Google Shape;3147;p1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8" name="Google Shape;3148;p13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9" name="Google Shape;3149;p13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0" name="Google Shape;3150;p1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1" name="Google Shape;3151;p1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52" name="Google Shape;3152;p13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3" name="Google Shape;3153;p13"/>
          <p:cNvSpPr txBox="1"/>
          <p:nvPr>
            <p:ph type="title"/>
          </p:nvPr>
        </p:nvSpPr>
        <p:spPr>
          <a:xfrm>
            <a:off x="1884492" y="1250800"/>
            <a:ext cx="2406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54" name="Google Shape;3154;p13"/>
          <p:cNvSpPr txBox="1"/>
          <p:nvPr>
            <p:ph idx="1" type="subTitle"/>
          </p:nvPr>
        </p:nvSpPr>
        <p:spPr>
          <a:xfrm>
            <a:off x="1884492" y="1465599"/>
            <a:ext cx="24066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55" name="Google Shape;3155;p13"/>
          <p:cNvSpPr txBox="1"/>
          <p:nvPr>
            <p:ph idx="2" type="title"/>
          </p:nvPr>
        </p:nvSpPr>
        <p:spPr>
          <a:xfrm flipH="1">
            <a:off x="5770898" y="1250800"/>
            <a:ext cx="2404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56" name="Google Shape;3156;p13"/>
          <p:cNvSpPr txBox="1"/>
          <p:nvPr>
            <p:ph idx="3" type="subTitle"/>
          </p:nvPr>
        </p:nvSpPr>
        <p:spPr>
          <a:xfrm flipH="1">
            <a:off x="5770890" y="1465598"/>
            <a:ext cx="24045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57" name="Google Shape;3157;p13"/>
          <p:cNvSpPr txBox="1"/>
          <p:nvPr>
            <p:ph hasCustomPrompt="1" idx="4" type="title"/>
          </p:nvPr>
        </p:nvSpPr>
        <p:spPr>
          <a:xfrm>
            <a:off x="980452" y="1403950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158" name="Google Shape;3158;p13"/>
          <p:cNvSpPr txBox="1"/>
          <p:nvPr>
            <p:ph hasCustomPrompt="1" idx="5" type="title"/>
          </p:nvPr>
        </p:nvSpPr>
        <p:spPr>
          <a:xfrm flipH="1">
            <a:off x="4867042" y="1403950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159" name="Google Shape;3159;p13"/>
          <p:cNvSpPr txBox="1"/>
          <p:nvPr>
            <p:ph idx="6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160" name="Google Shape;3160;p13"/>
          <p:cNvSpPr txBox="1"/>
          <p:nvPr>
            <p:ph idx="7" type="title"/>
          </p:nvPr>
        </p:nvSpPr>
        <p:spPr>
          <a:xfrm>
            <a:off x="1884492" y="2397071"/>
            <a:ext cx="2406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61" name="Google Shape;3161;p13"/>
          <p:cNvSpPr txBox="1"/>
          <p:nvPr>
            <p:ph idx="8" type="subTitle"/>
          </p:nvPr>
        </p:nvSpPr>
        <p:spPr>
          <a:xfrm>
            <a:off x="1884492" y="2613104"/>
            <a:ext cx="2406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2" name="Google Shape;3162;p13"/>
          <p:cNvSpPr txBox="1"/>
          <p:nvPr>
            <p:ph idx="9" type="title"/>
          </p:nvPr>
        </p:nvSpPr>
        <p:spPr>
          <a:xfrm flipH="1">
            <a:off x="5770898" y="2397076"/>
            <a:ext cx="2404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63" name="Google Shape;3163;p13"/>
          <p:cNvSpPr txBox="1"/>
          <p:nvPr>
            <p:ph idx="13" type="subTitle"/>
          </p:nvPr>
        </p:nvSpPr>
        <p:spPr>
          <a:xfrm flipH="1">
            <a:off x="5770890" y="2613109"/>
            <a:ext cx="24045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4" name="Google Shape;3164;p13"/>
          <p:cNvSpPr txBox="1"/>
          <p:nvPr>
            <p:ph hasCustomPrompt="1" idx="14" type="title"/>
          </p:nvPr>
        </p:nvSpPr>
        <p:spPr>
          <a:xfrm>
            <a:off x="980452" y="2550842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165" name="Google Shape;3165;p13"/>
          <p:cNvSpPr txBox="1"/>
          <p:nvPr>
            <p:ph hasCustomPrompt="1" idx="15" type="title"/>
          </p:nvPr>
        </p:nvSpPr>
        <p:spPr>
          <a:xfrm flipH="1">
            <a:off x="4867042" y="2550842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166" name="Google Shape;3166;p13"/>
          <p:cNvSpPr txBox="1"/>
          <p:nvPr>
            <p:ph idx="16" type="title"/>
          </p:nvPr>
        </p:nvSpPr>
        <p:spPr>
          <a:xfrm>
            <a:off x="1884492" y="3540067"/>
            <a:ext cx="2406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67" name="Google Shape;3167;p13"/>
          <p:cNvSpPr txBox="1"/>
          <p:nvPr>
            <p:ph idx="17" type="subTitle"/>
          </p:nvPr>
        </p:nvSpPr>
        <p:spPr>
          <a:xfrm>
            <a:off x="1884492" y="3756100"/>
            <a:ext cx="2406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8" name="Google Shape;3168;p13"/>
          <p:cNvSpPr txBox="1"/>
          <p:nvPr>
            <p:ph idx="18" type="title"/>
          </p:nvPr>
        </p:nvSpPr>
        <p:spPr>
          <a:xfrm flipH="1">
            <a:off x="5770898" y="3540067"/>
            <a:ext cx="2404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69" name="Google Shape;3169;p13"/>
          <p:cNvSpPr txBox="1"/>
          <p:nvPr>
            <p:ph idx="19" type="subTitle"/>
          </p:nvPr>
        </p:nvSpPr>
        <p:spPr>
          <a:xfrm flipH="1">
            <a:off x="5770890" y="3756100"/>
            <a:ext cx="24045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70" name="Google Shape;3170;p13"/>
          <p:cNvSpPr txBox="1"/>
          <p:nvPr>
            <p:ph hasCustomPrompt="1" idx="20" type="title"/>
          </p:nvPr>
        </p:nvSpPr>
        <p:spPr>
          <a:xfrm>
            <a:off x="980452" y="3693842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171" name="Google Shape;3171;p13"/>
          <p:cNvSpPr txBox="1"/>
          <p:nvPr>
            <p:ph hasCustomPrompt="1" idx="21" type="title"/>
          </p:nvPr>
        </p:nvSpPr>
        <p:spPr>
          <a:xfrm flipH="1">
            <a:off x="4867042" y="3693842"/>
            <a:ext cx="734700" cy="4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172" name="Google Shape;3172;p13"/>
          <p:cNvGrpSpPr/>
          <p:nvPr/>
        </p:nvGrpSpPr>
        <p:grpSpPr>
          <a:xfrm>
            <a:off x="8497450" y="713375"/>
            <a:ext cx="898165" cy="766770"/>
            <a:chOff x="-252625" y="2918525"/>
            <a:chExt cx="898165" cy="766770"/>
          </a:xfrm>
        </p:grpSpPr>
        <p:sp>
          <p:nvSpPr>
            <p:cNvPr id="3173" name="Google Shape;3173;p13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4" name="Google Shape;3174;p13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5" name="Google Shape;3175;p13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6" name="Google Shape;3176;p13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7" name="Google Shape;3177;p13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8" name="Google Shape;3178;p13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9" name="Google Shape;3179;p13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0" name="Google Shape;3180;p13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1" name="Google Shape;3181;p13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2" name="Google Shape;3182;p13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3" name="Google Shape;3183;p13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4" name="Google Shape;3184;p13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5" name="Google Shape;3185;p13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6" name="Google Shape;3186;p13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7" name="Google Shape;3187;p13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8" name="Google Shape;3188;p13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9" name="Google Shape;3189;p13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0" name="Google Shape;3190;p13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1" name="Google Shape;3191;p13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2" name="Google Shape;3192;p13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3" name="Google Shape;3193;p13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4" name="Google Shape;3194;p13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5" name="Google Shape;3195;p13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6" name="Google Shape;3196;p13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7" name="Google Shape;3197;p13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8" name="Google Shape;3198;p13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9" name="Google Shape;3199;p13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0" name="Google Shape;3200;p13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1" name="Google Shape;3201;p13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2" name="Google Shape;3202;p13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3" name="Google Shape;3203;p13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4" name="Google Shape;3204;p13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5" name="Google Shape;3205;p13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6" name="Google Shape;3206;p13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7" name="Google Shape;3207;p13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8" name="Google Shape;3208;p13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09" name="Google Shape;3209;p13"/>
          <p:cNvGrpSpPr/>
          <p:nvPr/>
        </p:nvGrpSpPr>
        <p:grpSpPr>
          <a:xfrm>
            <a:off x="-269025" y="555613"/>
            <a:ext cx="925639" cy="688028"/>
            <a:chOff x="8588925" y="2091476"/>
            <a:chExt cx="925639" cy="688028"/>
          </a:xfrm>
        </p:grpSpPr>
        <p:sp>
          <p:nvSpPr>
            <p:cNvPr id="3210" name="Google Shape;3210;p1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1" name="Google Shape;3211;p1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2" name="Google Shape;3212;p1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3" name="Google Shape;3213;p1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4" name="Google Shape;3214;p1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5" name="Google Shape;3215;p1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6" name="Google Shape;3216;p1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7" name="Google Shape;3217;p1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8" name="Google Shape;3218;p1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9" name="Google Shape;3219;p1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0" name="Google Shape;3220;p1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1" name="Google Shape;3221;p1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2" name="Google Shape;3222;p1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3" name="Google Shape;3223;p1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23">
    <p:spTree>
      <p:nvGrpSpPr>
        <p:cNvPr id="3224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25" name="Google Shape;3225;p14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3226" name="Google Shape;3226;p14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7" name="Google Shape;3227;p14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8" name="Google Shape;3228;p14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9" name="Google Shape;3229;p1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0" name="Google Shape;3230;p1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1" name="Google Shape;3231;p14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2" name="Google Shape;3232;p14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3" name="Google Shape;3233;p1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4" name="Google Shape;3234;p1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5" name="Google Shape;3235;p14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6" name="Google Shape;3236;p14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7" name="Google Shape;3237;p1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8" name="Google Shape;3238;p1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9" name="Google Shape;3239;p14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0" name="Google Shape;3240;p14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1" name="Google Shape;3241;p1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2" name="Google Shape;3242;p1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3" name="Google Shape;3243;p14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4" name="Google Shape;3244;p14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5" name="Google Shape;3245;p1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6" name="Google Shape;3246;p1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7" name="Google Shape;3247;p14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8" name="Google Shape;3248;p14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9" name="Google Shape;3249;p1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0" name="Google Shape;3250;p1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1" name="Google Shape;3251;p14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2" name="Google Shape;3252;p14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3" name="Google Shape;3253;p1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4" name="Google Shape;3254;p1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5" name="Google Shape;3255;p14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6" name="Google Shape;3256;p14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7" name="Google Shape;3257;p1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8" name="Google Shape;3258;p1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9" name="Google Shape;3259;p14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0" name="Google Shape;3260;p14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1" name="Google Shape;3261;p1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2" name="Google Shape;3262;p1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3" name="Google Shape;3263;p14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4" name="Google Shape;3264;p14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5" name="Google Shape;3265;p1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6" name="Google Shape;3266;p1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7" name="Google Shape;3267;p14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8" name="Google Shape;3268;p14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9" name="Google Shape;3269;p1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0" name="Google Shape;3270;p1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1" name="Google Shape;3271;p14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2" name="Google Shape;3272;p14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3" name="Google Shape;3273;p1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4" name="Google Shape;3274;p1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5" name="Google Shape;3275;p14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6" name="Google Shape;3276;p14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7" name="Google Shape;3277;p1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8" name="Google Shape;3278;p1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9" name="Google Shape;3279;p14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0" name="Google Shape;3280;p14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1" name="Google Shape;3281;p1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2" name="Google Shape;3282;p1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3" name="Google Shape;3283;p14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4" name="Google Shape;3284;p14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5" name="Google Shape;3285;p1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6" name="Google Shape;3286;p1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7" name="Google Shape;3287;p14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8" name="Google Shape;3288;p14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9" name="Google Shape;3289;p1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0" name="Google Shape;3290;p1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1" name="Google Shape;3291;p14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2" name="Google Shape;3292;p14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3" name="Google Shape;3293;p1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4" name="Google Shape;3294;p1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5" name="Google Shape;3295;p14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6" name="Google Shape;3296;p14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7" name="Google Shape;3297;p1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8" name="Google Shape;3298;p1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9" name="Google Shape;3299;p14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0" name="Google Shape;3300;p14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1" name="Google Shape;3301;p1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2" name="Google Shape;3302;p1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3" name="Google Shape;3303;p14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4" name="Google Shape;3304;p14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5" name="Google Shape;3305;p1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6" name="Google Shape;3306;p1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7" name="Google Shape;3307;p14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8" name="Google Shape;3308;p14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9" name="Google Shape;3309;p1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0" name="Google Shape;3310;p1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1" name="Google Shape;3311;p14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2" name="Google Shape;3312;p14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3" name="Google Shape;3313;p1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4" name="Google Shape;3314;p1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5" name="Google Shape;3315;p14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6" name="Google Shape;3316;p14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7" name="Google Shape;3317;p1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8" name="Google Shape;3318;p1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9" name="Google Shape;3319;p14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0" name="Google Shape;3320;p14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1" name="Google Shape;3321;p1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2" name="Google Shape;3322;p1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3" name="Google Shape;3323;p14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4" name="Google Shape;3324;p14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5" name="Google Shape;3325;p1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6" name="Google Shape;3326;p1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7" name="Google Shape;3327;p14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8" name="Google Shape;3328;p14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9" name="Google Shape;3329;p1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0" name="Google Shape;3330;p1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1" name="Google Shape;3331;p14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2" name="Google Shape;3332;p14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3" name="Google Shape;3333;p1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4" name="Google Shape;3334;p1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5" name="Google Shape;3335;p14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6" name="Google Shape;3336;p14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7" name="Google Shape;3337;p1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8" name="Google Shape;3338;p1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9" name="Google Shape;3339;p14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0" name="Google Shape;3340;p14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1" name="Google Shape;3341;p1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2" name="Google Shape;3342;p1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43" name="Google Shape;3343;p14"/>
          <p:cNvSpPr/>
          <p:nvPr/>
        </p:nvSpPr>
        <p:spPr>
          <a:xfrm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4" name="Google Shape;3344;p14"/>
          <p:cNvSpPr txBox="1"/>
          <p:nvPr>
            <p:ph type="title"/>
          </p:nvPr>
        </p:nvSpPr>
        <p:spPr>
          <a:xfrm>
            <a:off x="1636826" y="1837292"/>
            <a:ext cx="4513200" cy="109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45" name="Google Shape;3345;p14"/>
          <p:cNvSpPr txBox="1"/>
          <p:nvPr>
            <p:ph hasCustomPrompt="1" idx="2" type="title"/>
          </p:nvPr>
        </p:nvSpPr>
        <p:spPr>
          <a:xfrm>
            <a:off x="6463726" y="2040542"/>
            <a:ext cx="914400" cy="690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55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346" name="Google Shape;3346;p14"/>
          <p:cNvSpPr txBox="1"/>
          <p:nvPr>
            <p:ph idx="1" type="subTitle"/>
          </p:nvPr>
        </p:nvSpPr>
        <p:spPr>
          <a:xfrm>
            <a:off x="1632926" y="2982154"/>
            <a:ext cx="4517100" cy="365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47" name="Google Shape;3347;p14"/>
          <p:cNvGrpSpPr/>
          <p:nvPr/>
        </p:nvGrpSpPr>
        <p:grpSpPr>
          <a:xfrm rot="-9281911">
            <a:off x="7648932" y="3797961"/>
            <a:ext cx="1646386" cy="1753585"/>
            <a:chOff x="-2092800" y="-1252032"/>
            <a:chExt cx="1956171" cy="2083646"/>
          </a:xfrm>
        </p:grpSpPr>
        <p:sp>
          <p:nvSpPr>
            <p:cNvPr id="3348" name="Google Shape;3348;p14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9" name="Google Shape;3349;p14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0" name="Google Shape;3350;p14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1" name="Google Shape;3351;p14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2" name="Google Shape;3352;p14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3" name="Google Shape;3353;p14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4" name="Google Shape;3354;p14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5" name="Google Shape;3355;p14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6" name="Google Shape;3356;p14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7" name="Google Shape;3357;p14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8" name="Google Shape;3358;p14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9" name="Google Shape;3359;p14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0" name="Google Shape;3360;p14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1" name="Google Shape;3361;p14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2" name="Google Shape;3362;p14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3" name="Google Shape;3363;p14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4" name="Google Shape;3364;p14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5" name="Google Shape;3365;p14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6" name="Google Shape;3366;p14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7" name="Google Shape;3367;p14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8" name="Google Shape;3368;p14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9" name="Google Shape;3369;p14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0" name="Google Shape;3370;p14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1" name="Google Shape;3371;p14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2" name="Google Shape;3372;p14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3" name="Google Shape;3373;p14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4" name="Google Shape;3374;p14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5" name="Google Shape;3375;p14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6" name="Google Shape;3376;p14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7" name="Google Shape;3377;p14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8" name="Google Shape;3378;p14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9" name="Google Shape;3379;p14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0" name="Google Shape;3380;p14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1" name="Google Shape;3381;p14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2" name="Google Shape;3382;p14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3" name="Google Shape;3383;p14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4" name="Google Shape;3384;p14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5" name="Google Shape;3385;p14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6" name="Google Shape;3386;p14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7" name="Google Shape;3387;p14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8" name="Google Shape;3388;p14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9" name="Google Shape;3389;p14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0" name="Google Shape;3390;p14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1" name="Google Shape;3391;p14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2" name="Google Shape;3392;p14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3" name="Google Shape;3393;p14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4" name="Google Shape;3394;p14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5" name="Google Shape;3395;p14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6" name="Google Shape;3396;p14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97" name="Google Shape;3397;p14"/>
          <p:cNvGrpSpPr/>
          <p:nvPr/>
        </p:nvGrpSpPr>
        <p:grpSpPr>
          <a:xfrm rot="-6300061">
            <a:off x="-399203" y="-311673"/>
            <a:ext cx="1363200" cy="1433311"/>
            <a:chOff x="8529150" y="-173700"/>
            <a:chExt cx="1669089" cy="1754724"/>
          </a:xfrm>
        </p:grpSpPr>
        <p:sp>
          <p:nvSpPr>
            <p:cNvPr id="3398" name="Google Shape;3398;p14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9" name="Google Shape;3399;p14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0" name="Google Shape;3400;p14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1" name="Google Shape;3401;p14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2" name="Google Shape;3402;p14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3" name="Google Shape;3403;p14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4" name="Google Shape;3404;p14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5" name="Google Shape;3405;p14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6" name="Google Shape;3406;p14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7" name="Google Shape;3407;p14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8" name="Google Shape;3408;p14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9" name="Google Shape;3409;p14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0" name="Google Shape;3410;p14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1" name="Google Shape;3411;p14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2" name="Google Shape;3412;p14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3" name="Google Shape;3413;p14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4" name="Google Shape;3414;p14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5" name="Google Shape;3415;p14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6" name="Google Shape;3416;p14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7" name="Google Shape;3417;p14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8" name="Google Shape;3418;p14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9" name="Google Shape;3419;p14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0" name="Google Shape;3420;p14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1" name="Google Shape;3421;p14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2" name="Google Shape;3422;p14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3" name="Google Shape;3423;p14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4" name="Google Shape;3424;p14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5" name="Google Shape;3425;p14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6" name="Google Shape;3426;p14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7" name="Google Shape;3427;p14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8" name="Google Shape;3428;p14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9" name="Google Shape;3429;p14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0" name="Google Shape;3430;p14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1" name="Google Shape;3431;p14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2" name="Google Shape;3432;p14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3" name="Google Shape;3433;p14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4" name="Google Shape;3434;p14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5" name="Google Shape;3435;p14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6" name="Google Shape;3436;p14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7" name="Google Shape;3437;p14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8" name="Google Shape;3438;p14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9" name="Google Shape;3439;p14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40" name="Google Shape;3440;p14"/>
          <p:cNvGrpSpPr/>
          <p:nvPr/>
        </p:nvGrpSpPr>
        <p:grpSpPr>
          <a:xfrm>
            <a:off x="960750" y="4376725"/>
            <a:ext cx="898165" cy="766770"/>
            <a:chOff x="-252625" y="2918525"/>
            <a:chExt cx="898165" cy="766770"/>
          </a:xfrm>
        </p:grpSpPr>
        <p:sp>
          <p:nvSpPr>
            <p:cNvPr id="3441" name="Google Shape;3441;p14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2" name="Google Shape;3442;p14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3" name="Google Shape;3443;p14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4" name="Google Shape;3444;p14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5" name="Google Shape;3445;p14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6" name="Google Shape;3446;p14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7" name="Google Shape;3447;p14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8" name="Google Shape;3448;p14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9" name="Google Shape;3449;p14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0" name="Google Shape;3450;p14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1" name="Google Shape;3451;p14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2" name="Google Shape;3452;p14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3" name="Google Shape;3453;p14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4" name="Google Shape;3454;p14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5" name="Google Shape;3455;p14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6" name="Google Shape;3456;p14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7" name="Google Shape;3457;p14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8" name="Google Shape;3458;p14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9" name="Google Shape;3459;p14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0" name="Google Shape;3460;p14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1" name="Google Shape;3461;p14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2" name="Google Shape;3462;p14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3" name="Google Shape;3463;p14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4" name="Google Shape;3464;p14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5" name="Google Shape;3465;p14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6" name="Google Shape;3466;p14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7" name="Google Shape;3467;p14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8" name="Google Shape;3468;p14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9" name="Google Shape;3469;p14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0" name="Google Shape;3470;p14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1" name="Google Shape;3471;p14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2" name="Google Shape;3472;p14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3" name="Google Shape;3473;p14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4" name="Google Shape;3474;p14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5" name="Google Shape;3475;p14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6" name="Google Shape;3476;p14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77" name="Google Shape;3477;p14"/>
          <p:cNvGrpSpPr/>
          <p:nvPr/>
        </p:nvGrpSpPr>
        <p:grpSpPr>
          <a:xfrm>
            <a:off x="7783950" y="-93000"/>
            <a:ext cx="898165" cy="766770"/>
            <a:chOff x="-252625" y="2918525"/>
            <a:chExt cx="898165" cy="766770"/>
          </a:xfrm>
        </p:grpSpPr>
        <p:sp>
          <p:nvSpPr>
            <p:cNvPr id="3478" name="Google Shape;3478;p14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9" name="Google Shape;3479;p14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0" name="Google Shape;3480;p14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1" name="Google Shape;3481;p14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2" name="Google Shape;3482;p14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3" name="Google Shape;3483;p14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4" name="Google Shape;3484;p14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5" name="Google Shape;3485;p14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6" name="Google Shape;3486;p14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7" name="Google Shape;3487;p14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8" name="Google Shape;3488;p14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9" name="Google Shape;3489;p14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0" name="Google Shape;3490;p14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1" name="Google Shape;3491;p14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2" name="Google Shape;3492;p14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3" name="Google Shape;3493;p14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4" name="Google Shape;3494;p14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5" name="Google Shape;3495;p14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6" name="Google Shape;3496;p14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7" name="Google Shape;3497;p14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8" name="Google Shape;3498;p14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9" name="Google Shape;3499;p14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0" name="Google Shape;3500;p14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1" name="Google Shape;3501;p14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2" name="Google Shape;3502;p14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3" name="Google Shape;3503;p14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4" name="Google Shape;3504;p14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5" name="Google Shape;3505;p14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6" name="Google Shape;3506;p14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7" name="Google Shape;3507;p14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8" name="Google Shape;3508;p14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9" name="Google Shape;3509;p14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0" name="Google Shape;3510;p14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1" name="Google Shape;3511;p14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2" name="Google Shape;3512;p14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3" name="Google Shape;3513;p14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24">
    <p:spTree>
      <p:nvGrpSpPr>
        <p:cNvPr id="3514" name="Shape 3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5" name="Google Shape;3515;p15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3516" name="Google Shape;3516;p15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7" name="Google Shape;3517;p15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8" name="Google Shape;3518;p15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9" name="Google Shape;3519;p1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0" name="Google Shape;3520;p1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1" name="Google Shape;3521;p15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2" name="Google Shape;3522;p15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3" name="Google Shape;3523;p1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4" name="Google Shape;3524;p1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5" name="Google Shape;3525;p15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6" name="Google Shape;3526;p15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7" name="Google Shape;3527;p1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8" name="Google Shape;3528;p1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9" name="Google Shape;3529;p15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0" name="Google Shape;3530;p15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1" name="Google Shape;3531;p1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2" name="Google Shape;3532;p1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3" name="Google Shape;3533;p15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4" name="Google Shape;3534;p15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5" name="Google Shape;3535;p1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6" name="Google Shape;3536;p1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7" name="Google Shape;3537;p15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8" name="Google Shape;3538;p15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9" name="Google Shape;3539;p1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0" name="Google Shape;3540;p1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1" name="Google Shape;3541;p15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2" name="Google Shape;3542;p15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3" name="Google Shape;3543;p1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4" name="Google Shape;3544;p1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5" name="Google Shape;3545;p15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6" name="Google Shape;3546;p15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7" name="Google Shape;3547;p1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8" name="Google Shape;3548;p1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9" name="Google Shape;3549;p15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0" name="Google Shape;3550;p15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1" name="Google Shape;3551;p1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2" name="Google Shape;3552;p1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3" name="Google Shape;3553;p15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4" name="Google Shape;3554;p15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5" name="Google Shape;3555;p1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6" name="Google Shape;3556;p1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7" name="Google Shape;3557;p15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8" name="Google Shape;3558;p15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9" name="Google Shape;3559;p1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0" name="Google Shape;3560;p1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1" name="Google Shape;3561;p15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2" name="Google Shape;3562;p15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3" name="Google Shape;3563;p1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4" name="Google Shape;3564;p1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5" name="Google Shape;3565;p15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6" name="Google Shape;3566;p15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7" name="Google Shape;3567;p1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8" name="Google Shape;3568;p1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9" name="Google Shape;3569;p15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0" name="Google Shape;3570;p15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1" name="Google Shape;3571;p1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2" name="Google Shape;3572;p1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3" name="Google Shape;3573;p15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4" name="Google Shape;3574;p15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5" name="Google Shape;3575;p1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6" name="Google Shape;3576;p1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7" name="Google Shape;3577;p15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8" name="Google Shape;3578;p15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9" name="Google Shape;3579;p1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0" name="Google Shape;3580;p1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1" name="Google Shape;3581;p15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2" name="Google Shape;3582;p15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3" name="Google Shape;3583;p1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4" name="Google Shape;3584;p1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5" name="Google Shape;3585;p15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6" name="Google Shape;3586;p15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7" name="Google Shape;3587;p1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8" name="Google Shape;3588;p1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9" name="Google Shape;3589;p15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0" name="Google Shape;3590;p15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1" name="Google Shape;3591;p1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2" name="Google Shape;3592;p1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3" name="Google Shape;3593;p15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4" name="Google Shape;3594;p15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5" name="Google Shape;3595;p1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6" name="Google Shape;3596;p1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7" name="Google Shape;3597;p15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8" name="Google Shape;3598;p15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9" name="Google Shape;3599;p1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0" name="Google Shape;3600;p1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1" name="Google Shape;3601;p15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2" name="Google Shape;3602;p15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3" name="Google Shape;3603;p1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4" name="Google Shape;3604;p1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5" name="Google Shape;3605;p15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6" name="Google Shape;3606;p15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7" name="Google Shape;3607;p1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8" name="Google Shape;3608;p1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9" name="Google Shape;3609;p15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0" name="Google Shape;3610;p15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1" name="Google Shape;3611;p1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2" name="Google Shape;3612;p1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3" name="Google Shape;3613;p15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4" name="Google Shape;3614;p15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5" name="Google Shape;3615;p1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6" name="Google Shape;3616;p1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7" name="Google Shape;3617;p15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8" name="Google Shape;3618;p15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9" name="Google Shape;3619;p1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0" name="Google Shape;3620;p1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1" name="Google Shape;3621;p15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2" name="Google Shape;3622;p15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3" name="Google Shape;3623;p1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4" name="Google Shape;3624;p1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5" name="Google Shape;3625;p15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6" name="Google Shape;3626;p15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7" name="Google Shape;3627;p1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8" name="Google Shape;3628;p1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9" name="Google Shape;3629;p15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0" name="Google Shape;3630;p15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1" name="Google Shape;3631;p1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2" name="Google Shape;3632;p1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33" name="Google Shape;3633;p15"/>
          <p:cNvSpPr txBox="1"/>
          <p:nvPr>
            <p:ph type="title"/>
          </p:nvPr>
        </p:nvSpPr>
        <p:spPr>
          <a:xfrm>
            <a:off x="1939557" y="3254877"/>
            <a:ext cx="5265000" cy="457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634" name="Google Shape;3634;p15"/>
          <p:cNvSpPr txBox="1"/>
          <p:nvPr>
            <p:ph idx="1" type="subTitle"/>
          </p:nvPr>
        </p:nvSpPr>
        <p:spPr>
          <a:xfrm>
            <a:off x="1938600" y="1279025"/>
            <a:ext cx="5266800" cy="189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635" name="Google Shape;3635;p15"/>
          <p:cNvGrpSpPr/>
          <p:nvPr/>
        </p:nvGrpSpPr>
        <p:grpSpPr>
          <a:xfrm>
            <a:off x="8009088" y="-269659"/>
            <a:ext cx="1363145" cy="1433258"/>
            <a:chOff x="8529150" y="-173700"/>
            <a:chExt cx="1669089" cy="1754724"/>
          </a:xfrm>
        </p:grpSpPr>
        <p:sp>
          <p:nvSpPr>
            <p:cNvPr id="3636" name="Google Shape;3636;p15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7" name="Google Shape;3637;p15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8" name="Google Shape;3638;p15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9" name="Google Shape;3639;p15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0" name="Google Shape;3640;p15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1" name="Google Shape;3641;p15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2" name="Google Shape;3642;p15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3" name="Google Shape;3643;p15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4" name="Google Shape;3644;p15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5" name="Google Shape;3645;p15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6" name="Google Shape;3646;p15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7" name="Google Shape;3647;p15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8" name="Google Shape;3648;p15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9" name="Google Shape;3649;p15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0" name="Google Shape;3650;p15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1" name="Google Shape;3651;p15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2" name="Google Shape;3652;p15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3" name="Google Shape;3653;p15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4" name="Google Shape;3654;p15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5" name="Google Shape;3655;p15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6" name="Google Shape;3656;p15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7" name="Google Shape;3657;p15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8" name="Google Shape;3658;p15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9" name="Google Shape;3659;p15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0" name="Google Shape;3660;p15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1" name="Google Shape;3661;p15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2" name="Google Shape;3662;p15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3" name="Google Shape;3663;p15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4" name="Google Shape;3664;p15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5" name="Google Shape;3665;p15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6" name="Google Shape;3666;p15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7" name="Google Shape;3667;p15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8" name="Google Shape;3668;p15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9" name="Google Shape;3669;p15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0" name="Google Shape;3670;p15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1" name="Google Shape;3671;p15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2" name="Google Shape;3672;p15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3" name="Google Shape;3673;p15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4" name="Google Shape;3674;p15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5" name="Google Shape;3675;p15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6" name="Google Shape;3676;p15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7" name="Google Shape;3677;p15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8" name="Google Shape;3678;p15"/>
          <p:cNvGrpSpPr/>
          <p:nvPr/>
        </p:nvGrpSpPr>
        <p:grpSpPr>
          <a:xfrm>
            <a:off x="8525275" y="3413813"/>
            <a:ext cx="925639" cy="688028"/>
            <a:chOff x="8588925" y="2091476"/>
            <a:chExt cx="925639" cy="688028"/>
          </a:xfrm>
        </p:grpSpPr>
        <p:sp>
          <p:nvSpPr>
            <p:cNvPr id="3679" name="Google Shape;3679;p15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0" name="Google Shape;3680;p15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1" name="Google Shape;3681;p15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2" name="Google Shape;3682;p15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3" name="Google Shape;3683;p15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4" name="Google Shape;3684;p15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5" name="Google Shape;3685;p15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6" name="Google Shape;3686;p15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7" name="Google Shape;3687;p15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8" name="Google Shape;3688;p15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9" name="Google Shape;3689;p15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0" name="Google Shape;3690;p15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1" name="Google Shape;3691;p15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2" name="Google Shape;3692;p15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93" name="Google Shape;3693;p15"/>
          <p:cNvGrpSpPr/>
          <p:nvPr/>
        </p:nvGrpSpPr>
        <p:grpSpPr>
          <a:xfrm>
            <a:off x="-314825" y="1642175"/>
            <a:ext cx="898165" cy="766770"/>
            <a:chOff x="-252625" y="2918525"/>
            <a:chExt cx="898165" cy="766770"/>
          </a:xfrm>
        </p:grpSpPr>
        <p:sp>
          <p:nvSpPr>
            <p:cNvPr id="3694" name="Google Shape;3694;p15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5" name="Google Shape;3695;p15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6" name="Google Shape;3696;p15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7" name="Google Shape;3697;p15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8" name="Google Shape;3698;p15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9" name="Google Shape;3699;p15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0" name="Google Shape;3700;p15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1" name="Google Shape;3701;p15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2" name="Google Shape;3702;p15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3" name="Google Shape;3703;p15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4" name="Google Shape;3704;p15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5" name="Google Shape;3705;p15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6" name="Google Shape;3706;p15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7" name="Google Shape;3707;p15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8" name="Google Shape;3708;p15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9" name="Google Shape;3709;p15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0" name="Google Shape;3710;p15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1" name="Google Shape;3711;p15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2" name="Google Shape;3712;p15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3" name="Google Shape;3713;p15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4" name="Google Shape;3714;p15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5" name="Google Shape;3715;p15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6" name="Google Shape;3716;p15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7" name="Google Shape;3717;p15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8" name="Google Shape;3718;p15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9" name="Google Shape;3719;p15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0" name="Google Shape;3720;p15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1" name="Google Shape;3721;p15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2" name="Google Shape;3722;p15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3" name="Google Shape;3723;p15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4" name="Google Shape;3724;p15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5" name="Google Shape;3725;p15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6" name="Google Shape;3726;p15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7" name="Google Shape;3727;p15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8" name="Google Shape;3728;p15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9" name="Google Shape;3729;p15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30" name="Google Shape;3730;p15"/>
          <p:cNvGrpSpPr/>
          <p:nvPr/>
        </p:nvGrpSpPr>
        <p:grpSpPr>
          <a:xfrm>
            <a:off x="8042790" y="3923975"/>
            <a:ext cx="1294621" cy="1350901"/>
            <a:chOff x="8465725" y="2863051"/>
            <a:chExt cx="1956212" cy="2041561"/>
          </a:xfrm>
        </p:grpSpPr>
        <p:sp>
          <p:nvSpPr>
            <p:cNvPr id="3731" name="Google Shape;3731;p15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2" name="Google Shape;3732;p15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3" name="Google Shape;3733;p15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4" name="Google Shape;3734;p15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5" name="Google Shape;3735;p15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6" name="Google Shape;3736;p15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7" name="Google Shape;3737;p15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8" name="Google Shape;3738;p15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9" name="Google Shape;3739;p15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0" name="Google Shape;3740;p15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1" name="Google Shape;3741;p15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2" name="Google Shape;3742;p15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3" name="Google Shape;3743;p15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4" name="Google Shape;3744;p15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5" name="Google Shape;3745;p15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6" name="Google Shape;3746;p15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7" name="Google Shape;3747;p15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8" name="Google Shape;3748;p15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9" name="Google Shape;3749;p15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0" name="Google Shape;3750;p15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1" name="Google Shape;3751;p15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2" name="Google Shape;3752;p15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3" name="Google Shape;3753;p15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4" name="Google Shape;3754;p15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5" name="Google Shape;3755;p15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6" name="Google Shape;3756;p15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7" name="Google Shape;3757;p15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8" name="Google Shape;3758;p15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9" name="Google Shape;3759;p15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0" name="Google Shape;3760;p15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1" name="Google Shape;3761;p15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2" name="Google Shape;3762;p15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3" name="Google Shape;3763;p15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4" name="Google Shape;3764;p15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5" name="Google Shape;3765;p15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6" name="Google Shape;3766;p15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7" name="Google Shape;3767;p15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8" name="Google Shape;3768;p15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9" name="Google Shape;3769;p15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0" name="Google Shape;3770;p15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1" name="Google Shape;3771;p15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2" name="Google Shape;3772;p15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3" name="Google Shape;3773;p15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4" name="Google Shape;3774;p15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75" name="Google Shape;3775;p15"/>
          <p:cNvGrpSpPr/>
          <p:nvPr/>
        </p:nvGrpSpPr>
        <p:grpSpPr>
          <a:xfrm>
            <a:off x="-314833" y="-441745"/>
            <a:ext cx="1646313" cy="1753805"/>
            <a:chOff x="-2092800" y="-1252032"/>
            <a:chExt cx="1956171" cy="2083646"/>
          </a:xfrm>
        </p:grpSpPr>
        <p:sp>
          <p:nvSpPr>
            <p:cNvPr id="3776" name="Google Shape;3776;p15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7" name="Google Shape;3777;p15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8" name="Google Shape;3778;p15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9" name="Google Shape;3779;p15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0" name="Google Shape;3780;p15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1" name="Google Shape;3781;p15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2" name="Google Shape;3782;p15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3" name="Google Shape;3783;p15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4" name="Google Shape;3784;p15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5" name="Google Shape;3785;p15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6" name="Google Shape;3786;p15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7" name="Google Shape;3787;p15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8" name="Google Shape;3788;p15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9" name="Google Shape;3789;p15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0" name="Google Shape;3790;p15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1" name="Google Shape;3791;p15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2" name="Google Shape;3792;p15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3" name="Google Shape;3793;p15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4" name="Google Shape;3794;p15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5" name="Google Shape;3795;p15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6" name="Google Shape;3796;p15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7" name="Google Shape;3797;p15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8" name="Google Shape;3798;p15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9" name="Google Shape;3799;p15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0" name="Google Shape;3800;p15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1" name="Google Shape;3801;p15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2" name="Google Shape;3802;p15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3" name="Google Shape;3803;p15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4" name="Google Shape;3804;p15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5" name="Google Shape;3805;p15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6" name="Google Shape;3806;p15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7" name="Google Shape;3807;p15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8" name="Google Shape;3808;p15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9" name="Google Shape;3809;p15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0" name="Google Shape;3810;p15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1" name="Google Shape;3811;p15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2" name="Google Shape;3812;p15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3" name="Google Shape;3813;p15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4" name="Google Shape;3814;p15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5" name="Google Shape;3815;p15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6" name="Google Shape;3816;p15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7" name="Google Shape;3817;p15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8" name="Google Shape;3818;p15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9" name="Google Shape;3819;p15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0" name="Google Shape;3820;p15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1" name="Google Shape;3821;p15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2" name="Google Shape;3822;p15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3" name="Google Shape;3823;p15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4" name="Google Shape;3824;p15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25" name="Google Shape;3825;p15"/>
          <p:cNvGrpSpPr/>
          <p:nvPr/>
        </p:nvGrpSpPr>
        <p:grpSpPr>
          <a:xfrm>
            <a:off x="8448925" y="1260505"/>
            <a:ext cx="679382" cy="871990"/>
            <a:chOff x="8619938" y="2813305"/>
            <a:chExt cx="679382" cy="871990"/>
          </a:xfrm>
        </p:grpSpPr>
        <p:sp>
          <p:nvSpPr>
            <p:cNvPr id="3826" name="Google Shape;3826;p15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7" name="Google Shape;3827;p15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8" name="Google Shape;3828;p15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9" name="Google Shape;3829;p15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0" name="Google Shape;3830;p15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1" name="Google Shape;3831;p15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2" name="Google Shape;3832;p15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3" name="Google Shape;3833;p15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4" name="Google Shape;3834;p15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5" name="Google Shape;3835;p15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6" name="Google Shape;3836;p15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7" name="Google Shape;3837;p15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8" name="Google Shape;3838;p15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9" name="Google Shape;3839;p15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0" name="Google Shape;3840;p15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1" name="Google Shape;3841;p15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2" name="Google Shape;3842;p15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3" name="Google Shape;3843;p15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4" name="Google Shape;3844;p15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5" name="Google Shape;3845;p15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6" name="Google Shape;3846;p15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7" name="Google Shape;3847;p15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8" name="Google Shape;3848;p15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9" name="Google Shape;3849;p15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0" name="Google Shape;3850;p15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1" name="Google Shape;3851;p15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2" name="Google Shape;3852;p15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3" name="Google Shape;3853;p15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854" name="Google Shape;3854;p15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3855" name="Google Shape;3855;p15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56" name="Google Shape;3856;p15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857" name="Google Shape;3857;p15"/>
          <p:cNvGrpSpPr/>
          <p:nvPr/>
        </p:nvGrpSpPr>
        <p:grpSpPr>
          <a:xfrm>
            <a:off x="-340873" y="3921240"/>
            <a:ext cx="1973759" cy="1718179"/>
            <a:chOff x="-1914575" y="2967750"/>
            <a:chExt cx="1540675" cy="1341175"/>
          </a:xfrm>
        </p:grpSpPr>
        <p:sp>
          <p:nvSpPr>
            <p:cNvPr id="3858" name="Google Shape;3858;p15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9" name="Google Shape;3859;p15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0" name="Google Shape;3860;p15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1" name="Google Shape;3861;p15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2" name="Google Shape;3862;p15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3" name="Google Shape;3863;p15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4" name="Google Shape;3864;p15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5" name="Google Shape;3865;p15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6" name="Google Shape;3866;p15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7" name="Google Shape;3867;p15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8" name="Google Shape;3868;p15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9" name="Google Shape;3869;p15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0" name="Google Shape;3870;p15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1" name="Google Shape;3871;p15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2" name="Google Shape;3872;p15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3" name="Google Shape;3873;p15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4" name="Google Shape;3874;p15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5" name="Google Shape;3875;p15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6" name="Google Shape;3876;p15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7" name="Google Shape;3877;p15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8" name="Google Shape;3878;p15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9" name="Google Shape;3879;p15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0" name="Google Shape;3880;p15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1" name="Google Shape;3881;p15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2" name="Google Shape;3882;p15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3" name="Google Shape;3883;p15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4" name="Google Shape;3884;p15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5" name="Google Shape;3885;p15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6" name="Google Shape;3886;p15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7" name="Google Shape;3887;p15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8" name="Google Shape;3888;p15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9" name="Google Shape;3889;p15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0" name="Google Shape;3890;p15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1" name="Google Shape;3891;p15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2" name="Google Shape;3892;p15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3" name="Google Shape;3893;p15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4" name="Google Shape;3894;p15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5" name="Google Shape;3895;p15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6" name="Google Shape;3896;p15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7" name="Google Shape;3897;p15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8" name="Google Shape;3898;p15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9" name="Google Shape;3899;p15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0" name="Google Shape;3900;p15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1" name="Google Shape;3901;p15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2" name="Google Shape;3902;p15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3" name="Google Shape;3903;p15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4" name="Google Shape;3904;p15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5" name="Google Shape;3905;p15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6" name="Google Shape;3906;p15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7" name="Google Shape;3907;p15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8" name="Google Shape;3908;p15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9" name="Google Shape;3909;p15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0" name="Google Shape;3910;p15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1" name="Google Shape;3911;p15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2" name="Google Shape;3912;p15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3" name="Google Shape;3913;p15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4" name="Google Shape;3914;p15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5" name="Google Shape;3915;p15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6" name="Google Shape;3916;p15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7" name="Google Shape;3917;p15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8" name="Google Shape;3918;p15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9" name="Google Shape;3919;p15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0" name="Google Shape;3920;p15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1" name="Google Shape;3921;p15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2" name="Google Shape;3922;p15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3" name="Google Shape;3923;p15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4" name="Google Shape;3924;p15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5" name="Google Shape;3925;p15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6" name="Google Shape;3926;p15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7" name="Google Shape;3927;p15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8" name="Google Shape;3928;p15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9" name="Google Shape;3929;p15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0" name="Google Shape;3930;p15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1" name="Google Shape;3931;p15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2" name="Google Shape;3932;p15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3" name="Google Shape;3933;p15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4" name="Google Shape;3934;p15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5" name="Google Shape;3935;p15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6" name="Google Shape;3936;p15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7" name="Google Shape;3937;p15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8" name="Google Shape;3938;p15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9" name="Google Shape;3939;p15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0" name="Google Shape;3940;p15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1" name="Google Shape;3941;p15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2" name="Google Shape;3942;p15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3" name="Google Shape;3943;p15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4" name="Google Shape;3944;p15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5" name="Google Shape;3945;p15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6" name="Google Shape;3946;p15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7" name="Google Shape;3947;p15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8" name="Google Shape;3948;p15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9" name="Google Shape;3949;p15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0" name="Google Shape;3950;p15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1" name="Google Shape;3951;p15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2" name="Google Shape;3952;p15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3" name="Google Shape;3953;p15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4" name="Google Shape;3954;p15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5" name="Google Shape;3955;p15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6" name="Google Shape;3956;p15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7" name="Google Shape;3957;p15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8" name="Google Shape;3958;p15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9" name="Google Shape;3959;p15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0" name="Google Shape;3960;p15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1" name="Google Shape;3961;p15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2" name="Google Shape;3962;p15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3" name="Google Shape;3963;p15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4" name="Google Shape;3964;p15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5" name="Google Shape;3965;p15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6" name="Google Shape;3966;p15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7" name="Google Shape;3967;p15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8" name="Google Shape;3968;p15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9" name="Google Shape;3969;p15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0" name="Google Shape;3970;p15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1" name="Google Shape;3971;p15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2" name="Google Shape;3972;p15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3" name="Google Shape;3973;p15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4" name="Google Shape;3974;p15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5" name="Google Shape;3975;p15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6" name="Google Shape;3976;p15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7" name="Google Shape;3977;p15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8" name="Google Shape;3978;p15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9" name="Google Shape;3979;p15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0" name="Google Shape;3980;p15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1" name="Google Shape;3981;p15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2" name="Google Shape;3982;p15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3" name="Google Shape;3983;p15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4" name="Google Shape;3984;p15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5" name="Google Shape;3985;p15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6" name="Google Shape;3986;p15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7" name="Google Shape;3987;p15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8" name="Google Shape;3988;p15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9" name="Google Shape;3989;p15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0" name="Google Shape;3990;p15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1" name="Google Shape;3991;p15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2" name="Google Shape;3992;p15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3" name="Google Shape;3993;p15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4" name="Google Shape;3994;p15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5" name="Google Shape;3995;p15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6" name="Google Shape;3996;p15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7" name="Google Shape;3997;p15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8" name="Google Shape;3998;p15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9" name="Google Shape;3999;p15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0" name="Google Shape;4000;p15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1" name="Google Shape;4001;p15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2" name="Google Shape;4002;p15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3" name="Google Shape;4003;p15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4" name="Google Shape;4004;p15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5" name="Google Shape;4005;p15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6" name="Google Shape;4006;p15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7" name="Google Shape;4007;p15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8" name="Google Shape;4008;p15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9" name="Google Shape;4009;p15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0" name="Google Shape;4010;p15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1" name="Google Shape;4011;p15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2" name="Google Shape;4012;p15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3" name="Google Shape;4013;p15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22">
    <p:spTree>
      <p:nvGrpSpPr>
        <p:cNvPr id="4014" name="Shape 4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15" name="Google Shape;4015;p16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4016" name="Google Shape;4016;p16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7" name="Google Shape;4017;p16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8" name="Google Shape;4018;p16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9" name="Google Shape;4019;p1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0" name="Google Shape;4020;p1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1" name="Google Shape;4021;p16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2" name="Google Shape;4022;p16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3" name="Google Shape;4023;p1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4" name="Google Shape;4024;p1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5" name="Google Shape;4025;p16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6" name="Google Shape;4026;p16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7" name="Google Shape;4027;p1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8" name="Google Shape;4028;p1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9" name="Google Shape;4029;p16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0" name="Google Shape;4030;p16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1" name="Google Shape;4031;p1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2" name="Google Shape;4032;p1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3" name="Google Shape;4033;p16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4" name="Google Shape;4034;p16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5" name="Google Shape;4035;p1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6" name="Google Shape;4036;p1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7" name="Google Shape;4037;p16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8" name="Google Shape;4038;p16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9" name="Google Shape;4039;p1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0" name="Google Shape;4040;p1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1" name="Google Shape;4041;p16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2" name="Google Shape;4042;p16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3" name="Google Shape;4043;p1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4" name="Google Shape;4044;p1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5" name="Google Shape;4045;p16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6" name="Google Shape;4046;p16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7" name="Google Shape;4047;p1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8" name="Google Shape;4048;p1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9" name="Google Shape;4049;p16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0" name="Google Shape;4050;p16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1" name="Google Shape;4051;p1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2" name="Google Shape;4052;p1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3" name="Google Shape;4053;p16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4" name="Google Shape;4054;p16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5" name="Google Shape;4055;p1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6" name="Google Shape;4056;p1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7" name="Google Shape;4057;p16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8" name="Google Shape;4058;p16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9" name="Google Shape;4059;p1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0" name="Google Shape;4060;p1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1" name="Google Shape;4061;p16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2" name="Google Shape;4062;p16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3" name="Google Shape;4063;p1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4" name="Google Shape;4064;p1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5" name="Google Shape;4065;p16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6" name="Google Shape;4066;p16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7" name="Google Shape;4067;p1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8" name="Google Shape;4068;p1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9" name="Google Shape;4069;p16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0" name="Google Shape;4070;p16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1" name="Google Shape;4071;p1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2" name="Google Shape;4072;p1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3" name="Google Shape;4073;p16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4" name="Google Shape;4074;p16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5" name="Google Shape;4075;p1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6" name="Google Shape;4076;p1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7" name="Google Shape;4077;p16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8" name="Google Shape;4078;p16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9" name="Google Shape;4079;p1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0" name="Google Shape;4080;p1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1" name="Google Shape;4081;p16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2" name="Google Shape;4082;p16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3" name="Google Shape;4083;p1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4" name="Google Shape;4084;p1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5" name="Google Shape;4085;p16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6" name="Google Shape;4086;p16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7" name="Google Shape;4087;p1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8" name="Google Shape;4088;p1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9" name="Google Shape;4089;p16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0" name="Google Shape;4090;p16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1" name="Google Shape;4091;p1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2" name="Google Shape;4092;p1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3" name="Google Shape;4093;p16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4" name="Google Shape;4094;p16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5" name="Google Shape;4095;p1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6" name="Google Shape;4096;p1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7" name="Google Shape;4097;p16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8" name="Google Shape;4098;p16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9" name="Google Shape;4099;p1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0" name="Google Shape;4100;p1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1" name="Google Shape;4101;p16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2" name="Google Shape;4102;p16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3" name="Google Shape;4103;p1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4" name="Google Shape;4104;p1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5" name="Google Shape;4105;p16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6" name="Google Shape;4106;p16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7" name="Google Shape;4107;p1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8" name="Google Shape;4108;p1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9" name="Google Shape;4109;p16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0" name="Google Shape;4110;p16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1" name="Google Shape;4111;p1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2" name="Google Shape;4112;p1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3" name="Google Shape;4113;p16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4" name="Google Shape;4114;p16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5" name="Google Shape;4115;p1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6" name="Google Shape;4116;p1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7" name="Google Shape;4117;p16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8" name="Google Shape;4118;p16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9" name="Google Shape;4119;p1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0" name="Google Shape;4120;p1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1" name="Google Shape;4121;p16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2" name="Google Shape;4122;p16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3" name="Google Shape;4123;p1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4" name="Google Shape;4124;p1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5" name="Google Shape;4125;p16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6" name="Google Shape;4126;p16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7" name="Google Shape;4127;p1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8" name="Google Shape;4128;p1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9" name="Google Shape;4129;p16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0" name="Google Shape;4130;p16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1" name="Google Shape;4131;p1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2" name="Google Shape;4132;p1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33" name="Google Shape;4133;p16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4" name="Google Shape;4134;p16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4135" name="Google Shape;4135;p16"/>
          <p:cNvGrpSpPr/>
          <p:nvPr/>
        </p:nvGrpSpPr>
        <p:grpSpPr>
          <a:xfrm rot="5400000">
            <a:off x="698642" y="4678543"/>
            <a:ext cx="925639" cy="688028"/>
            <a:chOff x="8588925" y="2091476"/>
            <a:chExt cx="925639" cy="688028"/>
          </a:xfrm>
        </p:grpSpPr>
        <p:sp>
          <p:nvSpPr>
            <p:cNvPr id="4136" name="Google Shape;4136;p16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7" name="Google Shape;4137;p16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8" name="Google Shape;4138;p16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9" name="Google Shape;4139;p16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0" name="Google Shape;4140;p16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1" name="Google Shape;4141;p16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2" name="Google Shape;4142;p16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3" name="Google Shape;4143;p16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4" name="Google Shape;4144;p16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5" name="Google Shape;4145;p16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6" name="Google Shape;4146;p16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7" name="Google Shape;4147;p16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8" name="Google Shape;4148;p16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9" name="Google Shape;4149;p16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50" name="Google Shape;4150;p16"/>
          <p:cNvGrpSpPr/>
          <p:nvPr/>
        </p:nvGrpSpPr>
        <p:grpSpPr>
          <a:xfrm flipH="1" rot="8100000">
            <a:off x="-288106" y="-111557"/>
            <a:ext cx="1294723" cy="1350922"/>
            <a:chOff x="8465725" y="2863051"/>
            <a:chExt cx="1956212" cy="2041561"/>
          </a:xfrm>
        </p:grpSpPr>
        <p:sp>
          <p:nvSpPr>
            <p:cNvPr id="4151" name="Google Shape;4151;p16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2" name="Google Shape;4152;p16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3" name="Google Shape;4153;p16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4" name="Google Shape;4154;p16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5" name="Google Shape;4155;p16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6" name="Google Shape;4156;p16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7" name="Google Shape;4157;p16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8" name="Google Shape;4158;p16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9" name="Google Shape;4159;p16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0" name="Google Shape;4160;p16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1" name="Google Shape;4161;p16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2" name="Google Shape;4162;p16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3" name="Google Shape;4163;p16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4" name="Google Shape;4164;p16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5" name="Google Shape;4165;p16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6" name="Google Shape;4166;p16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7" name="Google Shape;4167;p16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8" name="Google Shape;4168;p16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9" name="Google Shape;4169;p16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0" name="Google Shape;4170;p16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1" name="Google Shape;4171;p16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2" name="Google Shape;4172;p16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3" name="Google Shape;4173;p16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4" name="Google Shape;4174;p16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5" name="Google Shape;4175;p16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6" name="Google Shape;4176;p16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7" name="Google Shape;4177;p16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8" name="Google Shape;4178;p16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9" name="Google Shape;4179;p16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0" name="Google Shape;4180;p16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1" name="Google Shape;4181;p16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2" name="Google Shape;4182;p16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3" name="Google Shape;4183;p16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4" name="Google Shape;4184;p16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5" name="Google Shape;4185;p16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6" name="Google Shape;4186;p16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7" name="Google Shape;4187;p16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8" name="Google Shape;4188;p16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9" name="Google Shape;4189;p16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0" name="Google Shape;4190;p16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1" name="Google Shape;4191;p16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2" name="Google Shape;4192;p16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3" name="Google Shape;4193;p16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4" name="Google Shape;4194;p16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95" name="Google Shape;4195;p16"/>
          <p:cNvGrpSpPr/>
          <p:nvPr/>
        </p:nvGrpSpPr>
        <p:grpSpPr>
          <a:xfrm>
            <a:off x="8430775" y="3136188"/>
            <a:ext cx="898165" cy="766770"/>
            <a:chOff x="-252625" y="2918525"/>
            <a:chExt cx="898165" cy="766770"/>
          </a:xfrm>
        </p:grpSpPr>
        <p:sp>
          <p:nvSpPr>
            <p:cNvPr id="4196" name="Google Shape;4196;p16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7" name="Google Shape;4197;p16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8" name="Google Shape;4198;p16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9" name="Google Shape;4199;p16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0" name="Google Shape;4200;p16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1" name="Google Shape;4201;p16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2" name="Google Shape;4202;p16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3" name="Google Shape;4203;p16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4" name="Google Shape;4204;p16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5" name="Google Shape;4205;p16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6" name="Google Shape;4206;p16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7" name="Google Shape;4207;p16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8" name="Google Shape;4208;p16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9" name="Google Shape;4209;p16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0" name="Google Shape;4210;p16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1" name="Google Shape;4211;p16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2" name="Google Shape;4212;p16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3" name="Google Shape;4213;p16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4" name="Google Shape;4214;p16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5" name="Google Shape;4215;p16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6" name="Google Shape;4216;p16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7" name="Google Shape;4217;p16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8" name="Google Shape;4218;p16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9" name="Google Shape;4219;p16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0" name="Google Shape;4220;p16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1" name="Google Shape;4221;p16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2" name="Google Shape;4222;p16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3" name="Google Shape;4223;p16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4" name="Google Shape;4224;p16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5" name="Google Shape;4225;p16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6" name="Google Shape;4226;p16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7" name="Google Shape;4227;p16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8" name="Google Shape;4228;p16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9" name="Google Shape;4229;p16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0" name="Google Shape;4230;p16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1" name="Google Shape;4231;p16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32" name="Google Shape;4232;p16"/>
          <p:cNvGrpSpPr/>
          <p:nvPr/>
        </p:nvGrpSpPr>
        <p:grpSpPr>
          <a:xfrm flipH="1" rot="10800000">
            <a:off x="8143438" y="4315816"/>
            <a:ext cx="1363145" cy="1433258"/>
            <a:chOff x="8529150" y="-173700"/>
            <a:chExt cx="1669089" cy="1754724"/>
          </a:xfrm>
        </p:grpSpPr>
        <p:sp>
          <p:nvSpPr>
            <p:cNvPr id="4233" name="Google Shape;4233;p16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4" name="Google Shape;4234;p16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5" name="Google Shape;4235;p16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6" name="Google Shape;4236;p16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7" name="Google Shape;4237;p16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8" name="Google Shape;4238;p16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9" name="Google Shape;4239;p16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0" name="Google Shape;4240;p16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1" name="Google Shape;4241;p16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2" name="Google Shape;4242;p16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3" name="Google Shape;4243;p16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4" name="Google Shape;4244;p16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5" name="Google Shape;4245;p16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6" name="Google Shape;4246;p16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7" name="Google Shape;4247;p16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8" name="Google Shape;4248;p16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9" name="Google Shape;4249;p16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0" name="Google Shape;4250;p16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1" name="Google Shape;4251;p16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2" name="Google Shape;4252;p16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3" name="Google Shape;4253;p16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4" name="Google Shape;4254;p16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5" name="Google Shape;4255;p16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6" name="Google Shape;4256;p16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7" name="Google Shape;4257;p16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8" name="Google Shape;4258;p16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9" name="Google Shape;4259;p16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0" name="Google Shape;4260;p16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1" name="Google Shape;4261;p16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2" name="Google Shape;4262;p16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3" name="Google Shape;4263;p16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4" name="Google Shape;4264;p16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5" name="Google Shape;4265;p16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6" name="Google Shape;4266;p16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7" name="Google Shape;4267;p16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8" name="Google Shape;4268;p16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9" name="Google Shape;4269;p16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0" name="Google Shape;4270;p16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1" name="Google Shape;4271;p16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2" name="Google Shape;4272;p16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3" name="Google Shape;4273;p16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4" name="Google Shape;4274;p16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75" name="Google Shape;4275;p16"/>
          <p:cNvGrpSpPr/>
          <p:nvPr/>
        </p:nvGrpSpPr>
        <p:grpSpPr>
          <a:xfrm>
            <a:off x="-83900" y="4163430"/>
            <a:ext cx="679382" cy="871990"/>
            <a:chOff x="8619938" y="2813305"/>
            <a:chExt cx="679382" cy="871990"/>
          </a:xfrm>
        </p:grpSpPr>
        <p:sp>
          <p:nvSpPr>
            <p:cNvPr id="4276" name="Google Shape;4276;p16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7" name="Google Shape;4277;p16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8" name="Google Shape;4278;p16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9" name="Google Shape;4279;p16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0" name="Google Shape;4280;p16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1" name="Google Shape;4281;p16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2" name="Google Shape;4282;p16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3" name="Google Shape;4283;p16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4" name="Google Shape;4284;p16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5" name="Google Shape;4285;p16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6" name="Google Shape;4286;p16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7" name="Google Shape;4287;p16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8" name="Google Shape;4288;p16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9" name="Google Shape;4289;p16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0" name="Google Shape;4290;p16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1" name="Google Shape;4291;p16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2" name="Google Shape;4292;p16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3" name="Google Shape;4293;p16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4" name="Google Shape;4294;p16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5" name="Google Shape;4295;p16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6" name="Google Shape;4296;p16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7" name="Google Shape;4297;p16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8" name="Google Shape;4298;p16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9" name="Google Shape;4299;p16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0" name="Google Shape;4300;p16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1" name="Google Shape;4301;p16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2" name="Google Shape;4302;p16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3" name="Google Shape;4303;p16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304" name="Google Shape;4304;p16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4305" name="Google Shape;4305;p16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6" name="Google Shape;4306;p16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22_1">
    <p:spTree>
      <p:nvGrpSpPr>
        <p:cNvPr id="4307" name="Shape 4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08" name="Google Shape;4308;p17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4309" name="Google Shape;4309;p17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0" name="Google Shape;4310;p17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1" name="Google Shape;4311;p17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2" name="Google Shape;4312;p1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3" name="Google Shape;4313;p1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4" name="Google Shape;4314;p17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5" name="Google Shape;4315;p17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6" name="Google Shape;4316;p1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7" name="Google Shape;4317;p1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8" name="Google Shape;4318;p17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9" name="Google Shape;4319;p17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0" name="Google Shape;4320;p1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1" name="Google Shape;4321;p1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2" name="Google Shape;4322;p17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3" name="Google Shape;4323;p17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4" name="Google Shape;4324;p1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5" name="Google Shape;4325;p1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6" name="Google Shape;4326;p17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7" name="Google Shape;4327;p17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8" name="Google Shape;4328;p1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9" name="Google Shape;4329;p1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0" name="Google Shape;4330;p17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1" name="Google Shape;4331;p17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2" name="Google Shape;4332;p1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3" name="Google Shape;4333;p1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4" name="Google Shape;4334;p17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5" name="Google Shape;4335;p17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6" name="Google Shape;4336;p1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7" name="Google Shape;4337;p1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8" name="Google Shape;4338;p17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9" name="Google Shape;4339;p17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0" name="Google Shape;4340;p1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1" name="Google Shape;4341;p1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2" name="Google Shape;4342;p17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3" name="Google Shape;4343;p17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4" name="Google Shape;4344;p1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5" name="Google Shape;4345;p1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6" name="Google Shape;4346;p17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7" name="Google Shape;4347;p17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8" name="Google Shape;4348;p1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9" name="Google Shape;4349;p1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0" name="Google Shape;4350;p17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1" name="Google Shape;4351;p17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2" name="Google Shape;4352;p1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3" name="Google Shape;4353;p1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4" name="Google Shape;4354;p17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5" name="Google Shape;4355;p17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6" name="Google Shape;4356;p1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7" name="Google Shape;4357;p1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8" name="Google Shape;4358;p17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9" name="Google Shape;4359;p17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0" name="Google Shape;4360;p1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1" name="Google Shape;4361;p1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2" name="Google Shape;4362;p17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3" name="Google Shape;4363;p17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4" name="Google Shape;4364;p1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5" name="Google Shape;4365;p1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6" name="Google Shape;4366;p17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7" name="Google Shape;4367;p17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8" name="Google Shape;4368;p1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9" name="Google Shape;4369;p1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0" name="Google Shape;4370;p17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1" name="Google Shape;4371;p17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2" name="Google Shape;4372;p1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3" name="Google Shape;4373;p1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4" name="Google Shape;4374;p17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5" name="Google Shape;4375;p17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6" name="Google Shape;4376;p1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7" name="Google Shape;4377;p1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8" name="Google Shape;4378;p17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9" name="Google Shape;4379;p17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0" name="Google Shape;4380;p1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1" name="Google Shape;4381;p1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2" name="Google Shape;4382;p17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3" name="Google Shape;4383;p17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4" name="Google Shape;4384;p1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5" name="Google Shape;4385;p1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6" name="Google Shape;4386;p17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7" name="Google Shape;4387;p17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8" name="Google Shape;4388;p1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9" name="Google Shape;4389;p1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0" name="Google Shape;4390;p17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1" name="Google Shape;4391;p17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2" name="Google Shape;4392;p1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3" name="Google Shape;4393;p1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4" name="Google Shape;4394;p17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5" name="Google Shape;4395;p17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6" name="Google Shape;4396;p1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7" name="Google Shape;4397;p1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8" name="Google Shape;4398;p17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9" name="Google Shape;4399;p17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0" name="Google Shape;4400;p1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1" name="Google Shape;4401;p1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2" name="Google Shape;4402;p17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3" name="Google Shape;4403;p17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4" name="Google Shape;4404;p1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5" name="Google Shape;4405;p1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6" name="Google Shape;4406;p17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7" name="Google Shape;4407;p17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8" name="Google Shape;4408;p1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9" name="Google Shape;4409;p1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0" name="Google Shape;4410;p17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1" name="Google Shape;4411;p17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2" name="Google Shape;4412;p1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3" name="Google Shape;4413;p1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4" name="Google Shape;4414;p17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5" name="Google Shape;4415;p17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6" name="Google Shape;4416;p1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7" name="Google Shape;4417;p1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8" name="Google Shape;4418;p17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9" name="Google Shape;4419;p17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0" name="Google Shape;4420;p1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1" name="Google Shape;4421;p1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2" name="Google Shape;4422;p17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3" name="Google Shape;4423;p17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4" name="Google Shape;4424;p1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5" name="Google Shape;4425;p1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26" name="Google Shape;4426;p17"/>
          <p:cNvSpPr/>
          <p:nvPr/>
        </p:nvSpPr>
        <p:spPr>
          <a:xfrm flipH="1"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7" name="Google Shape;4427;p17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4428" name="Google Shape;4428;p17"/>
          <p:cNvGrpSpPr/>
          <p:nvPr/>
        </p:nvGrpSpPr>
        <p:grpSpPr>
          <a:xfrm rot="1220487">
            <a:off x="8395109" y="3791293"/>
            <a:ext cx="1436692" cy="1718087"/>
            <a:chOff x="3853575" y="-2474775"/>
            <a:chExt cx="1436750" cy="1718156"/>
          </a:xfrm>
        </p:grpSpPr>
        <p:sp>
          <p:nvSpPr>
            <p:cNvPr id="4429" name="Google Shape;4429;p17"/>
            <p:cNvSpPr/>
            <p:nvPr/>
          </p:nvSpPr>
          <p:spPr>
            <a:xfrm>
              <a:off x="3873611" y="-1465718"/>
              <a:ext cx="573999" cy="351203"/>
            </a:xfrm>
            <a:custGeom>
              <a:rect b="b" l="l" r="r" t="t"/>
              <a:pathLst>
                <a:path extrusionOk="0" h="9343" w="15270">
                  <a:moveTo>
                    <a:pt x="9205" y="0"/>
                  </a:moveTo>
                  <a:lnTo>
                    <a:pt x="8988" y="20"/>
                  </a:lnTo>
                  <a:lnTo>
                    <a:pt x="8751" y="79"/>
                  </a:lnTo>
                  <a:lnTo>
                    <a:pt x="8514" y="178"/>
                  </a:lnTo>
                  <a:lnTo>
                    <a:pt x="8277" y="316"/>
                  </a:lnTo>
                  <a:lnTo>
                    <a:pt x="8040" y="454"/>
                  </a:lnTo>
                  <a:lnTo>
                    <a:pt x="7783" y="632"/>
                  </a:lnTo>
                  <a:lnTo>
                    <a:pt x="7309" y="1008"/>
                  </a:lnTo>
                  <a:lnTo>
                    <a:pt x="6855" y="1363"/>
                  </a:lnTo>
                  <a:lnTo>
                    <a:pt x="6420" y="1699"/>
                  </a:lnTo>
                  <a:lnTo>
                    <a:pt x="6223" y="1817"/>
                  </a:lnTo>
                  <a:lnTo>
                    <a:pt x="6025" y="1916"/>
                  </a:lnTo>
                  <a:lnTo>
                    <a:pt x="5867" y="1975"/>
                  </a:lnTo>
                  <a:lnTo>
                    <a:pt x="5709" y="1995"/>
                  </a:lnTo>
                  <a:lnTo>
                    <a:pt x="5551" y="1975"/>
                  </a:lnTo>
                  <a:lnTo>
                    <a:pt x="5354" y="1916"/>
                  </a:lnTo>
                  <a:lnTo>
                    <a:pt x="4840" y="1778"/>
                  </a:lnTo>
                  <a:lnTo>
                    <a:pt x="4228" y="1600"/>
                  </a:lnTo>
                  <a:lnTo>
                    <a:pt x="3576" y="1363"/>
                  </a:lnTo>
                  <a:lnTo>
                    <a:pt x="2312" y="968"/>
                  </a:lnTo>
                  <a:lnTo>
                    <a:pt x="1798" y="810"/>
                  </a:lnTo>
                  <a:lnTo>
                    <a:pt x="1581" y="770"/>
                  </a:lnTo>
                  <a:lnTo>
                    <a:pt x="1423" y="751"/>
                  </a:lnTo>
                  <a:lnTo>
                    <a:pt x="1028" y="751"/>
                  </a:lnTo>
                  <a:lnTo>
                    <a:pt x="831" y="790"/>
                  </a:lnTo>
                  <a:lnTo>
                    <a:pt x="633" y="869"/>
                  </a:lnTo>
                  <a:lnTo>
                    <a:pt x="455" y="968"/>
                  </a:lnTo>
                  <a:lnTo>
                    <a:pt x="317" y="1106"/>
                  </a:lnTo>
                  <a:lnTo>
                    <a:pt x="238" y="1185"/>
                  </a:lnTo>
                  <a:lnTo>
                    <a:pt x="179" y="1284"/>
                  </a:lnTo>
                  <a:lnTo>
                    <a:pt x="139" y="1383"/>
                  </a:lnTo>
                  <a:lnTo>
                    <a:pt x="100" y="1501"/>
                  </a:lnTo>
                  <a:lnTo>
                    <a:pt x="60" y="1699"/>
                  </a:lnTo>
                  <a:lnTo>
                    <a:pt x="21" y="1877"/>
                  </a:lnTo>
                  <a:lnTo>
                    <a:pt x="1" y="2054"/>
                  </a:lnTo>
                  <a:lnTo>
                    <a:pt x="1" y="2232"/>
                  </a:lnTo>
                  <a:lnTo>
                    <a:pt x="21" y="2410"/>
                  </a:lnTo>
                  <a:lnTo>
                    <a:pt x="60" y="2568"/>
                  </a:lnTo>
                  <a:lnTo>
                    <a:pt x="139" y="2726"/>
                  </a:lnTo>
                  <a:lnTo>
                    <a:pt x="238" y="2884"/>
                  </a:lnTo>
                  <a:lnTo>
                    <a:pt x="356" y="3002"/>
                  </a:lnTo>
                  <a:lnTo>
                    <a:pt x="495" y="3121"/>
                  </a:lnTo>
                  <a:lnTo>
                    <a:pt x="653" y="3239"/>
                  </a:lnTo>
                  <a:lnTo>
                    <a:pt x="1008" y="3477"/>
                  </a:lnTo>
                  <a:lnTo>
                    <a:pt x="1403" y="3674"/>
                  </a:lnTo>
                  <a:lnTo>
                    <a:pt x="1798" y="3852"/>
                  </a:lnTo>
                  <a:lnTo>
                    <a:pt x="1937" y="3911"/>
                  </a:lnTo>
                  <a:lnTo>
                    <a:pt x="1996" y="3931"/>
                  </a:lnTo>
                  <a:lnTo>
                    <a:pt x="2766" y="4207"/>
                  </a:lnTo>
                  <a:lnTo>
                    <a:pt x="3300" y="4385"/>
                  </a:lnTo>
                  <a:lnTo>
                    <a:pt x="3616" y="4464"/>
                  </a:lnTo>
                  <a:lnTo>
                    <a:pt x="3714" y="4484"/>
                  </a:lnTo>
                  <a:lnTo>
                    <a:pt x="3793" y="4622"/>
                  </a:lnTo>
                  <a:lnTo>
                    <a:pt x="4011" y="4918"/>
                  </a:lnTo>
                  <a:lnTo>
                    <a:pt x="4169" y="5116"/>
                  </a:lnTo>
                  <a:lnTo>
                    <a:pt x="4366" y="5313"/>
                  </a:lnTo>
                  <a:lnTo>
                    <a:pt x="4564" y="5531"/>
                  </a:lnTo>
                  <a:lnTo>
                    <a:pt x="4801" y="5709"/>
                  </a:lnTo>
                  <a:lnTo>
                    <a:pt x="5038" y="5886"/>
                  </a:lnTo>
                  <a:lnTo>
                    <a:pt x="5275" y="6005"/>
                  </a:lnTo>
                  <a:lnTo>
                    <a:pt x="5512" y="6104"/>
                  </a:lnTo>
                  <a:lnTo>
                    <a:pt x="5709" y="6163"/>
                  </a:lnTo>
                  <a:lnTo>
                    <a:pt x="6025" y="6242"/>
                  </a:lnTo>
                  <a:lnTo>
                    <a:pt x="6144" y="6262"/>
                  </a:lnTo>
                  <a:lnTo>
                    <a:pt x="6164" y="6400"/>
                  </a:lnTo>
                  <a:lnTo>
                    <a:pt x="6183" y="6578"/>
                  </a:lnTo>
                  <a:lnTo>
                    <a:pt x="6262" y="6775"/>
                  </a:lnTo>
                  <a:lnTo>
                    <a:pt x="6341" y="6992"/>
                  </a:lnTo>
                  <a:lnTo>
                    <a:pt x="6480" y="7210"/>
                  </a:lnTo>
                  <a:lnTo>
                    <a:pt x="6578" y="7308"/>
                  </a:lnTo>
                  <a:lnTo>
                    <a:pt x="6677" y="7407"/>
                  </a:lnTo>
                  <a:lnTo>
                    <a:pt x="6796" y="7506"/>
                  </a:lnTo>
                  <a:lnTo>
                    <a:pt x="6914" y="7585"/>
                  </a:lnTo>
                  <a:lnTo>
                    <a:pt x="7309" y="7802"/>
                  </a:lnTo>
                  <a:lnTo>
                    <a:pt x="7605" y="7921"/>
                  </a:lnTo>
                  <a:lnTo>
                    <a:pt x="7783" y="7980"/>
                  </a:lnTo>
                  <a:lnTo>
                    <a:pt x="7862" y="7980"/>
                  </a:lnTo>
                  <a:lnTo>
                    <a:pt x="7961" y="8138"/>
                  </a:lnTo>
                  <a:lnTo>
                    <a:pt x="8080" y="8296"/>
                  </a:lnTo>
                  <a:lnTo>
                    <a:pt x="8218" y="8474"/>
                  </a:lnTo>
                  <a:lnTo>
                    <a:pt x="8415" y="8671"/>
                  </a:lnTo>
                  <a:lnTo>
                    <a:pt x="8613" y="8849"/>
                  </a:lnTo>
                  <a:lnTo>
                    <a:pt x="8830" y="9007"/>
                  </a:lnTo>
                  <a:lnTo>
                    <a:pt x="8949" y="9066"/>
                  </a:lnTo>
                  <a:lnTo>
                    <a:pt x="9067" y="9106"/>
                  </a:lnTo>
                  <a:lnTo>
                    <a:pt x="9541" y="9205"/>
                  </a:lnTo>
                  <a:lnTo>
                    <a:pt x="10015" y="9284"/>
                  </a:lnTo>
                  <a:lnTo>
                    <a:pt x="10489" y="9343"/>
                  </a:lnTo>
                  <a:lnTo>
                    <a:pt x="11398" y="9343"/>
                  </a:lnTo>
                  <a:lnTo>
                    <a:pt x="11813" y="9303"/>
                  </a:lnTo>
                  <a:lnTo>
                    <a:pt x="12208" y="9264"/>
                  </a:lnTo>
                  <a:lnTo>
                    <a:pt x="12583" y="9185"/>
                  </a:lnTo>
                  <a:lnTo>
                    <a:pt x="12938" y="9126"/>
                  </a:lnTo>
                  <a:lnTo>
                    <a:pt x="13235" y="9047"/>
                  </a:lnTo>
                  <a:lnTo>
                    <a:pt x="13748" y="8889"/>
                  </a:lnTo>
                  <a:lnTo>
                    <a:pt x="14064" y="8790"/>
                  </a:lnTo>
                  <a:lnTo>
                    <a:pt x="14183" y="8731"/>
                  </a:lnTo>
                  <a:lnTo>
                    <a:pt x="15269" y="869"/>
                  </a:lnTo>
                  <a:lnTo>
                    <a:pt x="14479" y="731"/>
                  </a:lnTo>
                  <a:lnTo>
                    <a:pt x="12682" y="454"/>
                  </a:lnTo>
                  <a:lnTo>
                    <a:pt x="11635" y="296"/>
                  </a:lnTo>
                  <a:lnTo>
                    <a:pt x="10647" y="158"/>
                  </a:lnTo>
                  <a:lnTo>
                    <a:pt x="9798" y="59"/>
                  </a:lnTo>
                  <a:lnTo>
                    <a:pt x="920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0" name="Google Shape;4430;p17"/>
            <p:cNvSpPr/>
            <p:nvPr/>
          </p:nvSpPr>
          <p:spPr>
            <a:xfrm>
              <a:off x="4013224" y="-1297197"/>
              <a:ext cx="118822" cy="26050"/>
            </a:xfrm>
            <a:custGeom>
              <a:rect b="b" l="l" r="r" t="t"/>
              <a:pathLst>
                <a:path extrusionOk="0" h="693" w="3161">
                  <a:moveTo>
                    <a:pt x="0" y="1"/>
                  </a:moveTo>
                  <a:lnTo>
                    <a:pt x="158" y="258"/>
                  </a:lnTo>
                  <a:lnTo>
                    <a:pt x="1620" y="554"/>
                  </a:lnTo>
                  <a:lnTo>
                    <a:pt x="1896" y="613"/>
                  </a:lnTo>
                  <a:lnTo>
                    <a:pt x="2153" y="633"/>
                  </a:lnTo>
                  <a:lnTo>
                    <a:pt x="2647" y="672"/>
                  </a:lnTo>
                  <a:lnTo>
                    <a:pt x="3003" y="692"/>
                  </a:lnTo>
                  <a:lnTo>
                    <a:pt x="3161" y="692"/>
                  </a:lnTo>
                  <a:lnTo>
                    <a:pt x="2904" y="613"/>
                  </a:lnTo>
                  <a:lnTo>
                    <a:pt x="2568" y="554"/>
                  </a:lnTo>
                  <a:lnTo>
                    <a:pt x="2074" y="495"/>
                  </a:lnTo>
                  <a:lnTo>
                    <a:pt x="1758" y="435"/>
                  </a:lnTo>
                  <a:lnTo>
                    <a:pt x="1403" y="376"/>
                  </a:lnTo>
                  <a:lnTo>
                    <a:pt x="731" y="2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1" name="Google Shape;4431;p17"/>
            <p:cNvSpPr/>
            <p:nvPr/>
          </p:nvSpPr>
          <p:spPr>
            <a:xfrm>
              <a:off x="4103067" y="-1230360"/>
              <a:ext cx="60896" cy="10450"/>
            </a:xfrm>
            <a:custGeom>
              <a:rect b="b" l="l" r="r" t="t"/>
              <a:pathLst>
                <a:path extrusionOk="0" h="278" w="1620">
                  <a:moveTo>
                    <a:pt x="40" y="1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20" y="178"/>
                  </a:lnTo>
                  <a:lnTo>
                    <a:pt x="40" y="218"/>
                  </a:lnTo>
                  <a:lnTo>
                    <a:pt x="79" y="238"/>
                  </a:lnTo>
                  <a:lnTo>
                    <a:pt x="178" y="257"/>
                  </a:lnTo>
                  <a:lnTo>
                    <a:pt x="356" y="277"/>
                  </a:lnTo>
                  <a:lnTo>
                    <a:pt x="889" y="277"/>
                  </a:lnTo>
                  <a:lnTo>
                    <a:pt x="1620" y="257"/>
                  </a:lnTo>
                  <a:lnTo>
                    <a:pt x="1264" y="218"/>
                  </a:lnTo>
                  <a:lnTo>
                    <a:pt x="929" y="178"/>
                  </a:lnTo>
                  <a:lnTo>
                    <a:pt x="514" y="99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2" name="Google Shape;4432;p17"/>
            <p:cNvSpPr/>
            <p:nvPr/>
          </p:nvSpPr>
          <p:spPr>
            <a:xfrm>
              <a:off x="4169152" y="-1165779"/>
              <a:ext cx="41612" cy="11202"/>
            </a:xfrm>
            <a:custGeom>
              <a:rect b="b" l="l" r="r" t="t"/>
              <a:pathLst>
                <a:path extrusionOk="0" h="298" w="1107">
                  <a:moveTo>
                    <a:pt x="0" y="1"/>
                  </a:moveTo>
                  <a:lnTo>
                    <a:pt x="40" y="120"/>
                  </a:lnTo>
                  <a:lnTo>
                    <a:pt x="99" y="199"/>
                  </a:lnTo>
                  <a:lnTo>
                    <a:pt x="138" y="278"/>
                  </a:lnTo>
                  <a:lnTo>
                    <a:pt x="218" y="297"/>
                  </a:lnTo>
                  <a:lnTo>
                    <a:pt x="356" y="278"/>
                  </a:lnTo>
                  <a:lnTo>
                    <a:pt x="711" y="199"/>
                  </a:lnTo>
                  <a:lnTo>
                    <a:pt x="1047" y="100"/>
                  </a:lnTo>
                  <a:lnTo>
                    <a:pt x="1106" y="60"/>
                  </a:lnTo>
                  <a:lnTo>
                    <a:pt x="1087" y="40"/>
                  </a:lnTo>
                  <a:lnTo>
                    <a:pt x="455" y="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3" name="Google Shape;4433;p17"/>
            <p:cNvSpPr/>
            <p:nvPr/>
          </p:nvSpPr>
          <p:spPr>
            <a:xfrm>
              <a:off x="3882520" y="-1393693"/>
              <a:ext cx="75030" cy="75030"/>
            </a:xfrm>
            <a:custGeom>
              <a:rect b="b" l="l" r="r" t="t"/>
              <a:pathLst>
                <a:path extrusionOk="0" h="1996" w="1996">
                  <a:moveTo>
                    <a:pt x="376" y="0"/>
                  </a:moveTo>
                  <a:lnTo>
                    <a:pt x="1" y="968"/>
                  </a:lnTo>
                  <a:lnTo>
                    <a:pt x="119" y="1086"/>
                  </a:lnTo>
                  <a:lnTo>
                    <a:pt x="416" y="198"/>
                  </a:lnTo>
                  <a:lnTo>
                    <a:pt x="1048" y="494"/>
                  </a:lnTo>
                  <a:lnTo>
                    <a:pt x="1502" y="731"/>
                  </a:lnTo>
                  <a:lnTo>
                    <a:pt x="1680" y="830"/>
                  </a:lnTo>
                  <a:lnTo>
                    <a:pt x="1779" y="909"/>
                  </a:lnTo>
                  <a:lnTo>
                    <a:pt x="1798" y="968"/>
                  </a:lnTo>
                  <a:lnTo>
                    <a:pt x="1838" y="1067"/>
                  </a:lnTo>
                  <a:lnTo>
                    <a:pt x="1838" y="1146"/>
                  </a:lnTo>
                  <a:lnTo>
                    <a:pt x="1838" y="1264"/>
                  </a:lnTo>
                  <a:lnTo>
                    <a:pt x="1798" y="1482"/>
                  </a:lnTo>
                  <a:lnTo>
                    <a:pt x="1719" y="1719"/>
                  </a:lnTo>
                  <a:lnTo>
                    <a:pt x="1640" y="1857"/>
                  </a:lnTo>
                  <a:lnTo>
                    <a:pt x="1561" y="1936"/>
                  </a:lnTo>
                  <a:lnTo>
                    <a:pt x="1700" y="1995"/>
                  </a:lnTo>
                  <a:lnTo>
                    <a:pt x="1779" y="1896"/>
                  </a:lnTo>
                  <a:lnTo>
                    <a:pt x="1838" y="1738"/>
                  </a:lnTo>
                  <a:lnTo>
                    <a:pt x="1897" y="1580"/>
                  </a:lnTo>
                  <a:lnTo>
                    <a:pt x="1956" y="1402"/>
                  </a:lnTo>
                  <a:lnTo>
                    <a:pt x="1976" y="1244"/>
                  </a:lnTo>
                  <a:lnTo>
                    <a:pt x="1996" y="1067"/>
                  </a:lnTo>
                  <a:lnTo>
                    <a:pt x="1956" y="928"/>
                  </a:lnTo>
                  <a:lnTo>
                    <a:pt x="1937" y="869"/>
                  </a:lnTo>
                  <a:lnTo>
                    <a:pt x="1897" y="810"/>
                  </a:lnTo>
                  <a:lnTo>
                    <a:pt x="1798" y="711"/>
                  </a:lnTo>
                  <a:lnTo>
                    <a:pt x="1640" y="593"/>
                  </a:lnTo>
                  <a:lnTo>
                    <a:pt x="1463" y="494"/>
                  </a:lnTo>
                  <a:lnTo>
                    <a:pt x="1285" y="395"/>
                  </a:lnTo>
                  <a:lnTo>
                    <a:pt x="989" y="257"/>
                  </a:lnTo>
                  <a:lnTo>
                    <a:pt x="870" y="217"/>
                  </a:lnTo>
                  <a:lnTo>
                    <a:pt x="37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4" name="Google Shape;4434;p17"/>
            <p:cNvSpPr/>
            <p:nvPr/>
          </p:nvSpPr>
          <p:spPr>
            <a:xfrm>
              <a:off x="4047357" y="-2278023"/>
              <a:ext cx="1045453" cy="331920"/>
            </a:xfrm>
            <a:custGeom>
              <a:rect b="b" l="l" r="r" t="t"/>
              <a:pathLst>
                <a:path extrusionOk="0" h="8830" w="27812">
                  <a:moveTo>
                    <a:pt x="9581" y="0"/>
                  </a:moveTo>
                  <a:lnTo>
                    <a:pt x="9363" y="40"/>
                  </a:lnTo>
                  <a:lnTo>
                    <a:pt x="9166" y="60"/>
                  </a:lnTo>
                  <a:lnTo>
                    <a:pt x="8988" y="119"/>
                  </a:lnTo>
                  <a:lnTo>
                    <a:pt x="8830" y="178"/>
                  </a:lnTo>
                  <a:lnTo>
                    <a:pt x="8692" y="237"/>
                  </a:lnTo>
                  <a:lnTo>
                    <a:pt x="8573" y="297"/>
                  </a:lnTo>
                  <a:lnTo>
                    <a:pt x="8396" y="435"/>
                  </a:lnTo>
                  <a:lnTo>
                    <a:pt x="8277" y="553"/>
                  </a:lnTo>
                  <a:lnTo>
                    <a:pt x="8178" y="692"/>
                  </a:lnTo>
                  <a:lnTo>
                    <a:pt x="8099" y="672"/>
                  </a:lnTo>
                  <a:lnTo>
                    <a:pt x="7862" y="672"/>
                  </a:lnTo>
                  <a:lnTo>
                    <a:pt x="7507" y="692"/>
                  </a:lnTo>
                  <a:lnTo>
                    <a:pt x="7309" y="731"/>
                  </a:lnTo>
                  <a:lnTo>
                    <a:pt x="7092" y="771"/>
                  </a:lnTo>
                  <a:lnTo>
                    <a:pt x="6875" y="830"/>
                  </a:lnTo>
                  <a:lnTo>
                    <a:pt x="6638" y="929"/>
                  </a:lnTo>
                  <a:lnTo>
                    <a:pt x="6401" y="1027"/>
                  </a:lnTo>
                  <a:lnTo>
                    <a:pt x="6183" y="1166"/>
                  </a:lnTo>
                  <a:lnTo>
                    <a:pt x="5966" y="1324"/>
                  </a:lnTo>
                  <a:lnTo>
                    <a:pt x="5749" y="1521"/>
                  </a:lnTo>
                  <a:lnTo>
                    <a:pt x="5571" y="1758"/>
                  </a:lnTo>
                  <a:lnTo>
                    <a:pt x="5413" y="2035"/>
                  </a:lnTo>
                  <a:lnTo>
                    <a:pt x="5354" y="2035"/>
                  </a:lnTo>
                  <a:lnTo>
                    <a:pt x="5196" y="2074"/>
                  </a:lnTo>
                  <a:lnTo>
                    <a:pt x="4959" y="2153"/>
                  </a:lnTo>
                  <a:lnTo>
                    <a:pt x="4820" y="2213"/>
                  </a:lnTo>
                  <a:lnTo>
                    <a:pt x="4662" y="2292"/>
                  </a:lnTo>
                  <a:lnTo>
                    <a:pt x="4504" y="2390"/>
                  </a:lnTo>
                  <a:lnTo>
                    <a:pt x="4346" y="2509"/>
                  </a:lnTo>
                  <a:lnTo>
                    <a:pt x="4169" y="2647"/>
                  </a:lnTo>
                  <a:lnTo>
                    <a:pt x="3991" y="2825"/>
                  </a:lnTo>
                  <a:lnTo>
                    <a:pt x="3813" y="3022"/>
                  </a:lnTo>
                  <a:lnTo>
                    <a:pt x="3655" y="3259"/>
                  </a:lnTo>
                  <a:lnTo>
                    <a:pt x="3497" y="3536"/>
                  </a:lnTo>
                  <a:lnTo>
                    <a:pt x="3339" y="3832"/>
                  </a:lnTo>
                  <a:lnTo>
                    <a:pt x="2983" y="3813"/>
                  </a:lnTo>
                  <a:lnTo>
                    <a:pt x="2628" y="3793"/>
                  </a:lnTo>
                  <a:lnTo>
                    <a:pt x="2174" y="3813"/>
                  </a:lnTo>
                  <a:lnTo>
                    <a:pt x="1937" y="3832"/>
                  </a:lnTo>
                  <a:lnTo>
                    <a:pt x="1680" y="3872"/>
                  </a:lnTo>
                  <a:lnTo>
                    <a:pt x="1443" y="3931"/>
                  </a:lnTo>
                  <a:lnTo>
                    <a:pt x="1206" y="3990"/>
                  </a:lnTo>
                  <a:lnTo>
                    <a:pt x="969" y="4069"/>
                  </a:lnTo>
                  <a:lnTo>
                    <a:pt x="751" y="4168"/>
                  </a:lnTo>
                  <a:lnTo>
                    <a:pt x="554" y="4306"/>
                  </a:lnTo>
                  <a:lnTo>
                    <a:pt x="376" y="4445"/>
                  </a:lnTo>
                  <a:lnTo>
                    <a:pt x="238" y="4603"/>
                  </a:lnTo>
                  <a:lnTo>
                    <a:pt x="139" y="4780"/>
                  </a:lnTo>
                  <a:lnTo>
                    <a:pt x="60" y="4938"/>
                  </a:lnTo>
                  <a:lnTo>
                    <a:pt x="21" y="5096"/>
                  </a:lnTo>
                  <a:lnTo>
                    <a:pt x="1" y="5254"/>
                  </a:lnTo>
                  <a:lnTo>
                    <a:pt x="1" y="5393"/>
                  </a:lnTo>
                  <a:lnTo>
                    <a:pt x="40" y="5551"/>
                  </a:lnTo>
                  <a:lnTo>
                    <a:pt x="80" y="5669"/>
                  </a:lnTo>
                  <a:lnTo>
                    <a:pt x="159" y="5807"/>
                  </a:lnTo>
                  <a:lnTo>
                    <a:pt x="238" y="5906"/>
                  </a:lnTo>
                  <a:lnTo>
                    <a:pt x="337" y="6005"/>
                  </a:lnTo>
                  <a:lnTo>
                    <a:pt x="435" y="6104"/>
                  </a:lnTo>
                  <a:lnTo>
                    <a:pt x="534" y="6163"/>
                  </a:lnTo>
                  <a:lnTo>
                    <a:pt x="653" y="6203"/>
                  </a:lnTo>
                  <a:lnTo>
                    <a:pt x="751" y="6242"/>
                  </a:lnTo>
                  <a:lnTo>
                    <a:pt x="870" y="6242"/>
                  </a:lnTo>
                  <a:lnTo>
                    <a:pt x="1265" y="6262"/>
                  </a:lnTo>
                  <a:lnTo>
                    <a:pt x="1937" y="6321"/>
                  </a:lnTo>
                  <a:lnTo>
                    <a:pt x="3813" y="6479"/>
                  </a:lnTo>
                  <a:lnTo>
                    <a:pt x="5808" y="6677"/>
                  </a:lnTo>
                  <a:lnTo>
                    <a:pt x="6598" y="6756"/>
                  </a:lnTo>
                  <a:lnTo>
                    <a:pt x="7171" y="6835"/>
                  </a:lnTo>
                  <a:lnTo>
                    <a:pt x="7388" y="6894"/>
                  </a:lnTo>
                  <a:lnTo>
                    <a:pt x="7625" y="6973"/>
                  </a:lnTo>
                  <a:lnTo>
                    <a:pt x="8198" y="7170"/>
                  </a:lnTo>
                  <a:lnTo>
                    <a:pt x="8810" y="7427"/>
                  </a:lnTo>
                  <a:lnTo>
                    <a:pt x="9482" y="7704"/>
                  </a:lnTo>
                  <a:lnTo>
                    <a:pt x="10134" y="7980"/>
                  </a:lnTo>
                  <a:lnTo>
                    <a:pt x="10766" y="8217"/>
                  </a:lnTo>
                  <a:lnTo>
                    <a:pt x="11062" y="8316"/>
                  </a:lnTo>
                  <a:lnTo>
                    <a:pt x="11319" y="8395"/>
                  </a:lnTo>
                  <a:lnTo>
                    <a:pt x="11576" y="8434"/>
                  </a:lnTo>
                  <a:lnTo>
                    <a:pt x="11793" y="8454"/>
                  </a:lnTo>
                  <a:lnTo>
                    <a:pt x="16336" y="8593"/>
                  </a:lnTo>
                  <a:lnTo>
                    <a:pt x="17837" y="8632"/>
                  </a:lnTo>
                  <a:lnTo>
                    <a:pt x="24493" y="8790"/>
                  </a:lnTo>
                  <a:lnTo>
                    <a:pt x="26864" y="8830"/>
                  </a:lnTo>
                  <a:lnTo>
                    <a:pt x="27555" y="8830"/>
                  </a:lnTo>
                  <a:lnTo>
                    <a:pt x="27812" y="8810"/>
                  </a:lnTo>
                  <a:lnTo>
                    <a:pt x="27792" y="8691"/>
                  </a:lnTo>
                  <a:lnTo>
                    <a:pt x="27654" y="8415"/>
                  </a:lnTo>
                  <a:lnTo>
                    <a:pt x="27199" y="7427"/>
                  </a:lnTo>
                  <a:lnTo>
                    <a:pt x="25758" y="4484"/>
                  </a:lnTo>
                  <a:lnTo>
                    <a:pt x="23644" y="257"/>
                  </a:lnTo>
                  <a:lnTo>
                    <a:pt x="16178" y="771"/>
                  </a:lnTo>
                  <a:lnTo>
                    <a:pt x="16138" y="771"/>
                  </a:lnTo>
                  <a:lnTo>
                    <a:pt x="16099" y="790"/>
                  </a:lnTo>
                  <a:lnTo>
                    <a:pt x="15309" y="830"/>
                  </a:lnTo>
                  <a:lnTo>
                    <a:pt x="13985" y="929"/>
                  </a:lnTo>
                  <a:lnTo>
                    <a:pt x="13590" y="810"/>
                  </a:lnTo>
                  <a:lnTo>
                    <a:pt x="12583" y="514"/>
                  </a:lnTo>
                  <a:lnTo>
                    <a:pt x="11951" y="356"/>
                  </a:lnTo>
                  <a:lnTo>
                    <a:pt x="11299" y="218"/>
                  </a:lnTo>
                  <a:lnTo>
                    <a:pt x="10667" y="99"/>
                  </a:lnTo>
                  <a:lnTo>
                    <a:pt x="10074" y="20"/>
                  </a:lnTo>
                  <a:lnTo>
                    <a:pt x="9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5" name="Google Shape;4435;p17"/>
            <p:cNvSpPr/>
            <p:nvPr/>
          </p:nvSpPr>
          <p:spPr>
            <a:xfrm>
              <a:off x="4160957" y="-2074580"/>
              <a:ext cx="235426" cy="66873"/>
            </a:xfrm>
            <a:custGeom>
              <a:rect b="b" l="l" r="r" t="t"/>
              <a:pathLst>
                <a:path extrusionOk="0" h="1779" w="6263">
                  <a:moveTo>
                    <a:pt x="1482" y="0"/>
                  </a:moveTo>
                  <a:lnTo>
                    <a:pt x="1305" y="40"/>
                  </a:lnTo>
                  <a:lnTo>
                    <a:pt x="1127" y="79"/>
                  </a:lnTo>
                  <a:lnTo>
                    <a:pt x="969" y="139"/>
                  </a:lnTo>
                  <a:lnTo>
                    <a:pt x="831" y="198"/>
                  </a:lnTo>
                  <a:lnTo>
                    <a:pt x="712" y="297"/>
                  </a:lnTo>
                  <a:lnTo>
                    <a:pt x="495" y="494"/>
                  </a:lnTo>
                  <a:lnTo>
                    <a:pt x="317" y="672"/>
                  </a:lnTo>
                  <a:lnTo>
                    <a:pt x="198" y="850"/>
                  </a:lnTo>
                  <a:lnTo>
                    <a:pt x="119" y="1008"/>
                  </a:lnTo>
                  <a:lnTo>
                    <a:pt x="40" y="1126"/>
                  </a:lnTo>
                  <a:lnTo>
                    <a:pt x="21" y="1225"/>
                  </a:lnTo>
                  <a:lnTo>
                    <a:pt x="1" y="1304"/>
                  </a:lnTo>
                  <a:lnTo>
                    <a:pt x="969" y="1403"/>
                  </a:lnTo>
                  <a:lnTo>
                    <a:pt x="3122" y="1600"/>
                  </a:lnTo>
                  <a:lnTo>
                    <a:pt x="4267" y="1699"/>
                  </a:lnTo>
                  <a:lnTo>
                    <a:pt x="5255" y="1758"/>
                  </a:lnTo>
                  <a:lnTo>
                    <a:pt x="5986" y="1778"/>
                  </a:lnTo>
                  <a:lnTo>
                    <a:pt x="6183" y="1758"/>
                  </a:lnTo>
                  <a:lnTo>
                    <a:pt x="6243" y="1758"/>
                  </a:lnTo>
                  <a:lnTo>
                    <a:pt x="6262" y="1739"/>
                  </a:lnTo>
                  <a:lnTo>
                    <a:pt x="6243" y="1699"/>
                  </a:lnTo>
                  <a:lnTo>
                    <a:pt x="6223" y="1660"/>
                  </a:lnTo>
                  <a:lnTo>
                    <a:pt x="6144" y="1541"/>
                  </a:lnTo>
                  <a:lnTo>
                    <a:pt x="6025" y="1403"/>
                  </a:lnTo>
                  <a:lnTo>
                    <a:pt x="5848" y="1265"/>
                  </a:lnTo>
                  <a:lnTo>
                    <a:pt x="5670" y="1146"/>
                  </a:lnTo>
                  <a:lnTo>
                    <a:pt x="5472" y="1028"/>
                  </a:lnTo>
                  <a:lnTo>
                    <a:pt x="5294" y="949"/>
                  </a:lnTo>
                  <a:lnTo>
                    <a:pt x="5117" y="889"/>
                  </a:lnTo>
                  <a:lnTo>
                    <a:pt x="4939" y="850"/>
                  </a:lnTo>
                  <a:lnTo>
                    <a:pt x="4761" y="791"/>
                  </a:lnTo>
                  <a:lnTo>
                    <a:pt x="4327" y="613"/>
                  </a:lnTo>
                  <a:lnTo>
                    <a:pt x="3872" y="415"/>
                  </a:lnTo>
                  <a:lnTo>
                    <a:pt x="3616" y="316"/>
                  </a:lnTo>
                  <a:lnTo>
                    <a:pt x="3379" y="237"/>
                  </a:lnTo>
                  <a:lnTo>
                    <a:pt x="3082" y="158"/>
                  </a:lnTo>
                  <a:lnTo>
                    <a:pt x="2766" y="99"/>
                  </a:lnTo>
                  <a:lnTo>
                    <a:pt x="2411" y="40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6" name="Google Shape;4436;p17"/>
            <p:cNvSpPr/>
            <p:nvPr/>
          </p:nvSpPr>
          <p:spPr>
            <a:xfrm>
              <a:off x="3853575" y="-2047101"/>
              <a:ext cx="670493" cy="670493"/>
            </a:xfrm>
            <a:custGeom>
              <a:rect b="b" l="l" r="r" t="t"/>
              <a:pathLst>
                <a:path extrusionOk="0" h="17837" w="17837">
                  <a:moveTo>
                    <a:pt x="8395" y="0"/>
                  </a:moveTo>
                  <a:lnTo>
                    <a:pt x="8040" y="20"/>
                  </a:lnTo>
                  <a:lnTo>
                    <a:pt x="7684" y="40"/>
                  </a:lnTo>
                  <a:lnTo>
                    <a:pt x="7329" y="99"/>
                  </a:lnTo>
                  <a:lnTo>
                    <a:pt x="6993" y="158"/>
                  </a:lnTo>
                  <a:lnTo>
                    <a:pt x="6657" y="237"/>
                  </a:lnTo>
                  <a:lnTo>
                    <a:pt x="6341" y="336"/>
                  </a:lnTo>
                  <a:lnTo>
                    <a:pt x="6025" y="455"/>
                  </a:lnTo>
                  <a:lnTo>
                    <a:pt x="5709" y="573"/>
                  </a:lnTo>
                  <a:lnTo>
                    <a:pt x="5413" y="711"/>
                  </a:lnTo>
                  <a:lnTo>
                    <a:pt x="5116" y="869"/>
                  </a:lnTo>
                  <a:lnTo>
                    <a:pt x="4840" y="1027"/>
                  </a:lnTo>
                  <a:lnTo>
                    <a:pt x="4563" y="1185"/>
                  </a:lnTo>
                  <a:lnTo>
                    <a:pt x="4307" y="1363"/>
                  </a:lnTo>
                  <a:lnTo>
                    <a:pt x="3793" y="1738"/>
                  </a:lnTo>
                  <a:lnTo>
                    <a:pt x="3339" y="2153"/>
                  </a:lnTo>
                  <a:lnTo>
                    <a:pt x="2904" y="2568"/>
                  </a:lnTo>
                  <a:lnTo>
                    <a:pt x="2489" y="2983"/>
                  </a:lnTo>
                  <a:lnTo>
                    <a:pt x="2134" y="3417"/>
                  </a:lnTo>
                  <a:lnTo>
                    <a:pt x="1798" y="3832"/>
                  </a:lnTo>
                  <a:lnTo>
                    <a:pt x="1482" y="4267"/>
                  </a:lnTo>
                  <a:lnTo>
                    <a:pt x="1186" y="4741"/>
                  </a:lnTo>
                  <a:lnTo>
                    <a:pt x="929" y="5254"/>
                  </a:lnTo>
                  <a:lnTo>
                    <a:pt x="692" y="5807"/>
                  </a:lnTo>
                  <a:lnTo>
                    <a:pt x="475" y="6380"/>
                  </a:lnTo>
                  <a:lnTo>
                    <a:pt x="297" y="6992"/>
                  </a:lnTo>
                  <a:lnTo>
                    <a:pt x="159" y="7625"/>
                  </a:lnTo>
                  <a:lnTo>
                    <a:pt x="60" y="8276"/>
                  </a:lnTo>
                  <a:lnTo>
                    <a:pt x="20" y="8612"/>
                  </a:lnTo>
                  <a:lnTo>
                    <a:pt x="1" y="8948"/>
                  </a:lnTo>
                  <a:lnTo>
                    <a:pt x="1" y="9284"/>
                  </a:lnTo>
                  <a:lnTo>
                    <a:pt x="1" y="9639"/>
                  </a:lnTo>
                  <a:lnTo>
                    <a:pt x="20" y="9975"/>
                  </a:lnTo>
                  <a:lnTo>
                    <a:pt x="40" y="10331"/>
                  </a:lnTo>
                  <a:lnTo>
                    <a:pt x="99" y="10706"/>
                  </a:lnTo>
                  <a:lnTo>
                    <a:pt x="159" y="11061"/>
                  </a:lnTo>
                  <a:lnTo>
                    <a:pt x="218" y="11417"/>
                  </a:lnTo>
                  <a:lnTo>
                    <a:pt x="317" y="11792"/>
                  </a:lnTo>
                  <a:lnTo>
                    <a:pt x="415" y="12148"/>
                  </a:lnTo>
                  <a:lnTo>
                    <a:pt x="534" y="12523"/>
                  </a:lnTo>
                  <a:lnTo>
                    <a:pt x="672" y="12879"/>
                  </a:lnTo>
                  <a:lnTo>
                    <a:pt x="830" y="13254"/>
                  </a:lnTo>
                  <a:lnTo>
                    <a:pt x="1008" y="13629"/>
                  </a:lnTo>
                  <a:lnTo>
                    <a:pt x="1205" y="14004"/>
                  </a:lnTo>
                  <a:lnTo>
                    <a:pt x="1403" y="14360"/>
                  </a:lnTo>
                  <a:lnTo>
                    <a:pt x="1640" y="14696"/>
                  </a:lnTo>
                  <a:lnTo>
                    <a:pt x="1877" y="15012"/>
                  </a:lnTo>
                  <a:lnTo>
                    <a:pt x="2134" y="15288"/>
                  </a:lnTo>
                  <a:lnTo>
                    <a:pt x="2410" y="15565"/>
                  </a:lnTo>
                  <a:lnTo>
                    <a:pt x="2687" y="15822"/>
                  </a:lnTo>
                  <a:lnTo>
                    <a:pt x="2983" y="16059"/>
                  </a:lnTo>
                  <a:lnTo>
                    <a:pt x="3299" y="16256"/>
                  </a:lnTo>
                  <a:lnTo>
                    <a:pt x="3595" y="16454"/>
                  </a:lnTo>
                  <a:lnTo>
                    <a:pt x="3912" y="16632"/>
                  </a:lnTo>
                  <a:lnTo>
                    <a:pt x="4228" y="16809"/>
                  </a:lnTo>
                  <a:lnTo>
                    <a:pt x="4544" y="16948"/>
                  </a:lnTo>
                  <a:lnTo>
                    <a:pt x="4860" y="17086"/>
                  </a:lnTo>
                  <a:lnTo>
                    <a:pt x="5195" y="17204"/>
                  </a:lnTo>
                  <a:lnTo>
                    <a:pt x="5808" y="17402"/>
                  </a:lnTo>
                  <a:lnTo>
                    <a:pt x="6420" y="17560"/>
                  </a:lnTo>
                  <a:lnTo>
                    <a:pt x="6973" y="17659"/>
                  </a:lnTo>
                  <a:lnTo>
                    <a:pt x="7487" y="17738"/>
                  </a:lnTo>
                  <a:lnTo>
                    <a:pt x="7921" y="17797"/>
                  </a:lnTo>
                  <a:lnTo>
                    <a:pt x="8296" y="17817"/>
                  </a:lnTo>
                  <a:lnTo>
                    <a:pt x="8573" y="17836"/>
                  </a:lnTo>
                  <a:lnTo>
                    <a:pt x="8830" y="17836"/>
                  </a:lnTo>
                  <a:lnTo>
                    <a:pt x="9363" y="17817"/>
                  </a:lnTo>
                  <a:lnTo>
                    <a:pt x="9877" y="17777"/>
                  </a:lnTo>
                  <a:lnTo>
                    <a:pt x="10390" y="17718"/>
                  </a:lnTo>
                  <a:lnTo>
                    <a:pt x="10884" y="17619"/>
                  </a:lnTo>
                  <a:lnTo>
                    <a:pt x="11358" y="17481"/>
                  </a:lnTo>
                  <a:lnTo>
                    <a:pt x="11832" y="17343"/>
                  </a:lnTo>
                  <a:lnTo>
                    <a:pt x="12267" y="17165"/>
                  </a:lnTo>
                  <a:lnTo>
                    <a:pt x="12701" y="16967"/>
                  </a:lnTo>
                  <a:lnTo>
                    <a:pt x="13116" y="16730"/>
                  </a:lnTo>
                  <a:lnTo>
                    <a:pt x="13531" y="16493"/>
                  </a:lnTo>
                  <a:lnTo>
                    <a:pt x="13906" y="16236"/>
                  </a:lnTo>
                  <a:lnTo>
                    <a:pt x="14281" y="15960"/>
                  </a:lnTo>
                  <a:lnTo>
                    <a:pt x="14617" y="15664"/>
                  </a:lnTo>
                  <a:lnTo>
                    <a:pt x="14953" y="15348"/>
                  </a:lnTo>
                  <a:lnTo>
                    <a:pt x="15269" y="15012"/>
                  </a:lnTo>
                  <a:lnTo>
                    <a:pt x="15565" y="14676"/>
                  </a:lnTo>
                  <a:lnTo>
                    <a:pt x="15842" y="14321"/>
                  </a:lnTo>
                  <a:lnTo>
                    <a:pt x="16118" y="13965"/>
                  </a:lnTo>
                  <a:lnTo>
                    <a:pt x="16355" y="13590"/>
                  </a:lnTo>
                  <a:lnTo>
                    <a:pt x="16592" y="13195"/>
                  </a:lnTo>
                  <a:lnTo>
                    <a:pt x="16790" y="12800"/>
                  </a:lnTo>
                  <a:lnTo>
                    <a:pt x="16987" y="12405"/>
                  </a:lnTo>
                  <a:lnTo>
                    <a:pt x="17165" y="12010"/>
                  </a:lnTo>
                  <a:lnTo>
                    <a:pt x="17303" y="11595"/>
                  </a:lnTo>
                  <a:lnTo>
                    <a:pt x="17442" y="11180"/>
                  </a:lnTo>
                  <a:lnTo>
                    <a:pt x="17560" y="10765"/>
                  </a:lnTo>
                  <a:lnTo>
                    <a:pt x="17659" y="10350"/>
                  </a:lnTo>
                  <a:lnTo>
                    <a:pt x="17738" y="9936"/>
                  </a:lnTo>
                  <a:lnTo>
                    <a:pt x="17797" y="9541"/>
                  </a:lnTo>
                  <a:lnTo>
                    <a:pt x="17837" y="9126"/>
                  </a:lnTo>
                  <a:lnTo>
                    <a:pt x="17837" y="8711"/>
                  </a:lnTo>
                  <a:lnTo>
                    <a:pt x="17837" y="8316"/>
                  </a:lnTo>
                  <a:lnTo>
                    <a:pt x="17797" y="7723"/>
                  </a:lnTo>
                  <a:lnTo>
                    <a:pt x="17698" y="7151"/>
                  </a:lnTo>
                  <a:lnTo>
                    <a:pt x="17639" y="6854"/>
                  </a:lnTo>
                  <a:lnTo>
                    <a:pt x="17580" y="6578"/>
                  </a:lnTo>
                  <a:lnTo>
                    <a:pt x="17481" y="6281"/>
                  </a:lnTo>
                  <a:lnTo>
                    <a:pt x="17382" y="6005"/>
                  </a:lnTo>
                  <a:lnTo>
                    <a:pt x="17284" y="5728"/>
                  </a:lnTo>
                  <a:lnTo>
                    <a:pt x="17165" y="5452"/>
                  </a:lnTo>
                  <a:lnTo>
                    <a:pt x="17027" y="5175"/>
                  </a:lnTo>
                  <a:lnTo>
                    <a:pt x="16889" y="4919"/>
                  </a:lnTo>
                  <a:lnTo>
                    <a:pt x="16731" y="4642"/>
                  </a:lnTo>
                  <a:lnTo>
                    <a:pt x="16553" y="4385"/>
                  </a:lnTo>
                  <a:lnTo>
                    <a:pt x="16375" y="4128"/>
                  </a:lnTo>
                  <a:lnTo>
                    <a:pt x="16178" y="3872"/>
                  </a:lnTo>
                  <a:lnTo>
                    <a:pt x="15960" y="3615"/>
                  </a:lnTo>
                  <a:lnTo>
                    <a:pt x="15743" y="3378"/>
                  </a:lnTo>
                  <a:lnTo>
                    <a:pt x="15506" y="3141"/>
                  </a:lnTo>
                  <a:lnTo>
                    <a:pt x="15249" y="2904"/>
                  </a:lnTo>
                  <a:lnTo>
                    <a:pt x="14992" y="2667"/>
                  </a:lnTo>
                  <a:lnTo>
                    <a:pt x="14716" y="2430"/>
                  </a:lnTo>
                  <a:lnTo>
                    <a:pt x="14420" y="2212"/>
                  </a:lnTo>
                  <a:lnTo>
                    <a:pt x="14123" y="1995"/>
                  </a:lnTo>
                  <a:lnTo>
                    <a:pt x="13807" y="1798"/>
                  </a:lnTo>
                  <a:lnTo>
                    <a:pt x="13471" y="1600"/>
                  </a:lnTo>
                  <a:lnTo>
                    <a:pt x="13116" y="1403"/>
                  </a:lnTo>
                  <a:lnTo>
                    <a:pt x="12760" y="1205"/>
                  </a:lnTo>
                  <a:lnTo>
                    <a:pt x="12385" y="1027"/>
                  </a:lnTo>
                  <a:lnTo>
                    <a:pt x="12010" y="850"/>
                  </a:lnTo>
                  <a:lnTo>
                    <a:pt x="11595" y="672"/>
                  </a:lnTo>
                  <a:lnTo>
                    <a:pt x="11180" y="514"/>
                  </a:lnTo>
                  <a:lnTo>
                    <a:pt x="10765" y="376"/>
                  </a:lnTo>
                  <a:lnTo>
                    <a:pt x="10351" y="257"/>
                  </a:lnTo>
                  <a:lnTo>
                    <a:pt x="9936" y="158"/>
                  </a:lnTo>
                  <a:lnTo>
                    <a:pt x="9541" y="79"/>
                  </a:lnTo>
                  <a:lnTo>
                    <a:pt x="9146" y="40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7" name="Google Shape;4437;p17"/>
            <p:cNvSpPr/>
            <p:nvPr/>
          </p:nvSpPr>
          <p:spPr>
            <a:xfrm>
              <a:off x="4167648" y="-2064920"/>
              <a:ext cx="414355" cy="185657"/>
            </a:xfrm>
            <a:custGeom>
              <a:rect b="b" l="l" r="r" t="t"/>
              <a:pathLst>
                <a:path extrusionOk="0" h="4939" w="11023">
                  <a:moveTo>
                    <a:pt x="1620" y="0"/>
                  </a:moveTo>
                  <a:lnTo>
                    <a:pt x="1443" y="20"/>
                  </a:lnTo>
                  <a:lnTo>
                    <a:pt x="1265" y="40"/>
                  </a:lnTo>
                  <a:lnTo>
                    <a:pt x="1087" y="79"/>
                  </a:lnTo>
                  <a:lnTo>
                    <a:pt x="929" y="138"/>
                  </a:lnTo>
                  <a:lnTo>
                    <a:pt x="791" y="198"/>
                  </a:lnTo>
                  <a:lnTo>
                    <a:pt x="653" y="277"/>
                  </a:lnTo>
                  <a:lnTo>
                    <a:pt x="534" y="356"/>
                  </a:lnTo>
                  <a:lnTo>
                    <a:pt x="435" y="455"/>
                  </a:lnTo>
                  <a:lnTo>
                    <a:pt x="337" y="573"/>
                  </a:lnTo>
                  <a:lnTo>
                    <a:pt x="258" y="711"/>
                  </a:lnTo>
                  <a:lnTo>
                    <a:pt x="178" y="850"/>
                  </a:lnTo>
                  <a:lnTo>
                    <a:pt x="119" y="1008"/>
                  </a:lnTo>
                  <a:lnTo>
                    <a:pt x="60" y="1185"/>
                  </a:lnTo>
                  <a:lnTo>
                    <a:pt x="20" y="1383"/>
                  </a:lnTo>
                  <a:lnTo>
                    <a:pt x="1" y="1561"/>
                  </a:lnTo>
                  <a:lnTo>
                    <a:pt x="20" y="1738"/>
                  </a:lnTo>
                  <a:lnTo>
                    <a:pt x="60" y="1916"/>
                  </a:lnTo>
                  <a:lnTo>
                    <a:pt x="119" y="2074"/>
                  </a:lnTo>
                  <a:lnTo>
                    <a:pt x="218" y="2212"/>
                  </a:lnTo>
                  <a:lnTo>
                    <a:pt x="337" y="2351"/>
                  </a:lnTo>
                  <a:lnTo>
                    <a:pt x="475" y="2489"/>
                  </a:lnTo>
                  <a:lnTo>
                    <a:pt x="633" y="2607"/>
                  </a:lnTo>
                  <a:lnTo>
                    <a:pt x="811" y="2726"/>
                  </a:lnTo>
                  <a:lnTo>
                    <a:pt x="1008" y="2825"/>
                  </a:lnTo>
                  <a:lnTo>
                    <a:pt x="1206" y="2924"/>
                  </a:lnTo>
                  <a:lnTo>
                    <a:pt x="1403" y="3003"/>
                  </a:lnTo>
                  <a:lnTo>
                    <a:pt x="1838" y="3141"/>
                  </a:lnTo>
                  <a:lnTo>
                    <a:pt x="2292" y="3240"/>
                  </a:lnTo>
                  <a:lnTo>
                    <a:pt x="2549" y="3299"/>
                  </a:lnTo>
                  <a:lnTo>
                    <a:pt x="2825" y="3378"/>
                  </a:lnTo>
                  <a:lnTo>
                    <a:pt x="3536" y="3635"/>
                  </a:lnTo>
                  <a:lnTo>
                    <a:pt x="4346" y="3951"/>
                  </a:lnTo>
                  <a:lnTo>
                    <a:pt x="5215" y="4286"/>
                  </a:lnTo>
                  <a:lnTo>
                    <a:pt x="5670" y="4444"/>
                  </a:lnTo>
                  <a:lnTo>
                    <a:pt x="6124" y="4583"/>
                  </a:lnTo>
                  <a:lnTo>
                    <a:pt x="6558" y="4721"/>
                  </a:lnTo>
                  <a:lnTo>
                    <a:pt x="6993" y="4820"/>
                  </a:lnTo>
                  <a:lnTo>
                    <a:pt x="7408" y="4899"/>
                  </a:lnTo>
                  <a:lnTo>
                    <a:pt x="7783" y="4938"/>
                  </a:lnTo>
                  <a:lnTo>
                    <a:pt x="8139" y="4918"/>
                  </a:lnTo>
                  <a:lnTo>
                    <a:pt x="8316" y="4918"/>
                  </a:lnTo>
                  <a:lnTo>
                    <a:pt x="8474" y="4879"/>
                  </a:lnTo>
                  <a:lnTo>
                    <a:pt x="8771" y="4800"/>
                  </a:lnTo>
                  <a:lnTo>
                    <a:pt x="9047" y="4681"/>
                  </a:lnTo>
                  <a:lnTo>
                    <a:pt x="9304" y="4523"/>
                  </a:lnTo>
                  <a:lnTo>
                    <a:pt x="9541" y="4365"/>
                  </a:lnTo>
                  <a:lnTo>
                    <a:pt x="9778" y="4188"/>
                  </a:lnTo>
                  <a:lnTo>
                    <a:pt x="9975" y="4010"/>
                  </a:lnTo>
                  <a:lnTo>
                    <a:pt x="10173" y="3812"/>
                  </a:lnTo>
                  <a:lnTo>
                    <a:pt x="10351" y="3615"/>
                  </a:lnTo>
                  <a:lnTo>
                    <a:pt x="10627" y="3240"/>
                  </a:lnTo>
                  <a:lnTo>
                    <a:pt x="10845" y="2943"/>
                  </a:lnTo>
                  <a:lnTo>
                    <a:pt x="11022" y="2647"/>
                  </a:lnTo>
                  <a:lnTo>
                    <a:pt x="10469" y="2390"/>
                  </a:lnTo>
                  <a:lnTo>
                    <a:pt x="9857" y="2133"/>
                  </a:lnTo>
                  <a:lnTo>
                    <a:pt x="9146" y="1837"/>
                  </a:lnTo>
                  <a:lnTo>
                    <a:pt x="8356" y="1561"/>
                  </a:lnTo>
                  <a:lnTo>
                    <a:pt x="7586" y="1304"/>
                  </a:lnTo>
                  <a:lnTo>
                    <a:pt x="7230" y="1205"/>
                  </a:lnTo>
                  <a:lnTo>
                    <a:pt x="6894" y="1126"/>
                  </a:lnTo>
                  <a:lnTo>
                    <a:pt x="6578" y="1067"/>
                  </a:lnTo>
                  <a:lnTo>
                    <a:pt x="6321" y="1047"/>
                  </a:lnTo>
                  <a:lnTo>
                    <a:pt x="6084" y="1047"/>
                  </a:lnTo>
                  <a:lnTo>
                    <a:pt x="5828" y="1008"/>
                  </a:lnTo>
                  <a:lnTo>
                    <a:pt x="5551" y="968"/>
                  </a:lnTo>
                  <a:lnTo>
                    <a:pt x="5294" y="909"/>
                  </a:lnTo>
                  <a:lnTo>
                    <a:pt x="4721" y="751"/>
                  </a:lnTo>
                  <a:lnTo>
                    <a:pt x="4149" y="573"/>
                  </a:lnTo>
                  <a:lnTo>
                    <a:pt x="3576" y="395"/>
                  </a:lnTo>
                  <a:lnTo>
                    <a:pt x="3023" y="237"/>
                  </a:lnTo>
                  <a:lnTo>
                    <a:pt x="2509" y="99"/>
                  </a:lnTo>
                  <a:lnTo>
                    <a:pt x="2272" y="59"/>
                  </a:lnTo>
                  <a:lnTo>
                    <a:pt x="2035" y="20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8" name="Google Shape;4438;p17"/>
            <p:cNvSpPr/>
            <p:nvPr/>
          </p:nvSpPr>
          <p:spPr>
            <a:xfrm>
              <a:off x="4172836" y="-2147357"/>
              <a:ext cx="207948" cy="21577"/>
            </a:xfrm>
            <a:custGeom>
              <a:rect b="b" l="l" r="r" t="t"/>
              <a:pathLst>
                <a:path extrusionOk="0" h="574" w="5532">
                  <a:moveTo>
                    <a:pt x="1305" y="1"/>
                  </a:moveTo>
                  <a:lnTo>
                    <a:pt x="969" y="40"/>
                  </a:lnTo>
                  <a:lnTo>
                    <a:pt x="673" y="80"/>
                  </a:lnTo>
                  <a:lnTo>
                    <a:pt x="436" y="119"/>
                  </a:lnTo>
                  <a:lnTo>
                    <a:pt x="238" y="178"/>
                  </a:lnTo>
                  <a:lnTo>
                    <a:pt x="100" y="218"/>
                  </a:lnTo>
                  <a:lnTo>
                    <a:pt x="1" y="356"/>
                  </a:lnTo>
                  <a:lnTo>
                    <a:pt x="811" y="356"/>
                  </a:lnTo>
                  <a:lnTo>
                    <a:pt x="1739" y="376"/>
                  </a:lnTo>
                  <a:lnTo>
                    <a:pt x="2885" y="416"/>
                  </a:lnTo>
                  <a:lnTo>
                    <a:pt x="5532" y="574"/>
                  </a:lnTo>
                  <a:lnTo>
                    <a:pt x="4228" y="356"/>
                  </a:lnTo>
                  <a:lnTo>
                    <a:pt x="3102" y="178"/>
                  </a:lnTo>
                  <a:lnTo>
                    <a:pt x="2095" y="4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9" name="Google Shape;4439;p17"/>
            <p:cNvSpPr/>
            <p:nvPr/>
          </p:nvSpPr>
          <p:spPr>
            <a:xfrm>
              <a:off x="4250800" y="-2217126"/>
              <a:ext cx="159682" cy="15600"/>
            </a:xfrm>
            <a:custGeom>
              <a:rect b="b" l="l" r="r" t="t"/>
              <a:pathLst>
                <a:path extrusionOk="0" h="415" w="4248">
                  <a:moveTo>
                    <a:pt x="1621" y="0"/>
                  </a:moveTo>
                  <a:lnTo>
                    <a:pt x="1305" y="20"/>
                  </a:lnTo>
                  <a:lnTo>
                    <a:pt x="969" y="59"/>
                  </a:lnTo>
                  <a:lnTo>
                    <a:pt x="673" y="119"/>
                  </a:lnTo>
                  <a:lnTo>
                    <a:pt x="396" y="198"/>
                  </a:lnTo>
                  <a:lnTo>
                    <a:pt x="198" y="257"/>
                  </a:lnTo>
                  <a:lnTo>
                    <a:pt x="40" y="336"/>
                  </a:lnTo>
                  <a:lnTo>
                    <a:pt x="1" y="375"/>
                  </a:lnTo>
                  <a:lnTo>
                    <a:pt x="1" y="415"/>
                  </a:lnTo>
                  <a:lnTo>
                    <a:pt x="198" y="375"/>
                  </a:lnTo>
                  <a:lnTo>
                    <a:pt x="732" y="277"/>
                  </a:lnTo>
                  <a:lnTo>
                    <a:pt x="1107" y="237"/>
                  </a:lnTo>
                  <a:lnTo>
                    <a:pt x="1502" y="217"/>
                  </a:lnTo>
                  <a:lnTo>
                    <a:pt x="1937" y="217"/>
                  </a:lnTo>
                  <a:lnTo>
                    <a:pt x="2411" y="237"/>
                  </a:lnTo>
                  <a:lnTo>
                    <a:pt x="3793" y="336"/>
                  </a:lnTo>
                  <a:lnTo>
                    <a:pt x="4248" y="375"/>
                  </a:lnTo>
                  <a:lnTo>
                    <a:pt x="4011" y="316"/>
                  </a:lnTo>
                  <a:lnTo>
                    <a:pt x="3418" y="198"/>
                  </a:lnTo>
                  <a:lnTo>
                    <a:pt x="2667" y="59"/>
                  </a:lnTo>
                  <a:lnTo>
                    <a:pt x="2292" y="20"/>
                  </a:lnTo>
                  <a:lnTo>
                    <a:pt x="195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0" name="Google Shape;4440;p17"/>
            <p:cNvSpPr/>
            <p:nvPr/>
          </p:nvSpPr>
          <p:spPr>
            <a:xfrm>
              <a:off x="4354777" y="-2259453"/>
              <a:ext cx="69090" cy="17103"/>
            </a:xfrm>
            <a:custGeom>
              <a:rect b="b" l="l" r="r" t="t"/>
              <a:pathLst>
                <a:path extrusionOk="0" h="455" w="1838">
                  <a:moveTo>
                    <a:pt x="138" y="0"/>
                  </a:moveTo>
                  <a:lnTo>
                    <a:pt x="99" y="20"/>
                  </a:lnTo>
                  <a:lnTo>
                    <a:pt x="59" y="40"/>
                  </a:lnTo>
                  <a:lnTo>
                    <a:pt x="20" y="99"/>
                  </a:lnTo>
                  <a:lnTo>
                    <a:pt x="0" y="158"/>
                  </a:lnTo>
                  <a:lnTo>
                    <a:pt x="0" y="198"/>
                  </a:lnTo>
                  <a:lnTo>
                    <a:pt x="652" y="277"/>
                  </a:lnTo>
                  <a:lnTo>
                    <a:pt x="1521" y="395"/>
                  </a:lnTo>
                  <a:lnTo>
                    <a:pt x="1837" y="454"/>
                  </a:lnTo>
                  <a:lnTo>
                    <a:pt x="1047" y="217"/>
                  </a:lnTo>
                  <a:lnTo>
                    <a:pt x="455" y="59"/>
                  </a:lnTo>
                  <a:lnTo>
                    <a:pt x="257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1" name="Google Shape;4441;p17"/>
            <p:cNvSpPr/>
            <p:nvPr/>
          </p:nvSpPr>
          <p:spPr>
            <a:xfrm>
              <a:off x="4064461" y="-2125065"/>
              <a:ext cx="73526" cy="41612"/>
            </a:xfrm>
            <a:custGeom>
              <a:rect b="b" l="l" r="r" t="t"/>
              <a:pathLst>
                <a:path extrusionOk="0" h="1107" w="1956">
                  <a:moveTo>
                    <a:pt x="1936" y="0"/>
                  </a:moveTo>
                  <a:lnTo>
                    <a:pt x="1896" y="158"/>
                  </a:lnTo>
                  <a:lnTo>
                    <a:pt x="1798" y="415"/>
                  </a:lnTo>
                  <a:lnTo>
                    <a:pt x="1719" y="553"/>
                  </a:lnTo>
                  <a:lnTo>
                    <a:pt x="1640" y="672"/>
                  </a:lnTo>
                  <a:lnTo>
                    <a:pt x="1561" y="771"/>
                  </a:lnTo>
                  <a:lnTo>
                    <a:pt x="1462" y="850"/>
                  </a:lnTo>
                  <a:lnTo>
                    <a:pt x="1343" y="889"/>
                  </a:lnTo>
                  <a:lnTo>
                    <a:pt x="1146" y="929"/>
                  </a:lnTo>
                  <a:lnTo>
                    <a:pt x="711" y="948"/>
                  </a:lnTo>
                  <a:lnTo>
                    <a:pt x="336" y="968"/>
                  </a:lnTo>
                  <a:lnTo>
                    <a:pt x="178" y="948"/>
                  </a:lnTo>
                  <a:lnTo>
                    <a:pt x="257" y="316"/>
                  </a:lnTo>
                  <a:lnTo>
                    <a:pt x="79" y="494"/>
                  </a:lnTo>
                  <a:lnTo>
                    <a:pt x="0" y="1087"/>
                  </a:lnTo>
                  <a:lnTo>
                    <a:pt x="198" y="1106"/>
                  </a:lnTo>
                  <a:lnTo>
                    <a:pt x="909" y="1106"/>
                  </a:lnTo>
                  <a:lnTo>
                    <a:pt x="1166" y="1087"/>
                  </a:lnTo>
                  <a:lnTo>
                    <a:pt x="1403" y="1027"/>
                  </a:lnTo>
                  <a:lnTo>
                    <a:pt x="1521" y="988"/>
                  </a:lnTo>
                  <a:lnTo>
                    <a:pt x="1600" y="948"/>
                  </a:lnTo>
                  <a:lnTo>
                    <a:pt x="1679" y="889"/>
                  </a:lnTo>
                  <a:lnTo>
                    <a:pt x="1738" y="830"/>
                  </a:lnTo>
                  <a:lnTo>
                    <a:pt x="1837" y="692"/>
                  </a:lnTo>
                  <a:lnTo>
                    <a:pt x="1896" y="534"/>
                  </a:lnTo>
                  <a:lnTo>
                    <a:pt x="1936" y="376"/>
                  </a:lnTo>
                  <a:lnTo>
                    <a:pt x="1956" y="237"/>
                  </a:lnTo>
                  <a:lnTo>
                    <a:pt x="1956" y="119"/>
                  </a:lnTo>
                  <a:lnTo>
                    <a:pt x="193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2" name="Google Shape;4442;p17"/>
            <p:cNvSpPr/>
            <p:nvPr/>
          </p:nvSpPr>
          <p:spPr>
            <a:xfrm>
              <a:off x="4368122" y="-1450155"/>
              <a:ext cx="596253" cy="494534"/>
            </a:xfrm>
            <a:custGeom>
              <a:rect b="b" l="l" r="r" t="t"/>
              <a:pathLst>
                <a:path extrusionOk="0" h="13156" w="15862">
                  <a:moveTo>
                    <a:pt x="1680" y="1"/>
                  </a:moveTo>
                  <a:lnTo>
                    <a:pt x="1" y="7902"/>
                  </a:lnTo>
                  <a:lnTo>
                    <a:pt x="2865" y="9423"/>
                  </a:lnTo>
                  <a:lnTo>
                    <a:pt x="4129" y="10094"/>
                  </a:lnTo>
                  <a:lnTo>
                    <a:pt x="8020" y="12148"/>
                  </a:lnTo>
                  <a:lnTo>
                    <a:pt x="9403" y="12860"/>
                  </a:lnTo>
                  <a:lnTo>
                    <a:pt x="9995" y="13156"/>
                  </a:lnTo>
                  <a:lnTo>
                    <a:pt x="10035" y="13136"/>
                  </a:lnTo>
                  <a:lnTo>
                    <a:pt x="10094" y="13077"/>
                  </a:lnTo>
                  <a:lnTo>
                    <a:pt x="10311" y="12800"/>
                  </a:lnTo>
                  <a:lnTo>
                    <a:pt x="10627" y="12405"/>
                  </a:lnTo>
                  <a:lnTo>
                    <a:pt x="11042" y="11872"/>
                  </a:lnTo>
                  <a:lnTo>
                    <a:pt x="12010" y="10509"/>
                  </a:lnTo>
                  <a:lnTo>
                    <a:pt x="13116" y="8949"/>
                  </a:lnTo>
                  <a:lnTo>
                    <a:pt x="14183" y="7388"/>
                  </a:lnTo>
                  <a:lnTo>
                    <a:pt x="15091" y="6025"/>
                  </a:lnTo>
                  <a:lnTo>
                    <a:pt x="15447" y="5492"/>
                  </a:lnTo>
                  <a:lnTo>
                    <a:pt x="15684" y="5057"/>
                  </a:lnTo>
                  <a:lnTo>
                    <a:pt x="15842" y="4781"/>
                  </a:lnTo>
                  <a:lnTo>
                    <a:pt x="15862" y="4722"/>
                  </a:lnTo>
                  <a:lnTo>
                    <a:pt x="15862" y="4702"/>
                  </a:lnTo>
                  <a:lnTo>
                    <a:pt x="15842" y="4682"/>
                  </a:lnTo>
                  <a:lnTo>
                    <a:pt x="15585" y="4623"/>
                  </a:lnTo>
                  <a:lnTo>
                    <a:pt x="14973" y="4425"/>
                  </a:lnTo>
                  <a:lnTo>
                    <a:pt x="12899" y="3754"/>
                  </a:lnTo>
                  <a:lnTo>
                    <a:pt x="7131" y="1818"/>
                  </a:lnTo>
                  <a:lnTo>
                    <a:pt x="6005" y="1443"/>
                  </a:lnTo>
                  <a:lnTo>
                    <a:pt x="5946" y="1423"/>
                  </a:lnTo>
                  <a:lnTo>
                    <a:pt x="5907" y="1423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3" name="Google Shape;4443;p17"/>
            <p:cNvSpPr/>
            <p:nvPr/>
          </p:nvSpPr>
          <p:spPr>
            <a:xfrm>
              <a:off x="4091188" y="-1384784"/>
              <a:ext cx="191596" cy="27478"/>
            </a:xfrm>
            <a:custGeom>
              <a:rect b="b" l="l" r="r" t="t"/>
              <a:pathLst>
                <a:path extrusionOk="0" h="731" w="5097">
                  <a:moveTo>
                    <a:pt x="0" y="0"/>
                  </a:moveTo>
                  <a:lnTo>
                    <a:pt x="158" y="59"/>
                  </a:lnTo>
                  <a:lnTo>
                    <a:pt x="593" y="217"/>
                  </a:lnTo>
                  <a:lnTo>
                    <a:pt x="1245" y="415"/>
                  </a:lnTo>
                  <a:lnTo>
                    <a:pt x="1620" y="514"/>
                  </a:lnTo>
                  <a:lnTo>
                    <a:pt x="2015" y="593"/>
                  </a:lnTo>
                  <a:lnTo>
                    <a:pt x="2430" y="672"/>
                  </a:lnTo>
                  <a:lnTo>
                    <a:pt x="2864" y="711"/>
                  </a:lnTo>
                  <a:lnTo>
                    <a:pt x="3299" y="731"/>
                  </a:lnTo>
                  <a:lnTo>
                    <a:pt x="3694" y="731"/>
                  </a:lnTo>
                  <a:lnTo>
                    <a:pt x="4069" y="691"/>
                  </a:lnTo>
                  <a:lnTo>
                    <a:pt x="4405" y="632"/>
                  </a:lnTo>
                  <a:lnTo>
                    <a:pt x="4681" y="553"/>
                  </a:lnTo>
                  <a:lnTo>
                    <a:pt x="4780" y="514"/>
                  </a:lnTo>
                  <a:lnTo>
                    <a:pt x="4879" y="454"/>
                  </a:lnTo>
                  <a:lnTo>
                    <a:pt x="4998" y="356"/>
                  </a:lnTo>
                  <a:lnTo>
                    <a:pt x="5077" y="296"/>
                  </a:lnTo>
                  <a:lnTo>
                    <a:pt x="5096" y="237"/>
                  </a:lnTo>
                  <a:lnTo>
                    <a:pt x="5077" y="198"/>
                  </a:lnTo>
                  <a:lnTo>
                    <a:pt x="5057" y="178"/>
                  </a:lnTo>
                  <a:lnTo>
                    <a:pt x="4978" y="1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4" name="Google Shape;4444;p17"/>
            <p:cNvSpPr/>
            <p:nvPr/>
          </p:nvSpPr>
          <p:spPr>
            <a:xfrm>
              <a:off x="4190692" y="-2054544"/>
              <a:ext cx="86908" cy="92096"/>
            </a:xfrm>
            <a:custGeom>
              <a:rect b="b" l="l" r="r" t="t"/>
              <a:pathLst>
                <a:path extrusionOk="0" h="2450" w="2312">
                  <a:moveTo>
                    <a:pt x="711" y="139"/>
                  </a:moveTo>
                  <a:lnTo>
                    <a:pt x="849" y="179"/>
                  </a:lnTo>
                  <a:lnTo>
                    <a:pt x="1205" y="258"/>
                  </a:lnTo>
                  <a:lnTo>
                    <a:pt x="1422" y="337"/>
                  </a:lnTo>
                  <a:lnTo>
                    <a:pt x="1639" y="416"/>
                  </a:lnTo>
                  <a:lnTo>
                    <a:pt x="1857" y="495"/>
                  </a:lnTo>
                  <a:lnTo>
                    <a:pt x="2015" y="613"/>
                  </a:lnTo>
                  <a:lnTo>
                    <a:pt x="2094" y="672"/>
                  </a:lnTo>
                  <a:lnTo>
                    <a:pt x="2133" y="751"/>
                  </a:lnTo>
                  <a:lnTo>
                    <a:pt x="2173" y="850"/>
                  </a:lnTo>
                  <a:lnTo>
                    <a:pt x="2193" y="969"/>
                  </a:lnTo>
                  <a:lnTo>
                    <a:pt x="2193" y="1107"/>
                  </a:lnTo>
                  <a:lnTo>
                    <a:pt x="2173" y="1225"/>
                  </a:lnTo>
                  <a:lnTo>
                    <a:pt x="2114" y="1502"/>
                  </a:lnTo>
                  <a:lnTo>
                    <a:pt x="2015" y="1778"/>
                  </a:lnTo>
                  <a:lnTo>
                    <a:pt x="1896" y="2015"/>
                  </a:lnTo>
                  <a:lnTo>
                    <a:pt x="1778" y="2193"/>
                  </a:lnTo>
                  <a:lnTo>
                    <a:pt x="1699" y="2252"/>
                  </a:lnTo>
                  <a:lnTo>
                    <a:pt x="1639" y="2292"/>
                  </a:lnTo>
                  <a:lnTo>
                    <a:pt x="1560" y="2312"/>
                  </a:lnTo>
                  <a:lnTo>
                    <a:pt x="1481" y="2312"/>
                  </a:lnTo>
                  <a:lnTo>
                    <a:pt x="1264" y="2272"/>
                  </a:lnTo>
                  <a:lnTo>
                    <a:pt x="1007" y="2213"/>
                  </a:lnTo>
                  <a:lnTo>
                    <a:pt x="770" y="2114"/>
                  </a:lnTo>
                  <a:lnTo>
                    <a:pt x="533" y="2015"/>
                  </a:lnTo>
                  <a:lnTo>
                    <a:pt x="316" y="1917"/>
                  </a:lnTo>
                  <a:lnTo>
                    <a:pt x="178" y="1838"/>
                  </a:lnTo>
                  <a:lnTo>
                    <a:pt x="138" y="1798"/>
                  </a:lnTo>
                  <a:lnTo>
                    <a:pt x="119" y="1759"/>
                  </a:lnTo>
                  <a:lnTo>
                    <a:pt x="138" y="1660"/>
                  </a:lnTo>
                  <a:lnTo>
                    <a:pt x="158" y="1462"/>
                  </a:lnTo>
                  <a:lnTo>
                    <a:pt x="217" y="1206"/>
                  </a:lnTo>
                  <a:lnTo>
                    <a:pt x="296" y="929"/>
                  </a:lnTo>
                  <a:lnTo>
                    <a:pt x="395" y="633"/>
                  </a:lnTo>
                  <a:lnTo>
                    <a:pt x="494" y="396"/>
                  </a:lnTo>
                  <a:lnTo>
                    <a:pt x="553" y="297"/>
                  </a:lnTo>
                  <a:lnTo>
                    <a:pt x="593" y="218"/>
                  </a:lnTo>
                  <a:lnTo>
                    <a:pt x="652" y="159"/>
                  </a:lnTo>
                  <a:lnTo>
                    <a:pt x="711" y="139"/>
                  </a:lnTo>
                  <a:close/>
                  <a:moveTo>
                    <a:pt x="652" y="1"/>
                  </a:moveTo>
                  <a:lnTo>
                    <a:pt x="593" y="40"/>
                  </a:lnTo>
                  <a:lnTo>
                    <a:pt x="533" y="99"/>
                  </a:lnTo>
                  <a:lnTo>
                    <a:pt x="474" y="179"/>
                  </a:lnTo>
                  <a:lnTo>
                    <a:pt x="415" y="297"/>
                  </a:lnTo>
                  <a:lnTo>
                    <a:pt x="296" y="574"/>
                  </a:lnTo>
                  <a:lnTo>
                    <a:pt x="198" y="890"/>
                  </a:lnTo>
                  <a:lnTo>
                    <a:pt x="119" y="1225"/>
                  </a:lnTo>
                  <a:lnTo>
                    <a:pt x="40" y="1502"/>
                  </a:lnTo>
                  <a:lnTo>
                    <a:pt x="0" y="1719"/>
                  </a:lnTo>
                  <a:lnTo>
                    <a:pt x="0" y="1838"/>
                  </a:lnTo>
                  <a:lnTo>
                    <a:pt x="20" y="1877"/>
                  </a:lnTo>
                  <a:lnTo>
                    <a:pt x="59" y="1917"/>
                  </a:lnTo>
                  <a:lnTo>
                    <a:pt x="217" y="2015"/>
                  </a:lnTo>
                  <a:lnTo>
                    <a:pt x="454" y="2134"/>
                  </a:lnTo>
                  <a:lnTo>
                    <a:pt x="711" y="2233"/>
                  </a:lnTo>
                  <a:lnTo>
                    <a:pt x="1007" y="2351"/>
                  </a:lnTo>
                  <a:lnTo>
                    <a:pt x="1284" y="2410"/>
                  </a:lnTo>
                  <a:lnTo>
                    <a:pt x="1521" y="2450"/>
                  </a:lnTo>
                  <a:lnTo>
                    <a:pt x="1620" y="2450"/>
                  </a:lnTo>
                  <a:lnTo>
                    <a:pt x="1699" y="2430"/>
                  </a:lnTo>
                  <a:lnTo>
                    <a:pt x="1778" y="2391"/>
                  </a:lnTo>
                  <a:lnTo>
                    <a:pt x="1857" y="2312"/>
                  </a:lnTo>
                  <a:lnTo>
                    <a:pt x="1936" y="2233"/>
                  </a:lnTo>
                  <a:lnTo>
                    <a:pt x="1995" y="2114"/>
                  </a:lnTo>
                  <a:lnTo>
                    <a:pt x="2133" y="1857"/>
                  </a:lnTo>
                  <a:lnTo>
                    <a:pt x="2232" y="1561"/>
                  </a:lnTo>
                  <a:lnTo>
                    <a:pt x="2311" y="1245"/>
                  </a:lnTo>
                  <a:lnTo>
                    <a:pt x="2311" y="1087"/>
                  </a:lnTo>
                  <a:lnTo>
                    <a:pt x="2311" y="949"/>
                  </a:lnTo>
                  <a:lnTo>
                    <a:pt x="2311" y="811"/>
                  </a:lnTo>
                  <a:lnTo>
                    <a:pt x="2272" y="712"/>
                  </a:lnTo>
                  <a:lnTo>
                    <a:pt x="2212" y="613"/>
                  </a:lnTo>
                  <a:lnTo>
                    <a:pt x="2133" y="534"/>
                  </a:lnTo>
                  <a:lnTo>
                    <a:pt x="1936" y="416"/>
                  </a:lnTo>
                  <a:lnTo>
                    <a:pt x="1718" y="317"/>
                  </a:lnTo>
                  <a:lnTo>
                    <a:pt x="1462" y="218"/>
                  </a:lnTo>
                  <a:lnTo>
                    <a:pt x="1225" y="159"/>
                  </a:lnTo>
                  <a:lnTo>
                    <a:pt x="830" y="40"/>
                  </a:lnTo>
                  <a:lnTo>
                    <a:pt x="652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5" name="Google Shape;4445;p17"/>
            <p:cNvSpPr/>
            <p:nvPr/>
          </p:nvSpPr>
          <p:spPr>
            <a:xfrm>
              <a:off x="4035478" y="-1510263"/>
              <a:ext cx="409167" cy="144797"/>
            </a:xfrm>
            <a:custGeom>
              <a:rect b="b" l="l" r="r" t="t"/>
              <a:pathLst>
                <a:path extrusionOk="0" h="3852" w="10885">
                  <a:moveTo>
                    <a:pt x="7665" y="0"/>
                  </a:moveTo>
                  <a:lnTo>
                    <a:pt x="6894" y="20"/>
                  </a:lnTo>
                  <a:lnTo>
                    <a:pt x="6084" y="59"/>
                  </a:lnTo>
                  <a:lnTo>
                    <a:pt x="5275" y="138"/>
                  </a:lnTo>
                  <a:lnTo>
                    <a:pt x="4485" y="217"/>
                  </a:lnTo>
                  <a:lnTo>
                    <a:pt x="3734" y="277"/>
                  </a:lnTo>
                  <a:lnTo>
                    <a:pt x="3043" y="316"/>
                  </a:lnTo>
                  <a:lnTo>
                    <a:pt x="2727" y="336"/>
                  </a:lnTo>
                  <a:lnTo>
                    <a:pt x="2430" y="316"/>
                  </a:lnTo>
                  <a:lnTo>
                    <a:pt x="1937" y="296"/>
                  </a:lnTo>
                  <a:lnTo>
                    <a:pt x="1502" y="277"/>
                  </a:lnTo>
                  <a:lnTo>
                    <a:pt x="1166" y="296"/>
                  </a:lnTo>
                  <a:lnTo>
                    <a:pt x="1008" y="316"/>
                  </a:lnTo>
                  <a:lnTo>
                    <a:pt x="870" y="356"/>
                  </a:lnTo>
                  <a:lnTo>
                    <a:pt x="751" y="395"/>
                  </a:lnTo>
                  <a:lnTo>
                    <a:pt x="633" y="474"/>
                  </a:lnTo>
                  <a:lnTo>
                    <a:pt x="534" y="533"/>
                  </a:lnTo>
                  <a:lnTo>
                    <a:pt x="455" y="632"/>
                  </a:lnTo>
                  <a:lnTo>
                    <a:pt x="356" y="751"/>
                  </a:lnTo>
                  <a:lnTo>
                    <a:pt x="277" y="889"/>
                  </a:lnTo>
                  <a:lnTo>
                    <a:pt x="218" y="1027"/>
                  </a:lnTo>
                  <a:lnTo>
                    <a:pt x="139" y="1205"/>
                  </a:lnTo>
                  <a:lnTo>
                    <a:pt x="80" y="1383"/>
                  </a:lnTo>
                  <a:lnTo>
                    <a:pt x="40" y="1560"/>
                  </a:lnTo>
                  <a:lnTo>
                    <a:pt x="21" y="1718"/>
                  </a:lnTo>
                  <a:lnTo>
                    <a:pt x="1" y="1876"/>
                  </a:lnTo>
                  <a:lnTo>
                    <a:pt x="1" y="2015"/>
                  </a:lnTo>
                  <a:lnTo>
                    <a:pt x="21" y="2153"/>
                  </a:lnTo>
                  <a:lnTo>
                    <a:pt x="60" y="2291"/>
                  </a:lnTo>
                  <a:lnTo>
                    <a:pt x="100" y="2410"/>
                  </a:lnTo>
                  <a:lnTo>
                    <a:pt x="159" y="2528"/>
                  </a:lnTo>
                  <a:lnTo>
                    <a:pt x="238" y="2647"/>
                  </a:lnTo>
                  <a:lnTo>
                    <a:pt x="317" y="2765"/>
                  </a:lnTo>
                  <a:lnTo>
                    <a:pt x="416" y="2864"/>
                  </a:lnTo>
                  <a:lnTo>
                    <a:pt x="613" y="3042"/>
                  </a:lnTo>
                  <a:lnTo>
                    <a:pt x="870" y="3200"/>
                  </a:lnTo>
                  <a:lnTo>
                    <a:pt x="1028" y="3279"/>
                  </a:lnTo>
                  <a:lnTo>
                    <a:pt x="1186" y="3338"/>
                  </a:lnTo>
                  <a:lnTo>
                    <a:pt x="1384" y="3397"/>
                  </a:lnTo>
                  <a:lnTo>
                    <a:pt x="1601" y="3457"/>
                  </a:lnTo>
                  <a:lnTo>
                    <a:pt x="2095" y="3536"/>
                  </a:lnTo>
                  <a:lnTo>
                    <a:pt x="2628" y="3595"/>
                  </a:lnTo>
                  <a:lnTo>
                    <a:pt x="3754" y="3694"/>
                  </a:lnTo>
                  <a:lnTo>
                    <a:pt x="4287" y="3733"/>
                  </a:lnTo>
                  <a:lnTo>
                    <a:pt x="4781" y="3792"/>
                  </a:lnTo>
                  <a:lnTo>
                    <a:pt x="5275" y="3832"/>
                  </a:lnTo>
                  <a:lnTo>
                    <a:pt x="5788" y="3852"/>
                  </a:lnTo>
                  <a:lnTo>
                    <a:pt x="6341" y="3852"/>
                  </a:lnTo>
                  <a:lnTo>
                    <a:pt x="6934" y="3812"/>
                  </a:lnTo>
                  <a:lnTo>
                    <a:pt x="7507" y="3753"/>
                  </a:lnTo>
                  <a:lnTo>
                    <a:pt x="8079" y="3674"/>
                  </a:lnTo>
                  <a:lnTo>
                    <a:pt x="8632" y="3575"/>
                  </a:lnTo>
                  <a:lnTo>
                    <a:pt x="9166" y="3437"/>
                  </a:lnTo>
                  <a:lnTo>
                    <a:pt x="9640" y="3299"/>
                  </a:lnTo>
                  <a:lnTo>
                    <a:pt x="10015" y="3180"/>
                  </a:lnTo>
                  <a:lnTo>
                    <a:pt x="10311" y="3062"/>
                  </a:lnTo>
                  <a:lnTo>
                    <a:pt x="10548" y="2943"/>
                  </a:lnTo>
                  <a:lnTo>
                    <a:pt x="10805" y="2805"/>
                  </a:lnTo>
                  <a:lnTo>
                    <a:pt x="10884" y="2746"/>
                  </a:lnTo>
                  <a:lnTo>
                    <a:pt x="10884" y="2627"/>
                  </a:lnTo>
                  <a:lnTo>
                    <a:pt x="10825" y="2351"/>
                  </a:lnTo>
                  <a:lnTo>
                    <a:pt x="10785" y="2153"/>
                  </a:lnTo>
                  <a:lnTo>
                    <a:pt x="10726" y="1936"/>
                  </a:lnTo>
                  <a:lnTo>
                    <a:pt x="10627" y="1718"/>
                  </a:lnTo>
                  <a:lnTo>
                    <a:pt x="10529" y="1481"/>
                  </a:lnTo>
                  <a:lnTo>
                    <a:pt x="10390" y="1225"/>
                  </a:lnTo>
                  <a:lnTo>
                    <a:pt x="10213" y="988"/>
                  </a:lnTo>
                  <a:lnTo>
                    <a:pt x="10015" y="770"/>
                  </a:lnTo>
                  <a:lnTo>
                    <a:pt x="9778" y="553"/>
                  </a:lnTo>
                  <a:lnTo>
                    <a:pt x="9640" y="454"/>
                  </a:lnTo>
                  <a:lnTo>
                    <a:pt x="9502" y="375"/>
                  </a:lnTo>
                  <a:lnTo>
                    <a:pt x="9344" y="296"/>
                  </a:lnTo>
                  <a:lnTo>
                    <a:pt x="9186" y="217"/>
                  </a:lnTo>
                  <a:lnTo>
                    <a:pt x="9008" y="158"/>
                  </a:lnTo>
                  <a:lnTo>
                    <a:pt x="8830" y="99"/>
                  </a:lnTo>
                  <a:lnTo>
                    <a:pt x="8632" y="59"/>
                  </a:lnTo>
                  <a:lnTo>
                    <a:pt x="8415" y="40"/>
                  </a:lnTo>
                  <a:lnTo>
                    <a:pt x="8040" y="20"/>
                  </a:lnTo>
                  <a:lnTo>
                    <a:pt x="766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6" name="Google Shape;4446;p17"/>
            <p:cNvSpPr/>
            <p:nvPr/>
          </p:nvSpPr>
          <p:spPr>
            <a:xfrm>
              <a:off x="4061491" y="-1489475"/>
              <a:ext cx="86156" cy="83938"/>
            </a:xfrm>
            <a:custGeom>
              <a:rect b="b" l="l" r="r" t="t"/>
              <a:pathLst>
                <a:path extrusionOk="0" h="2233" w="2292">
                  <a:moveTo>
                    <a:pt x="1106" y="119"/>
                  </a:moveTo>
                  <a:lnTo>
                    <a:pt x="1343" y="138"/>
                  </a:lnTo>
                  <a:lnTo>
                    <a:pt x="1580" y="138"/>
                  </a:lnTo>
                  <a:lnTo>
                    <a:pt x="1798" y="178"/>
                  </a:lnTo>
                  <a:lnTo>
                    <a:pt x="1956" y="237"/>
                  </a:lnTo>
                  <a:lnTo>
                    <a:pt x="2015" y="277"/>
                  </a:lnTo>
                  <a:lnTo>
                    <a:pt x="2074" y="356"/>
                  </a:lnTo>
                  <a:lnTo>
                    <a:pt x="2114" y="435"/>
                  </a:lnTo>
                  <a:lnTo>
                    <a:pt x="2153" y="533"/>
                  </a:lnTo>
                  <a:lnTo>
                    <a:pt x="2193" y="770"/>
                  </a:lnTo>
                  <a:lnTo>
                    <a:pt x="2193" y="1047"/>
                  </a:lnTo>
                  <a:lnTo>
                    <a:pt x="2153" y="1323"/>
                  </a:lnTo>
                  <a:lnTo>
                    <a:pt x="2133" y="1442"/>
                  </a:lnTo>
                  <a:lnTo>
                    <a:pt x="2074" y="1580"/>
                  </a:lnTo>
                  <a:lnTo>
                    <a:pt x="2035" y="1679"/>
                  </a:lnTo>
                  <a:lnTo>
                    <a:pt x="1956" y="1778"/>
                  </a:lnTo>
                  <a:lnTo>
                    <a:pt x="1877" y="1877"/>
                  </a:lnTo>
                  <a:lnTo>
                    <a:pt x="1798" y="1936"/>
                  </a:lnTo>
                  <a:lnTo>
                    <a:pt x="1699" y="1975"/>
                  </a:lnTo>
                  <a:lnTo>
                    <a:pt x="1580" y="2015"/>
                  </a:lnTo>
                  <a:lnTo>
                    <a:pt x="1343" y="2074"/>
                  </a:lnTo>
                  <a:lnTo>
                    <a:pt x="1067" y="2094"/>
                  </a:lnTo>
                  <a:lnTo>
                    <a:pt x="810" y="2114"/>
                  </a:lnTo>
                  <a:lnTo>
                    <a:pt x="553" y="2094"/>
                  </a:lnTo>
                  <a:lnTo>
                    <a:pt x="356" y="2054"/>
                  </a:lnTo>
                  <a:lnTo>
                    <a:pt x="217" y="1995"/>
                  </a:lnTo>
                  <a:lnTo>
                    <a:pt x="178" y="1956"/>
                  </a:lnTo>
                  <a:lnTo>
                    <a:pt x="158" y="1936"/>
                  </a:lnTo>
                  <a:lnTo>
                    <a:pt x="158" y="1798"/>
                  </a:lnTo>
                  <a:lnTo>
                    <a:pt x="158" y="1600"/>
                  </a:lnTo>
                  <a:lnTo>
                    <a:pt x="178" y="1343"/>
                  </a:lnTo>
                  <a:lnTo>
                    <a:pt x="217" y="1047"/>
                  </a:lnTo>
                  <a:lnTo>
                    <a:pt x="257" y="751"/>
                  </a:lnTo>
                  <a:lnTo>
                    <a:pt x="336" y="494"/>
                  </a:lnTo>
                  <a:lnTo>
                    <a:pt x="415" y="277"/>
                  </a:lnTo>
                  <a:lnTo>
                    <a:pt x="454" y="198"/>
                  </a:lnTo>
                  <a:lnTo>
                    <a:pt x="494" y="158"/>
                  </a:lnTo>
                  <a:lnTo>
                    <a:pt x="672" y="138"/>
                  </a:lnTo>
                  <a:lnTo>
                    <a:pt x="1106" y="119"/>
                  </a:lnTo>
                  <a:close/>
                  <a:moveTo>
                    <a:pt x="1067" y="0"/>
                  </a:moveTo>
                  <a:lnTo>
                    <a:pt x="593" y="20"/>
                  </a:lnTo>
                  <a:lnTo>
                    <a:pt x="395" y="40"/>
                  </a:lnTo>
                  <a:lnTo>
                    <a:pt x="336" y="99"/>
                  </a:lnTo>
                  <a:lnTo>
                    <a:pt x="277" y="178"/>
                  </a:lnTo>
                  <a:lnTo>
                    <a:pt x="198" y="415"/>
                  </a:lnTo>
                  <a:lnTo>
                    <a:pt x="119" y="711"/>
                  </a:lnTo>
                  <a:lnTo>
                    <a:pt x="59" y="1047"/>
                  </a:lnTo>
                  <a:lnTo>
                    <a:pt x="20" y="1363"/>
                  </a:lnTo>
                  <a:lnTo>
                    <a:pt x="0" y="1659"/>
                  </a:lnTo>
                  <a:lnTo>
                    <a:pt x="0" y="1896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59" y="2114"/>
                  </a:lnTo>
                  <a:lnTo>
                    <a:pt x="237" y="2173"/>
                  </a:lnTo>
                  <a:lnTo>
                    <a:pt x="454" y="2212"/>
                  </a:lnTo>
                  <a:lnTo>
                    <a:pt x="731" y="2232"/>
                  </a:lnTo>
                  <a:lnTo>
                    <a:pt x="1027" y="2232"/>
                  </a:lnTo>
                  <a:lnTo>
                    <a:pt x="1324" y="2193"/>
                  </a:lnTo>
                  <a:lnTo>
                    <a:pt x="1600" y="2133"/>
                  </a:lnTo>
                  <a:lnTo>
                    <a:pt x="1738" y="2094"/>
                  </a:lnTo>
                  <a:lnTo>
                    <a:pt x="1837" y="2035"/>
                  </a:lnTo>
                  <a:lnTo>
                    <a:pt x="1936" y="1975"/>
                  </a:lnTo>
                  <a:lnTo>
                    <a:pt x="2035" y="1877"/>
                  </a:lnTo>
                  <a:lnTo>
                    <a:pt x="2114" y="1758"/>
                  </a:lnTo>
                  <a:lnTo>
                    <a:pt x="2173" y="1640"/>
                  </a:lnTo>
                  <a:lnTo>
                    <a:pt x="2212" y="1501"/>
                  </a:lnTo>
                  <a:lnTo>
                    <a:pt x="2252" y="1343"/>
                  </a:lnTo>
                  <a:lnTo>
                    <a:pt x="2291" y="1047"/>
                  </a:lnTo>
                  <a:lnTo>
                    <a:pt x="2291" y="731"/>
                  </a:lnTo>
                  <a:lnTo>
                    <a:pt x="2272" y="593"/>
                  </a:lnTo>
                  <a:lnTo>
                    <a:pt x="2252" y="474"/>
                  </a:lnTo>
                  <a:lnTo>
                    <a:pt x="2212" y="356"/>
                  </a:lnTo>
                  <a:lnTo>
                    <a:pt x="2153" y="257"/>
                  </a:lnTo>
                  <a:lnTo>
                    <a:pt x="2094" y="178"/>
                  </a:lnTo>
                  <a:lnTo>
                    <a:pt x="2035" y="119"/>
                  </a:lnTo>
                  <a:lnTo>
                    <a:pt x="1857" y="59"/>
                  </a:lnTo>
                  <a:lnTo>
                    <a:pt x="1600" y="20"/>
                  </a:lnTo>
                  <a:lnTo>
                    <a:pt x="1343" y="20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7" name="Google Shape;4447;p17"/>
            <p:cNvSpPr/>
            <p:nvPr/>
          </p:nvSpPr>
          <p:spPr>
            <a:xfrm>
              <a:off x="4011006" y="-1882265"/>
              <a:ext cx="351955" cy="350489"/>
            </a:xfrm>
            <a:custGeom>
              <a:rect b="b" l="l" r="r" t="t"/>
              <a:pathLst>
                <a:path extrusionOk="0" h="9324" w="9363">
                  <a:moveTo>
                    <a:pt x="4859" y="376"/>
                  </a:moveTo>
                  <a:lnTo>
                    <a:pt x="5234" y="395"/>
                  </a:lnTo>
                  <a:lnTo>
                    <a:pt x="5610" y="455"/>
                  </a:lnTo>
                  <a:lnTo>
                    <a:pt x="5965" y="514"/>
                  </a:lnTo>
                  <a:lnTo>
                    <a:pt x="6163" y="573"/>
                  </a:lnTo>
                  <a:lnTo>
                    <a:pt x="6340" y="632"/>
                  </a:lnTo>
                  <a:lnTo>
                    <a:pt x="6696" y="771"/>
                  </a:lnTo>
                  <a:lnTo>
                    <a:pt x="7052" y="968"/>
                  </a:lnTo>
                  <a:lnTo>
                    <a:pt x="7387" y="1205"/>
                  </a:lnTo>
                  <a:lnTo>
                    <a:pt x="7684" y="1482"/>
                  </a:lnTo>
                  <a:lnTo>
                    <a:pt x="7980" y="1798"/>
                  </a:lnTo>
                  <a:lnTo>
                    <a:pt x="8237" y="2133"/>
                  </a:lnTo>
                  <a:lnTo>
                    <a:pt x="8454" y="2489"/>
                  </a:lnTo>
                  <a:lnTo>
                    <a:pt x="8651" y="2884"/>
                  </a:lnTo>
                  <a:lnTo>
                    <a:pt x="8790" y="3299"/>
                  </a:lnTo>
                  <a:lnTo>
                    <a:pt x="8849" y="3496"/>
                  </a:lnTo>
                  <a:lnTo>
                    <a:pt x="8908" y="3714"/>
                  </a:lnTo>
                  <a:lnTo>
                    <a:pt x="8928" y="3931"/>
                  </a:lnTo>
                  <a:lnTo>
                    <a:pt x="8948" y="4168"/>
                  </a:lnTo>
                  <a:lnTo>
                    <a:pt x="8967" y="4385"/>
                  </a:lnTo>
                  <a:lnTo>
                    <a:pt x="8948" y="4622"/>
                  </a:lnTo>
                  <a:lnTo>
                    <a:pt x="8928" y="4839"/>
                  </a:lnTo>
                  <a:lnTo>
                    <a:pt x="8908" y="5077"/>
                  </a:lnTo>
                  <a:lnTo>
                    <a:pt x="8849" y="5294"/>
                  </a:lnTo>
                  <a:lnTo>
                    <a:pt x="8790" y="5531"/>
                  </a:lnTo>
                  <a:lnTo>
                    <a:pt x="8711" y="5768"/>
                  </a:lnTo>
                  <a:lnTo>
                    <a:pt x="8612" y="6005"/>
                  </a:lnTo>
                  <a:lnTo>
                    <a:pt x="8493" y="6242"/>
                  </a:lnTo>
                  <a:lnTo>
                    <a:pt x="8375" y="6459"/>
                  </a:lnTo>
                  <a:lnTo>
                    <a:pt x="8237" y="6676"/>
                  </a:lnTo>
                  <a:lnTo>
                    <a:pt x="8098" y="6894"/>
                  </a:lnTo>
                  <a:lnTo>
                    <a:pt x="7940" y="7111"/>
                  </a:lnTo>
                  <a:lnTo>
                    <a:pt x="7782" y="7308"/>
                  </a:lnTo>
                  <a:lnTo>
                    <a:pt x="7605" y="7486"/>
                  </a:lnTo>
                  <a:lnTo>
                    <a:pt x="7427" y="7664"/>
                  </a:lnTo>
                  <a:lnTo>
                    <a:pt x="7249" y="7842"/>
                  </a:lnTo>
                  <a:lnTo>
                    <a:pt x="7052" y="8000"/>
                  </a:lnTo>
                  <a:lnTo>
                    <a:pt x="6854" y="8158"/>
                  </a:lnTo>
                  <a:lnTo>
                    <a:pt x="6637" y="8296"/>
                  </a:lnTo>
                  <a:lnTo>
                    <a:pt x="6439" y="8415"/>
                  </a:lnTo>
                  <a:lnTo>
                    <a:pt x="6222" y="8533"/>
                  </a:lnTo>
                  <a:lnTo>
                    <a:pt x="6005" y="8632"/>
                  </a:lnTo>
                  <a:lnTo>
                    <a:pt x="5768" y="8711"/>
                  </a:lnTo>
                  <a:lnTo>
                    <a:pt x="5531" y="8790"/>
                  </a:lnTo>
                  <a:lnTo>
                    <a:pt x="5313" y="8849"/>
                  </a:lnTo>
                  <a:lnTo>
                    <a:pt x="5076" y="8908"/>
                  </a:lnTo>
                  <a:lnTo>
                    <a:pt x="4820" y="8928"/>
                  </a:lnTo>
                  <a:lnTo>
                    <a:pt x="4583" y="8948"/>
                  </a:lnTo>
                  <a:lnTo>
                    <a:pt x="4345" y="8948"/>
                  </a:lnTo>
                  <a:lnTo>
                    <a:pt x="4089" y="8928"/>
                  </a:lnTo>
                  <a:lnTo>
                    <a:pt x="3852" y="8889"/>
                  </a:lnTo>
                  <a:lnTo>
                    <a:pt x="3595" y="8829"/>
                  </a:lnTo>
                  <a:lnTo>
                    <a:pt x="3338" y="8750"/>
                  </a:lnTo>
                  <a:lnTo>
                    <a:pt x="3101" y="8671"/>
                  </a:lnTo>
                  <a:lnTo>
                    <a:pt x="2844" y="8553"/>
                  </a:lnTo>
                  <a:lnTo>
                    <a:pt x="2607" y="8434"/>
                  </a:lnTo>
                  <a:lnTo>
                    <a:pt x="2351" y="8276"/>
                  </a:lnTo>
                  <a:lnTo>
                    <a:pt x="2114" y="8099"/>
                  </a:lnTo>
                  <a:lnTo>
                    <a:pt x="1857" y="7921"/>
                  </a:lnTo>
                  <a:lnTo>
                    <a:pt x="1521" y="7605"/>
                  </a:lnTo>
                  <a:lnTo>
                    <a:pt x="1343" y="7427"/>
                  </a:lnTo>
                  <a:lnTo>
                    <a:pt x="1165" y="7229"/>
                  </a:lnTo>
                  <a:lnTo>
                    <a:pt x="988" y="7012"/>
                  </a:lnTo>
                  <a:lnTo>
                    <a:pt x="830" y="6775"/>
                  </a:lnTo>
                  <a:lnTo>
                    <a:pt x="691" y="6518"/>
                  </a:lnTo>
                  <a:lnTo>
                    <a:pt x="573" y="6262"/>
                  </a:lnTo>
                  <a:lnTo>
                    <a:pt x="474" y="5965"/>
                  </a:lnTo>
                  <a:lnTo>
                    <a:pt x="395" y="5669"/>
                  </a:lnTo>
                  <a:lnTo>
                    <a:pt x="356" y="5333"/>
                  </a:lnTo>
                  <a:lnTo>
                    <a:pt x="356" y="4998"/>
                  </a:lnTo>
                  <a:lnTo>
                    <a:pt x="375" y="4622"/>
                  </a:lnTo>
                  <a:lnTo>
                    <a:pt x="454" y="4247"/>
                  </a:lnTo>
                  <a:lnTo>
                    <a:pt x="593" y="3832"/>
                  </a:lnTo>
                  <a:lnTo>
                    <a:pt x="770" y="3398"/>
                  </a:lnTo>
                  <a:lnTo>
                    <a:pt x="1007" y="2904"/>
                  </a:lnTo>
                  <a:lnTo>
                    <a:pt x="1264" y="2469"/>
                  </a:lnTo>
                  <a:lnTo>
                    <a:pt x="1541" y="2074"/>
                  </a:lnTo>
                  <a:lnTo>
                    <a:pt x="1837" y="1719"/>
                  </a:lnTo>
                  <a:lnTo>
                    <a:pt x="2133" y="1422"/>
                  </a:lnTo>
                  <a:lnTo>
                    <a:pt x="2449" y="1166"/>
                  </a:lnTo>
                  <a:lnTo>
                    <a:pt x="2765" y="948"/>
                  </a:lnTo>
                  <a:lnTo>
                    <a:pt x="3101" y="751"/>
                  </a:lnTo>
                  <a:lnTo>
                    <a:pt x="3437" y="613"/>
                  </a:lnTo>
                  <a:lnTo>
                    <a:pt x="3792" y="514"/>
                  </a:lnTo>
                  <a:lnTo>
                    <a:pt x="4148" y="435"/>
                  </a:lnTo>
                  <a:lnTo>
                    <a:pt x="4504" y="395"/>
                  </a:lnTo>
                  <a:lnTo>
                    <a:pt x="4859" y="376"/>
                  </a:lnTo>
                  <a:close/>
                  <a:moveTo>
                    <a:pt x="4899" y="0"/>
                  </a:moveTo>
                  <a:lnTo>
                    <a:pt x="4504" y="20"/>
                  </a:lnTo>
                  <a:lnTo>
                    <a:pt x="4108" y="59"/>
                  </a:lnTo>
                  <a:lnTo>
                    <a:pt x="3733" y="138"/>
                  </a:lnTo>
                  <a:lnTo>
                    <a:pt x="3358" y="257"/>
                  </a:lnTo>
                  <a:lnTo>
                    <a:pt x="2983" y="415"/>
                  </a:lnTo>
                  <a:lnTo>
                    <a:pt x="2627" y="613"/>
                  </a:lnTo>
                  <a:lnTo>
                    <a:pt x="2272" y="850"/>
                  </a:lnTo>
                  <a:lnTo>
                    <a:pt x="1936" y="1146"/>
                  </a:lnTo>
                  <a:lnTo>
                    <a:pt x="1600" y="1462"/>
                  </a:lnTo>
                  <a:lnTo>
                    <a:pt x="1284" y="1857"/>
                  </a:lnTo>
                  <a:lnTo>
                    <a:pt x="988" y="2272"/>
                  </a:lnTo>
                  <a:lnTo>
                    <a:pt x="711" y="2766"/>
                  </a:lnTo>
                  <a:lnTo>
                    <a:pt x="435" y="3299"/>
                  </a:lnTo>
                  <a:lnTo>
                    <a:pt x="257" y="3753"/>
                  </a:lnTo>
                  <a:lnTo>
                    <a:pt x="119" y="4207"/>
                  </a:lnTo>
                  <a:lnTo>
                    <a:pt x="20" y="4622"/>
                  </a:lnTo>
                  <a:lnTo>
                    <a:pt x="0" y="5017"/>
                  </a:lnTo>
                  <a:lnTo>
                    <a:pt x="0" y="5393"/>
                  </a:lnTo>
                  <a:lnTo>
                    <a:pt x="40" y="5748"/>
                  </a:lnTo>
                  <a:lnTo>
                    <a:pt x="119" y="6084"/>
                  </a:lnTo>
                  <a:lnTo>
                    <a:pt x="237" y="6400"/>
                  </a:lnTo>
                  <a:lnTo>
                    <a:pt x="375" y="6696"/>
                  </a:lnTo>
                  <a:lnTo>
                    <a:pt x="514" y="6953"/>
                  </a:lnTo>
                  <a:lnTo>
                    <a:pt x="691" y="7210"/>
                  </a:lnTo>
                  <a:lnTo>
                    <a:pt x="869" y="7447"/>
                  </a:lnTo>
                  <a:lnTo>
                    <a:pt x="1067" y="7664"/>
                  </a:lnTo>
                  <a:lnTo>
                    <a:pt x="1264" y="7862"/>
                  </a:lnTo>
                  <a:lnTo>
                    <a:pt x="1639" y="8197"/>
                  </a:lnTo>
                  <a:lnTo>
                    <a:pt x="1896" y="8415"/>
                  </a:lnTo>
                  <a:lnTo>
                    <a:pt x="2173" y="8592"/>
                  </a:lnTo>
                  <a:lnTo>
                    <a:pt x="2430" y="8750"/>
                  </a:lnTo>
                  <a:lnTo>
                    <a:pt x="2706" y="8908"/>
                  </a:lnTo>
                  <a:lnTo>
                    <a:pt x="2983" y="9027"/>
                  </a:lnTo>
                  <a:lnTo>
                    <a:pt x="3259" y="9126"/>
                  </a:lnTo>
                  <a:lnTo>
                    <a:pt x="3516" y="9205"/>
                  </a:lnTo>
                  <a:lnTo>
                    <a:pt x="3792" y="9264"/>
                  </a:lnTo>
                  <a:lnTo>
                    <a:pt x="4069" y="9303"/>
                  </a:lnTo>
                  <a:lnTo>
                    <a:pt x="4326" y="9323"/>
                  </a:lnTo>
                  <a:lnTo>
                    <a:pt x="4602" y="9323"/>
                  </a:lnTo>
                  <a:lnTo>
                    <a:pt x="4859" y="9303"/>
                  </a:lnTo>
                  <a:lnTo>
                    <a:pt x="5136" y="9264"/>
                  </a:lnTo>
                  <a:lnTo>
                    <a:pt x="5392" y="9224"/>
                  </a:lnTo>
                  <a:lnTo>
                    <a:pt x="5629" y="9165"/>
                  </a:lnTo>
                  <a:lnTo>
                    <a:pt x="5886" y="9086"/>
                  </a:lnTo>
                  <a:lnTo>
                    <a:pt x="6143" y="8987"/>
                  </a:lnTo>
                  <a:lnTo>
                    <a:pt x="6380" y="8869"/>
                  </a:lnTo>
                  <a:lnTo>
                    <a:pt x="6617" y="8750"/>
                  </a:lnTo>
                  <a:lnTo>
                    <a:pt x="6834" y="8612"/>
                  </a:lnTo>
                  <a:lnTo>
                    <a:pt x="7071" y="8454"/>
                  </a:lnTo>
                  <a:lnTo>
                    <a:pt x="7289" y="8296"/>
                  </a:lnTo>
                  <a:lnTo>
                    <a:pt x="7486" y="8118"/>
                  </a:lnTo>
                  <a:lnTo>
                    <a:pt x="7684" y="7941"/>
                  </a:lnTo>
                  <a:lnTo>
                    <a:pt x="7881" y="7743"/>
                  </a:lnTo>
                  <a:lnTo>
                    <a:pt x="8079" y="7546"/>
                  </a:lnTo>
                  <a:lnTo>
                    <a:pt x="8256" y="7328"/>
                  </a:lnTo>
                  <a:lnTo>
                    <a:pt x="8414" y="7091"/>
                  </a:lnTo>
                  <a:lnTo>
                    <a:pt x="8572" y="6854"/>
                  </a:lnTo>
                  <a:lnTo>
                    <a:pt x="8711" y="6617"/>
                  </a:lnTo>
                  <a:lnTo>
                    <a:pt x="8849" y="6380"/>
                  </a:lnTo>
                  <a:lnTo>
                    <a:pt x="8987" y="6123"/>
                  </a:lnTo>
                  <a:lnTo>
                    <a:pt x="9086" y="5867"/>
                  </a:lnTo>
                  <a:lnTo>
                    <a:pt x="9165" y="5610"/>
                  </a:lnTo>
                  <a:lnTo>
                    <a:pt x="9244" y="5353"/>
                  </a:lnTo>
                  <a:lnTo>
                    <a:pt x="9303" y="5116"/>
                  </a:lnTo>
                  <a:lnTo>
                    <a:pt x="9343" y="4859"/>
                  </a:lnTo>
                  <a:lnTo>
                    <a:pt x="9363" y="4602"/>
                  </a:lnTo>
                  <a:lnTo>
                    <a:pt x="9363" y="4365"/>
                  </a:lnTo>
                  <a:lnTo>
                    <a:pt x="9363" y="4109"/>
                  </a:lnTo>
                  <a:lnTo>
                    <a:pt x="9323" y="3872"/>
                  </a:lnTo>
                  <a:lnTo>
                    <a:pt x="9303" y="3635"/>
                  </a:lnTo>
                  <a:lnTo>
                    <a:pt x="9244" y="3398"/>
                  </a:lnTo>
                  <a:lnTo>
                    <a:pt x="9185" y="3180"/>
                  </a:lnTo>
                  <a:lnTo>
                    <a:pt x="9106" y="2943"/>
                  </a:lnTo>
                  <a:lnTo>
                    <a:pt x="9027" y="2726"/>
                  </a:lnTo>
                  <a:lnTo>
                    <a:pt x="8928" y="2509"/>
                  </a:lnTo>
                  <a:lnTo>
                    <a:pt x="8809" y="2311"/>
                  </a:lnTo>
                  <a:lnTo>
                    <a:pt x="8572" y="1916"/>
                  </a:lnTo>
                  <a:lnTo>
                    <a:pt x="8296" y="1541"/>
                  </a:lnTo>
                  <a:lnTo>
                    <a:pt x="7980" y="1205"/>
                  </a:lnTo>
                  <a:lnTo>
                    <a:pt x="7644" y="909"/>
                  </a:lnTo>
                  <a:lnTo>
                    <a:pt x="7289" y="652"/>
                  </a:lnTo>
                  <a:lnTo>
                    <a:pt x="6913" y="435"/>
                  </a:lnTo>
                  <a:lnTo>
                    <a:pt x="6716" y="336"/>
                  </a:lnTo>
                  <a:lnTo>
                    <a:pt x="6518" y="257"/>
                  </a:lnTo>
                  <a:lnTo>
                    <a:pt x="6321" y="198"/>
                  </a:lnTo>
                  <a:lnTo>
                    <a:pt x="6103" y="158"/>
                  </a:lnTo>
                  <a:lnTo>
                    <a:pt x="5708" y="79"/>
                  </a:lnTo>
                  <a:lnTo>
                    <a:pt x="5313" y="20"/>
                  </a:lnTo>
                  <a:lnTo>
                    <a:pt x="48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8" name="Google Shape;4448;p17"/>
            <p:cNvSpPr/>
            <p:nvPr/>
          </p:nvSpPr>
          <p:spPr>
            <a:xfrm>
              <a:off x="4556002" y="-1142735"/>
              <a:ext cx="752" cy="789"/>
            </a:xfrm>
            <a:custGeom>
              <a:rect b="b" l="l" r="r" t="t"/>
              <a:pathLst>
                <a:path extrusionOk="0" h="21" w="20">
                  <a:moveTo>
                    <a:pt x="20" y="20"/>
                  </a:move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9" name="Google Shape;4449;p17"/>
            <p:cNvSpPr/>
            <p:nvPr/>
          </p:nvSpPr>
          <p:spPr>
            <a:xfrm>
              <a:off x="4619831" y="-1325390"/>
              <a:ext cx="38" cy="789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0" name="Google Shape;4450;p17"/>
            <p:cNvSpPr/>
            <p:nvPr/>
          </p:nvSpPr>
          <p:spPr>
            <a:xfrm>
              <a:off x="4475782" y="-1401136"/>
              <a:ext cx="160434" cy="330454"/>
            </a:xfrm>
            <a:custGeom>
              <a:rect b="b" l="l" r="r" t="t"/>
              <a:pathLst>
                <a:path extrusionOk="0" h="8791" w="4268">
                  <a:moveTo>
                    <a:pt x="2450" y="5551"/>
                  </a:moveTo>
                  <a:lnTo>
                    <a:pt x="2470" y="5610"/>
                  </a:lnTo>
                  <a:lnTo>
                    <a:pt x="2490" y="5669"/>
                  </a:lnTo>
                  <a:lnTo>
                    <a:pt x="2509" y="5669"/>
                  </a:lnTo>
                  <a:lnTo>
                    <a:pt x="2529" y="5650"/>
                  </a:lnTo>
                  <a:lnTo>
                    <a:pt x="2529" y="5610"/>
                  </a:lnTo>
                  <a:lnTo>
                    <a:pt x="2569" y="5590"/>
                  </a:lnTo>
                  <a:lnTo>
                    <a:pt x="2529" y="5590"/>
                  </a:lnTo>
                  <a:lnTo>
                    <a:pt x="2509" y="5571"/>
                  </a:lnTo>
                  <a:lnTo>
                    <a:pt x="2470" y="5551"/>
                  </a:lnTo>
                  <a:close/>
                  <a:moveTo>
                    <a:pt x="3062" y="1"/>
                  </a:moveTo>
                  <a:lnTo>
                    <a:pt x="3082" y="40"/>
                  </a:lnTo>
                  <a:lnTo>
                    <a:pt x="3082" y="60"/>
                  </a:lnTo>
                  <a:lnTo>
                    <a:pt x="3043" y="119"/>
                  </a:lnTo>
                  <a:lnTo>
                    <a:pt x="3043" y="139"/>
                  </a:lnTo>
                  <a:lnTo>
                    <a:pt x="3043" y="159"/>
                  </a:lnTo>
                  <a:lnTo>
                    <a:pt x="3023" y="198"/>
                  </a:lnTo>
                  <a:lnTo>
                    <a:pt x="3003" y="238"/>
                  </a:lnTo>
                  <a:lnTo>
                    <a:pt x="2944" y="297"/>
                  </a:lnTo>
                  <a:lnTo>
                    <a:pt x="2924" y="317"/>
                  </a:lnTo>
                  <a:lnTo>
                    <a:pt x="2924" y="336"/>
                  </a:lnTo>
                  <a:lnTo>
                    <a:pt x="2924" y="376"/>
                  </a:lnTo>
                  <a:lnTo>
                    <a:pt x="2964" y="415"/>
                  </a:lnTo>
                  <a:lnTo>
                    <a:pt x="3003" y="396"/>
                  </a:lnTo>
                  <a:lnTo>
                    <a:pt x="3043" y="396"/>
                  </a:lnTo>
                  <a:lnTo>
                    <a:pt x="3062" y="415"/>
                  </a:lnTo>
                  <a:lnTo>
                    <a:pt x="3023" y="435"/>
                  </a:lnTo>
                  <a:lnTo>
                    <a:pt x="3003" y="455"/>
                  </a:lnTo>
                  <a:lnTo>
                    <a:pt x="2983" y="475"/>
                  </a:lnTo>
                  <a:lnTo>
                    <a:pt x="2964" y="475"/>
                  </a:lnTo>
                  <a:lnTo>
                    <a:pt x="2944" y="435"/>
                  </a:lnTo>
                  <a:lnTo>
                    <a:pt x="2904" y="514"/>
                  </a:lnTo>
                  <a:lnTo>
                    <a:pt x="2885" y="554"/>
                  </a:lnTo>
                  <a:lnTo>
                    <a:pt x="2964" y="593"/>
                  </a:lnTo>
                  <a:lnTo>
                    <a:pt x="2983" y="633"/>
                  </a:lnTo>
                  <a:lnTo>
                    <a:pt x="3003" y="652"/>
                  </a:lnTo>
                  <a:lnTo>
                    <a:pt x="2964" y="672"/>
                  </a:lnTo>
                  <a:lnTo>
                    <a:pt x="2944" y="672"/>
                  </a:lnTo>
                  <a:lnTo>
                    <a:pt x="2904" y="652"/>
                  </a:lnTo>
                  <a:lnTo>
                    <a:pt x="2865" y="613"/>
                  </a:lnTo>
                  <a:lnTo>
                    <a:pt x="2845" y="593"/>
                  </a:lnTo>
                  <a:lnTo>
                    <a:pt x="2806" y="613"/>
                  </a:lnTo>
                  <a:lnTo>
                    <a:pt x="2825" y="731"/>
                  </a:lnTo>
                  <a:lnTo>
                    <a:pt x="2766" y="731"/>
                  </a:lnTo>
                  <a:lnTo>
                    <a:pt x="2727" y="771"/>
                  </a:lnTo>
                  <a:lnTo>
                    <a:pt x="2707" y="830"/>
                  </a:lnTo>
                  <a:lnTo>
                    <a:pt x="2707" y="949"/>
                  </a:lnTo>
                  <a:lnTo>
                    <a:pt x="2707" y="1067"/>
                  </a:lnTo>
                  <a:lnTo>
                    <a:pt x="2707" y="1126"/>
                  </a:lnTo>
                  <a:lnTo>
                    <a:pt x="2687" y="1186"/>
                  </a:lnTo>
                  <a:lnTo>
                    <a:pt x="2648" y="1146"/>
                  </a:lnTo>
                  <a:lnTo>
                    <a:pt x="2628" y="1087"/>
                  </a:lnTo>
                  <a:lnTo>
                    <a:pt x="2628" y="1028"/>
                  </a:lnTo>
                  <a:lnTo>
                    <a:pt x="2628" y="988"/>
                  </a:lnTo>
                  <a:lnTo>
                    <a:pt x="2608" y="988"/>
                  </a:lnTo>
                  <a:lnTo>
                    <a:pt x="2588" y="1008"/>
                  </a:lnTo>
                  <a:lnTo>
                    <a:pt x="2569" y="1067"/>
                  </a:lnTo>
                  <a:lnTo>
                    <a:pt x="2569" y="1107"/>
                  </a:lnTo>
                  <a:lnTo>
                    <a:pt x="2549" y="1126"/>
                  </a:lnTo>
                  <a:lnTo>
                    <a:pt x="2529" y="1146"/>
                  </a:lnTo>
                  <a:lnTo>
                    <a:pt x="2509" y="1205"/>
                  </a:lnTo>
                  <a:lnTo>
                    <a:pt x="2529" y="1245"/>
                  </a:lnTo>
                  <a:lnTo>
                    <a:pt x="2549" y="1284"/>
                  </a:lnTo>
                  <a:lnTo>
                    <a:pt x="2588" y="1304"/>
                  </a:lnTo>
                  <a:lnTo>
                    <a:pt x="2588" y="1344"/>
                  </a:lnTo>
                  <a:lnTo>
                    <a:pt x="2549" y="1344"/>
                  </a:lnTo>
                  <a:lnTo>
                    <a:pt x="2509" y="1324"/>
                  </a:lnTo>
                  <a:lnTo>
                    <a:pt x="2529" y="1383"/>
                  </a:lnTo>
                  <a:lnTo>
                    <a:pt x="2529" y="1442"/>
                  </a:lnTo>
                  <a:lnTo>
                    <a:pt x="2509" y="1541"/>
                  </a:lnTo>
                  <a:lnTo>
                    <a:pt x="2450" y="1521"/>
                  </a:lnTo>
                  <a:lnTo>
                    <a:pt x="2470" y="1640"/>
                  </a:lnTo>
                  <a:lnTo>
                    <a:pt x="2509" y="1640"/>
                  </a:lnTo>
                  <a:lnTo>
                    <a:pt x="2569" y="1680"/>
                  </a:lnTo>
                  <a:lnTo>
                    <a:pt x="2549" y="1699"/>
                  </a:lnTo>
                  <a:lnTo>
                    <a:pt x="2608" y="1680"/>
                  </a:lnTo>
                  <a:lnTo>
                    <a:pt x="2628" y="1660"/>
                  </a:lnTo>
                  <a:lnTo>
                    <a:pt x="2628" y="1561"/>
                  </a:lnTo>
                  <a:lnTo>
                    <a:pt x="2648" y="1521"/>
                  </a:lnTo>
                  <a:lnTo>
                    <a:pt x="2648" y="1482"/>
                  </a:lnTo>
                  <a:lnTo>
                    <a:pt x="2687" y="1442"/>
                  </a:lnTo>
                  <a:lnTo>
                    <a:pt x="2746" y="1442"/>
                  </a:lnTo>
                  <a:lnTo>
                    <a:pt x="2766" y="1462"/>
                  </a:lnTo>
                  <a:lnTo>
                    <a:pt x="2786" y="1462"/>
                  </a:lnTo>
                  <a:lnTo>
                    <a:pt x="2806" y="1482"/>
                  </a:lnTo>
                  <a:lnTo>
                    <a:pt x="2786" y="1502"/>
                  </a:lnTo>
                  <a:lnTo>
                    <a:pt x="2746" y="1502"/>
                  </a:lnTo>
                  <a:lnTo>
                    <a:pt x="2806" y="1541"/>
                  </a:lnTo>
                  <a:lnTo>
                    <a:pt x="2825" y="1561"/>
                  </a:lnTo>
                  <a:lnTo>
                    <a:pt x="2825" y="1541"/>
                  </a:lnTo>
                  <a:lnTo>
                    <a:pt x="2865" y="1561"/>
                  </a:lnTo>
                  <a:lnTo>
                    <a:pt x="2885" y="1581"/>
                  </a:lnTo>
                  <a:lnTo>
                    <a:pt x="2904" y="1640"/>
                  </a:lnTo>
                  <a:lnTo>
                    <a:pt x="2885" y="1699"/>
                  </a:lnTo>
                  <a:lnTo>
                    <a:pt x="2885" y="1759"/>
                  </a:lnTo>
                  <a:lnTo>
                    <a:pt x="2825" y="1759"/>
                  </a:lnTo>
                  <a:lnTo>
                    <a:pt x="2806" y="1719"/>
                  </a:lnTo>
                  <a:lnTo>
                    <a:pt x="2786" y="1660"/>
                  </a:lnTo>
                  <a:lnTo>
                    <a:pt x="2766" y="1600"/>
                  </a:lnTo>
                  <a:lnTo>
                    <a:pt x="2766" y="1660"/>
                  </a:lnTo>
                  <a:lnTo>
                    <a:pt x="2766" y="1680"/>
                  </a:lnTo>
                  <a:lnTo>
                    <a:pt x="2746" y="1699"/>
                  </a:lnTo>
                  <a:lnTo>
                    <a:pt x="2667" y="1660"/>
                  </a:lnTo>
                  <a:lnTo>
                    <a:pt x="2687" y="1719"/>
                  </a:lnTo>
                  <a:lnTo>
                    <a:pt x="2707" y="1739"/>
                  </a:lnTo>
                  <a:lnTo>
                    <a:pt x="2746" y="1739"/>
                  </a:lnTo>
                  <a:lnTo>
                    <a:pt x="2806" y="1778"/>
                  </a:lnTo>
                  <a:lnTo>
                    <a:pt x="2825" y="1798"/>
                  </a:lnTo>
                  <a:lnTo>
                    <a:pt x="2845" y="1818"/>
                  </a:lnTo>
                  <a:lnTo>
                    <a:pt x="2825" y="1838"/>
                  </a:lnTo>
                  <a:lnTo>
                    <a:pt x="2786" y="1857"/>
                  </a:lnTo>
                  <a:lnTo>
                    <a:pt x="2746" y="1877"/>
                  </a:lnTo>
                  <a:lnTo>
                    <a:pt x="2746" y="1838"/>
                  </a:lnTo>
                  <a:lnTo>
                    <a:pt x="2727" y="1897"/>
                  </a:lnTo>
                  <a:lnTo>
                    <a:pt x="2727" y="1936"/>
                  </a:lnTo>
                  <a:lnTo>
                    <a:pt x="2727" y="1976"/>
                  </a:lnTo>
                  <a:lnTo>
                    <a:pt x="2727" y="2015"/>
                  </a:lnTo>
                  <a:lnTo>
                    <a:pt x="2667" y="2015"/>
                  </a:lnTo>
                  <a:lnTo>
                    <a:pt x="2687" y="1976"/>
                  </a:lnTo>
                  <a:lnTo>
                    <a:pt x="2667" y="1936"/>
                  </a:lnTo>
                  <a:lnTo>
                    <a:pt x="2628" y="1877"/>
                  </a:lnTo>
                  <a:lnTo>
                    <a:pt x="2628" y="1857"/>
                  </a:lnTo>
                  <a:lnTo>
                    <a:pt x="2549" y="1857"/>
                  </a:lnTo>
                  <a:lnTo>
                    <a:pt x="2529" y="1838"/>
                  </a:lnTo>
                  <a:lnTo>
                    <a:pt x="2490" y="1818"/>
                  </a:lnTo>
                  <a:lnTo>
                    <a:pt x="2411" y="1680"/>
                  </a:lnTo>
                  <a:lnTo>
                    <a:pt x="2411" y="1719"/>
                  </a:lnTo>
                  <a:lnTo>
                    <a:pt x="2391" y="1739"/>
                  </a:lnTo>
                  <a:lnTo>
                    <a:pt x="2371" y="1778"/>
                  </a:lnTo>
                  <a:lnTo>
                    <a:pt x="2332" y="1778"/>
                  </a:lnTo>
                  <a:lnTo>
                    <a:pt x="2351" y="1818"/>
                  </a:lnTo>
                  <a:lnTo>
                    <a:pt x="2332" y="1857"/>
                  </a:lnTo>
                  <a:lnTo>
                    <a:pt x="2312" y="1917"/>
                  </a:lnTo>
                  <a:lnTo>
                    <a:pt x="2272" y="1976"/>
                  </a:lnTo>
                  <a:lnTo>
                    <a:pt x="2292" y="2015"/>
                  </a:lnTo>
                  <a:lnTo>
                    <a:pt x="2312" y="2055"/>
                  </a:lnTo>
                  <a:lnTo>
                    <a:pt x="2292" y="2055"/>
                  </a:lnTo>
                  <a:lnTo>
                    <a:pt x="2272" y="2035"/>
                  </a:lnTo>
                  <a:lnTo>
                    <a:pt x="2253" y="2015"/>
                  </a:lnTo>
                  <a:lnTo>
                    <a:pt x="2253" y="2035"/>
                  </a:lnTo>
                  <a:lnTo>
                    <a:pt x="2193" y="2154"/>
                  </a:lnTo>
                  <a:lnTo>
                    <a:pt x="2193" y="2233"/>
                  </a:lnTo>
                  <a:lnTo>
                    <a:pt x="2193" y="2312"/>
                  </a:lnTo>
                  <a:lnTo>
                    <a:pt x="2174" y="2331"/>
                  </a:lnTo>
                  <a:lnTo>
                    <a:pt x="2154" y="2331"/>
                  </a:lnTo>
                  <a:lnTo>
                    <a:pt x="2095" y="2312"/>
                  </a:lnTo>
                  <a:lnTo>
                    <a:pt x="2055" y="2391"/>
                  </a:lnTo>
                  <a:lnTo>
                    <a:pt x="2035" y="2450"/>
                  </a:lnTo>
                  <a:lnTo>
                    <a:pt x="2035" y="2588"/>
                  </a:lnTo>
                  <a:lnTo>
                    <a:pt x="2035" y="2726"/>
                  </a:lnTo>
                  <a:lnTo>
                    <a:pt x="2016" y="2805"/>
                  </a:lnTo>
                  <a:lnTo>
                    <a:pt x="1976" y="2884"/>
                  </a:lnTo>
                  <a:lnTo>
                    <a:pt x="1956" y="2825"/>
                  </a:lnTo>
                  <a:lnTo>
                    <a:pt x="1917" y="2884"/>
                  </a:lnTo>
                  <a:lnTo>
                    <a:pt x="1917" y="2924"/>
                  </a:lnTo>
                  <a:lnTo>
                    <a:pt x="1937" y="2944"/>
                  </a:lnTo>
                  <a:lnTo>
                    <a:pt x="1877" y="2963"/>
                  </a:lnTo>
                  <a:lnTo>
                    <a:pt x="1858" y="2983"/>
                  </a:lnTo>
                  <a:lnTo>
                    <a:pt x="1858" y="3062"/>
                  </a:lnTo>
                  <a:lnTo>
                    <a:pt x="1838" y="3121"/>
                  </a:lnTo>
                  <a:lnTo>
                    <a:pt x="1838" y="3161"/>
                  </a:lnTo>
                  <a:lnTo>
                    <a:pt x="1798" y="3181"/>
                  </a:lnTo>
                  <a:lnTo>
                    <a:pt x="1759" y="3200"/>
                  </a:lnTo>
                  <a:lnTo>
                    <a:pt x="1739" y="3240"/>
                  </a:lnTo>
                  <a:lnTo>
                    <a:pt x="1719" y="3260"/>
                  </a:lnTo>
                  <a:lnTo>
                    <a:pt x="1739" y="3319"/>
                  </a:lnTo>
                  <a:lnTo>
                    <a:pt x="1778" y="3378"/>
                  </a:lnTo>
                  <a:lnTo>
                    <a:pt x="1798" y="3437"/>
                  </a:lnTo>
                  <a:lnTo>
                    <a:pt x="1739" y="3398"/>
                  </a:lnTo>
                  <a:lnTo>
                    <a:pt x="1680" y="3398"/>
                  </a:lnTo>
                  <a:lnTo>
                    <a:pt x="1620" y="3615"/>
                  </a:lnTo>
                  <a:lnTo>
                    <a:pt x="1581" y="3813"/>
                  </a:lnTo>
                  <a:lnTo>
                    <a:pt x="1443" y="4208"/>
                  </a:lnTo>
                  <a:lnTo>
                    <a:pt x="1423" y="4188"/>
                  </a:lnTo>
                  <a:lnTo>
                    <a:pt x="1403" y="4247"/>
                  </a:lnTo>
                  <a:lnTo>
                    <a:pt x="1383" y="4326"/>
                  </a:lnTo>
                  <a:lnTo>
                    <a:pt x="1364" y="4465"/>
                  </a:lnTo>
                  <a:lnTo>
                    <a:pt x="1344" y="4623"/>
                  </a:lnTo>
                  <a:lnTo>
                    <a:pt x="1324" y="4682"/>
                  </a:lnTo>
                  <a:lnTo>
                    <a:pt x="1285" y="4741"/>
                  </a:lnTo>
                  <a:lnTo>
                    <a:pt x="1304" y="4820"/>
                  </a:lnTo>
                  <a:lnTo>
                    <a:pt x="1324" y="4860"/>
                  </a:lnTo>
                  <a:lnTo>
                    <a:pt x="1423" y="4860"/>
                  </a:lnTo>
                  <a:lnTo>
                    <a:pt x="1502" y="4879"/>
                  </a:lnTo>
                  <a:lnTo>
                    <a:pt x="1502" y="4919"/>
                  </a:lnTo>
                  <a:lnTo>
                    <a:pt x="1482" y="4958"/>
                  </a:lnTo>
                  <a:lnTo>
                    <a:pt x="1383" y="4958"/>
                  </a:lnTo>
                  <a:lnTo>
                    <a:pt x="1364" y="4978"/>
                  </a:lnTo>
                  <a:lnTo>
                    <a:pt x="1364" y="4998"/>
                  </a:lnTo>
                  <a:lnTo>
                    <a:pt x="1304" y="4978"/>
                  </a:lnTo>
                  <a:lnTo>
                    <a:pt x="1265" y="4939"/>
                  </a:lnTo>
                  <a:lnTo>
                    <a:pt x="1245" y="4899"/>
                  </a:lnTo>
                  <a:lnTo>
                    <a:pt x="1206" y="4879"/>
                  </a:lnTo>
                  <a:lnTo>
                    <a:pt x="1225" y="5037"/>
                  </a:lnTo>
                  <a:lnTo>
                    <a:pt x="1186" y="5077"/>
                  </a:lnTo>
                  <a:lnTo>
                    <a:pt x="1166" y="5136"/>
                  </a:lnTo>
                  <a:lnTo>
                    <a:pt x="1146" y="5195"/>
                  </a:lnTo>
                  <a:lnTo>
                    <a:pt x="1107" y="5235"/>
                  </a:lnTo>
                  <a:lnTo>
                    <a:pt x="1107" y="5215"/>
                  </a:lnTo>
                  <a:lnTo>
                    <a:pt x="1087" y="5195"/>
                  </a:lnTo>
                  <a:lnTo>
                    <a:pt x="1067" y="5176"/>
                  </a:lnTo>
                  <a:lnTo>
                    <a:pt x="1087" y="5156"/>
                  </a:lnTo>
                  <a:lnTo>
                    <a:pt x="1107" y="5176"/>
                  </a:lnTo>
                  <a:lnTo>
                    <a:pt x="1127" y="5116"/>
                  </a:lnTo>
                  <a:lnTo>
                    <a:pt x="1127" y="5097"/>
                  </a:lnTo>
                  <a:lnTo>
                    <a:pt x="1107" y="5057"/>
                  </a:lnTo>
                  <a:lnTo>
                    <a:pt x="1087" y="5018"/>
                  </a:lnTo>
                  <a:lnTo>
                    <a:pt x="1067" y="5156"/>
                  </a:lnTo>
                  <a:lnTo>
                    <a:pt x="1048" y="5235"/>
                  </a:lnTo>
                  <a:lnTo>
                    <a:pt x="1008" y="5274"/>
                  </a:lnTo>
                  <a:lnTo>
                    <a:pt x="1048" y="5294"/>
                  </a:lnTo>
                  <a:lnTo>
                    <a:pt x="1048" y="5334"/>
                  </a:lnTo>
                  <a:lnTo>
                    <a:pt x="1048" y="5373"/>
                  </a:lnTo>
                  <a:lnTo>
                    <a:pt x="1067" y="5393"/>
                  </a:lnTo>
                  <a:lnTo>
                    <a:pt x="1048" y="5393"/>
                  </a:lnTo>
                  <a:lnTo>
                    <a:pt x="1067" y="5413"/>
                  </a:lnTo>
                  <a:lnTo>
                    <a:pt x="1087" y="5452"/>
                  </a:lnTo>
                  <a:lnTo>
                    <a:pt x="1087" y="5492"/>
                  </a:lnTo>
                  <a:lnTo>
                    <a:pt x="988" y="5472"/>
                  </a:lnTo>
                  <a:lnTo>
                    <a:pt x="988" y="5492"/>
                  </a:lnTo>
                  <a:lnTo>
                    <a:pt x="1028" y="5492"/>
                  </a:lnTo>
                  <a:lnTo>
                    <a:pt x="1048" y="5511"/>
                  </a:lnTo>
                  <a:lnTo>
                    <a:pt x="1028" y="5571"/>
                  </a:lnTo>
                  <a:lnTo>
                    <a:pt x="1008" y="5650"/>
                  </a:lnTo>
                  <a:lnTo>
                    <a:pt x="949" y="5709"/>
                  </a:lnTo>
                  <a:lnTo>
                    <a:pt x="909" y="5729"/>
                  </a:lnTo>
                  <a:lnTo>
                    <a:pt x="870" y="5729"/>
                  </a:lnTo>
                  <a:lnTo>
                    <a:pt x="870" y="5768"/>
                  </a:lnTo>
                  <a:lnTo>
                    <a:pt x="890" y="5808"/>
                  </a:lnTo>
                  <a:lnTo>
                    <a:pt x="890" y="5827"/>
                  </a:lnTo>
                  <a:lnTo>
                    <a:pt x="870" y="5867"/>
                  </a:lnTo>
                  <a:lnTo>
                    <a:pt x="830" y="5827"/>
                  </a:lnTo>
                  <a:lnTo>
                    <a:pt x="751" y="6025"/>
                  </a:lnTo>
                  <a:lnTo>
                    <a:pt x="692" y="6143"/>
                  </a:lnTo>
                  <a:lnTo>
                    <a:pt x="633" y="6222"/>
                  </a:lnTo>
                  <a:lnTo>
                    <a:pt x="613" y="6361"/>
                  </a:lnTo>
                  <a:lnTo>
                    <a:pt x="613" y="6440"/>
                  </a:lnTo>
                  <a:lnTo>
                    <a:pt x="633" y="6499"/>
                  </a:lnTo>
                  <a:lnTo>
                    <a:pt x="653" y="6479"/>
                  </a:lnTo>
                  <a:lnTo>
                    <a:pt x="672" y="6460"/>
                  </a:lnTo>
                  <a:lnTo>
                    <a:pt x="692" y="6440"/>
                  </a:lnTo>
                  <a:lnTo>
                    <a:pt x="732" y="6479"/>
                  </a:lnTo>
                  <a:lnTo>
                    <a:pt x="751" y="6519"/>
                  </a:lnTo>
                  <a:lnTo>
                    <a:pt x="751" y="6539"/>
                  </a:lnTo>
                  <a:lnTo>
                    <a:pt x="732" y="6598"/>
                  </a:lnTo>
                  <a:lnTo>
                    <a:pt x="692" y="6598"/>
                  </a:lnTo>
                  <a:lnTo>
                    <a:pt x="672" y="6618"/>
                  </a:lnTo>
                  <a:lnTo>
                    <a:pt x="653" y="6637"/>
                  </a:lnTo>
                  <a:lnTo>
                    <a:pt x="633" y="6598"/>
                  </a:lnTo>
                  <a:lnTo>
                    <a:pt x="593" y="6598"/>
                  </a:lnTo>
                  <a:lnTo>
                    <a:pt x="574" y="6618"/>
                  </a:lnTo>
                  <a:lnTo>
                    <a:pt x="554" y="6677"/>
                  </a:lnTo>
                  <a:lnTo>
                    <a:pt x="534" y="6716"/>
                  </a:lnTo>
                  <a:lnTo>
                    <a:pt x="514" y="6736"/>
                  </a:lnTo>
                  <a:lnTo>
                    <a:pt x="475" y="6736"/>
                  </a:lnTo>
                  <a:lnTo>
                    <a:pt x="495" y="6776"/>
                  </a:lnTo>
                  <a:lnTo>
                    <a:pt x="475" y="6815"/>
                  </a:lnTo>
                  <a:lnTo>
                    <a:pt x="475" y="6874"/>
                  </a:lnTo>
                  <a:lnTo>
                    <a:pt x="495" y="6934"/>
                  </a:lnTo>
                  <a:lnTo>
                    <a:pt x="455" y="6914"/>
                  </a:lnTo>
                  <a:lnTo>
                    <a:pt x="455" y="6894"/>
                  </a:lnTo>
                  <a:lnTo>
                    <a:pt x="455" y="6874"/>
                  </a:lnTo>
                  <a:lnTo>
                    <a:pt x="435" y="6855"/>
                  </a:lnTo>
                  <a:lnTo>
                    <a:pt x="435" y="6914"/>
                  </a:lnTo>
                  <a:lnTo>
                    <a:pt x="396" y="6894"/>
                  </a:lnTo>
                  <a:lnTo>
                    <a:pt x="376" y="6934"/>
                  </a:lnTo>
                  <a:lnTo>
                    <a:pt x="376" y="6953"/>
                  </a:lnTo>
                  <a:lnTo>
                    <a:pt x="416" y="7013"/>
                  </a:lnTo>
                  <a:lnTo>
                    <a:pt x="435" y="7072"/>
                  </a:lnTo>
                  <a:lnTo>
                    <a:pt x="455" y="7131"/>
                  </a:lnTo>
                  <a:lnTo>
                    <a:pt x="455" y="7171"/>
                  </a:lnTo>
                  <a:lnTo>
                    <a:pt x="376" y="7092"/>
                  </a:lnTo>
                  <a:lnTo>
                    <a:pt x="376" y="7131"/>
                  </a:lnTo>
                  <a:lnTo>
                    <a:pt x="396" y="7190"/>
                  </a:lnTo>
                  <a:lnTo>
                    <a:pt x="416" y="7250"/>
                  </a:lnTo>
                  <a:lnTo>
                    <a:pt x="416" y="7289"/>
                  </a:lnTo>
                  <a:lnTo>
                    <a:pt x="396" y="7289"/>
                  </a:lnTo>
                  <a:lnTo>
                    <a:pt x="396" y="7348"/>
                  </a:lnTo>
                  <a:lnTo>
                    <a:pt x="376" y="7329"/>
                  </a:lnTo>
                  <a:lnTo>
                    <a:pt x="416" y="7388"/>
                  </a:lnTo>
                  <a:lnTo>
                    <a:pt x="416" y="7447"/>
                  </a:lnTo>
                  <a:lnTo>
                    <a:pt x="416" y="7506"/>
                  </a:lnTo>
                  <a:lnTo>
                    <a:pt x="435" y="7546"/>
                  </a:lnTo>
                  <a:lnTo>
                    <a:pt x="356" y="7566"/>
                  </a:lnTo>
                  <a:lnTo>
                    <a:pt x="337" y="7585"/>
                  </a:lnTo>
                  <a:lnTo>
                    <a:pt x="356" y="7625"/>
                  </a:lnTo>
                  <a:lnTo>
                    <a:pt x="258" y="7585"/>
                  </a:lnTo>
                  <a:lnTo>
                    <a:pt x="277" y="7526"/>
                  </a:lnTo>
                  <a:lnTo>
                    <a:pt x="297" y="7526"/>
                  </a:lnTo>
                  <a:lnTo>
                    <a:pt x="337" y="7506"/>
                  </a:lnTo>
                  <a:lnTo>
                    <a:pt x="337" y="7447"/>
                  </a:lnTo>
                  <a:lnTo>
                    <a:pt x="277" y="7467"/>
                  </a:lnTo>
                  <a:lnTo>
                    <a:pt x="238" y="7506"/>
                  </a:lnTo>
                  <a:lnTo>
                    <a:pt x="159" y="7605"/>
                  </a:lnTo>
                  <a:lnTo>
                    <a:pt x="100" y="7724"/>
                  </a:lnTo>
                  <a:lnTo>
                    <a:pt x="60" y="7842"/>
                  </a:lnTo>
                  <a:lnTo>
                    <a:pt x="60" y="7901"/>
                  </a:lnTo>
                  <a:lnTo>
                    <a:pt x="40" y="7980"/>
                  </a:lnTo>
                  <a:lnTo>
                    <a:pt x="1" y="8040"/>
                  </a:lnTo>
                  <a:lnTo>
                    <a:pt x="1" y="8119"/>
                  </a:lnTo>
                  <a:lnTo>
                    <a:pt x="1265" y="8790"/>
                  </a:lnTo>
                  <a:lnTo>
                    <a:pt x="1383" y="8652"/>
                  </a:lnTo>
                  <a:lnTo>
                    <a:pt x="1423" y="8593"/>
                  </a:lnTo>
                  <a:lnTo>
                    <a:pt x="1423" y="8514"/>
                  </a:lnTo>
                  <a:lnTo>
                    <a:pt x="1304" y="8533"/>
                  </a:lnTo>
                  <a:lnTo>
                    <a:pt x="1383" y="8593"/>
                  </a:lnTo>
                  <a:lnTo>
                    <a:pt x="1324" y="8593"/>
                  </a:lnTo>
                  <a:lnTo>
                    <a:pt x="1265" y="8553"/>
                  </a:lnTo>
                  <a:lnTo>
                    <a:pt x="1166" y="8454"/>
                  </a:lnTo>
                  <a:lnTo>
                    <a:pt x="1186" y="8454"/>
                  </a:lnTo>
                  <a:lnTo>
                    <a:pt x="1206" y="8415"/>
                  </a:lnTo>
                  <a:lnTo>
                    <a:pt x="1245" y="8415"/>
                  </a:lnTo>
                  <a:lnTo>
                    <a:pt x="1245" y="8336"/>
                  </a:lnTo>
                  <a:lnTo>
                    <a:pt x="1206" y="8336"/>
                  </a:lnTo>
                  <a:lnTo>
                    <a:pt x="1206" y="8356"/>
                  </a:lnTo>
                  <a:lnTo>
                    <a:pt x="1186" y="8356"/>
                  </a:lnTo>
                  <a:lnTo>
                    <a:pt x="1166" y="8336"/>
                  </a:lnTo>
                  <a:lnTo>
                    <a:pt x="1225" y="8277"/>
                  </a:lnTo>
                  <a:lnTo>
                    <a:pt x="1265" y="8277"/>
                  </a:lnTo>
                  <a:lnTo>
                    <a:pt x="1285" y="8316"/>
                  </a:lnTo>
                  <a:lnTo>
                    <a:pt x="1285" y="8277"/>
                  </a:lnTo>
                  <a:lnTo>
                    <a:pt x="1285" y="8237"/>
                  </a:lnTo>
                  <a:lnTo>
                    <a:pt x="1285" y="8198"/>
                  </a:lnTo>
                  <a:lnTo>
                    <a:pt x="1245" y="8198"/>
                  </a:lnTo>
                  <a:lnTo>
                    <a:pt x="1265" y="8178"/>
                  </a:lnTo>
                  <a:lnTo>
                    <a:pt x="1304" y="8198"/>
                  </a:lnTo>
                  <a:lnTo>
                    <a:pt x="1364" y="8277"/>
                  </a:lnTo>
                  <a:lnTo>
                    <a:pt x="1403" y="8257"/>
                  </a:lnTo>
                  <a:lnTo>
                    <a:pt x="1423" y="8257"/>
                  </a:lnTo>
                  <a:lnTo>
                    <a:pt x="1482" y="8296"/>
                  </a:lnTo>
                  <a:lnTo>
                    <a:pt x="1502" y="8217"/>
                  </a:lnTo>
                  <a:lnTo>
                    <a:pt x="1541" y="8237"/>
                  </a:lnTo>
                  <a:lnTo>
                    <a:pt x="1561" y="8277"/>
                  </a:lnTo>
                  <a:lnTo>
                    <a:pt x="1581" y="8237"/>
                  </a:lnTo>
                  <a:lnTo>
                    <a:pt x="1581" y="8198"/>
                  </a:lnTo>
                  <a:lnTo>
                    <a:pt x="1581" y="8178"/>
                  </a:lnTo>
                  <a:lnTo>
                    <a:pt x="1620" y="8158"/>
                  </a:lnTo>
                  <a:lnTo>
                    <a:pt x="1561" y="8099"/>
                  </a:lnTo>
                  <a:lnTo>
                    <a:pt x="1680" y="8000"/>
                  </a:lnTo>
                  <a:lnTo>
                    <a:pt x="1739" y="7882"/>
                  </a:lnTo>
                  <a:lnTo>
                    <a:pt x="1680" y="7882"/>
                  </a:lnTo>
                  <a:lnTo>
                    <a:pt x="1660" y="7842"/>
                  </a:lnTo>
                  <a:lnTo>
                    <a:pt x="1680" y="7822"/>
                  </a:lnTo>
                  <a:lnTo>
                    <a:pt x="1719" y="7803"/>
                  </a:lnTo>
                  <a:lnTo>
                    <a:pt x="1778" y="7763"/>
                  </a:lnTo>
                  <a:lnTo>
                    <a:pt x="1798" y="7743"/>
                  </a:lnTo>
                  <a:lnTo>
                    <a:pt x="1798" y="7704"/>
                  </a:lnTo>
                  <a:lnTo>
                    <a:pt x="1798" y="7645"/>
                  </a:lnTo>
                  <a:lnTo>
                    <a:pt x="1798" y="7585"/>
                  </a:lnTo>
                  <a:lnTo>
                    <a:pt x="1759" y="7546"/>
                  </a:lnTo>
                  <a:lnTo>
                    <a:pt x="1719" y="7526"/>
                  </a:lnTo>
                  <a:lnTo>
                    <a:pt x="1719" y="7506"/>
                  </a:lnTo>
                  <a:lnTo>
                    <a:pt x="1739" y="7487"/>
                  </a:lnTo>
                  <a:lnTo>
                    <a:pt x="1798" y="7487"/>
                  </a:lnTo>
                  <a:lnTo>
                    <a:pt x="1739" y="7368"/>
                  </a:lnTo>
                  <a:lnTo>
                    <a:pt x="1739" y="7329"/>
                  </a:lnTo>
                  <a:lnTo>
                    <a:pt x="1759" y="7309"/>
                  </a:lnTo>
                  <a:lnTo>
                    <a:pt x="1778" y="7289"/>
                  </a:lnTo>
                  <a:lnTo>
                    <a:pt x="1798" y="7408"/>
                  </a:lnTo>
                  <a:lnTo>
                    <a:pt x="1838" y="7408"/>
                  </a:lnTo>
                  <a:lnTo>
                    <a:pt x="1858" y="7368"/>
                  </a:lnTo>
                  <a:lnTo>
                    <a:pt x="1877" y="7309"/>
                  </a:lnTo>
                  <a:lnTo>
                    <a:pt x="1917" y="7269"/>
                  </a:lnTo>
                  <a:lnTo>
                    <a:pt x="1858" y="7131"/>
                  </a:lnTo>
                  <a:lnTo>
                    <a:pt x="1798" y="6953"/>
                  </a:lnTo>
                  <a:lnTo>
                    <a:pt x="1739" y="6934"/>
                  </a:lnTo>
                  <a:lnTo>
                    <a:pt x="1680" y="6914"/>
                  </a:lnTo>
                  <a:lnTo>
                    <a:pt x="1620" y="6874"/>
                  </a:lnTo>
                  <a:lnTo>
                    <a:pt x="1581" y="6815"/>
                  </a:lnTo>
                  <a:lnTo>
                    <a:pt x="1620" y="6815"/>
                  </a:lnTo>
                  <a:lnTo>
                    <a:pt x="1640" y="6795"/>
                  </a:lnTo>
                  <a:lnTo>
                    <a:pt x="1680" y="6756"/>
                  </a:lnTo>
                  <a:lnTo>
                    <a:pt x="1719" y="6716"/>
                  </a:lnTo>
                  <a:lnTo>
                    <a:pt x="1759" y="6736"/>
                  </a:lnTo>
                  <a:lnTo>
                    <a:pt x="1818" y="6716"/>
                  </a:lnTo>
                  <a:lnTo>
                    <a:pt x="1858" y="6736"/>
                  </a:lnTo>
                  <a:lnTo>
                    <a:pt x="1858" y="6776"/>
                  </a:lnTo>
                  <a:lnTo>
                    <a:pt x="1798" y="6776"/>
                  </a:lnTo>
                  <a:lnTo>
                    <a:pt x="1759" y="6795"/>
                  </a:lnTo>
                  <a:lnTo>
                    <a:pt x="1759" y="6815"/>
                  </a:lnTo>
                  <a:lnTo>
                    <a:pt x="1858" y="6795"/>
                  </a:lnTo>
                  <a:lnTo>
                    <a:pt x="1976" y="6736"/>
                  </a:lnTo>
                  <a:lnTo>
                    <a:pt x="2016" y="6776"/>
                  </a:lnTo>
                  <a:lnTo>
                    <a:pt x="2016" y="6835"/>
                  </a:lnTo>
                  <a:lnTo>
                    <a:pt x="1976" y="6815"/>
                  </a:lnTo>
                  <a:lnTo>
                    <a:pt x="1956" y="6815"/>
                  </a:lnTo>
                  <a:lnTo>
                    <a:pt x="1956" y="6855"/>
                  </a:lnTo>
                  <a:lnTo>
                    <a:pt x="1976" y="6874"/>
                  </a:lnTo>
                  <a:lnTo>
                    <a:pt x="2035" y="6874"/>
                  </a:lnTo>
                  <a:lnTo>
                    <a:pt x="2095" y="6855"/>
                  </a:lnTo>
                  <a:lnTo>
                    <a:pt x="2134" y="6874"/>
                  </a:lnTo>
                  <a:lnTo>
                    <a:pt x="2134" y="6815"/>
                  </a:lnTo>
                  <a:lnTo>
                    <a:pt x="2134" y="6795"/>
                  </a:lnTo>
                  <a:lnTo>
                    <a:pt x="2114" y="6795"/>
                  </a:lnTo>
                  <a:lnTo>
                    <a:pt x="2154" y="6776"/>
                  </a:lnTo>
                  <a:lnTo>
                    <a:pt x="2174" y="6756"/>
                  </a:lnTo>
                  <a:lnTo>
                    <a:pt x="2174" y="6677"/>
                  </a:lnTo>
                  <a:lnTo>
                    <a:pt x="2174" y="6618"/>
                  </a:lnTo>
                  <a:lnTo>
                    <a:pt x="2193" y="6578"/>
                  </a:lnTo>
                  <a:lnTo>
                    <a:pt x="2233" y="6558"/>
                  </a:lnTo>
                  <a:lnTo>
                    <a:pt x="2174" y="6558"/>
                  </a:lnTo>
                  <a:lnTo>
                    <a:pt x="2154" y="6519"/>
                  </a:lnTo>
                  <a:lnTo>
                    <a:pt x="2174" y="6479"/>
                  </a:lnTo>
                  <a:lnTo>
                    <a:pt x="2193" y="6479"/>
                  </a:lnTo>
                  <a:lnTo>
                    <a:pt x="2253" y="6460"/>
                  </a:lnTo>
                  <a:lnTo>
                    <a:pt x="2253" y="6420"/>
                  </a:lnTo>
                  <a:lnTo>
                    <a:pt x="2233" y="6381"/>
                  </a:lnTo>
                  <a:lnTo>
                    <a:pt x="2253" y="6341"/>
                  </a:lnTo>
                  <a:lnTo>
                    <a:pt x="2253" y="6321"/>
                  </a:lnTo>
                  <a:lnTo>
                    <a:pt x="2233" y="6321"/>
                  </a:lnTo>
                  <a:lnTo>
                    <a:pt x="2174" y="6301"/>
                  </a:lnTo>
                  <a:lnTo>
                    <a:pt x="2114" y="6301"/>
                  </a:lnTo>
                  <a:lnTo>
                    <a:pt x="2095" y="6282"/>
                  </a:lnTo>
                  <a:lnTo>
                    <a:pt x="2095" y="6262"/>
                  </a:lnTo>
                  <a:lnTo>
                    <a:pt x="2055" y="6203"/>
                  </a:lnTo>
                  <a:lnTo>
                    <a:pt x="2075" y="6163"/>
                  </a:lnTo>
                  <a:lnTo>
                    <a:pt x="2095" y="6143"/>
                  </a:lnTo>
                  <a:lnTo>
                    <a:pt x="2114" y="6104"/>
                  </a:lnTo>
                  <a:lnTo>
                    <a:pt x="2154" y="6104"/>
                  </a:lnTo>
                  <a:lnTo>
                    <a:pt x="2154" y="6124"/>
                  </a:lnTo>
                  <a:lnTo>
                    <a:pt x="2134" y="6163"/>
                  </a:lnTo>
                  <a:lnTo>
                    <a:pt x="2154" y="6203"/>
                  </a:lnTo>
                  <a:lnTo>
                    <a:pt x="2174" y="6025"/>
                  </a:lnTo>
                  <a:lnTo>
                    <a:pt x="2213" y="6025"/>
                  </a:lnTo>
                  <a:lnTo>
                    <a:pt x="2233" y="6045"/>
                  </a:lnTo>
                  <a:lnTo>
                    <a:pt x="2233" y="6084"/>
                  </a:lnTo>
                  <a:lnTo>
                    <a:pt x="2213" y="6124"/>
                  </a:lnTo>
                  <a:lnTo>
                    <a:pt x="2253" y="6084"/>
                  </a:lnTo>
                  <a:lnTo>
                    <a:pt x="2272" y="6025"/>
                  </a:lnTo>
                  <a:lnTo>
                    <a:pt x="2253" y="5985"/>
                  </a:lnTo>
                  <a:lnTo>
                    <a:pt x="2213" y="5926"/>
                  </a:lnTo>
                  <a:lnTo>
                    <a:pt x="2253" y="5887"/>
                  </a:lnTo>
                  <a:lnTo>
                    <a:pt x="2292" y="5847"/>
                  </a:lnTo>
                  <a:lnTo>
                    <a:pt x="2312" y="5887"/>
                  </a:lnTo>
                  <a:lnTo>
                    <a:pt x="2371" y="5926"/>
                  </a:lnTo>
                  <a:lnTo>
                    <a:pt x="2411" y="5966"/>
                  </a:lnTo>
                  <a:lnTo>
                    <a:pt x="2430" y="6005"/>
                  </a:lnTo>
                  <a:lnTo>
                    <a:pt x="2411" y="6045"/>
                  </a:lnTo>
                  <a:lnTo>
                    <a:pt x="2391" y="6045"/>
                  </a:lnTo>
                  <a:lnTo>
                    <a:pt x="2371" y="6025"/>
                  </a:lnTo>
                  <a:lnTo>
                    <a:pt x="2332" y="6005"/>
                  </a:lnTo>
                  <a:lnTo>
                    <a:pt x="2312" y="6005"/>
                  </a:lnTo>
                  <a:lnTo>
                    <a:pt x="2292" y="6025"/>
                  </a:lnTo>
                  <a:lnTo>
                    <a:pt x="2371" y="6045"/>
                  </a:lnTo>
                  <a:lnTo>
                    <a:pt x="2351" y="6064"/>
                  </a:lnTo>
                  <a:lnTo>
                    <a:pt x="2332" y="6104"/>
                  </a:lnTo>
                  <a:lnTo>
                    <a:pt x="2351" y="6163"/>
                  </a:lnTo>
                  <a:lnTo>
                    <a:pt x="2312" y="6163"/>
                  </a:lnTo>
                  <a:lnTo>
                    <a:pt x="2312" y="6124"/>
                  </a:lnTo>
                  <a:lnTo>
                    <a:pt x="2272" y="6222"/>
                  </a:lnTo>
                  <a:lnTo>
                    <a:pt x="2272" y="6262"/>
                  </a:lnTo>
                  <a:lnTo>
                    <a:pt x="2292" y="6321"/>
                  </a:lnTo>
                  <a:lnTo>
                    <a:pt x="2332" y="6301"/>
                  </a:lnTo>
                  <a:lnTo>
                    <a:pt x="2351" y="6262"/>
                  </a:lnTo>
                  <a:lnTo>
                    <a:pt x="2371" y="6183"/>
                  </a:lnTo>
                  <a:lnTo>
                    <a:pt x="2411" y="6104"/>
                  </a:lnTo>
                  <a:lnTo>
                    <a:pt x="2430" y="6084"/>
                  </a:lnTo>
                  <a:lnTo>
                    <a:pt x="2470" y="6064"/>
                  </a:lnTo>
                  <a:lnTo>
                    <a:pt x="2430" y="5847"/>
                  </a:lnTo>
                  <a:lnTo>
                    <a:pt x="2332" y="5847"/>
                  </a:lnTo>
                  <a:lnTo>
                    <a:pt x="2292" y="5808"/>
                  </a:lnTo>
                  <a:lnTo>
                    <a:pt x="2351" y="5808"/>
                  </a:lnTo>
                  <a:lnTo>
                    <a:pt x="2411" y="5788"/>
                  </a:lnTo>
                  <a:lnTo>
                    <a:pt x="2450" y="5748"/>
                  </a:lnTo>
                  <a:lnTo>
                    <a:pt x="2490" y="5709"/>
                  </a:lnTo>
                  <a:lnTo>
                    <a:pt x="2470" y="5709"/>
                  </a:lnTo>
                  <a:lnTo>
                    <a:pt x="2450" y="5689"/>
                  </a:lnTo>
                  <a:lnTo>
                    <a:pt x="2430" y="5630"/>
                  </a:lnTo>
                  <a:lnTo>
                    <a:pt x="2411" y="5590"/>
                  </a:lnTo>
                  <a:lnTo>
                    <a:pt x="2391" y="5571"/>
                  </a:lnTo>
                  <a:lnTo>
                    <a:pt x="2371" y="5571"/>
                  </a:lnTo>
                  <a:lnTo>
                    <a:pt x="2371" y="5590"/>
                  </a:lnTo>
                  <a:lnTo>
                    <a:pt x="2351" y="5610"/>
                  </a:lnTo>
                  <a:lnTo>
                    <a:pt x="2312" y="5610"/>
                  </a:lnTo>
                  <a:lnTo>
                    <a:pt x="2312" y="5571"/>
                  </a:lnTo>
                  <a:lnTo>
                    <a:pt x="2272" y="5551"/>
                  </a:lnTo>
                  <a:lnTo>
                    <a:pt x="2253" y="5551"/>
                  </a:lnTo>
                  <a:lnTo>
                    <a:pt x="2233" y="5531"/>
                  </a:lnTo>
                  <a:lnTo>
                    <a:pt x="2272" y="5472"/>
                  </a:lnTo>
                  <a:lnTo>
                    <a:pt x="2312" y="5492"/>
                  </a:lnTo>
                  <a:lnTo>
                    <a:pt x="2332" y="5492"/>
                  </a:lnTo>
                  <a:lnTo>
                    <a:pt x="2371" y="5452"/>
                  </a:lnTo>
                  <a:lnTo>
                    <a:pt x="2450" y="5551"/>
                  </a:lnTo>
                  <a:lnTo>
                    <a:pt x="2430" y="5373"/>
                  </a:lnTo>
                  <a:lnTo>
                    <a:pt x="2430" y="5255"/>
                  </a:lnTo>
                  <a:lnTo>
                    <a:pt x="2450" y="5156"/>
                  </a:lnTo>
                  <a:lnTo>
                    <a:pt x="2470" y="5195"/>
                  </a:lnTo>
                  <a:lnTo>
                    <a:pt x="2509" y="5235"/>
                  </a:lnTo>
                  <a:lnTo>
                    <a:pt x="2529" y="5314"/>
                  </a:lnTo>
                  <a:lnTo>
                    <a:pt x="2529" y="5353"/>
                  </a:lnTo>
                  <a:lnTo>
                    <a:pt x="2549" y="5393"/>
                  </a:lnTo>
                  <a:lnTo>
                    <a:pt x="2588" y="5413"/>
                  </a:lnTo>
                  <a:lnTo>
                    <a:pt x="2628" y="5432"/>
                  </a:lnTo>
                  <a:lnTo>
                    <a:pt x="2628" y="5393"/>
                  </a:lnTo>
                  <a:lnTo>
                    <a:pt x="2608" y="5353"/>
                  </a:lnTo>
                  <a:lnTo>
                    <a:pt x="2588" y="5334"/>
                  </a:lnTo>
                  <a:lnTo>
                    <a:pt x="2608" y="5294"/>
                  </a:lnTo>
                  <a:lnTo>
                    <a:pt x="2628" y="5294"/>
                  </a:lnTo>
                  <a:lnTo>
                    <a:pt x="2648" y="5274"/>
                  </a:lnTo>
                  <a:lnTo>
                    <a:pt x="2687" y="5215"/>
                  </a:lnTo>
                  <a:lnTo>
                    <a:pt x="2687" y="5136"/>
                  </a:lnTo>
                  <a:lnTo>
                    <a:pt x="2707" y="5077"/>
                  </a:lnTo>
                  <a:lnTo>
                    <a:pt x="2648" y="5097"/>
                  </a:lnTo>
                  <a:lnTo>
                    <a:pt x="2648" y="5057"/>
                  </a:lnTo>
                  <a:lnTo>
                    <a:pt x="2648" y="5037"/>
                  </a:lnTo>
                  <a:lnTo>
                    <a:pt x="2687" y="4978"/>
                  </a:lnTo>
                  <a:lnTo>
                    <a:pt x="2707" y="4998"/>
                  </a:lnTo>
                  <a:lnTo>
                    <a:pt x="2707" y="4939"/>
                  </a:lnTo>
                  <a:lnTo>
                    <a:pt x="2707" y="4899"/>
                  </a:lnTo>
                  <a:lnTo>
                    <a:pt x="2727" y="4840"/>
                  </a:lnTo>
                  <a:lnTo>
                    <a:pt x="2766" y="4781"/>
                  </a:lnTo>
                  <a:lnTo>
                    <a:pt x="2766" y="4721"/>
                  </a:lnTo>
                  <a:lnTo>
                    <a:pt x="2746" y="4721"/>
                  </a:lnTo>
                  <a:lnTo>
                    <a:pt x="2727" y="4741"/>
                  </a:lnTo>
                  <a:lnTo>
                    <a:pt x="2727" y="4781"/>
                  </a:lnTo>
                  <a:lnTo>
                    <a:pt x="2727" y="4820"/>
                  </a:lnTo>
                  <a:lnTo>
                    <a:pt x="2667" y="4840"/>
                  </a:lnTo>
                  <a:lnTo>
                    <a:pt x="2648" y="4860"/>
                  </a:lnTo>
                  <a:lnTo>
                    <a:pt x="2608" y="4840"/>
                  </a:lnTo>
                  <a:lnTo>
                    <a:pt x="2628" y="4761"/>
                  </a:lnTo>
                  <a:lnTo>
                    <a:pt x="2628" y="4682"/>
                  </a:lnTo>
                  <a:lnTo>
                    <a:pt x="2628" y="4623"/>
                  </a:lnTo>
                  <a:lnTo>
                    <a:pt x="2648" y="4544"/>
                  </a:lnTo>
                  <a:lnTo>
                    <a:pt x="2608" y="4563"/>
                  </a:lnTo>
                  <a:lnTo>
                    <a:pt x="2588" y="4524"/>
                  </a:lnTo>
                  <a:lnTo>
                    <a:pt x="2608" y="4504"/>
                  </a:lnTo>
                  <a:lnTo>
                    <a:pt x="2628" y="4425"/>
                  </a:lnTo>
                  <a:lnTo>
                    <a:pt x="2667" y="4405"/>
                  </a:lnTo>
                  <a:lnTo>
                    <a:pt x="2687" y="4405"/>
                  </a:lnTo>
                  <a:lnTo>
                    <a:pt x="2707" y="4445"/>
                  </a:lnTo>
                  <a:lnTo>
                    <a:pt x="2727" y="4484"/>
                  </a:lnTo>
                  <a:lnTo>
                    <a:pt x="2746" y="4504"/>
                  </a:lnTo>
                  <a:lnTo>
                    <a:pt x="2766" y="4484"/>
                  </a:lnTo>
                  <a:lnTo>
                    <a:pt x="2766" y="4524"/>
                  </a:lnTo>
                  <a:lnTo>
                    <a:pt x="2766" y="4563"/>
                  </a:lnTo>
                  <a:lnTo>
                    <a:pt x="2766" y="4603"/>
                  </a:lnTo>
                  <a:lnTo>
                    <a:pt x="2786" y="4623"/>
                  </a:lnTo>
                  <a:lnTo>
                    <a:pt x="2904" y="4603"/>
                  </a:lnTo>
                  <a:lnTo>
                    <a:pt x="2904" y="4563"/>
                  </a:lnTo>
                  <a:lnTo>
                    <a:pt x="2924" y="4544"/>
                  </a:lnTo>
                  <a:lnTo>
                    <a:pt x="2964" y="4504"/>
                  </a:lnTo>
                  <a:lnTo>
                    <a:pt x="2983" y="4484"/>
                  </a:lnTo>
                  <a:lnTo>
                    <a:pt x="2924" y="4504"/>
                  </a:lnTo>
                  <a:lnTo>
                    <a:pt x="2904" y="4484"/>
                  </a:lnTo>
                  <a:lnTo>
                    <a:pt x="2904" y="4465"/>
                  </a:lnTo>
                  <a:lnTo>
                    <a:pt x="2944" y="4445"/>
                  </a:lnTo>
                  <a:lnTo>
                    <a:pt x="2825" y="4425"/>
                  </a:lnTo>
                  <a:lnTo>
                    <a:pt x="2806" y="4465"/>
                  </a:lnTo>
                  <a:lnTo>
                    <a:pt x="2825" y="4504"/>
                  </a:lnTo>
                  <a:lnTo>
                    <a:pt x="2825" y="4544"/>
                  </a:lnTo>
                  <a:lnTo>
                    <a:pt x="2786" y="4563"/>
                  </a:lnTo>
                  <a:lnTo>
                    <a:pt x="2786" y="4484"/>
                  </a:lnTo>
                  <a:lnTo>
                    <a:pt x="2746" y="4445"/>
                  </a:lnTo>
                  <a:lnTo>
                    <a:pt x="2727" y="4386"/>
                  </a:lnTo>
                  <a:lnTo>
                    <a:pt x="2746" y="4326"/>
                  </a:lnTo>
                  <a:lnTo>
                    <a:pt x="2766" y="4326"/>
                  </a:lnTo>
                  <a:lnTo>
                    <a:pt x="2766" y="4346"/>
                  </a:lnTo>
                  <a:lnTo>
                    <a:pt x="2766" y="4366"/>
                  </a:lnTo>
                  <a:lnTo>
                    <a:pt x="2786" y="4346"/>
                  </a:lnTo>
                  <a:lnTo>
                    <a:pt x="2786" y="4307"/>
                  </a:lnTo>
                  <a:lnTo>
                    <a:pt x="2786" y="4267"/>
                  </a:lnTo>
                  <a:lnTo>
                    <a:pt x="2806" y="4228"/>
                  </a:lnTo>
                  <a:lnTo>
                    <a:pt x="2845" y="4307"/>
                  </a:lnTo>
                  <a:lnTo>
                    <a:pt x="2865" y="4326"/>
                  </a:lnTo>
                  <a:lnTo>
                    <a:pt x="2904" y="4326"/>
                  </a:lnTo>
                  <a:lnTo>
                    <a:pt x="2845" y="4267"/>
                  </a:lnTo>
                  <a:lnTo>
                    <a:pt x="2885" y="4247"/>
                  </a:lnTo>
                  <a:lnTo>
                    <a:pt x="2904" y="4247"/>
                  </a:lnTo>
                  <a:lnTo>
                    <a:pt x="2904" y="4228"/>
                  </a:lnTo>
                  <a:lnTo>
                    <a:pt x="2885" y="4228"/>
                  </a:lnTo>
                  <a:lnTo>
                    <a:pt x="2865" y="4208"/>
                  </a:lnTo>
                  <a:lnTo>
                    <a:pt x="2865" y="4168"/>
                  </a:lnTo>
                  <a:lnTo>
                    <a:pt x="2924" y="4168"/>
                  </a:lnTo>
                  <a:lnTo>
                    <a:pt x="2944" y="4129"/>
                  </a:lnTo>
                  <a:lnTo>
                    <a:pt x="2924" y="4109"/>
                  </a:lnTo>
                  <a:lnTo>
                    <a:pt x="2924" y="4089"/>
                  </a:lnTo>
                  <a:lnTo>
                    <a:pt x="2904" y="4030"/>
                  </a:lnTo>
                  <a:lnTo>
                    <a:pt x="2885" y="4050"/>
                  </a:lnTo>
                  <a:lnTo>
                    <a:pt x="2865" y="4070"/>
                  </a:lnTo>
                  <a:lnTo>
                    <a:pt x="2825" y="4070"/>
                  </a:lnTo>
                  <a:lnTo>
                    <a:pt x="2786" y="4030"/>
                  </a:lnTo>
                  <a:lnTo>
                    <a:pt x="2766" y="3991"/>
                  </a:lnTo>
                  <a:lnTo>
                    <a:pt x="2806" y="3911"/>
                  </a:lnTo>
                  <a:lnTo>
                    <a:pt x="2806" y="3852"/>
                  </a:lnTo>
                  <a:lnTo>
                    <a:pt x="2845" y="3813"/>
                  </a:lnTo>
                  <a:lnTo>
                    <a:pt x="2904" y="3793"/>
                  </a:lnTo>
                  <a:lnTo>
                    <a:pt x="2865" y="3734"/>
                  </a:lnTo>
                  <a:lnTo>
                    <a:pt x="2904" y="3753"/>
                  </a:lnTo>
                  <a:lnTo>
                    <a:pt x="2924" y="3714"/>
                  </a:lnTo>
                  <a:lnTo>
                    <a:pt x="2944" y="3655"/>
                  </a:lnTo>
                  <a:lnTo>
                    <a:pt x="2964" y="3674"/>
                  </a:lnTo>
                  <a:lnTo>
                    <a:pt x="2983" y="3694"/>
                  </a:lnTo>
                  <a:lnTo>
                    <a:pt x="2964" y="3734"/>
                  </a:lnTo>
                  <a:lnTo>
                    <a:pt x="2964" y="3793"/>
                  </a:lnTo>
                  <a:lnTo>
                    <a:pt x="2983" y="3832"/>
                  </a:lnTo>
                  <a:lnTo>
                    <a:pt x="3023" y="3852"/>
                  </a:lnTo>
                  <a:lnTo>
                    <a:pt x="3043" y="3832"/>
                  </a:lnTo>
                  <a:lnTo>
                    <a:pt x="3062" y="3832"/>
                  </a:lnTo>
                  <a:lnTo>
                    <a:pt x="3122" y="3872"/>
                  </a:lnTo>
                  <a:lnTo>
                    <a:pt x="3102" y="3832"/>
                  </a:lnTo>
                  <a:lnTo>
                    <a:pt x="3082" y="3813"/>
                  </a:lnTo>
                  <a:lnTo>
                    <a:pt x="3023" y="3793"/>
                  </a:lnTo>
                  <a:lnTo>
                    <a:pt x="2983" y="3753"/>
                  </a:lnTo>
                  <a:lnTo>
                    <a:pt x="3023" y="3753"/>
                  </a:lnTo>
                  <a:lnTo>
                    <a:pt x="3043" y="3714"/>
                  </a:lnTo>
                  <a:lnTo>
                    <a:pt x="3062" y="3694"/>
                  </a:lnTo>
                  <a:lnTo>
                    <a:pt x="3102" y="3714"/>
                  </a:lnTo>
                  <a:lnTo>
                    <a:pt x="3102" y="3674"/>
                  </a:lnTo>
                  <a:lnTo>
                    <a:pt x="3082" y="3655"/>
                  </a:lnTo>
                  <a:lnTo>
                    <a:pt x="3082" y="3615"/>
                  </a:lnTo>
                  <a:lnTo>
                    <a:pt x="3082" y="3595"/>
                  </a:lnTo>
                  <a:lnTo>
                    <a:pt x="3201" y="3655"/>
                  </a:lnTo>
                  <a:lnTo>
                    <a:pt x="3181" y="3635"/>
                  </a:lnTo>
                  <a:lnTo>
                    <a:pt x="3201" y="3615"/>
                  </a:lnTo>
                  <a:lnTo>
                    <a:pt x="3240" y="3595"/>
                  </a:lnTo>
                  <a:lnTo>
                    <a:pt x="3201" y="3576"/>
                  </a:lnTo>
                  <a:lnTo>
                    <a:pt x="3181" y="3576"/>
                  </a:lnTo>
                  <a:lnTo>
                    <a:pt x="3181" y="3595"/>
                  </a:lnTo>
                  <a:lnTo>
                    <a:pt x="3161" y="3576"/>
                  </a:lnTo>
                  <a:lnTo>
                    <a:pt x="3161" y="3556"/>
                  </a:lnTo>
                  <a:lnTo>
                    <a:pt x="3161" y="3516"/>
                  </a:lnTo>
                  <a:lnTo>
                    <a:pt x="3181" y="3497"/>
                  </a:lnTo>
                  <a:lnTo>
                    <a:pt x="3181" y="3477"/>
                  </a:lnTo>
                  <a:lnTo>
                    <a:pt x="3201" y="3457"/>
                  </a:lnTo>
                  <a:lnTo>
                    <a:pt x="3220" y="3418"/>
                  </a:lnTo>
                  <a:lnTo>
                    <a:pt x="3240" y="3378"/>
                  </a:lnTo>
                  <a:lnTo>
                    <a:pt x="3280" y="3339"/>
                  </a:lnTo>
                  <a:lnTo>
                    <a:pt x="3220" y="3319"/>
                  </a:lnTo>
                  <a:lnTo>
                    <a:pt x="3201" y="3319"/>
                  </a:lnTo>
                  <a:lnTo>
                    <a:pt x="3201" y="3339"/>
                  </a:lnTo>
                  <a:lnTo>
                    <a:pt x="3201" y="3358"/>
                  </a:lnTo>
                  <a:lnTo>
                    <a:pt x="3201" y="3398"/>
                  </a:lnTo>
                  <a:lnTo>
                    <a:pt x="3201" y="3418"/>
                  </a:lnTo>
                  <a:lnTo>
                    <a:pt x="3141" y="3418"/>
                  </a:lnTo>
                  <a:lnTo>
                    <a:pt x="3141" y="3339"/>
                  </a:lnTo>
                  <a:lnTo>
                    <a:pt x="3181" y="3240"/>
                  </a:lnTo>
                  <a:lnTo>
                    <a:pt x="3201" y="3141"/>
                  </a:lnTo>
                  <a:lnTo>
                    <a:pt x="3220" y="3102"/>
                  </a:lnTo>
                  <a:lnTo>
                    <a:pt x="3201" y="3042"/>
                  </a:lnTo>
                  <a:lnTo>
                    <a:pt x="3260" y="3023"/>
                  </a:lnTo>
                  <a:lnTo>
                    <a:pt x="3280" y="3023"/>
                  </a:lnTo>
                  <a:lnTo>
                    <a:pt x="3299" y="3062"/>
                  </a:lnTo>
                  <a:lnTo>
                    <a:pt x="3339" y="3082"/>
                  </a:lnTo>
                  <a:lnTo>
                    <a:pt x="3339" y="3141"/>
                  </a:lnTo>
                  <a:lnTo>
                    <a:pt x="3319" y="3181"/>
                  </a:lnTo>
                  <a:lnTo>
                    <a:pt x="3280" y="3220"/>
                  </a:lnTo>
                  <a:lnTo>
                    <a:pt x="3280" y="3260"/>
                  </a:lnTo>
                  <a:lnTo>
                    <a:pt x="3319" y="3200"/>
                  </a:lnTo>
                  <a:lnTo>
                    <a:pt x="3359" y="3121"/>
                  </a:lnTo>
                  <a:lnTo>
                    <a:pt x="3359" y="3042"/>
                  </a:lnTo>
                  <a:lnTo>
                    <a:pt x="3359" y="2983"/>
                  </a:lnTo>
                  <a:lnTo>
                    <a:pt x="3378" y="2944"/>
                  </a:lnTo>
                  <a:lnTo>
                    <a:pt x="3398" y="2944"/>
                  </a:lnTo>
                  <a:lnTo>
                    <a:pt x="3477" y="2924"/>
                  </a:lnTo>
                  <a:lnTo>
                    <a:pt x="3536" y="2884"/>
                  </a:lnTo>
                  <a:lnTo>
                    <a:pt x="3556" y="2865"/>
                  </a:lnTo>
                  <a:lnTo>
                    <a:pt x="3576" y="2825"/>
                  </a:lnTo>
                  <a:lnTo>
                    <a:pt x="3497" y="2825"/>
                  </a:lnTo>
                  <a:lnTo>
                    <a:pt x="3457" y="2845"/>
                  </a:lnTo>
                  <a:lnTo>
                    <a:pt x="3457" y="2805"/>
                  </a:lnTo>
                  <a:lnTo>
                    <a:pt x="3477" y="2786"/>
                  </a:lnTo>
                  <a:lnTo>
                    <a:pt x="3497" y="2746"/>
                  </a:lnTo>
                  <a:lnTo>
                    <a:pt x="3477" y="2726"/>
                  </a:lnTo>
                  <a:lnTo>
                    <a:pt x="3457" y="2746"/>
                  </a:lnTo>
                  <a:lnTo>
                    <a:pt x="3438" y="2746"/>
                  </a:lnTo>
                  <a:lnTo>
                    <a:pt x="3418" y="2726"/>
                  </a:lnTo>
                  <a:lnTo>
                    <a:pt x="3457" y="2687"/>
                  </a:lnTo>
                  <a:lnTo>
                    <a:pt x="3477" y="2687"/>
                  </a:lnTo>
                  <a:lnTo>
                    <a:pt x="3497" y="2707"/>
                  </a:lnTo>
                  <a:lnTo>
                    <a:pt x="3517" y="2667"/>
                  </a:lnTo>
                  <a:lnTo>
                    <a:pt x="3517" y="2647"/>
                  </a:lnTo>
                  <a:lnTo>
                    <a:pt x="3576" y="2647"/>
                  </a:lnTo>
                  <a:lnTo>
                    <a:pt x="3615" y="2628"/>
                  </a:lnTo>
                  <a:lnTo>
                    <a:pt x="3615" y="2608"/>
                  </a:lnTo>
                  <a:lnTo>
                    <a:pt x="3596" y="2568"/>
                  </a:lnTo>
                  <a:lnTo>
                    <a:pt x="3576" y="2568"/>
                  </a:lnTo>
                  <a:lnTo>
                    <a:pt x="3576" y="2588"/>
                  </a:lnTo>
                  <a:lnTo>
                    <a:pt x="3576" y="2608"/>
                  </a:lnTo>
                  <a:lnTo>
                    <a:pt x="3536" y="2588"/>
                  </a:lnTo>
                  <a:lnTo>
                    <a:pt x="3497" y="2549"/>
                  </a:lnTo>
                  <a:lnTo>
                    <a:pt x="3477" y="2470"/>
                  </a:lnTo>
                  <a:lnTo>
                    <a:pt x="3517" y="2470"/>
                  </a:lnTo>
                  <a:lnTo>
                    <a:pt x="3536" y="2410"/>
                  </a:lnTo>
                  <a:lnTo>
                    <a:pt x="3556" y="2430"/>
                  </a:lnTo>
                  <a:lnTo>
                    <a:pt x="3556" y="2470"/>
                  </a:lnTo>
                  <a:lnTo>
                    <a:pt x="3536" y="2489"/>
                  </a:lnTo>
                  <a:lnTo>
                    <a:pt x="3556" y="2529"/>
                  </a:lnTo>
                  <a:lnTo>
                    <a:pt x="3596" y="2450"/>
                  </a:lnTo>
                  <a:lnTo>
                    <a:pt x="3576" y="2470"/>
                  </a:lnTo>
                  <a:lnTo>
                    <a:pt x="3556" y="2351"/>
                  </a:lnTo>
                  <a:lnTo>
                    <a:pt x="3536" y="2391"/>
                  </a:lnTo>
                  <a:lnTo>
                    <a:pt x="3517" y="2371"/>
                  </a:lnTo>
                  <a:lnTo>
                    <a:pt x="3477" y="2351"/>
                  </a:lnTo>
                  <a:lnTo>
                    <a:pt x="3477" y="2331"/>
                  </a:lnTo>
                  <a:lnTo>
                    <a:pt x="3536" y="2252"/>
                  </a:lnTo>
                  <a:lnTo>
                    <a:pt x="3576" y="2233"/>
                  </a:lnTo>
                  <a:lnTo>
                    <a:pt x="3615" y="2252"/>
                  </a:lnTo>
                  <a:lnTo>
                    <a:pt x="3576" y="2213"/>
                  </a:lnTo>
                  <a:lnTo>
                    <a:pt x="3576" y="2173"/>
                  </a:lnTo>
                  <a:lnTo>
                    <a:pt x="3596" y="2094"/>
                  </a:lnTo>
                  <a:lnTo>
                    <a:pt x="3536" y="2094"/>
                  </a:lnTo>
                  <a:lnTo>
                    <a:pt x="3517" y="2035"/>
                  </a:lnTo>
                  <a:lnTo>
                    <a:pt x="3615" y="1996"/>
                  </a:lnTo>
                  <a:lnTo>
                    <a:pt x="3615" y="2035"/>
                  </a:lnTo>
                  <a:lnTo>
                    <a:pt x="3734" y="2035"/>
                  </a:lnTo>
                  <a:lnTo>
                    <a:pt x="3754" y="2075"/>
                  </a:lnTo>
                  <a:lnTo>
                    <a:pt x="3754" y="2114"/>
                  </a:lnTo>
                  <a:lnTo>
                    <a:pt x="3694" y="2173"/>
                  </a:lnTo>
                  <a:lnTo>
                    <a:pt x="3754" y="2154"/>
                  </a:lnTo>
                  <a:lnTo>
                    <a:pt x="3773" y="2134"/>
                  </a:lnTo>
                  <a:lnTo>
                    <a:pt x="3773" y="2114"/>
                  </a:lnTo>
                  <a:lnTo>
                    <a:pt x="3773" y="2075"/>
                  </a:lnTo>
                  <a:lnTo>
                    <a:pt x="3754" y="2015"/>
                  </a:lnTo>
                  <a:lnTo>
                    <a:pt x="3754" y="1996"/>
                  </a:lnTo>
                  <a:lnTo>
                    <a:pt x="3773" y="1956"/>
                  </a:lnTo>
                  <a:lnTo>
                    <a:pt x="3813" y="1976"/>
                  </a:lnTo>
                  <a:lnTo>
                    <a:pt x="3833" y="2015"/>
                  </a:lnTo>
                  <a:lnTo>
                    <a:pt x="3833" y="1956"/>
                  </a:lnTo>
                  <a:lnTo>
                    <a:pt x="3833" y="1917"/>
                  </a:lnTo>
                  <a:lnTo>
                    <a:pt x="3852" y="1897"/>
                  </a:lnTo>
                  <a:lnTo>
                    <a:pt x="3793" y="1897"/>
                  </a:lnTo>
                  <a:lnTo>
                    <a:pt x="3754" y="1877"/>
                  </a:lnTo>
                  <a:lnTo>
                    <a:pt x="3734" y="1838"/>
                  </a:lnTo>
                  <a:lnTo>
                    <a:pt x="3852" y="1798"/>
                  </a:lnTo>
                  <a:lnTo>
                    <a:pt x="3872" y="1778"/>
                  </a:lnTo>
                  <a:lnTo>
                    <a:pt x="3872" y="1759"/>
                  </a:lnTo>
                  <a:lnTo>
                    <a:pt x="3833" y="1739"/>
                  </a:lnTo>
                  <a:lnTo>
                    <a:pt x="3793" y="1699"/>
                  </a:lnTo>
                  <a:lnTo>
                    <a:pt x="3773" y="1660"/>
                  </a:lnTo>
                  <a:lnTo>
                    <a:pt x="3694" y="1660"/>
                  </a:lnTo>
                  <a:lnTo>
                    <a:pt x="3675" y="1640"/>
                  </a:lnTo>
                  <a:lnTo>
                    <a:pt x="3675" y="1600"/>
                  </a:lnTo>
                  <a:lnTo>
                    <a:pt x="3694" y="1581"/>
                  </a:lnTo>
                  <a:lnTo>
                    <a:pt x="3655" y="1541"/>
                  </a:lnTo>
                  <a:lnTo>
                    <a:pt x="3655" y="1581"/>
                  </a:lnTo>
                  <a:lnTo>
                    <a:pt x="3655" y="1600"/>
                  </a:lnTo>
                  <a:lnTo>
                    <a:pt x="3655" y="1640"/>
                  </a:lnTo>
                  <a:lnTo>
                    <a:pt x="3655" y="1660"/>
                  </a:lnTo>
                  <a:lnTo>
                    <a:pt x="3615" y="1640"/>
                  </a:lnTo>
                  <a:lnTo>
                    <a:pt x="3596" y="1620"/>
                  </a:lnTo>
                  <a:lnTo>
                    <a:pt x="3615" y="1581"/>
                  </a:lnTo>
                  <a:lnTo>
                    <a:pt x="3596" y="1541"/>
                  </a:lnTo>
                  <a:lnTo>
                    <a:pt x="3675" y="1482"/>
                  </a:lnTo>
                  <a:lnTo>
                    <a:pt x="3754" y="1442"/>
                  </a:lnTo>
                  <a:lnTo>
                    <a:pt x="3833" y="1502"/>
                  </a:lnTo>
                  <a:lnTo>
                    <a:pt x="3872" y="1561"/>
                  </a:lnTo>
                  <a:lnTo>
                    <a:pt x="3931" y="1640"/>
                  </a:lnTo>
                  <a:lnTo>
                    <a:pt x="3971" y="1660"/>
                  </a:lnTo>
                  <a:lnTo>
                    <a:pt x="4010" y="1680"/>
                  </a:lnTo>
                  <a:lnTo>
                    <a:pt x="4050" y="1521"/>
                  </a:lnTo>
                  <a:lnTo>
                    <a:pt x="4089" y="1442"/>
                  </a:lnTo>
                  <a:lnTo>
                    <a:pt x="4129" y="1403"/>
                  </a:lnTo>
                  <a:lnTo>
                    <a:pt x="4109" y="1344"/>
                  </a:lnTo>
                  <a:lnTo>
                    <a:pt x="4070" y="1304"/>
                  </a:lnTo>
                  <a:lnTo>
                    <a:pt x="4030" y="1284"/>
                  </a:lnTo>
                  <a:lnTo>
                    <a:pt x="3971" y="1265"/>
                  </a:lnTo>
                  <a:lnTo>
                    <a:pt x="3971" y="1205"/>
                  </a:lnTo>
                  <a:lnTo>
                    <a:pt x="4010" y="1186"/>
                  </a:lnTo>
                  <a:lnTo>
                    <a:pt x="4030" y="1245"/>
                  </a:lnTo>
                  <a:lnTo>
                    <a:pt x="4030" y="1107"/>
                  </a:lnTo>
                  <a:lnTo>
                    <a:pt x="4050" y="1028"/>
                  </a:lnTo>
                  <a:lnTo>
                    <a:pt x="4070" y="949"/>
                  </a:lnTo>
                  <a:lnTo>
                    <a:pt x="4070" y="909"/>
                  </a:lnTo>
                  <a:lnTo>
                    <a:pt x="4030" y="889"/>
                  </a:lnTo>
                  <a:lnTo>
                    <a:pt x="3931" y="870"/>
                  </a:lnTo>
                  <a:lnTo>
                    <a:pt x="3951" y="791"/>
                  </a:lnTo>
                  <a:lnTo>
                    <a:pt x="3931" y="810"/>
                  </a:lnTo>
                  <a:lnTo>
                    <a:pt x="3892" y="771"/>
                  </a:lnTo>
                  <a:lnTo>
                    <a:pt x="3892" y="731"/>
                  </a:lnTo>
                  <a:lnTo>
                    <a:pt x="3931" y="672"/>
                  </a:lnTo>
                  <a:lnTo>
                    <a:pt x="3971" y="692"/>
                  </a:lnTo>
                  <a:lnTo>
                    <a:pt x="3991" y="712"/>
                  </a:lnTo>
                  <a:lnTo>
                    <a:pt x="4010" y="692"/>
                  </a:lnTo>
                  <a:lnTo>
                    <a:pt x="4030" y="672"/>
                  </a:lnTo>
                  <a:lnTo>
                    <a:pt x="4030" y="633"/>
                  </a:lnTo>
                  <a:lnTo>
                    <a:pt x="4030" y="593"/>
                  </a:lnTo>
                  <a:lnTo>
                    <a:pt x="4089" y="633"/>
                  </a:lnTo>
                  <a:lnTo>
                    <a:pt x="4089" y="672"/>
                  </a:lnTo>
                  <a:lnTo>
                    <a:pt x="4070" y="692"/>
                  </a:lnTo>
                  <a:lnTo>
                    <a:pt x="4050" y="692"/>
                  </a:lnTo>
                  <a:lnTo>
                    <a:pt x="4050" y="791"/>
                  </a:lnTo>
                  <a:lnTo>
                    <a:pt x="4070" y="731"/>
                  </a:lnTo>
                  <a:lnTo>
                    <a:pt x="4129" y="692"/>
                  </a:lnTo>
                  <a:lnTo>
                    <a:pt x="4188" y="692"/>
                  </a:lnTo>
                  <a:lnTo>
                    <a:pt x="4247" y="712"/>
                  </a:lnTo>
                  <a:lnTo>
                    <a:pt x="4228" y="672"/>
                  </a:lnTo>
                  <a:lnTo>
                    <a:pt x="4149" y="672"/>
                  </a:lnTo>
                  <a:lnTo>
                    <a:pt x="4149" y="652"/>
                  </a:lnTo>
                  <a:lnTo>
                    <a:pt x="4149" y="633"/>
                  </a:lnTo>
                  <a:lnTo>
                    <a:pt x="4228" y="573"/>
                  </a:lnTo>
                  <a:lnTo>
                    <a:pt x="4267" y="514"/>
                  </a:lnTo>
                  <a:lnTo>
                    <a:pt x="3141" y="139"/>
                  </a:lnTo>
                  <a:lnTo>
                    <a:pt x="3102" y="178"/>
                  </a:lnTo>
                  <a:lnTo>
                    <a:pt x="3082" y="119"/>
                  </a:lnTo>
                  <a:lnTo>
                    <a:pt x="3082" y="99"/>
                  </a:lnTo>
                  <a:lnTo>
                    <a:pt x="3102" y="119"/>
                  </a:lnTo>
                  <a:lnTo>
                    <a:pt x="3082" y="80"/>
                  </a:lnTo>
                  <a:lnTo>
                    <a:pt x="3102" y="60"/>
                  </a:lnTo>
                  <a:lnTo>
                    <a:pt x="3082" y="20"/>
                  </a:lnTo>
                  <a:lnTo>
                    <a:pt x="306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1" name="Google Shape;4451;p17"/>
            <p:cNvSpPr/>
            <p:nvPr/>
          </p:nvSpPr>
          <p:spPr>
            <a:xfrm>
              <a:off x="4577504" y="-1215512"/>
              <a:ext cx="789" cy="789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1" y="20"/>
                  </a:lnTo>
                  <a:lnTo>
                    <a:pt x="2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2" name="Google Shape;4452;p17"/>
            <p:cNvSpPr/>
            <p:nvPr/>
          </p:nvSpPr>
          <p:spPr>
            <a:xfrm>
              <a:off x="4712644" y="-2018156"/>
              <a:ext cx="789" cy="38"/>
            </a:xfrm>
            <a:custGeom>
              <a:rect b="b" l="l" r="r" t="t"/>
              <a:pathLst>
                <a:path extrusionOk="0" h="1" w="21">
                  <a:moveTo>
                    <a:pt x="1" y="1"/>
                  </a:move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3" name="Google Shape;4453;p17"/>
            <p:cNvSpPr/>
            <p:nvPr/>
          </p:nvSpPr>
          <p:spPr>
            <a:xfrm>
              <a:off x="4622049" y="-2251296"/>
              <a:ext cx="96569" cy="297788"/>
            </a:xfrm>
            <a:custGeom>
              <a:rect b="b" l="l" r="r" t="t"/>
              <a:pathLst>
                <a:path extrusionOk="0" h="7922" w="2569">
                  <a:moveTo>
                    <a:pt x="1206" y="60"/>
                  </a:moveTo>
                  <a:lnTo>
                    <a:pt x="1186" y="79"/>
                  </a:lnTo>
                  <a:lnTo>
                    <a:pt x="1186" y="119"/>
                  </a:lnTo>
                  <a:lnTo>
                    <a:pt x="1226" y="178"/>
                  </a:lnTo>
                  <a:lnTo>
                    <a:pt x="1245" y="237"/>
                  </a:lnTo>
                  <a:lnTo>
                    <a:pt x="1245" y="257"/>
                  </a:lnTo>
                  <a:lnTo>
                    <a:pt x="1206" y="277"/>
                  </a:lnTo>
                  <a:lnTo>
                    <a:pt x="1245" y="297"/>
                  </a:lnTo>
                  <a:lnTo>
                    <a:pt x="1265" y="316"/>
                  </a:lnTo>
                  <a:lnTo>
                    <a:pt x="1344" y="336"/>
                  </a:lnTo>
                  <a:lnTo>
                    <a:pt x="1344" y="376"/>
                  </a:lnTo>
                  <a:lnTo>
                    <a:pt x="1384" y="356"/>
                  </a:lnTo>
                  <a:lnTo>
                    <a:pt x="1463" y="316"/>
                  </a:lnTo>
                  <a:lnTo>
                    <a:pt x="1364" y="218"/>
                  </a:lnTo>
                  <a:lnTo>
                    <a:pt x="1344" y="178"/>
                  </a:lnTo>
                  <a:lnTo>
                    <a:pt x="1324" y="99"/>
                  </a:lnTo>
                  <a:lnTo>
                    <a:pt x="1285" y="99"/>
                  </a:lnTo>
                  <a:lnTo>
                    <a:pt x="1265" y="79"/>
                  </a:lnTo>
                  <a:lnTo>
                    <a:pt x="1245" y="60"/>
                  </a:lnTo>
                  <a:close/>
                  <a:moveTo>
                    <a:pt x="21" y="593"/>
                  </a:moveTo>
                  <a:lnTo>
                    <a:pt x="60" y="613"/>
                  </a:lnTo>
                  <a:lnTo>
                    <a:pt x="60" y="593"/>
                  </a:lnTo>
                  <a:close/>
                  <a:moveTo>
                    <a:pt x="1265" y="1521"/>
                  </a:moveTo>
                  <a:lnTo>
                    <a:pt x="1265" y="1561"/>
                  </a:lnTo>
                  <a:lnTo>
                    <a:pt x="1285" y="1581"/>
                  </a:lnTo>
                  <a:lnTo>
                    <a:pt x="1305" y="1600"/>
                  </a:lnTo>
                  <a:lnTo>
                    <a:pt x="1305" y="1561"/>
                  </a:lnTo>
                  <a:lnTo>
                    <a:pt x="1305" y="1541"/>
                  </a:lnTo>
                  <a:lnTo>
                    <a:pt x="1265" y="1521"/>
                  </a:lnTo>
                  <a:close/>
                  <a:moveTo>
                    <a:pt x="2068" y="5065"/>
                  </a:moveTo>
                  <a:lnTo>
                    <a:pt x="2075" y="5077"/>
                  </a:lnTo>
                  <a:lnTo>
                    <a:pt x="2079" y="5073"/>
                  </a:lnTo>
                  <a:lnTo>
                    <a:pt x="2079" y="5073"/>
                  </a:lnTo>
                  <a:lnTo>
                    <a:pt x="2068" y="5065"/>
                  </a:lnTo>
                  <a:close/>
                  <a:moveTo>
                    <a:pt x="2095" y="5057"/>
                  </a:moveTo>
                  <a:lnTo>
                    <a:pt x="2079" y="5073"/>
                  </a:lnTo>
                  <a:lnTo>
                    <a:pt x="2079" y="5073"/>
                  </a:lnTo>
                  <a:lnTo>
                    <a:pt x="2114" y="5096"/>
                  </a:lnTo>
                  <a:lnTo>
                    <a:pt x="2154" y="5136"/>
                  </a:lnTo>
                  <a:lnTo>
                    <a:pt x="2174" y="5136"/>
                  </a:lnTo>
                  <a:lnTo>
                    <a:pt x="2174" y="5096"/>
                  </a:lnTo>
                  <a:lnTo>
                    <a:pt x="2174" y="5077"/>
                  </a:lnTo>
                  <a:lnTo>
                    <a:pt x="2193" y="5057"/>
                  </a:lnTo>
                  <a:close/>
                  <a:moveTo>
                    <a:pt x="613" y="5254"/>
                  </a:moveTo>
                  <a:lnTo>
                    <a:pt x="673" y="5373"/>
                  </a:lnTo>
                  <a:lnTo>
                    <a:pt x="673" y="5393"/>
                  </a:lnTo>
                  <a:lnTo>
                    <a:pt x="692" y="5373"/>
                  </a:lnTo>
                  <a:lnTo>
                    <a:pt x="712" y="5373"/>
                  </a:lnTo>
                  <a:lnTo>
                    <a:pt x="692" y="5314"/>
                  </a:lnTo>
                  <a:lnTo>
                    <a:pt x="673" y="5294"/>
                  </a:lnTo>
                  <a:lnTo>
                    <a:pt x="653" y="5294"/>
                  </a:lnTo>
                  <a:lnTo>
                    <a:pt x="613" y="5254"/>
                  </a:lnTo>
                  <a:close/>
                  <a:moveTo>
                    <a:pt x="890" y="0"/>
                  </a:moveTo>
                  <a:lnTo>
                    <a:pt x="850" y="60"/>
                  </a:lnTo>
                  <a:lnTo>
                    <a:pt x="850" y="13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811" y="79"/>
                  </a:lnTo>
                  <a:lnTo>
                    <a:pt x="21" y="119"/>
                  </a:lnTo>
                  <a:lnTo>
                    <a:pt x="1" y="158"/>
                  </a:lnTo>
                  <a:lnTo>
                    <a:pt x="40" y="139"/>
                  </a:lnTo>
                  <a:lnTo>
                    <a:pt x="80" y="158"/>
                  </a:lnTo>
                  <a:lnTo>
                    <a:pt x="179" y="158"/>
                  </a:lnTo>
                  <a:lnTo>
                    <a:pt x="218" y="198"/>
                  </a:lnTo>
                  <a:lnTo>
                    <a:pt x="218" y="237"/>
                  </a:lnTo>
                  <a:lnTo>
                    <a:pt x="218" y="297"/>
                  </a:lnTo>
                  <a:lnTo>
                    <a:pt x="179" y="297"/>
                  </a:lnTo>
                  <a:lnTo>
                    <a:pt x="159" y="277"/>
                  </a:lnTo>
                  <a:lnTo>
                    <a:pt x="119" y="237"/>
                  </a:lnTo>
                  <a:lnTo>
                    <a:pt x="80" y="198"/>
                  </a:lnTo>
                  <a:lnTo>
                    <a:pt x="60" y="198"/>
                  </a:lnTo>
                  <a:lnTo>
                    <a:pt x="21" y="218"/>
                  </a:lnTo>
                  <a:lnTo>
                    <a:pt x="21" y="237"/>
                  </a:lnTo>
                  <a:lnTo>
                    <a:pt x="40" y="257"/>
                  </a:lnTo>
                  <a:lnTo>
                    <a:pt x="80" y="257"/>
                  </a:lnTo>
                  <a:lnTo>
                    <a:pt x="100" y="237"/>
                  </a:lnTo>
                  <a:lnTo>
                    <a:pt x="80" y="336"/>
                  </a:lnTo>
                  <a:lnTo>
                    <a:pt x="40" y="395"/>
                  </a:lnTo>
                  <a:lnTo>
                    <a:pt x="1" y="435"/>
                  </a:lnTo>
                  <a:lnTo>
                    <a:pt x="40" y="474"/>
                  </a:lnTo>
                  <a:lnTo>
                    <a:pt x="80" y="514"/>
                  </a:lnTo>
                  <a:lnTo>
                    <a:pt x="100" y="534"/>
                  </a:lnTo>
                  <a:lnTo>
                    <a:pt x="159" y="573"/>
                  </a:lnTo>
                  <a:lnTo>
                    <a:pt x="139" y="553"/>
                  </a:lnTo>
                  <a:lnTo>
                    <a:pt x="119" y="534"/>
                  </a:lnTo>
                  <a:lnTo>
                    <a:pt x="100" y="514"/>
                  </a:lnTo>
                  <a:lnTo>
                    <a:pt x="119" y="494"/>
                  </a:lnTo>
                  <a:lnTo>
                    <a:pt x="218" y="534"/>
                  </a:lnTo>
                  <a:lnTo>
                    <a:pt x="198" y="593"/>
                  </a:lnTo>
                  <a:lnTo>
                    <a:pt x="179" y="632"/>
                  </a:lnTo>
                  <a:lnTo>
                    <a:pt x="139" y="712"/>
                  </a:lnTo>
                  <a:lnTo>
                    <a:pt x="80" y="652"/>
                  </a:lnTo>
                  <a:lnTo>
                    <a:pt x="100" y="652"/>
                  </a:lnTo>
                  <a:lnTo>
                    <a:pt x="80" y="632"/>
                  </a:lnTo>
                  <a:lnTo>
                    <a:pt x="60" y="613"/>
                  </a:lnTo>
                  <a:lnTo>
                    <a:pt x="60" y="652"/>
                  </a:lnTo>
                  <a:lnTo>
                    <a:pt x="60" y="692"/>
                  </a:lnTo>
                  <a:lnTo>
                    <a:pt x="80" y="712"/>
                  </a:lnTo>
                  <a:lnTo>
                    <a:pt x="60" y="712"/>
                  </a:lnTo>
                  <a:lnTo>
                    <a:pt x="80" y="751"/>
                  </a:lnTo>
                  <a:lnTo>
                    <a:pt x="80" y="791"/>
                  </a:lnTo>
                  <a:lnTo>
                    <a:pt x="60" y="850"/>
                  </a:lnTo>
                  <a:lnTo>
                    <a:pt x="40" y="889"/>
                  </a:lnTo>
                  <a:lnTo>
                    <a:pt x="40" y="909"/>
                  </a:lnTo>
                  <a:lnTo>
                    <a:pt x="60" y="929"/>
                  </a:lnTo>
                  <a:lnTo>
                    <a:pt x="119" y="949"/>
                  </a:lnTo>
                  <a:lnTo>
                    <a:pt x="159" y="929"/>
                  </a:lnTo>
                  <a:lnTo>
                    <a:pt x="179" y="909"/>
                  </a:lnTo>
                  <a:lnTo>
                    <a:pt x="218" y="909"/>
                  </a:lnTo>
                  <a:lnTo>
                    <a:pt x="198" y="929"/>
                  </a:lnTo>
                  <a:lnTo>
                    <a:pt x="179" y="968"/>
                  </a:lnTo>
                  <a:lnTo>
                    <a:pt x="159" y="988"/>
                  </a:lnTo>
                  <a:lnTo>
                    <a:pt x="139" y="988"/>
                  </a:lnTo>
                  <a:lnTo>
                    <a:pt x="119" y="968"/>
                  </a:lnTo>
                  <a:lnTo>
                    <a:pt x="100" y="1047"/>
                  </a:lnTo>
                  <a:lnTo>
                    <a:pt x="119" y="1087"/>
                  </a:lnTo>
                  <a:lnTo>
                    <a:pt x="198" y="1087"/>
                  </a:lnTo>
                  <a:lnTo>
                    <a:pt x="238" y="1107"/>
                  </a:lnTo>
                  <a:lnTo>
                    <a:pt x="258" y="1126"/>
                  </a:lnTo>
                  <a:lnTo>
                    <a:pt x="238" y="1146"/>
                  </a:lnTo>
                  <a:lnTo>
                    <a:pt x="218" y="1166"/>
                  </a:lnTo>
                  <a:lnTo>
                    <a:pt x="179" y="1146"/>
                  </a:lnTo>
                  <a:lnTo>
                    <a:pt x="100" y="1146"/>
                  </a:lnTo>
                  <a:lnTo>
                    <a:pt x="60" y="1166"/>
                  </a:lnTo>
                  <a:lnTo>
                    <a:pt x="139" y="1245"/>
                  </a:lnTo>
                  <a:lnTo>
                    <a:pt x="80" y="1284"/>
                  </a:lnTo>
                  <a:lnTo>
                    <a:pt x="80" y="1324"/>
                  </a:lnTo>
                  <a:lnTo>
                    <a:pt x="80" y="1383"/>
                  </a:lnTo>
                  <a:lnTo>
                    <a:pt x="139" y="1462"/>
                  </a:lnTo>
                  <a:lnTo>
                    <a:pt x="198" y="1561"/>
                  </a:lnTo>
                  <a:lnTo>
                    <a:pt x="218" y="1600"/>
                  </a:lnTo>
                  <a:lnTo>
                    <a:pt x="238" y="1660"/>
                  </a:lnTo>
                  <a:lnTo>
                    <a:pt x="179" y="1660"/>
                  </a:lnTo>
                  <a:lnTo>
                    <a:pt x="119" y="1620"/>
                  </a:lnTo>
                  <a:lnTo>
                    <a:pt x="100" y="1561"/>
                  </a:lnTo>
                  <a:lnTo>
                    <a:pt x="80" y="1521"/>
                  </a:lnTo>
                  <a:lnTo>
                    <a:pt x="60" y="1541"/>
                  </a:lnTo>
                  <a:lnTo>
                    <a:pt x="60" y="1561"/>
                  </a:lnTo>
                  <a:lnTo>
                    <a:pt x="60" y="1620"/>
                  </a:lnTo>
                  <a:lnTo>
                    <a:pt x="80" y="1660"/>
                  </a:lnTo>
                  <a:lnTo>
                    <a:pt x="80" y="1679"/>
                  </a:lnTo>
                  <a:lnTo>
                    <a:pt x="80" y="1699"/>
                  </a:lnTo>
                  <a:lnTo>
                    <a:pt x="80" y="1739"/>
                  </a:lnTo>
                  <a:lnTo>
                    <a:pt x="119" y="1778"/>
                  </a:lnTo>
                  <a:lnTo>
                    <a:pt x="159" y="1798"/>
                  </a:lnTo>
                  <a:lnTo>
                    <a:pt x="198" y="1798"/>
                  </a:lnTo>
                  <a:lnTo>
                    <a:pt x="198" y="1818"/>
                  </a:lnTo>
                  <a:lnTo>
                    <a:pt x="179" y="1837"/>
                  </a:lnTo>
                  <a:lnTo>
                    <a:pt x="139" y="1857"/>
                  </a:lnTo>
                  <a:lnTo>
                    <a:pt x="179" y="1877"/>
                  </a:lnTo>
                  <a:lnTo>
                    <a:pt x="218" y="1916"/>
                  </a:lnTo>
                  <a:lnTo>
                    <a:pt x="238" y="2015"/>
                  </a:lnTo>
                  <a:lnTo>
                    <a:pt x="179" y="2015"/>
                  </a:lnTo>
                  <a:lnTo>
                    <a:pt x="258" y="2114"/>
                  </a:lnTo>
                  <a:lnTo>
                    <a:pt x="258" y="2094"/>
                  </a:lnTo>
                  <a:lnTo>
                    <a:pt x="337" y="2094"/>
                  </a:lnTo>
                  <a:lnTo>
                    <a:pt x="337" y="2114"/>
                  </a:lnTo>
                  <a:lnTo>
                    <a:pt x="376" y="2074"/>
                  </a:lnTo>
                  <a:lnTo>
                    <a:pt x="396" y="2055"/>
                  </a:lnTo>
                  <a:lnTo>
                    <a:pt x="356" y="1976"/>
                  </a:lnTo>
                  <a:lnTo>
                    <a:pt x="337" y="1936"/>
                  </a:lnTo>
                  <a:lnTo>
                    <a:pt x="337" y="1897"/>
                  </a:lnTo>
                  <a:lnTo>
                    <a:pt x="337" y="1857"/>
                  </a:lnTo>
                  <a:lnTo>
                    <a:pt x="396" y="1837"/>
                  </a:lnTo>
                  <a:lnTo>
                    <a:pt x="475" y="1837"/>
                  </a:lnTo>
                  <a:lnTo>
                    <a:pt x="455" y="1857"/>
                  </a:lnTo>
                  <a:lnTo>
                    <a:pt x="436" y="1877"/>
                  </a:lnTo>
                  <a:lnTo>
                    <a:pt x="495" y="1897"/>
                  </a:lnTo>
                  <a:lnTo>
                    <a:pt x="515" y="1897"/>
                  </a:lnTo>
                  <a:lnTo>
                    <a:pt x="515" y="1877"/>
                  </a:lnTo>
                  <a:lnTo>
                    <a:pt x="594" y="1877"/>
                  </a:lnTo>
                  <a:lnTo>
                    <a:pt x="613" y="1916"/>
                  </a:lnTo>
                  <a:lnTo>
                    <a:pt x="633" y="1976"/>
                  </a:lnTo>
                  <a:lnTo>
                    <a:pt x="673" y="2015"/>
                  </a:lnTo>
                  <a:lnTo>
                    <a:pt x="613" y="2035"/>
                  </a:lnTo>
                  <a:lnTo>
                    <a:pt x="574" y="2015"/>
                  </a:lnTo>
                  <a:lnTo>
                    <a:pt x="534" y="1976"/>
                  </a:lnTo>
                  <a:lnTo>
                    <a:pt x="475" y="1956"/>
                  </a:lnTo>
                  <a:lnTo>
                    <a:pt x="515" y="1995"/>
                  </a:lnTo>
                  <a:lnTo>
                    <a:pt x="534" y="2015"/>
                  </a:lnTo>
                  <a:lnTo>
                    <a:pt x="515" y="2035"/>
                  </a:lnTo>
                  <a:lnTo>
                    <a:pt x="436" y="2035"/>
                  </a:lnTo>
                  <a:lnTo>
                    <a:pt x="475" y="2074"/>
                  </a:lnTo>
                  <a:lnTo>
                    <a:pt x="534" y="2074"/>
                  </a:lnTo>
                  <a:lnTo>
                    <a:pt x="594" y="2055"/>
                  </a:lnTo>
                  <a:lnTo>
                    <a:pt x="653" y="2074"/>
                  </a:lnTo>
                  <a:lnTo>
                    <a:pt x="653" y="2114"/>
                  </a:lnTo>
                  <a:lnTo>
                    <a:pt x="613" y="2153"/>
                  </a:lnTo>
                  <a:lnTo>
                    <a:pt x="613" y="2173"/>
                  </a:lnTo>
                  <a:lnTo>
                    <a:pt x="594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52"/>
                  </a:lnTo>
                  <a:lnTo>
                    <a:pt x="653" y="2292"/>
                  </a:lnTo>
                  <a:lnTo>
                    <a:pt x="574" y="2331"/>
                  </a:lnTo>
                  <a:lnTo>
                    <a:pt x="594" y="2292"/>
                  </a:lnTo>
                  <a:lnTo>
                    <a:pt x="594" y="2272"/>
                  </a:lnTo>
                  <a:lnTo>
                    <a:pt x="554" y="2232"/>
                  </a:lnTo>
                  <a:lnTo>
                    <a:pt x="495" y="2213"/>
                  </a:lnTo>
                  <a:lnTo>
                    <a:pt x="475" y="2213"/>
                  </a:lnTo>
                  <a:lnTo>
                    <a:pt x="495" y="2193"/>
                  </a:lnTo>
                  <a:lnTo>
                    <a:pt x="455" y="2213"/>
                  </a:lnTo>
                  <a:lnTo>
                    <a:pt x="416" y="2232"/>
                  </a:lnTo>
                  <a:lnTo>
                    <a:pt x="356" y="2232"/>
                  </a:lnTo>
                  <a:lnTo>
                    <a:pt x="218" y="2153"/>
                  </a:lnTo>
                  <a:lnTo>
                    <a:pt x="218" y="2213"/>
                  </a:lnTo>
                  <a:lnTo>
                    <a:pt x="218" y="2252"/>
                  </a:lnTo>
                  <a:lnTo>
                    <a:pt x="179" y="2272"/>
                  </a:lnTo>
                  <a:lnTo>
                    <a:pt x="218" y="2292"/>
                  </a:lnTo>
                  <a:lnTo>
                    <a:pt x="238" y="2331"/>
                  </a:lnTo>
                  <a:lnTo>
                    <a:pt x="238" y="2390"/>
                  </a:lnTo>
                  <a:lnTo>
                    <a:pt x="238" y="2430"/>
                  </a:lnTo>
                  <a:lnTo>
                    <a:pt x="258" y="2469"/>
                  </a:lnTo>
                  <a:lnTo>
                    <a:pt x="297" y="2489"/>
                  </a:lnTo>
                  <a:lnTo>
                    <a:pt x="277" y="2509"/>
                  </a:lnTo>
                  <a:lnTo>
                    <a:pt x="258" y="2489"/>
                  </a:lnTo>
                  <a:lnTo>
                    <a:pt x="238" y="2489"/>
                  </a:lnTo>
                  <a:lnTo>
                    <a:pt x="238" y="2509"/>
                  </a:lnTo>
                  <a:lnTo>
                    <a:pt x="258" y="2608"/>
                  </a:lnTo>
                  <a:lnTo>
                    <a:pt x="277" y="2667"/>
                  </a:lnTo>
                  <a:lnTo>
                    <a:pt x="317" y="2726"/>
                  </a:lnTo>
                  <a:lnTo>
                    <a:pt x="297" y="2746"/>
                  </a:lnTo>
                  <a:lnTo>
                    <a:pt x="277" y="2766"/>
                  </a:lnTo>
                  <a:lnTo>
                    <a:pt x="238" y="2785"/>
                  </a:lnTo>
                  <a:lnTo>
                    <a:pt x="238" y="2845"/>
                  </a:lnTo>
                  <a:lnTo>
                    <a:pt x="238" y="2904"/>
                  </a:lnTo>
                  <a:lnTo>
                    <a:pt x="317" y="3003"/>
                  </a:lnTo>
                  <a:lnTo>
                    <a:pt x="376" y="3121"/>
                  </a:lnTo>
                  <a:lnTo>
                    <a:pt x="396" y="3181"/>
                  </a:lnTo>
                  <a:lnTo>
                    <a:pt x="396" y="3260"/>
                  </a:lnTo>
                  <a:lnTo>
                    <a:pt x="337" y="3220"/>
                  </a:lnTo>
                  <a:lnTo>
                    <a:pt x="337" y="3299"/>
                  </a:lnTo>
                  <a:lnTo>
                    <a:pt x="356" y="3319"/>
                  </a:lnTo>
                  <a:lnTo>
                    <a:pt x="396" y="3339"/>
                  </a:lnTo>
                  <a:lnTo>
                    <a:pt x="356" y="3358"/>
                  </a:lnTo>
                  <a:lnTo>
                    <a:pt x="337" y="3398"/>
                  </a:lnTo>
                  <a:lnTo>
                    <a:pt x="376" y="3457"/>
                  </a:lnTo>
                  <a:lnTo>
                    <a:pt x="396" y="3497"/>
                  </a:lnTo>
                  <a:lnTo>
                    <a:pt x="396" y="3536"/>
                  </a:lnTo>
                  <a:lnTo>
                    <a:pt x="376" y="3576"/>
                  </a:lnTo>
                  <a:lnTo>
                    <a:pt x="337" y="3595"/>
                  </a:lnTo>
                  <a:lnTo>
                    <a:pt x="337" y="3635"/>
                  </a:lnTo>
                  <a:lnTo>
                    <a:pt x="356" y="3655"/>
                  </a:lnTo>
                  <a:lnTo>
                    <a:pt x="396" y="3694"/>
                  </a:lnTo>
                  <a:lnTo>
                    <a:pt x="455" y="3714"/>
                  </a:lnTo>
                  <a:lnTo>
                    <a:pt x="495" y="3753"/>
                  </a:lnTo>
                  <a:lnTo>
                    <a:pt x="416" y="3753"/>
                  </a:lnTo>
                  <a:lnTo>
                    <a:pt x="396" y="3773"/>
                  </a:lnTo>
                  <a:lnTo>
                    <a:pt x="376" y="3793"/>
                  </a:lnTo>
                  <a:lnTo>
                    <a:pt x="475" y="4129"/>
                  </a:lnTo>
                  <a:lnTo>
                    <a:pt x="554" y="4504"/>
                  </a:lnTo>
                  <a:lnTo>
                    <a:pt x="515" y="4484"/>
                  </a:lnTo>
                  <a:lnTo>
                    <a:pt x="534" y="4543"/>
                  </a:lnTo>
                  <a:lnTo>
                    <a:pt x="554" y="4603"/>
                  </a:lnTo>
                  <a:lnTo>
                    <a:pt x="613" y="4721"/>
                  </a:lnTo>
                  <a:lnTo>
                    <a:pt x="653" y="4840"/>
                  </a:lnTo>
                  <a:lnTo>
                    <a:pt x="673" y="4899"/>
                  </a:lnTo>
                  <a:lnTo>
                    <a:pt x="653" y="4958"/>
                  </a:lnTo>
                  <a:lnTo>
                    <a:pt x="712" y="5017"/>
                  </a:lnTo>
                  <a:lnTo>
                    <a:pt x="752" y="5037"/>
                  </a:lnTo>
                  <a:lnTo>
                    <a:pt x="791" y="5017"/>
                  </a:lnTo>
                  <a:lnTo>
                    <a:pt x="811" y="4998"/>
                  </a:lnTo>
                  <a:lnTo>
                    <a:pt x="831" y="4978"/>
                  </a:lnTo>
                  <a:lnTo>
                    <a:pt x="929" y="4978"/>
                  </a:lnTo>
                  <a:lnTo>
                    <a:pt x="949" y="5017"/>
                  </a:lnTo>
                  <a:lnTo>
                    <a:pt x="949" y="5037"/>
                  </a:lnTo>
                  <a:lnTo>
                    <a:pt x="910" y="5057"/>
                  </a:lnTo>
                  <a:lnTo>
                    <a:pt x="850" y="5077"/>
                  </a:lnTo>
                  <a:lnTo>
                    <a:pt x="850" y="5096"/>
                  </a:lnTo>
                  <a:lnTo>
                    <a:pt x="850" y="5136"/>
                  </a:lnTo>
                  <a:lnTo>
                    <a:pt x="771" y="5136"/>
                  </a:lnTo>
                  <a:lnTo>
                    <a:pt x="752" y="5116"/>
                  </a:lnTo>
                  <a:lnTo>
                    <a:pt x="712" y="5096"/>
                  </a:lnTo>
                  <a:lnTo>
                    <a:pt x="653" y="5096"/>
                  </a:lnTo>
                  <a:lnTo>
                    <a:pt x="752" y="5215"/>
                  </a:lnTo>
                  <a:lnTo>
                    <a:pt x="732" y="5254"/>
                  </a:lnTo>
                  <a:lnTo>
                    <a:pt x="752" y="5314"/>
                  </a:lnTo>
                  <a:lnTo>
                    <a:pt x="752" y="5353"/>
                  </a:lnTo>
                  <a:lnTo>
                    <a:pt x="732" y="5413"/>
                  </a:lnTo>
                  <a:lnTo>
                    <a:pt x="732" y="5393"/>
                  </a:lnTo>
                  <a:lnTo>
                    <a:pt x="673" y="5393"/>
                  </a:lnTo>
                  <a:lnTo>
                    <a:pt x="673" y="5432"/>
                  </a:lnTo>
                  <a:lnTo>
                    <a:pt x="673" y="5492"/>
                  </a:lnTo>
                  <a:lnTo>
                    <a:pt x="712" y="5492"/>
                  </a:lnTo>
                  <a:lnTo>
                    <a:pt x="732" y="5511"/>
                  </a:lnTo>
                  <a:lnTo>
                    <a:pt x="752" y="5531"/>
                  </a:lnTo>
                  <a:lnTo>
                    <a:pt x="771" y="5551"/>
                  </a:lnTo>
                  <a:lnTo>
                    <a:pt x="771" y="5571"/>
                  </a:lnTo>
                  <a:lnTo>
                    <a:pt x="811" y="5571"/>
                  </a:lnTo>
                  <a:lnTo>
                    <a:pt x="850" y="5610"/>
                  </a:lnTo>
                  <a:lnTo>
                    <a:pt x="732" y="5650"/>
                  </a:lnTo>
                  <a:lnTo>
                    <a:pt x="811" y="5650"/>
                  </a:lnTo>
                  <a:lnTo>
                    <a:pt x="831" y="5709"/>
                  </a:lnTo>
                  <a:lnTo>
                    <a:pt x="831" y="5768"/>
                  </a:lnTo>
                  <a:lnTo>
                    <a:pt x="811" y="5847"/>
                  </a:lnTo>
                  <a:lnTo>
                    <a:pt x="791" y="5867"/>
                  </a:lnTo>
                  <a:lnTo>
                    <a:pt x="771" y="5887"/>
                  </a:lnTo>
                  <a:lnTo>
                    <a:pt x="771" y="5906"/>
                  </a:lnTo>
                  <a:lnTo>
                    <a:pt x="811" y="5926"/>
                  </a:lnTo>
                  <a:lnTo>
                    <a:pt x="831" y="5966"/>
                  </a:lnTo>
                  <a:lnTo>
                    <a:pt x="831" y="5985"/>
                  </a:lnTo>
                  <a:lnTo>
                    <a:pt x="771" y="5985"/>
                  </a:lnTo>
                  <a:lnTo>
                    <a:pt x="771" y="6064"/>
                  </a:lnTo>
                  <a:lnTo>
                    <a:pt x="791" y="6163"/>
                  </a:lnTo>
                  <a:lnTo>
                    <a:pt x="791" y="6262"/>
                  </a:lnTo>
                  <a:lnTo>
                    <a:pt x="771" y="6361"/>
                  </a:lnTo>
                  <a:lnTo>
                    <a:pt x="831" y="6479"/>
                  </a:lnTo>
                  <a:lnTo>
                    <a:pt x="870" y="6519"/>
                  </a:lnTo>
                  <a:lnTo>
                    <a:pt x="910" y="6578"/>
                  </a:lnTo>
                  <a:lnTo>
                    <a:pt x="910" y="6538"/>
                  </a:lnTo>
                  <a:lnTo>
                    <a:pt x="929" y="6519"/>
                  </a:lnTo>
                  <a:lnTo>
                    <a:pt x="949" y="6499"/>
                  </a:lnTo>
                  <a:lnTo>
                    <a:pt x="989" y="6519"/>
                  </a:lnTo>
                  <a:lnTo>
                    <a:pt x="1008" y="6519"/>
                  </a:lnTo>
                  <a:lnTo>
                    <a:pt x="1028" y="6558"/>
                  </a:lnTo>
                  <a:lnTo>
                    <a:pt x="1048" y="6598"/>
                  </a:lnTo>
                  <a:lnTo>
                    <a:pt x="1008" y="6617"/>
                  </a:lnTo>
                  <a:lnTo>
                    <a:pt x="1008" y="6637"/>
                  </a:lnTo>
                  <a:lnTo>
                    <a:pt x="989" y="6657"/>
                  </a:lnTo>
                  <a:lnTo>
                    <a:pt x="969" y="6637"/>
                  </a:lnTo>
                  <a:lnTo>
                    <a:pt x="929" y="6657"/>
                  </a:lnTo>
                  <a:lnTo>
                    <a:pt x="910" y="6677"/>
                  </a:lnTo>
                  <a:lnTo>
                    <a:pt x="929" y="6736"/>
                  </a:lnTo>
                  <a:lnTo>
                    <a:pt x="929" y="6775"/>
                  </a:lnTo>
                  <a:lnTo>
                    <a:pt x="910" y="6795"/>
                  </a:lnTo>
                  <a:lnTo>
                    <a:pt x="890" y="6815"/>
                  </a:lnTo>
                  <a:lnTo>
                    <a:pt x="910" y="6835"/>
                  </a:lnTo>
                  <a:lnTo>
                    <a:pt x="929" y="6874"/>
                  </a:lnTo>
                  <a:lnTo>
                    <a:pt x="949" y="6933"/>
                  </a:lnTo>
                  <a:lnTo>
                    <a:pt x="989" y="6953"/>
                  </a:lnTo>
                  <a:lnTo>
                    <a:pt x="949" y="6953"/>
                  </a:lnTo>
                  <a:lnTo>
                    <a:pt x="929" y="6933"/>
                  </a:lnTo>
                  <a:lnTo>
                    <a:pt x="929" y="6914"/>
                  </a:lnTo>
                  <a:lnTo>
                    <a:pt x="910" y="6914"/>
                  </a:lnTo>
                  <a:lnTo>
                    <a:pt x="929" y="6953"/>
                  </a:lnTo>
                  <a:lnTo>
                    <a:pt x="890" y="6953"/>
                  </a:lnTo>
                  <a:lnTo>
                    <a:pt x="890" y="6993"/>
                  </a:lnTo>
                  <a:lnTo>
                    <a:pt x="910" y="7012"/>
                  </a:lnTo>
                  <a:lnTo>
                    <a:pt x="949" y="7052"/>
                  </a:lnTo>
                  <a:lnTo>
                    <a:pt x="1008" y="7072"/>
                  </a:lnTo>
                  <a:lnTo>
                    <a:pt x="1048" y="7111"/>
                  </a:lnTo>
                  <a:lnTo>
                    <a:pt x="1028" y="7111"/>
                  </a:lnTo>
                  <a:lnTo>
                    <a:pt x="1068" y="7151"/>
                  </a:lnTo>
                  <a:lnTo>
                    <a:pt x="949" y="7111"/>
                  </a:lnTo>
                  <a:lnTo>
                    <a:pt x="989" y="7151"/>
                  </a:lnTo>
                  <a:lnTo>
                    <a:pt x="1028" y="7190"/>
                  </a:lnTo>
                  <a:lnTo>
                    <a:pt x="1068" y="7210"/>
                  </a:lnTo>
                  <a:lnTo>
                    <a:pt x="1087" y="7249"/>
                  </a:lnTo>
                  <a:lnTo>
                    <a:pt x="1068" y="7269"/>
                  </a:lnTo>
                  <a:lnTo>
                    <a:pt x="1107" y="7309"/>
                  </a:lnTo>
                  <a:lnTo>
                    <a:pt x="1068" y="7309"/>
                  </a:lnTo>
                  <a:lnTo>
                    <a:pt x="1127" y="7328"/>
                  </a:lnTo>
                  <a:lnTo>
                    <a:pt x="1147" y="7368"/>
                  </a:lnTo>
                  <a:lnTo>
                    <a:pt x="1186" y="7407"/>
                  </a:lnTo>
                  <a:lnTo>
                    <a:pt x="1226" y="7447"/>
                  </a:lnTo>
                  <a:lnTo>
                    <a:pt x="1166" y="7486"/>
                  </a:lnTo>
                  <a:lnTo>
                    <a:pt x="1147" y="7506"/>
                  </a:lnTo>
                  <a:lnTo>
                    <a:pt x="1186" y="7526"/>
                  </a:lnTo>
                  <a:lnTo>
                    <a:pt x="1068" y="7546"/>
                  </a:lnTo>
                  <a:lnTo>
                    <a:pt x="1068" y="7486"/>
                  </a:lnTo>
                  <a:lnTo>
                    <a:pt x="1087" y="7467"/>
                  </a:lnTo>
                  <a:lnTo>
                    <a:pt x="1107" y="7447"/>
                  </a:lnTo>
                  <a:lnTo>
                    <a:pt x="1087" y="7407"/>
                  </a:lnTo>
                  <a:lnTo>
                    <a:pt x="1048" y="7447"/>
                  </a:lnTo>
                  <a:lnTo>
                    <a:pt x="1028" y="7486"/>
                  </a:lnTo>
                  <a:lnTo>
                    <a:pt x="989" y="7605"/>
                  </a:lnTo>
                  <a:lnTo>
                    <a:pt x="1008" y="7704"/>
                  </a:lnTo>
                  <a:lnTo>
                    <a:pt x="1028" y="7803"/>
                  </a:lnTo>
                  <a:lnTo>
                    <a:pt x="1048" y="7842"/>
                  </a:lnTo>
                  <a:lnTo>
                    <a:pt x="1048" y="7882"/>
                  </a:lnTo>
                  <a:lnTo>
                    <a:pt x="2549" y="7921"/>
                  </a:lnTo>
                  <a:lnTo>
                    <a:pt x="2569" y="7842"/>
                  </a:lnTo>
                  <a:lnTo>
                    <a:pt x="2549" y="7783"/>
                  </a:lnTo>
                  <a:lnTo>
                    <a:pt x="2529" y="7743"/>
                  </a:lnTo>
                  <a:lnTo>
                    <a:pt x="2450" y="7822"/>
                  </a:lnTo>
                  <a:lnTo>
                    <a:pt x="2549" y="7822"/>
                  </a:lnTo>
                  <a:lnTo>
                    <a:pt x="2490" y="7862"/>
                  </a:lnTo>
                  <a:lnTo>
                    <a:pt x="2411" y="7862"/>
                  </a:lnTo>
                  <a:lnTo>
                    <a:pt x="2272" y="7822"/>
                  </a:lnTo>
                  <a:lnTo>
                    <a:pt x="2292" y="7803"/>
                  </a:lnTo>
                  <a:lnTo>
                    <a:pt x="2292" y="7783"/>
                  </a:lnTo>
                  <a:lnTo>
                    <a:pt x="2312" y="7763"/>
                  </a:lnTo>
                  <a:lnTo>
                    <a:pt x="2332" y="7763"/>
                  </a:lnTo>
                  <a:lnTo>
                    <a:pt x="2292" y="7684"/>
                  </a:lnTo>
                  <a:lnTo>
                    <a:pt x="2272" y="7704"/>
                  </a:lnTo>
                  <a:lnTo>
                    <a:pt x="2253" y="7723"/>
                  </a:lnTo>
                  <a:lnTo>
                    <a:pt x="2233" y="7723"/>
                  </a:lnTo>
                  <a:lnTo>
                    <a:pt x="2272" y="7664"/>
                  </a:lnTo>
                  <a:lnTo>
                    <a:pt x="2292" y="7644"/>
                  </a:lnTo>
                  <a:lnTo>
                    <a:pt x="2312" y="7664"/>
                  </a:lnTo>
                  <a:lnTo>
                    <a:pt x="2292" y="7605"/>
                  </a:lnTo>
                  <a:lnTo>
                    <a:pt x="2272" y="7585"/>
                  </a:lnTo>
                  <a:lnTo>
                    <a:pt x="2233" y="7585"/>
                  </a:lnTo>
                  <a:lnTo>
                    <a:pt x="2233" y="7565"/>
                  </a:lnTo>
                  <a:lnTo>
                    <a:pt x="2292" y="7565"/>
                  </a:lnTo>
                  <a:lnTo>
                    <a:pt x="2391" y="7605"/>
                  </a:lnTo>
                  <a:lnTo>
                    <a:pt x="2391" y="7565"/>
                  </a:lnTo>
                  <a:lnTo>
                    <a:pt x="2490" y="7565"/>
                  </a:lnTo>
                  <a:lnTo>
                    <a:pt x="2470" y="7486"/>
                  </a:lnTo>
                  <a:lnTo>
                    <a:pt x="2569" y="7506"/>
                  </a:lnTo>
                  <a:lnTo>
                    <a:pt x="2569" y="7486"/>
                  </a:lnTo>
                  <a:lnTo>
                    <a:pt x="2549" y="7447"/>
                  </a:lnTo>
                  <a:lnTo>
                    <a:pt x="2529" y="7427"/>
                  </a:lnTo>
                  <a:lnTo>
                    <a:pt x="2549" y="7388"/>
                  </a:lnTo>
                  <a:lnTo>
                    <a:pt x="2470" y="7388"/>
                  </a:lnTo>
                  <a:lnTo>
                    <a:pt x="2529" y="7249"/>
                  </a:lnTo>
                  <a:lnTo>
                    <a:pt x="2529" y="7131"/>
                  </a:lnTo>
                  <a:lnTo>
                    <a:pt x="2470" y="7170"/>
                  </a:lnTo>
                  <a:lnTo>
                    <a:pt x="2450" y="7131"/>
                  </a:lnTo>
                  <a:lnTo>
                    <a:pt x="2450" y="7111"/>
                  </a:lnTo>
                  <a:lnTo>
                    <a:pt x="2470" y="7072"/>
                  </a:lnTo>
                  <a:lnTo>
                    <a:pt x="2509" y="7032"/>
                  </a:lnTo>
                  <a:lnTo>
                    <a:pt x="2509" y="7012"/>
                  </a:lnTo>
                  <a:lnTo>
                    <a:pt x="2509" y="6973"/>
                  </a:lnTo>
                  <a:lnTo>
                    <a:pt x="2470" y="6933"/>
                  </a:lnTo>
                  <a:lnTo>
                    <a:pt x="2430" y="6894"/>
                  </a:lnTo>
                  <a:lnTo>
                    <a:pt x="2391" y="6874"/>
                  </a:lnTo>
                  <a:lnTo>
                    <a:pt x="2332" y="6874"/>
                  </a:lnTo>
                  <a:lnTo>
                    <a:pt x="2332" y="6854"/>
                  </a:lnTo>
                  <a:lnTo>
                    <a:pt x="2332" y="6835"/>
                  </a:lnTo>
                  <a:lnTo>
                    <a:pt x="2391" y="6815"/>
                  </a:lnTo>
                  <a:lnTo>
                    <a:pt x="2292" y="6756"/>
                  </a:lnTo>
                  <a:lnTo>
                    <a:pt x="2272" y="6716"/>
                  </a:lnTo>
                  <a:lnTo>
                    <a:pt x="2272" y="6696"/>
                  </a:lnTo>
                  <a:lnTo>
                    <a:pt x="2272" y="6677"/>
                  </a:lnTo>
                  <a:lnTo>
                    <a:pt x="2351" y="6756"/>
                  </a:lnTo>
                  <a:lnTo>
                    <a:pt x="2391" y="6736"/>
                  </a:lnTo>
                  <a:lnTo>
                    <a:pt x="2391" y="6677"/>
                  </a:lnTo>
                  <a:lnTo>
                    <a:pt x="2391" y="6637"/>
                  </a:lnTo>
                  <a:lnTo>
                    <a:pt x="2391" y="6598"/>
                  </a:lnTo>
                  <a:lnTo>
                    <a:pt x="2154" y="6400"/>
                  </a:lnTo>
                  <a:lnTo>
                    <a:pt x="2095" y="6420"/>
                  </a:lnTo>
                  <a:lnTo>
                    <a:pt x="2016" y="6440"/>
                  </a:lnTo>
                  <a:lnTo>
                    <a:pt x="1956" y="6420"/>
                  </a:lnTo>
                  <a:lnTo>
                    <a:pt x="1897" y="6400"/>
                  </a:lnTo>
                  <a:lnTo>
                    <a:pt x="1917" y="6380"/>
                  </a:lnTo>
                  <a:lnTo>
                    <a:pt x="1937" y="6341"/>
                  </a:lnTo>
                  <a:lnTo>
                    <a:pt x="1976" y="6262"/>
                  </a:lnTo>
                  <a:lnTo>
                    <a:pt x="2016" y="6262"/>
                  </a:lnTo>
                  <a:lnTo>
                    <a:pt x="2055" y="6222"/>
                  </a:lnTo>
                  <a:lnTo>
                    <a:pt x="2095" y="6203"/>
                  </a:lnTo>
                  <a:lnTo>
                    <a:pt x="2114" y="6222"/>
                  </a:lnTo>
                  <a:lnTo>
                    <a:pt x="2114" y="6242"/>
                  </a:lnTo>
                  <a:lnTo>
                    <a:pt x="2075" y="6282"/>
                  </a:lnTo>
                  <a:lnTo>
                    <a:pt x="2055" y="6301"/>
                  </a:lnTo>
                  <a:lnTo>
                    <a:pt x="2055" y="6321"/>
                  </a:lnTo>
                  <a:lnTo>
                    <a:pt x="2134" y="6262"/>
                  </a:lnTo>
                  <a:lnTo>
                    <a:pt x="2213" y="6163"/>
                  </a:lnTo>
                  <a:lnTo>
                    <a:pt x="2253" y="6183"/>
                  </a:lnTo>
                  <a:lnTo>
                    <a:pt x="2272" y="6222"/>
                  </a:lnTo>
                  <a:lnTo>
                    <a:pt x="2213" y="6222"/>
                  </a:lnTo>
                  <a:lnTo>
                    <a:pt x="2253" y="6262"/>
                  </a:lnTo>
                  <a:lnTo>
                    <a:pt x="2272" y="6262"/>
                  </a:lnTo>
                  <a:lnTo>
                    <a:pt x="2312" y="6242"/>
                  </a:lnTo>
                  <a:lnTo>
                    <a:pt x="2351" y="6203"/>
                  </a:lnTo>
                  <a:lnTo>
                    <a:pt x="2411" y="6203"/>
                  </a:lnTo>
                  <a:lnTo>
                    <a:pt x="2391" y="6143"/>
                  </a:lnTo>
                  <a:lnTo>
                    <a:pt x="2351" y="6143"/>
                  </a:lnTo>
                  <a:lnTo>
                    <a:pt x="2371" y="6124"/>
                  </a:lnTo>
                  <a:lnTo>
                    <a:pt x="2391" y="6084"/>
                  </a:lnTo>
                  <a:lnTo>
                    <a:pt x="2351" y="6045"/>
                  </a:lnTo>
                  <a:lnTo>
                    <a:pt x="2332" y="5985"/>
                  </a:lnTo>
                  <a:lnTo>
                    <a:pt x="2332" y="5946"/>
                  </a:lnTo>
                  <a:lnTo>
                    <a:pt x="2351" y="5926"/>
                  </a:lnTo>
                  <a:lnTo>
                    <a:pt x="2312" y="5946"/>
                  </a:lnTo>
                  <a:lnTo>
                    <a:pt x="2292" y="5946"/>
                  </a:lnTo>
                  <a:lnTo>
                    <a:pt x="2253" y="5926"/>
                  </a:lnTo>
                  <a:lnTo>
                    <a:pt x="2253" y="5887"/>
                  </a:lnTo>
                  <a:lnTo>
                    <a:pt x="2272" y="5867"/>
                  </a:lnTo>
                  <a:lnTo>
                    <a:pt x="2332" y="5827"/>
                  </a:lnTo>
                  <a:lnTo>
                    <a:pt x="2292" y="5808"/>
                  </a:lnTo>
                  <a:lnTo>
                    <a:pt x="2272" y="5788"/>
                  </a:lnTo>
                  <a:lnTo>
                    <a:pt x="2272" y="5748"/>
                  </a:lnTo>
                  <a:lnTo>
                    <a:pt x="2233" y="5729"/>
                  </a:lnTo>
                  <a:lnTo>
                    <a:pt x="2174" y="5748"/>
                  </a:lnTo>
                  <a:lnTo>
                    <a:pt x="2134" y="5768"/>
                  </a:lnTo>
                  <a:lnTo>
                    <a:pt x="2075" y="5748"/>
                  </a:lnTo>
                  <a:lnTo>
                    <a:pt x="2035" y="5729"/>
                  </a:lnTo>
                  <a:lnTo>
                    <a:pt x="2016" y="5689"/>
                  </a:lnTo>
                  <a:lnTo>
                    <a:pt x="2035" y="5650"/>
                  </a:lnTo>
                  <a:lnTo>
                    <a:pt x="2016" y="5630"/>
                  </a:lnTo>
                  <a:lnTo>
                    <a:pt x="2055" y="5610"/>
                  </a:lnTo>
                  <a:lnTo>
                    <a:pt x="2075" y="5630"/>
                  </a:lnTo>
                  <a:lnTo>
                    <a:pt x="2095" y="5669"/>
                  </a:lnTo>
                  <a:lnTo>
                    <a:pt x="2114" y="5689"/>
                  </a:lnTo>
                  <a:lnTo>
                    <a:pt x="2035" y="5551"/>
                  </a:lnTo>
                  <a:lnTo>
                    <a:pt x="2075" y="5531"/>
                  </a:lnTo>
                  <a:lnTo>
                    <a:pt x="2114" y="5531"/>
                  </a:lnTo>
                  <a:lnTo>
                    <a:pt x="2134" y="5571"/>
                  </a:lnTo>
                  <a:lnTo>
                    <a:pt x="2134" y="5610"/>
                  </a:lnTo>
                  <a:lnTo>
                    <a:pt x="2154" y="5551"/>
                  </a:lnTo>
                  <a:lnTo>
                    <a:pt x="2134" y="5511"/>
                  </a:lnTo>
                  <a:lnTo>
                    <a:pt x="2095" y="5472"/>
                  </a:lnTo>
                  <a:lnTo>
                    <a:pt x="2035" y="5452"/>
                  </a:lnTo>
                  <a:lnTo>
                    <a:pt x="2055" y="5413"/>
                  </a:lnTo>
                  <a:lnTo>
                    <a:pt x="2055" y="5353"/>
                  </a:lnTo>
                  <a:lnTo>
                    <a:pt x="2114" y="5373"/>
                  </a:lnTo>
                  <a:lnTo>
                    <a:pt x="2174" y="5373"/>
                  </a:lnTo>
                  <a:lnTo>
                    <a:pt x="2233" y="5393"/>
                  </a:lnTo>
                  <a:lnTo>
                    <a:pt x="2272" y="5413"/>
                  </a:lnTo>
                  <a:lnTo>
                    <a:pt x="2253" y="5452"/>
                  </a:lnTo>
                  <a:lnTo>
                    <a:pt x="2154" y="5452"/>
                  </a:lnTo>
                  <a:lnTo>
                    <a:pt x="2154" y="5472"/>
                  </a:lnTo>
                  <a:lnTo>
                    <a:pt x="2233" y="5472"/>
                  </a:lnTo>
                  <a:lnTo>
                    <a:pt x="2213" y="5511"/>
                  </a:lnTo>
                  <a:lnTo>
                    <a:pt x="2233" y="5531"/>
                  </a:lnTo>
                  <a:lnTo>
                    <a:pt x="2253" y="5571"/>
                  </a:lnTo>
                  <a:lnTo>
                    <a:pt x="2233" y="5571"/>
                  </a:lnTo>
                  <a:lnTo>
                    <a:pt x="2213" y="5551"/>
                  </a:lnTo>
                  <a:lnTo>
                    <a:pt x="2233" y="5650"/>
                  </a:lnTo>
                  <a:lnTo>
                    <a:pt x="2253" y="5689"/>
                  </a:lnTo>
                  <a:lnTo>
                    <a:pt x="2292" y="5709"/>
                  </a:lnTo>
                  <a:lnTo>
                    <a:pt x="2312" y="5669"/>
                  </a:lnTo>
                  <a:lnTo>
                    <a:pt x="2312" y="5650"/>
                  </a:lnTo>
                  <a:lnTo>
                    <a:pt x="2292" y="5571"/>
                  </a:lnTo>
                  <a:lnTo>
                    <a:pt x="2292" y="5492"/>
                  </a:lnTo>
                  <a:lnTo>
                    <a:pt x="2292" y="5472"/>
                  </a:lnTo>
                  <a:lnTo>
                    <a:pt x="2332" y="5452"/>
                  </a:lnTo>
                  <a:lnTo>
                    <a:pt x="2193" y="5294"/>
                  </a:lnTo>
                  <a:lnTo>
                    <a:pt x="2134" y="5333"/>
                  </a:lnTo>
                  <a:lnTo>
                    <a:pt x="2095" y="5333"/>
                  </a:lnTo>
                  <a:lnTo>
                    <a:pt x="2055" y="5314"/>
                  </a:lnTo>
                  <a:lnTo>
                    <a:pt x="2114" y="5294"/>
                  </a:lnTo>
                  <a:lnTo>
                    <a:pt x="2154" y="5254"/>
                  </a:lnTo>
                  <a:lnTo>
                    <a:pt x="2174" y="5215"/>
                  </a:lnTo>
                  <a:lnTo>
                    <a:pt x="2174" y="5175"/>
                  </a:lnTo>
                  <a:lnTo>
                    <a:pt x="2134" y="5175"/>
                  </a:lnTo>
                  <a:lnTo>
                    <a:pt x="2095" y="5136"/>
                  </a:lnTo>
                  <a:lnTo>
                    <a:pt x="2055" y="5116"/>
                  </a:lnTo>
                  <a:lnTo>
                    <a:pt x="1996" y="5116"/>
                  </a:lnTo>
                  <a:lnTo>
                    <a:pt x="2016" y="5136"/>
                  </a:lnTo>
                  <a:lnTo>
                    <a:pt x="2016" y="5156"/>
                  </a:lnTo>
                  <a:lnTo>
                    <a:pt x="1976" y="5175"/>
                  </a:lnTo>
                  <a:lnTo>
                    <a:pt x="1956" y="5136"/>
                  </a:lnTo>
                  <a:lnTo>
                    <a:pt x="1917" y="5136"/>
                  </a:lnTo>
                  <a:lnTo>
                    <a:pt x="1877" y="5156"/>
                  </a:lnTo>
                  <a:lnTo>
                    <a:pt x="1877" y="5136"/>
                  </a:lnTo>
                  <a:lnTo>
                    <a:pt x="1877" y="5077"/>
                  </a:lnTo>
                  <a:lnTo>
                    <a:pt x="1937" y="5077"/>
                  </a:lnTo>
                  <a:lnTo>
                    <a:pt x="1956" y="5017"/>
                  </a:lnTo>
                  <a:lnTo>
                    <a:pt x="2055" y="5057"/>
                  </a:lnTo>
                  <a:lnTo>
                    <a:pt x="2068" y="5065"/>
                  </a:lnTo>
                  <a:lnTo>
                    <a:pt x="1976" y="4919"/>
                  </a:lnTo>
                  <a:lnTo>
                    <a:pt x="1917" y="4859"/>
                  </a:lnTo>
                  <a:lnTo>
                    <a:pt x="1877" y="4780"/>
                  </a:lnTo>
                  <a:lnTo>
                    <a:pt x="1917" y="4780"/>
                  </a:lnTo>
                  <a:lnTo>
                    <a:pt x="1956" y="4800"/>
                  </a:lnTo>
                  <a:lnTo>
                    <a:pt x="2016" y="4859"/>
                  </a:lnTo>
                  <a:lnTo>
                    <a:pt x="2075" y="4899"/>
                  </a:lnTo>
                  <a:lnTo>
                    <a:pt x="2174" y="4899"/>
                  </a:lnTo>
                  <a:lnTo>
                    <a:pt x="2154" y="4859"/>
                  </a:lnTo>
                  <a:lnTo>
                    <a:pt x="2114" y="4840"/>
                  </a:lnTo>
                  <a:lnTo>
                    <a:pt x="2095" y="4840"/>
                  </a:lnTo>
                  <a:lnTo>
                    <a:pt x="2075" y="4800"/>
                  </a:lnTo>
                  <a:lnTo>
                    <a:pt x="2095" y="4780"/>
                  </a:lnTo>
                  <a:lnTo>
                    <a:pt x="2114" y="4761"/>
                  </a:lnTo>
                  <a:lnTo>
                    <a:pt x="2114" y="4721"/>
                  </a:lnTo>
                  <a:lnTo>
                    <a:pt x="2075" y="4662"/>
                  </a:lnTo>
                  <a:lnTo>
                    <a:pt x="2055" y="4603"/>
                  </a:lnTo>
                  <a:lnTo>
                    <a:pt x="2016" y="4642"/>
                  </a:lnTo>
                  <a:lnTo>
                    <a:pt x="1996" y="4622"/>
                  </a:lnTo>
                  <a:lnTo>
                    <a:pt x="1996" y="4583"/>
                  </a:lnTo>
                  <a:lnTo>
                    <a:pt x="2016" y="4524"/>
                  </a:lnTo>
                  <a:lnTo>
                    <a:pt x="2035" y="4524"/>
                  </a:lnTo>
                  <a:lnTo>
                    <a:pt x="1996" y="4504"/>
                  </a:lnTo>
                  <a:lnTo>
                    <a:pt x="2016" y="4484"/>
                  </a:lnTo>
                  <a:lnTo>
                    <a:pt x="1996" y="4464"/>
                  </a:lnTo>
                  <a:lnTo>
                    <a:pt x="1976" y="4405"/>
                  </a:lnTo>
                  <a:lnTo>
                    <a:pt x="1976" y="4346"/>
                  </a:lnTo>
                  <a:lnTo>
                    <a:pt x="1956" y="4306"/>
                  </a:lnTo>
                  <a:lnTo>
                    <a:pt x="1937" y="4306"/>
                  </a:lnTo>
                  <a:lnTo>
                    <a:pt x="1937" y="4346"/>
                  </a:lnTo>
                  <a:lnTo>
                    <a:pt x="1956" y="4366"/>
                  </a:lnTo>
                  <a:lnTo>
                    <a:pt x="1956" y="4405"/>
                  </a:lnTo>
                  <a:lnTo>
                    <a:pt x="1937" y="4445"/>
                  </a:lnTo>
                  <a:lnTo>
                    <a:pt x="1897" y="4464"/>
                  </a:lnTo>
                  <a:lnTo>
                    <a:pt x="1877" y="4445"/>
                  </a:lnTo>
                  <a:lnTo>
                    <a:pt x="1858" y="4385"/>
                  </a:lnTo>
                  <a:lnTo>
                    <a:pt x="1818" y="4346"/>
                  </a:lnTo>
                  <a:lnTo>
                    <a:pt x="1779" y="4287"/>
                  </a:lnTo>
                  <a:lnTo>
                    <a:pt x="1759" y="4227"/>
                  </a:lnTo>
                  <a:lnTo>
                    <a:pt x="1739" y="4247"/>
                  </a:lnTo>
                  <a:lnTo>
                    <a:pt x="1719" y="4227"/>
                  </a:lnTo>
                  <a:lnTo>
                    <a:pt x="1700" y="4208"/>
                  </a:lnTo>
                  <a:lnTo>
                    <a:pt x="1700" y="4148"/>
                  </a:lnTo>
                  <a:lnTo>
                    <a:pt x="1719" y="4109"/>
                  </a:lnTo>
                  <a:lnTo>
                    <a:pt x="1739" y="4109"/>
                  </a:lnTo>
                  <a:lnTo>
                    <a:pt x="1779" y="4129"/>
                  </a:lnTo>
                  <a:lnTo>
                    <a:pt x="1818" y="4148"/>
                  </a:lnTo>
                  <a:lnTo>
                    <a:pt x="1838" y="4129"/>
                  </a:lnTo>
                  <a:lnTo>
                    <a:pt x="1877" y="4168"/>
                  </a:lnTo>
                  <a:lnTo>
                    <a:pt x="1877" y="4188"/>
                  </a:lnTo>
                  <a:lnTo>
                    <a:pt x="1897" y="4208"/>
                  </a:lnTo>
                  <a:lnTo>
                    <a:pt x="1937" y="4227"/>
                  </a:lnTo>
                  <a:lnTo>
                    <a:pt x="2035" y="4168"/>
                  </a:lnTo>
                  <a:lnTo>
                    <a:pt x="1996" y="4129"/>
                  </a:lnTo>
                  <a:lnTo>
                    <a:pt x="2016" y="4089"/>
                  </a:lnTo>
                  <a:lnTo>
                    <a:pt x="2035" y="4069"/>
                  </a:lnTo>
                  <a:lnTo>
                    <a:pt x="2035" y="4030"/>
                  </a:lnTo>
                  <a:lnTo>
                    <a:pt x="1996" y="4069"/>
                  </a:lnTo>
                  <a:lnTo>
                    <a:pt x="1956" y="4069"/>
                  </a:lnTo>
                  <a:lnTo>
                    <a:pt x="1956" y="4050"/>
                  </a:lnTo>
                  <a:lnTo>
                    <a:pt x="1976" y="4030"/>
                  </a:lnTo>
                  <a:lnTo>
                    <a:pt x="1858" y="4050"/>
                  </a:lnTo>
                  <a:lnTo>
                    <a:pt x="1877" y="4089"/>
                  </a:lnTo>
                  <a:lnTo>
                    <a:pt x="1897" y="4109"/>
                  </a:lnTo>
                  <a:lnTo>
                    <a:pt x="1917" y="4148"/>
                  </a:lnTo>
                  <a:lnTo>
                    <a:pt x="1897" y="4168"/>
                  </a:lnTo>
                  <a:lnTo>
                    <a:pt x="1858" y="4129"/>
                  </a:lnTo>
                  <a:lnTo>
                    <a:pt x="1798" y="4109"/>
                  </a:lnTo>
                  <a:lnTo>
                    <a:pt x="1759" y="4069"/>
                  </a:lnTo>
                  <a:lnTo>
                    <a:pt x="1739" y="4010"/>
                  </a:lnTo>
                  <a:lnTo>
                    <a:pt x="1759" y="4010"/>
                  </a:lnTo>
                  <a:lnTo>
                    <a:pt x="1779" y="4030"/>
                  </a:lnTo>
                  <a:lnTo>
                    <a:pt x="1798" y="4050"/>
                  </a:lnTo>
                  <a:lnTo>
                    <a:pt x="1798" y="4010"/>
                  </a:lnTo>
                  <a:lnTo>
                    <a:pt x="1779" y="3990"/>
                  </a:lnTo>
                  <a:lnTo>
                    <a:pt x="1759" y="3951"/>
                  </a:lnTo>
                  <a:lnTo>
                    <a:pt x="1759" y="3911"/>
                  </a:lnTo>
                  <a:lnTo>
                    <a:pt x="1818" y="3951"/>
                  </a:lnTo>
                  <a:lnTo>
                    <a:pt x="1858" y="3971"/>
                  </a:lnTo>
                  <a:lnTo>
                    <a:pt x="1897" y="3951"/>
                  </a:lnTo>
                  <a:lnTo>
                    <a:pt x="1798" y="3931"/>
                  </a:lnTo>
                  <a:lnTo>
                    <a:pt x="1838" y="3892"/>
                  </a:lnTo>
                  <a:lnTo>
                    <a:pt x="1858" y="3892"/>
                  </a:lnTo>
                  <a:lnTo>
                    <a:pt x="1838" y="3872"/>
                  </a:lnTo>
                  <a:lnTo>
                    <a:pt x="1779" y="3872"/>
                  </a:lnTo>
                  <a:lnTo>
                    <a:pt x="1779" y="3852"/>
                  </a:lnTo>
                  <a:lnTo>
                    <a:pt x="1798" y="3832"/>
                  </a:lnTo>
                  <a:lnTo>
                    <a:pt x="1838" y="3813"/>
                  </a:lnTo>
                  <a:lnTo>
                    <a:pt x="1818" y="3793"/>
                  </a:lnTo>
                  <a:lnTo>
                    <a:pt x="1818" y="3773"/>
                  </a:lnTo>
                  <a:lnTo>
                    <a:pt x="1779" y="3753"/>
                  </a:lnTo>
                  <a:lnTo>
                    <a:pt x="1759" y="3734"/>
                  </a:lnTo>
                  <a:lnTo>
                    <a:pt x="1739" y="3773"/>
                  </a:lnTo>
                  <a:lnTo>
                    <a:pt x="1640" y="3773"/>
                  </a:lnTo>
                  <a:lnTo>
                    <a:pt x="1601" y="3753"/>
                  </a:lnTo>
                  <a:lnTo>
                    <a:pt x="1601" y="3694"/>
                  </a:lnTo>
                  <a:lnTo>
                    <a:pt x="1581" y="3635"/>
                  </a:lnTo>
                  <a:lnTo>
                    <a:pt x="1601" y="3595"/>
                  </a:lnTo>
                  <a:lnTo>
                    <a:pt x="1640" y="3536"/>
                  </a:lnTo>
                  <a:lnTo>
                    <a:pt x="1581" y="3516"/>
                  </a:lnTo>
                  <a:lnTo>
                    <a:pt x="1621" y="3516"/>
                  </a:lnTo>
                  <a:lnTo>
                    <a:pt x="1621" y="3477"/>
                  </a:lnTo>
                  <a:lnTo>
                    <a:pt x="1621" y="3437"/>
                  </a:lnTo>
                  <a:lnTo>
                    <a:pt x="1660" y="3437"/>
                  </a:lnTo>
                  <a:lnTo>
                    <a:pt x="1660" y="3477"/>
                  </a:lnTo>
                  <a:lnTo>
                    <a:pt x="1700" y="3516"/>
                  </a:lnTo>
                  <a:lnTo>
                    <a:pt x="1719" y="3536"/>
                  </a:lnTo>
                  <a:lnTo>
                    <a:pt x="1759" y="3536"/>
                  </a:lnTo>
                  <a:lnTo>
                    <a:pt x="1779" y="3516"/>
                  </a:lnTo>
                  <a:lnTo>
                    <a:pt x="1798" y="3497"/>
                  </a:lnTo>
                  <a:lnTo>
                    <a:pt x="1858" y="3516"/>
                  </a:lnTo>
                  <a:lnTo>
                    <a:pt x="1858" y="3516"/>
                  </a:lnTo>
                  <a:lnTo>
                    <a:pt x="1838" y="3497"/>
                  </a:lnTo>
                  <a:lnTo>
                    <a:pt x="1798" y="3477"/>
                  </a:lnTo>
                  <a:lnTo>
                    <a:pt x="1739" y="3497"/>
                  </a:lnTo>
                  <a:lnTo>
                    <a:pt x="1700" y="3477"/>
                  </a:lnTo>
                  <a:lnTo>
                    <a:pt x="1719" y="3457"/>
                  </a:lnTo>
                  <a:lnTo>
                    <a:pt x="1719" y="3437"/>
                  </a:lnTo>
                  <a:lnTo>
                    <a:pt x="1739" y="3418"/>
                  </a:lnTo>
                  <a:lnTo>
                    <a:pt x="1779" y="3418"/>
                  </a:lnTo>
                  <a:lnTo>
                    <a:pt x="1759" y="3378"/>
                  </a:lnTo>
                  <a:lnTo>
                    <a:pt x="1739" y="3358"/>
                  </a:lnTo>
                  <a:lnTo>
                    <a:pt x="1700" y="3339"/>
                  </a:lnTo>
                  <a:lnTo>
                    <a:pt x="1700" y="3319"/>
                  </a:lnTo>
                  <a:lnTo>
                    <a:pt x="1818" y="3319"/>
                  </a:lnTo>
                  <a:lnTo>
                    <a:pt x="1818" y="3299"/>
                  </a:lnTo>
                  <a:lnTo>
                    <a:pt x="1818" y="3279"/>
                  </a:lnTo>
                  <a:lnTo>
                    <a:pt x="1838" y="3260"/>
                  </a:lnTo>
                  <a:lnTo>
                    <a:pt x="1779" y="3260"/>
                  </a:lnTo>
                  <a:lnTo>
                    <a:pt x="1779" y="3279"/>
                  </a:lnTo>
                  <a:lnTo>
                    <a:pt x="1759" y="3260"/>
                  </a:lnTo>
                  <a:lnTo>
                    <a:pt x="1739" y="3240"/>
                  </a:lnTo>
                  <a:lnTo>
                    <a:pt x="1739" y="3200"/>
                  </a:lnTo>
                  <a:lnTo>
                    <a:pt x="1719" y="3181"/>
                  </a:lnTo>
                  <a:lnTo>
                    <a:pt x="1739" y="3161"/>
                  </a:lnTo>
                  <a:lnTo>
                    <a:pt x="1739" y="3121"/>
                  </a:lnTo>
                  <a:lnTo>
                    <a:pt x="1739" y="3082"/>
                  </a:lnTo>
                  <a:lnTo>
                    <a:pt x="1739" y="3042"/>
                  </a:lnTo>
                  <a:lnTo>
                    <a:pt x="1700" y="3062"/>
                  </a:lnTo>
                  <a:lnTo>
                    <a:pt x="1680" y="3062"/>
                  </a:lnTo>
                  <a:lnTo>
                    <a:pt x="1680" y="3082"/>
                  </a:lnTo>
                  <a:lnTo>
                    <a:pt x="1700" y="3102"/>
                  </a:lnTo>
                  <a:lnTo>
                    <a:pt x="1719" y="3121"/>
                  </a:lnTo>
                  <a:lnTo>
                    <a:pt x="1719" y="3141"/>
                  </a:lnTo>
                  <a:lnTo>
                    <a:pt x="1680" y="3161"/>
                  </a:lnTo>
                  <a:lnTo>
                    <a:pt x="1640" y="3102"/>
                  </a:lnTo>
                  <a:lnTo>
                    <a:pt x="1621" y="3022"/>
                  </a:lnTo>
                  <a:lnTo>
                    <a:pt x="1601" y="2924"/>
                  </a:lnTo>
                  <a:lnTo>
                    <a:pt x="1561" y="2864"/>
                  </a:lnTo>
                  <a:lnTo>
                    <a:pt x="1581" y="2825"/>
                  </a:lnTo>
                  <a:lnTo>
                    <a:pt x="1700" y="2825"/>
                  </a:lnTo>
                  <a:lnTo>
                    <a:pt x="1700" y="2864"/>
                  </a:lnTo>
                  <a:lnTo>
                    <a:pt x="1700" y="2904"/>
                  </a:lnTo>
                  <a:lnTo>
                    <a:pt x="1700" y="2943"/>
                  </a:lnTo>
                  <a:lnTo>
                    <a:pt x="1719" y="2983"/>
                  </a:lnTo>
                  <a:lnTo>
                    <a:pt x="1719" y="2924"/>
                  </a:lnTo>
                  <a:lnTo>
                    <a:pt x="1719" y="2864"/>
                  </a:lnTo>
                  <a:lnTo>
                    <a:pt x="1700" y="2785"/>
                  </a:lnTo>
                  <a:lnTo>
                    <a:pt x="1640" y="2746"/>
                  </a:lnTo>
                  <a:lnTo>
                    <a:pt x="1660" y="2706"/>
                  </a:lnTo>
                  <a:lnTo>
                    <a:pt x="1680" y="2687"/>
                  </a:lnTo>
                  <a:lnTo>
                    <a:pt x="1719" y="2647"/>
                  </a:lnTo>
                  <a:lnTo>
                    <a:pt x="1779" y="2608"/>
                  </a:lnTo>
                  <a:lnTo>
                    <a:pt x="1779" y="2568"/>
                  </a:lnTo>
                  <a:lnTo>
                    <a:pt x="1779" y="2548"/>
                  </a:lnTo>
                  <a:lnTo>
                    <a:pt x="1719" y="2568"/>
                  </a:lnTo>
                  <a:lnTo>
                    <a:pt x="1680" y="2588"/>
                  </a:lnTo>
                  <a:lnTo>
                    <a:pt x="1660" y="2568"/>
                  </a:lnTo>
                  <a:lnTo>
                    <a:pt x="1660" y="2548"/>
                  </a:lnTo>
                  <a:lnTo>
                    <a:pt x="1680" y="2509"/>
                  </a:lnTo>
                  <a:lnTo>
                    <a:pt x="1640" y="2509"/>
                  </a:lnTo>
                  <a:lnTo>
                    <a:pt x="1640" y="2529"/>
                  </a:lnTo>
                  <a:lnTo>
                    <a:pt x="1621" y="2529"/>
                  </a:lnTo>
                  <a:lnTo>
                    <a:pt x="1601" y="2509"/>
                  </a:lnTo>
                  <a:lnTo>
                    <a:pt x="1601" y="2489"/>
                  </a:lnTo>
                  <a:lnTo>
                    <a:pt x="1621" y="2469"/>
                  </a:lnTo>
                  <a:lnTo>
                    <a:pt x="1660" y="2469"/>
                  </a:lnTo>
                  <a:lnTo>
                    <a:pt x="1640" y="2450"/>
                  </a:lnTo>
                  <a:lnTo>
                    <a:pt x="1640" y="2430"/>
                  </a:lnTo>
                  <a:lnTo>
                    <a:pt x="1680" y="2390"/>
                  </a:lnTo>
                  <a:lnTo>
                    <a:pt x="1719" y="2371"/>
                  </a:lnTo>
                  <a:lnTo>
                    <a:pt x="1700" y="2351"/>
                  </a:lnTo>
                  <a:lnTo>
                    <a:pt x="1680" y="2331"/>
                  </a:lnTo>
                  <a:lnTo>
                    <a:pt x="1660" y="2331"/>
                  </a:lnTo>
                  <a:lnTo>
                    <a:pt x="1660" y="2351"/>
                  </a:lnTo>
                  <a:lnTo>
                    <a:pt x="1660" y="2371"/>
                  </a:lnTo>
                  <a:lnTo>
                    <a:pt x="1621" y="2371"/>
                  </a:lnTo>
                  <a:lnTo>
                    <a:pt x="1581" y="2351"/>
                  </a:lnTo>
                  <a:lnTo>
                    <a:pt x="1522" y="2311"/>
                  </a:lnTo>
                  <a:lnTo>
                    <a:pt x="1542" y="2311"/>
                  </a:lnTo>
                  <a:lnTo>
                    <a:pt x="1542" y="2292"/>
                  </a:lnTo>
                  <a:lnTo>
                    <a:pt x="1542" y="2252"/>
                  </a:lnTo>
                  <a:lnTo>
                    <a:pt x="1581" y="2252"/>
                  </a:lnTo>
                  <a:lnTo>
                    <a:pt x="1581" y="2272"/>
                  </a:lnTo>
                  <a:lnTo>
                    <a:pt x="1601" y="2311"/>
                  </a:lnTo>
                  <a:lnTo>
                    <a:pt x="1621" y="2311"/>
                  </a:lnTo>
                  <a:lnTo>
                    <a:pt x="1621" y="2252"/>
                  </a:lnTo>
                  <a:lnTo>
                    <a:pt x="1601" y="2272"/>
                  </a:lnTo>
                  <a:lnTo>
                    <a:pt x="1542" y="2193"/>
                  </a:lnTo>
                  <a:lnTo>
                    <a:pt x="1542" y="2213"/>
                  </a:lnTo>
                  <a:lnTo>
                    <a:pt x="1502" y="2232"/>
                  </a:lnTo>
                  <a:lnTo>
                    <a:pt x="1463" y="2213"/>
                  </a:lnTo>
                  <a:lnTo>
                    <a:pt x="1443" y="2193"/>
                  </a:lnTo>
                  <a:lnTo>
                    <a:pt x="1463" y="2114"/>
                  </a:lnTo>
                  <a:lnTo>
                    <a:pt x="1502" y="2094"/>
                  </a:lnTo>
                  <a:lnTo>
                    <a:pt x="1542" y="2094"/>
                  </a:lnTo>
                  <a:lnTo>
                    <a:pt x="1502" y="2074"/>
                  </a:lnTo>
                  <a:lnTo>
                    <a:pt x="1463" y="2055"/>
                  </a:lnTo>
                  <a:lnTo>
                    <a:pt x="1443" y="1976"/>
                  </a:lnTo>
                  <a:lnTo>
                    <a:pt x="1423" y="1995"/>
                  </a:lnTo>
                  <a:lnTo>
                    <a:pt x="1403" y="1995"/>
                  </a:lnTo>
                  <a:lnTo>
                    <a:pt x="1344" y="1976"/>
                  </a:lnTo>
                  <a:lnTo>
                    <a:pt x="1423" y="1877"/>
                  </a:lnTo>
                  <a:lnTo>
                    <a:pt x="1443" y="1916"/>
                  </a:lnTo>
                  <a:lnTo>
                    <a:pt x="1463" y="1916"/>
                  </a:lnTo>
                  <a:lnTo>
                    <a:pt x="1502" y="1877"/>
                  </a:lnTo>
                  <a:lnTo>
                    <a:pt x="1542" y="1877"/>
                  </a:lnTo>
                  <a:lnTo>
                    <a:pt x="1581" y="1897"/>
                  </a:lnTo>
                  <a:lnTo>
                    <a:pt x="1601" y="1936"/>
                  </a:lnTo>
                  <a:lnTo>
                    <a:pt x="1581" y="1995"/>
                  </a:lnTo>
                  <a:lnTo>
                    <a:pt x="1621" y="1956"/>
                  </a:lnTo>
                  <a:lnTo>
                    <a:pt x="1621" y="1936"/>
                  </a:lnTo>
                  <a:lnTo>
                    <a:pt x="1621" y="1916"/>
                  </a:lnTo>
                  <a:lnTo>
                    <a:pt x="1601" y="1897"/>
                  </a:lnTo>
                  <a:lnTo>
                    <a:pt x="1561" y="1857"/>
                  </a:lnTo>
                  <a:lnTo>
                    <a:pt x="1542" y="1837"/>
                  </a:lnTo>
                  <a:lnTo>
                    <a:pt x="1561" y="1798"/>
                  </a:lnTo>
                  <a:lnTo>
                    <a:pt x="1601" y="1798"/>
                  </a:lnTo>
                  <a:lnTo>
                    <a:pt x="1621" y="1818"/>
                  </a:lnTo>
                  <a:lnTo>
                    <a:pt x="1601" y="1778"/>
                  </a:lnTo>
                  <a:lnTo>
                    <a:pt x="1581" y="1739"/>
                  </a:lnTo>
                  <a:lnTo>
                    <a:pt x="1601" y="1719"/>
                  </a:lnTo>
                  <a:lnTo>
                    <a:pt x="1542" y="1739"/>
                  </a:lnTo>
                  <a:lnTo>
                    <a:pt x="1502" y="1739"/>
                  </a:lnTo>
                  <a:lnTo>
                    <a:pt x="1463" y="1719"/>
                  </a:lnTo>
                  <a:lnTo>
                    <a:pt x="1542" y="1640"/>
                  </a:lnTo>
                  <a:lnTo>
                    <a:pt x="1542" y="1620"/>
                  </a:lnTo>
                  <a:lnTo>
                    <a:pt x="1542" y="1600"/>
                  </a:lnTo>
                  <a:lnTo>
                    <a:pt x="1443" y="1600"/>
                  </a:lnTo>
                  <a:lnTo>
                    <a:pt x="1403" y="1561"/>
                  </a:lnTo>
                  <a:lnTo>
                    <a:pt x="1344" y="1620"/>
                  </a:lnTo>
                  <a:lnTo>
                    <a:pt x="1305" y="1600"/>
                  </a:lnTo>
                  <a:lnTo>
                    <a:pt x="1305" y="1640"/>
                  </a:lnTo>
                  <a:lnTo>
                    <a:pt x="1265" y="1640"/>
                  </a:lnTo>
                  <a:lnTo>
                    <a:pt x="1245" y="1620"/>
                  </a:lnTo>
                  <a:lnTo>
                    <a:pt x="1226" y="1581"/>
                  </a:lnTo>
                  <a:lnTo>
                    <a:pt x="1206" y="1561"/>
                  </a:lnTo>
                  <a:lnTo>
                    <a:pt x="1245" y="1482"/>
                  </a:lnTo>
                  <a:lnTo>
                    <a:pt x="1305" y="1423"/>
                  </a:lnTo>
                  <a:lnTo>
                    <a:pt x="1384" y="1423"/>
                  </a:lnTo>
                  <a:lnTo>
                    <a:pt x="1463" y="1462"/>
                  </a:lnTo>
                  <a:lnTo>
                    <a:pt x="1542" y="1482"/>
                  </a:lnTo>
                  <a:lnTo>
                    <a:pt x="1640" y="1482"/>
                  </a:lnTo>
                  <a:lnTo>
                    <a:pt x="1601" y="1363"/>
                  </a:lnTo>
                  <a:lnTo>
                    <a:pt x="1581" y="1284"/>
                  </a:lnTo>
                  <a:lnTo>
                    <a:pt x="1601" y="1245"/>
                  </a:lnTo>
                  <a:lnTo>
                    <a:pt x="1561" y="1205"/>
                  </a:lnTo>
                  <a:lnTo>
                    <a:pt x="1522" y="1186"/>
                  </a:lnTo>
                  <a:lnTo>
                    <a:pt x="1384" y="1186"/>
                  </a:lnTo>
                  <a:lnTo>
                    <a:pt x="1384" y="1146"/>
                  </a:lnTo>
                  <a:lnTo>
                    <a:pt x="1403" y="1126"/>
                  </a:lnTo>
                  <a:lnTo>
                    <a:pt x="1443" y="1166"/>
                  </a:lnTo>
                  <a:lnTo>
                    <a:pt x="1384" y="1047"/>
                  </a:lnTo>
                  <a:lnTo>
                    <a:pt x="1364" y="988"/>
                  </a:lnTo>
                  <a:lnTo>
                    <a:pt x="1364" y="929"/>
                  </a:lnTo>
                  <a:lnTo>
                    <a:pt x="1324" y="889"/>
                  </a:lnTo>
                  <a:lnTo>
                    <a:pt x="1285" y="889"/>
                  </a:lnTo>
                  <a:lnTo>
                    <a:pt x="1186" y="909"/>
                  </a:lnTo>
                  <a:lnTo>
                    <a:pt x="1166" y="850"/>
                  </a:lnTo>
                  <a:lnTo>
                    <a:pt x="1107" y="850"/>
                  </a:lnTo>
                  <a:lnTo>
                    <a:pt x="1107" y="810"/>
                  </a:lnTo>
                  <a:lnTo>
                    <a:pt x="1107" y="751"/>
                  </a:lnTo>
                  <a:lnTo>
                    <a:pt x="1147" y="771"/>
                  </a:lnTo>
                  <a:lnTo>
                    <a:pt x="1166" y="771"/>
                  </a:lnTo>
                  <a:lnTo>
                    <a:pt x="1186" y="751"/>
                  </a:lnTo>
                  <a:lnTo>
                    <a:pt x="1186" y="712"/>
                  </a:lnTo>
                  <a:lnTo>
                    <a:pt x="1166" y="672"/>
                  </a:lnTo>
                  <a:lnTo>
                    <a:pt x="1147" y="652"/>
                  </a:lnTo>
                  <a:lnTo>
                    <a:pt x="1226" y="672"/>
                  </a:lnTo>
                  <a:lnTo>
                    <a:pt x="1245" y="692"/>
                  </a:lnTo>
                  <a:lnTo>
                    <a:pt x="1245" y="712"/>
                  </a:lnTo>
                  <a:lnTo>
                    <a:pt x="1206" y="731"/>
                  </a:lnTo>
                  <a:lnTo>
                    <a:pt x="1265" y="791"/>
                  </a:lnTo>
                  <a:lnTo>
                    <a:pt x="1245" y="731"/>
                  </a:lnTo>
                  <a:lnTo>
                    <a:pt x="1285" y="692"/>
                  </a:lnTo>
                  <a:lnTo>
                    <a:pt x="1324" y="672"/>
                  </a:lnTo>
                  <a:lnTo>
                    <a:pt x="1403" y="672"/>
                  </a:lnTo>
                  <a:lnTo>
                    <a:pt x="1384" y="652"/>
                  </a:lnTo>
                  <a:lnTo>
                    <a:pt x="1364" y="632"/>
                  </a:lnTo>
                  <a:lnTo>
                    <a:pt x="1324" y="652"/>
                  </a:lnTo>
                  <a:lnTo>
                    <a:pt x="1305" y="672"/>
                  </a:lnTo>
                  <a:lnTo>
                    <a:pt x="1285" y="652"/>
                  </a:lnTo>
                  <a:lnTo>
                    <a:pt x="1265" y="632"/>
                  </a:lnTo>
                  <a:lnTo>
                    <a:pt x="1324" y="593"/>
                  </a:lnTo>
                  <a:lnTo>
                    <a:pt x="1344" y="534"/>
                  </a:lnTo>
                  <a:lnTo>
                    <a:pt x="1344" y="455"/>
                  </a:lnTo>
                  <a:lnTo>
                    <a:pt x="1344" y="415"/>
                  </a:lnTo>
                  <a:lnTo>
                    <a:pt x="1344" y="376"/>
                  </a:lnTo>
                  <a:lnTo>
                    <a:pt x="1324" y="395"/>
                  </a:lnTo>
                  <a:lnTo>
                    <a:pt x="1305" y="395"/>
                  </a:lnTo>
                  <a:lnTo>
                    <a:pt x="1285" y="376"/>
                  </a:lnTo>
                  <a:lnTo>
                    <a:pt x="1245" y="356"/>
                  </a:lnTo>
                  <a:lnTo>
                    <a:pt x="1186" y="356"/>
                  </a:lnTo>
                  <a:lnTo>
                    <a:pt x="1147" y="336"/>
                  </a:lnTo>
                  <a:lnTo>
                    <a:pt x="1127" y="316"/>
                  </a:lnTo>
                  <a:lnTo>
                    <a:pt x="1127" y="277"/>
                  </a:lnTo>
                  <a:lnTo>
                    <a:pt x="1087" y="297"/>
                  </a:lnTo>
                  <a:lnTo>
                    <a:pt x="1068" y="336"/>
                  </a:lnTo>
                  <a:lnTo>
                    <a:pt x="1068" y="415"/>
                  </a:lnTo>
                  <a:lnTo>
                    <a:pt x="1008" y="415"/>
                  </a:lnTo>
                  <a:lnTo>
                    <a:pt x="969" y="435"/>
                  </a:lnTo>
                  <a:lnTo>
                    <a:pt x="890" y="376"/>
                  </a:lnTo>
                  <a:lnTo>
                    <a:pt x="811" y="316"/>
                  </a:lnTo>
                  <a:lnTo>
                    <a:pt x="870" y="316"/>
                  </a:lnTo>
                  <a:lnTo>
                    <a:pt x="771" y="218"/>
                  </a:lnTo>
                  <a:lnTo>
                    <a:pt x="850" y="178"/>
                  </a:lnTo>
                  <a:lnTo>
                    <a:pt x="910" y="198"/>
                  </a:lnTo>
                  <a:lnTo>
                    <a:pt x="910" y="119"/>
                  </a:lnTo>
                  <a:lnTo>
                    <a:pt x="890" y="60"/>
                  </a:lnTo>
                  <a:lnTo>
                    <a:pt x="890" y="40"/>
                  </a:lnTo>
                  <a:lnTo>
                    <a:pt x="949" y="20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4" name="Google Shape;4454;p17"/>
            <p:cNvSpPr/>
            <p:nvPr/>
          </p:nvSpPr>
          <p:spPr>
            <a:xfrm>
              <a:off x="4697795" y="-2082738"/>
              <a:ext cx="789" cy="752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5" name="Google Shape;4455;p17"/>
            <p:cNvSpPr/>
            <p:nvPr/>
          </p:nvSpPr>
          <p:spPr>
            <a:xfrm>
              <a:off x="4509953" y="-1421173"/>
              <a:ext cx="679402" cy="664554"/>
            </a:xfrm>
            <a:custGeom>
              <a:rect b="b" l="l" r="r" t="t"/>
              <a:pathLst>
                <a:path extrusionOk="0" h="17679" w="18074">
                  <a:moveTo>
                    <a:pt x="3892" y="0"/>
                  </a:moveTo>
                  <a:lnTo>
                    <a:pt x="3832" y="40"/>
                  </a:lnTo>
                  <a:lnTo>
                    <a:pt x="3734" y="139"/>
                  </a:lnTo>
                  <a:lnTo>
                    <a:pt x="3635" y="277"/>
                  </a:lnTo>
                  <a:lnTo>
                    <a:pt x="3516" y="455"/>
                  </a:lnTo>
                  <a:lnTo>
                    <a:pt x="3240" y="948"/>
                  </a:lnTo>
                  <a:lnTo>
                    <a:pt x="2924" y="1580"/>
                  </a:lnTo>
                  <a:lnTo>
                    <a:pt x="2588" y="2311"/>
                  </a:lnTo>
                  <a:lnTo>
                    <a:pt x="2232" y="3141"/>
                  </a:lnTo>
                  <a:lnTo>
                    <a:pt x="1877" y="4010"/>
                  </a:lnTo>
                  <a:lnTo>
                    <a:pt x="1521" y="4938"/>
                  </a:lnTo>
                  <a:lnTo>
                    <a:pt x="1166" y="5847"/>
                  </a:lnTo>
                  <a:lnTo>
                    <a:pt x="850" y="6736"/>
                  </a:lnTo>
                  <a:lnTo>
                    <a:pt x="573" y="7565"/>
                  </a:lnTo>
                  <a:lnTo>
                    <a:pt x="336" y="8316"/>
                  </a:lnTo>
                  <a:lnTo>
                    <a:pt x="158" y="8968"/>
                  </a:lnTo>
                  <a:lnTo>
                    <a:pt x="40" y="9481"/>
                  </a:lnTo>
                  <a:lnTo>
                    <a:pt x="20" y="9679"/>
                  </a:lnTo>
                  <a:lnTo>
                    <a:pt x="0" y="9837"/>
                  </a:lnTo>
                  <a:lnTo>
                    <a:pt x="20" y="9936"/>
                  </a:lnTo>
                  <a:lnTo>
                    <a:pt x="40" y="9975"/>
                  </a:lnTo>
                  <a:lnTo>
                    <a:pt x="60" y="9995"/>
                  </a:lnTo>
                  <a:lnTo>
                    <a:pt x="2272" y="11318"/>
                  </a:lnTo>
                  <a:lnTo>
                    <a:pt x="6578" y="13945"/>
                  </a:lnTo>
                  <a:lnTo>
                    <a:pt x="12701" y="17678"/>
                  </a:lnTo>
                  <a:lnTo>
                    <a:pt x="18074" y="4148"/>
                  </a:lnTo>
                  <a:lnTo>
                    <a:pt x="15960" y="3477"/>
                  </a:lnTo>
                  <a:lnTo>
                    <a:pt x="11239" y="2035"/>
                  </a:lnTo>
                  <a:lnTo>
                    <a:pt x="8691" y="1264"/>
                  </a:lnTo>
                  <a:lnTo>
                    <a:pt x="6400" y="613"/>
                  </a:lnTo>
                  <a:lnTo>
                    <a:pt x="5472" y="356"/>
                  </a:lnTo>
                  <a:lnTo>
                    <a:pt x="4701" y="158"/>
                  </a:lnTo>
                  <a:lnTo>
                    <a:pt x="4168" y="40"/>
                  </a:lnTo>
                  <a:lnTo>
                    <a:pt x="40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6" name="Google Shape;4456;p17"/>
            <p:cNvSpPr/>
            <p:nvPr/>
          </p:nvSpPr>
          <p:spPr>
            <a:xfrm>
              <a:off x="4648062" y="-2474775"/>
              <a:ext cx="642263" cy="596967"/>
            </a:xfrm>
            <a:custGeom>
              <a:rect b="b" l="l" r="r" t="t"/>
              <a:pathLst>
                <a:path extrusionOk="0" h="15881" w="17086">
                  <a:moveTo>
                    <a:pt x="12345" y="0"/>
                  </a:moveTo>
                  <a:lnTo>
                    <a:pt x="0" y="4444"/>
                  </a:lnTo>
                  <a:lnTo>
                    <a:pt x="1699" y="15802"/>
                  </a:lnTo>
                  <a:lnTo>
                    <a:pt x="1778" y="15821"/>
                  </a:lnTo>
                  <a:lnTo>
                    <a:pt x="1936" y="15861"/>
                  </a:lnTo>
                  <a:lnTo>
                    <a:pt x="2173" y="15861"/>
                  </a:lnTo>
                  <a:lnTo>
                    <a:pt x="2469" y="15881"/>
                  </a:lnTo>
                  <a:lnTo>
                    <a:pt x="3259" y="15861"/>
                  </a:lnTo>
                  <a:lnTo>
                    <a:pt x="4267" y="15802"/>
                  </a:lnTo>
                  <a:lnTo>
                    <a:pt x="5452" y="15723"/>
                  </a:lnTo>
                  <a:lnTo>
                    <a:pt x="6736" y="15644"/>
                  </a:lnTo>
                  <a:lnTo>
                    <a:pt x="9541" y="15407"/>
                  </a:lnTo>
                  <a:lnTo>
                    <a:pt x="12326" y="15170"/>
                  </a:lnTo>
                  <a:lnTo>
                    <a:pt x="14735" y="14933"/>
                  </a:lnTo>
                  <a:lnTo>
                    <a:pt x="17086" y="14696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57" name="Google Shape;4457;p17"/>
          <p:cNvGrpSpPr/>
          <p:nvPr/>
        </p:nvGrpSpPr>
        <p:grpSpPr>
          <a:xfrm rot="5206693">
            <a:off x="-223191" y="1768284"/>
            <a:ext cx="898147" cy="766755"/>
            <a:chOff x="-252625" y="2918525"/>
            <a:chExt cx="898165" cy="766770"/>
          </a:xfrm>
        </p:grpSpPr>
        <p:sp>
          <p:nvSpPr>
            <p:cNvPr id="4458" name="Google Shape;4458;p17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9" name="Google Shape;4459;p17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0" name="Google Shape;4460;p17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1" name="Google Shape;4461;p17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2" name="Google Shape;4462;p17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3" name="Google Shape;4463;p17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4" name="Google Shape;4464;p17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5" name="Google Shape;4465;p17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6" name="Google Shape;4466;p17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7" name="Google Shape;4467;p17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8" name="Google Shape;4468;p17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9" name="Google Shape;4469;p17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0" name="Google Shape;4470;p17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1" name="Google Shape;4471;p17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2" name="Google Shape;4472;p17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3" name="Google Shape;4473;p17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4" name="Google Shape;4474;p17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5" name="Google Shape;4475;p17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6" name="Google Shape;4476;p17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7" name="Google Shape;4477;p17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8" name="Google Shape;4478;p17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9" name="Google Shape;4479;p17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0" name="Google Shape;4480;p17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1" name="Google Shape;4481;p17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2" name="Google Shape;4482;p17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3" name="Google Shape;4483;p17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4" name="Google Shape;4484;p17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5" name="Google Shape;4485;p17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6" name="Google Shape;4486;p17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7" name="Google Shape;4487;p17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8" name="Google Shape;4488;p17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9" name="Google Shape;4489;p17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0" name="Google Shape;4490;p17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1" name="Google Shape;4491;p17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2" name="Google Shape;4492;p17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3" name="Google Shape;4493;p17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94" name="Google Shape;4494;p17"/>
          <p:cNvGrpSpPr/>
          <p:nvPr/>
        </p:nvGrpSpPr>
        <p:grpSpPr>
          <a:xfrm rot="-8999956">
            <a:off x="8307665" y="-235508"/>
            <a:ext cx="898145" cy="766753"/>
            <a:chOff x="-252625" y="2918525"/>
            <a:chExt cx="898165" cy="766770"/>
          </a:xfrm>
        </p:grpSpPr>
        <p:sp>
          <p:nvSpPr>
            <p:cNvPr id="4495" name="Google Shape;4495;p17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6" name="Google Shape;4496;p17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7" name="Google Shape;4497;p17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8" name="Google Shape;4498;p17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9" name="Google Shape;4499;p17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0" name="Google Shape;4500;p17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1" name="Google Shape;4501;p17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2" name="Google Shape;4502;p17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3" name="Google Shape;4503;p17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4" name="Google Shape;4504;p17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5" name="Google Shape;4505;p17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6" name="Google Shape;4506;p17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7" name="Google Shape;4507;p17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8" name="Google Shape;4508;p17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9" name="Google Shape;4509;p17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0" name="Google Shape;4510;p17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1" name="Google Shape;4511;p17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2" name="Google Shape;4512;p17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3" name="Google Shape;4513;p17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4" name="Google Shape;4514;p17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5" name="Google Shape;4515;p17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6" name="Google Shape;4516;p17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7" name="Google Shape;4517;p17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8" name="Google Shape;4518;p17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9" name="Google Shape;4519;p17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0" name="Google Shape;4520;p17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1" name="Google Shape;4521;p17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2" name="Google Shape;4522;p17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3" name="Google Shape;4523;p17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4" name="Google Shape;4524;p17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5" name="Google Shape;4525;p17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6" name="Google Shape;4526;p17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7" name="Google Shape;4527;p17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8" name="Google Shape;4528;p17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9" name="Google Shape;4529;p17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0" name="Google Shape;4530;p17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22_1_1">
    <p:spTree>
      <p:nvGrpSpPr>
        <p:cNvPr id="4531" name="Shape 4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32" name="Google Shape;4532;p18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4533" name="Google Shape;4533;p18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4" name="Google Shape;4534;p18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5" name="Google Shape;4535;p18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6" name="Google Shape;4536;p1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7" name="Google Shape;4537;p1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8" name="Google Shape;4538;p18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9" name="Google Shape;4539;p18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0" name="Google Shape;4540;p1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1" name="Google Shape;4541;p1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2" name="Google Shape;4542;p18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3" name="Google Shape;4543;p18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4" name="Google Shape;4544;p1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5" name="Google Shape;4545;p1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6" name="Google Shape;4546;p18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7" name="Google Shape;4547;p18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8" name="Google Shape;4548;p1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9" name="Google Shape;4549;p1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0" name="Google Shape;4550;p18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1" name="Google Shape;4551;p18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2" name="Google Shape;4552;p1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3" name="Google Shape;4553;p1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4" name="Google Shape;4554;p18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5" name="Google Shape;4555;p18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6" name="Google Shape;4556;p1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7" name="Google Shape;4557;p1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8" name="Google Shape;4558;p18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9" name="Google Shape;4559;p18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0" name="Google Shape;4560;p1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1" name="Google Shape;4561;p1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2" name="Google Shape;4562;p18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3" name="Google Shape;4563;p18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4" name="Google Shape;4564;p1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5" name="Google Shape;4565;p1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6" name="Google Shape;4566;p18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7" name="Google Shape;4567;p18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8" name="Google Shape;4568;p1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9" name="Google Shape;4569;p1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0" name="Google Shape;4570;p18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1" name="Google Shape;4571;p18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2" name="Google Shape;4572;p1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3" name="Google Shape;4573;p1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4" name="Google Shape;4574;p18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5" name="Google Shape;4575;p18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6" name="Google Shape;4576;p1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7" name="Google Shape;4577;p1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8" name="Google Shape;4578;p18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9" name="Google Shape;4579;p18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0" name="Google Shape;4580;p1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1" name="Google Shape;4581;p1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2" name="Google Shape;4582;p18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3" name="Google Shape;4583;p18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4" name="Google Shape;4584;p1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5" name="Google Shape;4585;p1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6" name="Google Shape;4586;p18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7" name="Google Shape;4587;p18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8" name="Google Shape;4588;p1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9" name="Google Shape;4589;p1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0" name="Google Shape;4590;p18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1" name="Google Shape;4591;p18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2" name="Google Shape;4592;p1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3" name="Google Shape;4593;p1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4" name="Google Shape;4594;p18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5" name="Google Shape;4595;p18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6" name="Google Shape;4596;p1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7" name="Google Shape;4597;p1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8" name="Google Shape;4598;p18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9" name="Google Shape;4599;p18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0" name="Google Shape;4600;p1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1" name="Google Shape;4601;p1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2" name="Google Shape;4602;p18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3" name="Google Shape;4603;p18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4" name="Google Shape;4604;p1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5" name="Google Shape;4605;p1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6" name="Google Shape;4606;p18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7" name="Google Shape;4607;p18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8" name="Google Shape;4608;p1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9" name="Google Shape;4609;p1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0" name="Google Shape;4610;p18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1" name="Google Shape;4611;p18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2" name="Google Shape;4612;p1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3" name="Google Shape;4613;p1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4" name="Google Shape;4614;p18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5" name="Google Shape;4615;p18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6" name="Google Shape;4616;p1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7" name="Google Shape;4617;p1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8" name="Google Shape;4618;p18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9" name="Google Shape;4619;p18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0" name="Google Shape;4620;p1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1" name="Google Shape;4621;p1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2" name="Google Shape;4622;p18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3" name="Google Shape;4623;p18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4" name="Google Shape;4624;p1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5" name="Google Shape;4625;p1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6" name="Google Shape;4626;p18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7" name="Google Shape;4627;p18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8" name="Google Shape;4628;p1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9" name="Google Shape;4629;p1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0" name="Google Shape;4630;p18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1" name="Google Shape;4631;p18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2" name="Google Shape;4632;p1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3" name="Google Shape;4633;p1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4" name="Google Shape;4634;p18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5" name="Google Shape;4635;p18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6" name="Google Shape;4636;p1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7" name="Google Shape;4637;p1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8" name="Google Shape;4638;p18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9" name="Google Shape;4639;p18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0" name="Google Shape;4640;p1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1" name="Google Shape;4641;p1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2" name="Google Shape;4642;p18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3" name="Google Shape;4643;p18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4" name="Google Shape;4644;p1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5" name="Google Shape;4645;p1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6" name="Google Shape;4646;p18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7" name="Google Shape;4647;p18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8" name="Google Shape;4648;p1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9" name="Google Shape;4649;p1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50" name="Google Shape;4650;p18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1" name="Google Shape;4651;p18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4652" name="Google Shape;4652;p18"/>
          <p:cNvGrpSpPr/>
          <p:nvPr/>
        </p:nvGrpSpPr>
        <p:grpSpPr>
          <a:xfrm flipH="1" rot="8996689">
            <a:off x="8171788" y="-231753"/>
            <a:ext cx="1294810" cy="1351125"/>
            <a:chOff x="8465725" y="2863051"/>
            <a:chExt cx="1956212" cy="2041561"/>
          </a:xfrm>
        </p:grpSpPr>
        <p:sp>
          <p:nvSpPr>
            <p:cNvPr id="4653" name="Google Shape;4653;p18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4" name="Google Shape;4654;p18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5" name="Google Shape;4655;p18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6" name="Google Shape;4656;p18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7" name="Google Shape;4657;p18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8" name="Google Shape;4658;p18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9" name="Google Shape;4659;p18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0" name="Google Shape;4660;p18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1" name="Google Shape;4661;p18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2" name="Google Shape;4662;p18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3" name="Google Shape;4663;p18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4" name="Google Shape;4664;p18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5" name="Google Shape;4665;p18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6" name="Google Shape;4666;p18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7" name="Google Shape;4667;p18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8" name="Google Shape;4668;p18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9" name="Google Shape;4669;p18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0" name="Google Shape;4670;p18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1" name="Google Shape;4671;p18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2" name="Google Shape;4672;p18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3" name="Google Shape;4673;p18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4" name="Google Shape;4674;p18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5" name="Google Shape;4675;p18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6" name="Google Shape;4676;p18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7" name="Google Shape;4677;p18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8" name="Google Shape;4678;p18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9" name="Google Shape;4679;p18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0" name="Google Shape;4680;p18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1" name="Google Shape;4681;p18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2" name="Google Shape;4682;p18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3" name="Google Shape;4683;p18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4" name="Google Shape;4684;p18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5" name="Google Shape;4685;p18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6" name="Google Shape;4686;p18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7" name="Google Shape;4687;p18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8" name="Google Shape;4688;p18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9" name="Google Shape;4689;p18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0" name="Google Shape;4690;p18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1" name="Google Shape;4691;p18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2" name="Google Shape;4692;p18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3" name="Google Shape;4693;p18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4" name="Google Shape;4694;p18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5" name="Google Shape;4695;p18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6" name="Google Shape;4696;p18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697" name="Google Shape;4697;p18"/>
          <p:cNvGrpSpPr/>
          <p:nvPr/>
        </p:nvGrpSpPr>
        <p:grpSpPr>
          <a:xfrm rot="682371">
            <a:off x="8365164" y="4250402"/>
            <a:ext cx="1047295" cy="979635"/>
            <a:chOff x="-252624" y="1601574"/>
            <a:chExt cx="1047258" cy="979600"/>
          </a:xfrm>
        </p:grpSpPr>
        <p:sp>
          <p:nvSpPr>
            <p:cNvPr id="4698" name="Google Shape;4698;p18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9" name="Google Shape;4699;p18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0" name="Google Shape;4700;p18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1" name="Google Shape;4701;p18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2" name="Google Shape;4702;p18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3" name="Google Shape;4703;p18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4" name="Google Shape;4704;p18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5" name="Google Shape;4705;p18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6" name="Google Shape;4706;p18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7" name="Google Shape;4707;p18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8" name="Google Shape;4708;p18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9" name="Google Shape;4709;p18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0" name="Google Shape;4710;p18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11" name="Google Shape;4711;p18"/>
          <p:cNvGrpSpPr/>
          <p:nvPr/>
        </p:nvGrpSpPr>
        <p:grpSpPr>
          <a:xfrm>
            <a:off x="0" y="-243437"/>
            <a:ext cx="925639" cy="688028"/>
            <a:chOff x="8588925" y="2091476"/>
            <a:chExt cx="925639" cy="688028"/>
          </a:xfrm>
        </p:grpSpPr>
        <p:sp>
          <p:nvSpPr>
            <p:cNvPr id="4712" name="Google Shape;4712;p18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3" name="Google Shape;4713;p18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4" name="Google Shape;4714;p18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5" name="Google Shape;4715;p18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6" name="Google Shape;4716;p18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7" name="Google Shape;4717;p18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8" name="Google Shape;4718;p18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9" name="Google Shape;4719;p18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0" name="Google Shape;4720;p18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1" name="Google Shape;4721;p18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2" name="Google Shape;4722;p18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3" name="Google Shape;4723;p18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4" name="Google Shape;4724;p18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5" name="Google Shape;4725;p18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26" name="Google Shape;4726;p18"/>
          <p:cNvGrpSpPr/>
          <p:nvPr/>
        </p:nvGrpSpPr>
        <p:grpSpPr>
          <a:xfrm rot="9148113">
            <a:off x="-532750" y="3937768"/>
            <a:ext cx="1363117" cy="1433365"/>
            <a:chOff x="8529150" y="-173700"/>
            <a:chExt cx="1669089" cy="1754724"/>
          </a:xfrm>
        </p:grpSpPr>
        <p:sp>
          <p:nvSpPr>
            <p:cNvPr id="4727" name="Google Shape;4727;p18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8" name="Google Shape;4728;p18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9" name="Google Shape;4729;p18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0" name="Google Shape;4730;p18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1" name="Google Shape;4731;p18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2" name="Google Shape;4732;p18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3" name="Google Shape;4733;p18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4" name="Google Shape;4734;p18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5" name="Google Shape;4735;p18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6" name="Google Shape;4736;p18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7" name="Google Shape;4737;p18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8" name="Google Shape;4738;p18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9" name="Google Shape;4739;p18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0" name="Google Shape;4740;p18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1" name="Google Shape;4741;p18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2" name="Google Shape;4742;p18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3" name="Google Shape;4743;p18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4" name="Google Shape;4744;p18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5" name="Google Shape;4745;p18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6" name="Google Shape;4746;p18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7" name="Google Shape;4747;p18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8" name="Google Shape;4748;p18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9" name="Google Shape;4749;p18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0" name="Google Shape;4750;p18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1" name="Google Shape;4751;p18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2" name="Google Shape;4752;p18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3" name="Google Shape;4753;p18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4" name="Google Shape;4754;p18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5" name="Google Shape;4755;p18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6" name="Google Shape;4756;p18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7" name="Google Shape;4757;p18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8" name="Google Shape;4758;p18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9" name="Google Shape;4759;p18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0" name="Google Shape;4760;p18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1" name="Google Shape;4761;p18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2" name="Google Shape;4762;p18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3" name="Google Shape;4763;p18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4" name="Google Shape;4764;p18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5" name="Google Shape;4765;p18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6" name="Google Shape;4766;p18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7" name="Google Shape;4767;p18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8" name="Google Shape;4768;p18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">
  <p:cSld name="CUSTOM_4">
    <p:spTree>
      <p:nvGrpSpPr>
        <p:cNvPr id="4769" name="Shape 4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70" name="Google Shape;4770;p19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4771" name="Google Shape;4771;p19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2" name="Google Shape;4772;p19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3" name="Google Shape;4773;p19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4" name="Google Shape;4774;p1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5" name="Google Shape;4775;p1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6" name="Google Shape;4776;p19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7" name="Google Shape;4777;p19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8" name="Google Shape;4778;p1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9" name="Google Shape;4779;p1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0" name="Google Shape;4780;p19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1" name="Google Shape;4781;p19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2" name="Google Shape;4782;p1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3" name="Google Shape;4783;p1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4" name="Google Shape;4784;p19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5" name="Google Shape;4785;p19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6" name="Google Shape;4786;p1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7" name="Google Shape;4787;p1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8" name="Google Shape;4788;p19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9" name="Google Shape;4789;p19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0" name="Google Shape;4790;p1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1" name="Google Shape;4791;p1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2" name="Google Shape;4792;p19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3" name="Google Shape;4793;p19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4" name="Google Shape;4794;p1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5" name="Google Shape;4795;p1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6" name="Google Shape;4796;p19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7" name="Google Shape;4797;p19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8" name="Google Shape;4798;p1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9" name="Google Shape;4799;p1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0" name="Google Shape;4800;p19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1" name="Google Shape;4801;p19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2" name="Google Shape;4802;p1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3" name="Google Shape;4803;p1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4" name="Google Shape;4804;p19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5" name="Google Shape;4805;p19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6" name="Google Shape;4806;p1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7" name="Google Shape;4807;p1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8" name="Google Shape;4808;p19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9" name="Google Shape;4809;p19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0" name="Google Shape;4810;p1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1" name="Google Shape;4811;p1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2" name="Google Shape;4812;p19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3" name="Google Shape;4813;p19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4" name="Google Shape;4814;p1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5" name="Google Shape;4815;p1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6" name="Google Shape;4816;p19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7" name="Google Shape;4817;p19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8" name="Google Shape;4818;p1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9" name="Google Shape;4819;p1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0" name="Google Shape;4820;p19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1" name="Google Shape;4821;p19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2" name="Google Shape;4822;p1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3" name="Google Shape;4823;p1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4" name="Google Shape;4824;p19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5" name="Google Shape;4825;p19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6" name="Google Shape;4826;p1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7" name="Google Shape;4827;p1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8" name="Google Shape;4828;p19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9" name="Google Shape;4829;p19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0" name="Google Shape;4830;p1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1" name="Google Shape;4831;p1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2" name="Google Shape;4832;p19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3" name="Google Shape;4833;p19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4" name="Google Shape;4834;p1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5" name="Google Shape;4835;p1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6" name="Google Shape;4836;p19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7" name="Google Shape;4837;p19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8" name="Google Shape;4838;p1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39" name="Google Shape;4839;p1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0" name="Google Shape;4840;p19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1" name="Google Shape;4841;p19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2" name="Google Shape;4842;p1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3" name="Google Shape;4843;p1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4" name="Google Shape;4844;p19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5" name="Google Shape;4845;p19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6" name="Google Shape;4846;p1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7" name="Google Shape;4847;p1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8" name="Google Shape;4848;p19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9" name="Google Shape;4849;p19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0" name="Google Shape;4850;p1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1" name="Google Shape;4851;p1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2" name="Google Shape;4852;p19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3" name="Google Shape;4853;p19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4" name="Google Shape;4854;p1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5" name="Google Shape;4855;p1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6" name="Google Shape;4856;p19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7" name="Google Shape;4857;p19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8" name="Google Shape;4858;p1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9" name="Google Shape;4859;p1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0" name="Google Shape;4860;p19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1" name="Google Shape;4861;p19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2" name="Google Shape;4862;p1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3" name="Google Shape;4863;p1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4" name="Google Shape;4864;p19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5" name="Google Shape;4865;p19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6" name="Google Shape;4866;p1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7" name="Google Shape;4867;p1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8" name="Google Shape;4868;p19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9" name="Google Shape;4869;p19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0" name="Google Shape;4870;p1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1" name="Google Shape;4871;p1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2" name="Google Shape;4872;p19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3" name="Google Shape;4873;p19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4" name="Google Shape;4874;p1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5" name="Google Shape;4875;p1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6" name="Google Shape;4876;p19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7" name="Google Shape;4877;p19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8" name="Google Shape;4878;p1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9" name="Google Shape;4879;p1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0" name="Google Shape;4880;p19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1" name="Google Shape;4881;p19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2" name="Google Shape;4882;p1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3" name="Google Shape;4883;p1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4" name="Google Shape;4884;p19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5" name="Google Shape;4885;p19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6" name="Google Shape;4886;p1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7" name="Google Shape;4887;p1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88" name="Google Shape;4888;p19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9" name="Google Shape;4889;p19"/>
          <p:cNvSpPr txBox="1"/>
          <p:nvPr>
            <p:ph type="title"/>
          </p:nvPr>
        </p:nvSpPr>
        <p:spPr>
          <a:xfrm>
            <a:off x="1462724" y="1379650"/>
            <a:ext cx="2613900" cy="1005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890" name="Google Shape;4890;p19"/>
          <p:cNvSpPr txBox="1"/>
          <p:nvPr>
            <p:ph idx="1" type="subTitle"/>
          </p:nvPr>
        </p:nvSpPr>
        <p:spPr>
          <a:xfrm>
            <a:off x="1463163" y="2300750"/>
            <a:ext cx="26130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891" name="Google Shape;4891;p19"/>
          <p:cNvGrpSpPr/>
          <p:nvPr/>
        </p:nvGrpSpPr>
        <p:grpSpPr>
          <a:xfrm flipH="1" rot="-1282427">
            <a:off x="-345303" y="4000189"/>
            <a:ext cx="1294657" cy="1350951"/>
            <a:chOff x="8465725" y="2863051"/>
            <a:chExt cx="1956212" cy="2041561"/>
          </a:xfrm>
        </p:grpSpPr>
        <p:sp>
          <p:nvSpPr>
            <p:cNvPr id="4892" name="Google Shape;4892;p19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3" name="Google Shape;4893;p19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4" name="Google Shape;4894;p19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5" name="Google Shape;4895;p19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6" name="Google Shape;4896;p19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7" name="Google Shape;4897;p19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8" name="Google Shape;4898;p19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99" name="Google Shape;4899;p19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0" name="Google Shape;4900;p19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1" name="Google Shape;4901;p19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2" name="Google Shape;4902;p19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3" name="Google Shape;4903;p19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4" name="Google Shape;4904;p19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5" name="Google Shape;4905;p19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6" name="Google Shape;4906;p19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7" name="Google Shape;4907;p19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8" name="Google Shape;4908;p19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09" name="Google Shape;4909;p19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0" name="Google Shape;4910;p19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1" name="Google Shape;4911;p19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2" name="Google Shape;4912;p19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3" name="Google Shape;4913;p19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4" name="Google Shape;4914;p19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5" name="Google Shape;4915;p19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6" name="Google Shape;4916;p19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7" name="Google Shape;4917;p19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8" name="Google Shape;4918;p19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9" name="Google Shape;4919;p19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0" name="Google Shape;4920;p19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1" name="Google Shape;4921;p19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2" name="Google Shape;4922;p19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3" name="Google Shape;4923;p19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4" name="Google Shape;4924;p19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5" name="Google Shape;4925;p19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6" name="Google Shape;4926;p19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7" name="Google Shape;4927;p19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8" name="Google Shape;4928;p19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9" name="Google Shape;4929;p19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0" name="Google Shape;4930;p19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1" name="Google Shape;4931;p19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2" name="Google Shape;4932;p19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3" name="Google Shape;4933;p19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4" name="Google Shape;4934;p19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5" name="Google Shape;4935;p19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36" name="Google Shape;4936;p19"/>
          <p:cNvGrpSpPr/>
          <p:nvPr/>
        </p:nvGrpSpPr>
        <p:grpSpPr>
          <a:xfrm>
            <a:off x="-211750" y="25351"/>
            <a:ext cx="925639" cy="688028"/>
            <a:chOff x="8588925" y="2091476"/>
            <a:chExt cx="925639" cy="688028"/>
          </a:xfrm>
        </p:grpSpPr>
        <p:sp>
          <p:nvSpPr>
            <p:cNvPr id="4937" name="Google Shape;4937;p19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8" name="Google Shape;4938;p19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9" name="Google Shape;4939;p19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0" name="Google Shape;4940;p19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1" name="Google Shape;4941;p19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2" name="Google Shape;4942;p19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3" name="Google Shape;4943;p19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4" name="Google Shape;4944;p19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5" name="Google Shape;4945;p19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6" name="Google Shape;4946;p19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7" name="Google Shape;4947;p19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8" name="Google Shape;4948;p19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49" name="Google Shape;4949;p19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0" name="Google Shape;4950;p19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51" name="Google Shape;4951;p19"/>
          <p:cNvGrpSpPr/>
          <p:nvPr/>
        </p:nvGrpSpPr>
        <p:grpSpPr>
          <a:xfrm>
            <a:off x="6573400" y="-227275"/>
            <a:ext cx="898165" cy="766770"/>
            <a:chOff x="-252625" y="2918525"/>
            <a:chExt cx="898165" cy="766770"/>
          </a:xfrm>
        </p:grpSpPr>
        <p:sp>
          <p:nvSpPr>
            <p:cNvPr id="4952" name="Google Shape;4952;p19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3" name="Google Shape;4953;p19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4" name="Google Shape;4954;p19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5" name="Google Shape;4955;p19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6" name="Google Shape;4956;p19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7" name="Google Shape;4957;p19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8" name="Google Shape;4958;p19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59" name="Google Shape;4959;p19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0" name="Google Shape;4960;p19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1" name="Google Shape;4961;p19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2" name="Google Shape;4962;p19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3" name="Google Shape;4963;p19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4" name="Google Shape;4964;p19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5" name="Google Shape;4965;p19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6" name="Google Shape;4966;p19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7" name="Google Shape;4967;p19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8" name="Google Shape;4968;p19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9" name="Google Shape;4969;p19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0" name="Google Shape;4970;p19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1" name="Google Shape;4971;p19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2" name="Google Shape;4972;p19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3" name="Google Shape;4973;p19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4" name="Google Shape;4974;p19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5" name="Google Shape;4975;p19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6" name="Google Shape;4976;p19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7" name="Google Shape;4977;p19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8" name="Google Shape;4978;p19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9" name="Google Shape;4979;p19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0" name="Google Shape;4980;p19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1" name="Google Shape;4981;p19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2" name="Google Shape;4982;p19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3" name="Google Shape;4983;p19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4" name="Google Shape;4984;p19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5" name="Google Shape;4985;p19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6" name="Google Shape;4986;p19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7" name="Google Shape;4987;p19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88" name="Google Shape;4988;p19"/>
          <p:cNvGrpSpPr/>
          <p:nvPr/>
        </p:nvGrpSpPr>
        <p:grpSpPr>
          <a:xfrm rot="10800000">
            <a:off x="8151976" y="4252549"/>
            <a:ext cx="1047258" cy="979600"/>
            <a:chOff x="-252624" y="1601574"/>
            <a:chExt cx="1047258" cy="979600"/>
          </a:xfrm>
        </p:grpSpPr>
        <p:sp>
          <p:nvSpPr>
            <p:cNvPr id="4989" name="Google Shape;4989;p19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0" name="Google Shape;4990;p19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1" name="Google Shape;4991;p19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2" name="Google Shape;4992;p19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3" name="Google Shape;4993;p19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4" name="Google Shape;4994;p19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5" name="Google Shape;4995;p19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6" name="Google Shape;4996;p19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7" name="Google Shape;4997;p19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8" name="Google Shape;4998;p19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9" name="Google Shape;4999;p19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0" name="Google Shape;5000;p19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1" name="Google Shape;5001;p19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_1">
    <p:spTree>
      <p:nvGrpSpPr>
        <p:cNvPr id="5002" name="Shape 5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3" name="Google Shape;5003;p20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5004" name="Google Shape;5004;p20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5" name="Google Shape;5005;p20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6" name="Google Shape;5006;p20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7" name="Google Shape;5007;p20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8" name="Google Shape;5008;p20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9" name="Google Shape;5009;p20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0" name="Google Shape;5010;p20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1" name="Google Shape;5011;p20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2" name="Google Shape;5012;p20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3" name="Google Shape;5013;p20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4" name="Google Shape;5014;p20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5" name="Google Shape;5015;p20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6" name="Google Shape;5016;p20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7" name="Google Shape;5017;p20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8" name="Google Shape;5018;p20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9" name="Google Shape;5019;p20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0" name="Google Shape;5020;p20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1" name="Google Shape;5021;p20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2" name="Google Shape;5022;p20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3" name="Google Shape;5023;p20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4" name="Google Shape;5024;p20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5" name="Google Shape;5025;p20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6" name="Google Shape;5026;p20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7" name="Google Shape;5027;p20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8" name="Google Shape;5028;p20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9" name="Google Shape;5029;p20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0" name="Google Shape;5030;p20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1" name="Google Shape;5031;p20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2" name="Google Shape;5032;p20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3" name="Google Shape;5033;p20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4" name="Google Shape;5034;p20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5" name="Google Shape;5035;p20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6" name="Google Shape;5036;p20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7" name="Google Shape;5037;p20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8" name="Google Shape;5038;p20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9" name="Google Shape;5039;p20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0" name="Google Shape;5040;p20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1" name="Google Shape;5041;p20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2" name="Google Shape;5042;p20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3" name="Google Shape;5043;p20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4" name="Google Shape;5044;p20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5" name="Google Shape;5045;p20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6" name="Google Shape;5046;p20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7" name="Google Shape;5047;p20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8" name="Google Shape;5048;p20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9" name="Google Shape;5049;p20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0" name="Google Shape;5050;p20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1" name="Google Shape;5051;p20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2" name="Google Shape;5052;p20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3" name="Google Shape;5053;p20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4" name="Google Shape;5054;p20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5" name="Google Shape;5055;p20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6" name="Google Shape;5056;p20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7" name="Google Shape;5057;p20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8" name="Google Shape;5058;p20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9" name="Google Shape;5059;p20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0" name="Google Shape;5060;p20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1" name="Google Shape;5061;p20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2" name="Google Shape;5062;p20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3" name="Google Shape;5063;p20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4" name="Google Shape;5064;p20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5" name="Google Shape;5065;p20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6" name="Google Shape;5066;p20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7" name="Google Shape;5067;p20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8" name="Google Shape;5068;p20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9" name="Google Shape;5069;p20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0" name="Google Shape;5070;p20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1" name="Google Shape;5071;p20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2" name="Google Shape;5072;p20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3" name="Google Shape;5073;p20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4" name="Google Shape;5074;p20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5" name="Google Shape;5075;p20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6" name="Google Shape;5076;p20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7" name="Google Shape;5077;p20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8" name="Google Shape;5078;p20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9" name="Google Shape;5079;p20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0" name="Google Shape;5080;p20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1" name="Google Shape;5081;p20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2" name="Google Shape;5082;p20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3" name="Google Shape;5083;p20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4" name="Google Shape;5084;p20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5" name="Google Shape;5085;p20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6" name="Google Shape;5086;p20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7" name="Google Shape;5087;p20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8" name="Google Shape;5088;p20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9" name="Google Shape;5089;p20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0" name="Google Shape;5090;p20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1" name="Google Shape;5091;p20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2" name="Google Shape;5092;p20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3" name="Google Shape;5093;p20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4" name="Google Shape;5094;p20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5" name="Google Shape;5095;p20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6" name="Google Shape;5096;p20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7" name="Google Shape;5097;p20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8" name="Google Shape;5098;p20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9" name="Google Shape;5099;p20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0" name="Google Shape;5100;p20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1" name="Google Shape;5101;p20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2" name="Google Shape;5102;p20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3" name="Google Shape;5103;p20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4" name="Google Shape;5104;p20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5" name="Google Shape;5105;p20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6" name="Google Shape;5106;p20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7" name="Google Shape;5107;p20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8" name="Google Shape;5108;p20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9" name="Google Shape;5109;p20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0" name="Google Shape;5110;p20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1" name="Google Shape;5111;p20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2" name="Google Shape;5112;p20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3" name="Google Shape;5113;p20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4" name="Google Shape;5114;p20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5" name="Google Shape;5115;p20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6" name="Google Shape;5116;p20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7" name="Google Shape;5117;p20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8" name="Google Shape;5118;p20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9" name="Google Shape;5119;p20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0" name="Google Shape;5120;p20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121" name="Google Shape;5121;p20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2" name="Google Shape;5122;p20"/>
          <p:cNvSpPr txBox="1"/>
          <p:nvPr>
            <p:ph type="title"/>
          </p:nvPr>
        </p:nvSpPr>
        <p:spPr>
          <a:xfrm>
            <a:off x="5363009" y="1380744"/>
            <a:ext cx="2615100" cy="1005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123" name="Google Shape;5123;p20"/>
          <p:cNvSpPr txBox="1"/>
          <p:nvPr>
            <p:ph idx="1" type="subTitle"/>
          </p:nvPr>
        </p:nvSpPr>
        <p:spPr>
          <a:xfrm>
            <a:off x="5363550" y="2304288"/>
            <a:ext cx="26145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124" name="Google Shape;5124;p20"/>
          <p:cNvGrpSpPr/>
          <p:nvPr/>
        </p:nvGrpSpPr>
        <p:grpSpPr>
          <a:xfrm rot="-1727288">
            <a:off x="-521152" y="-337369"/>
            <a:ext cx="1646350" cy="1753736"/>
            <a:chOff x="-2092800" y="-1252032"/>
            <a:chExt cx="1956171" cy="2083646"/>
          </a:xfrm>
        </p:grpSpPr>
        <p:sp>
          <p:nvSpPr>
            <p:cNvPr id="5125" name="Google Shape;5125;p20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6" name="Google Shape;5126;p20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7" name="Google Shape;5127;p20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8" name="Google Shape;5128;p20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9" name="Google Shape;5129;p20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0" name="Google Shape;5130;p20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1" name="Google Shape;5131;p20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2" name="Google Shape;5132;p20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3" name="Google Shape;5133;p20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4" name="Google Shape;5134;p20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5" name="Google Shape;5135;p20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6" name="Google Shape;5136;p20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7" name="Google Shape;5137;p20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8" name="Google Shape;5138;p20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9" name="Google Shape;5139;p20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0" name="Google Shape;5140;p20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1" name="Google Shape;5141;p20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2" name="Google Shape;5142;p20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3" name="Google Shape;5143;p20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4" name="Google Shape;5144;p20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5" name="Google Shape;5145;p20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6" name="Google Shape;5146;p20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7" name="Google Shape;5147;p20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8" name="Google Shape;5148;p20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9" name="Google Shape;5149;p20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0" name="Google Shape;5150;p20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1" name="Google Shape;5151;p20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2" name="Google Shape;5152;p20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3" name="Google Shape;5153;p20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4" name="Google Shape;5154;p20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5" name="Google Shape;5155;p20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6" name="Google Shape;5156;p20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7" name="Google Shape;5157;p20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8" name="Google Shape;5158;p20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9" name="Google Shape;5159;p20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0" name="Google Shape;5160;p20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1" name="Google Shape;5161;p20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2" name="Google Shape;5162;p20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3" name="Google Shape;5163;p20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4" name="Google Shape;5164;p20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5" name="Google Shape;5165;p20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6" name="Google Shape;5166;p20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7" name="Google Shape;5167;p20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8" name="Google Shape;5168;p20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9" name="Google Shape;5169;p20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0" name="Google Shape;5170;p20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1" name="Google Shape;5171;p20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2" name="Google Shape;5172;p20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3" name="Google Shape;5173;p20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74" name="Google Shape;5174;p20"/>
          <p:cNvGrpSpPr/>
          <p:nvPr/>
        </p:nvGrpSpPr>
        <p:grpSpPr>
          <a:xfrm>
            <a:off x="8474425" y="71850"/>
            <a:ext cx="898165" cy="766770"/>
            <a:chOff x="-252625" y="2918525"/>
            <a:chExt cx="898165" cy="766770"/>
          </a:xfrm>
        </p:grpSpPr>
        <p:sp>
          <p:nvSpPr>
            <p:cNvPr id="5175" name="Google Shape;5175;p20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6" name="Google Shape;5176;p20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7" name="Google Shape;5177;p20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8" name="Google Shape;5178;p20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9" name="Google Shape;5179;p20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0" name="Google Shape;5180;p20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1" name="Google Shape;5181;p20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2" name="Google Shape;5182;p20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3" name="Google Shape;5183;p20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4" name="Google Shape;5184;p20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5" name="Google Shape;5185;p20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6" name="Google Shape;5186;p20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7" name="Google Shape;5187;p20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8" name="Google Shape;5188;p20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9" name="Google Shape;5189;p20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0" name="Google Shape;5190;p20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1" name="Google Shape;5191;p20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2" name="Google Shape;5192;p20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3" name="Google Shape;5193;p20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4" name="Google Shape;5194;p20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5" name="Google Shape;5195;p20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6" name="Google Shape;5196;p20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7" name="Google Shape;5197;p20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8" name="Google Shape;5198;p20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9" name="Google Shape;5199;p20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0" name="Google Shape;5200;p20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1" name="Google Shape;5201;p20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2" name="Google Shape;5202;p20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3" name="Google Shape;5203;p20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4" name="Google Shape;5204;p20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5" name="Google Shape;5205;p20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6" name="Google Shape;5206;p20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7" name="Google Shape;5207;p20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8" name="Google Shape;5208;p20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9" name="Google Shape;5209;p20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0" name="Google Shape;5210;p20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211" name="Google Shape;5211;p20"/>
          <p:cNvGrpSpPr/>
          <p:nvPr/>
        </p:nvGrpSpPr>
        <p:grpSpPr>
          <a:xfrm flipH="1" rot="-6682427">
            <a:off x="7963747" y="3990714"/>
            <a:ext cx="1294657" cy="1350951"/>
            <a:chOff x="8465725" y="2863051"/>
            <a:chExt cx="1956212" cy="2041561"/>
          </a:xfrm>
        </p:grpSpPr>
        <p:sp>
          <p:nvSpPr>
            <p:cNvPr id="5212" name="Google Shape;5212;p20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3" name="Google Shape;5213;p20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4" name="Google Shape;5214;p20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5" name="Google Shape;5215;p20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6" name="Google Shape;5216;p20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7" name="Google Shape;5217;p20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8" name="Google Shape;5218;p20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9" name="Google Shape;5219;p20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0" name="Google Shape;5220;p20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1" name="Google Shape;5221;p20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2" name="Google Shape;5222;p20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3" name="Google Shape;5223;p20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4" name="Google Shape;5224;p20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5" name="Google Shape;5225;p20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6" name="Google Shape;5226;p20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7" name="Google Shape;5227;p20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8" name="Google Shape;5228;p20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9" name="Google Shape;5229;p20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0" name="Google Shape;5230;p20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1" name="Google Shape;5231;p20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2" name="Google Shape;5232;p20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3" name="Google Shape;5233;p20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4" name="Google Shape;5234;p20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5" name="Google Shape;5235;p20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6" name="Google Shape;5236;p20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7" name="Google Shape;5237;p20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8" name="Google Shape;5238;p20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9" name="Google Shape;5239;p20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0" name="Google Shape;5240;p20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1" name="Google Shape;5241;p20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2" name="Google Shape;5242;p20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3" name="Google Shape;5243;p20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4" name="Google Shape;5244;p20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5" name="Google Shape;5245;p20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6" name="Google Shape;5246;p20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7" name="Google Shape;5247;p20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8" name="Google Shape;5248;p20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9" name="Google Shape;5249;p20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0" name="Google Shape;5250;p20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1" name="Google Shape;5251;p20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2" name="Google Shape;5252;p20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3" name="Google Shape;5253;p20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4" name="Google Shape;5254;p20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5" name="Google Shape;5255;p20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256" name="Google Shape;5256;p20"/>
          <p:cNvGrpSpPr/>
          <p:nvPr/>
        </p:nvGrpSpPr>
        <p:grpSpPr>
          <a:xfrm>
            <a:off x="-340873" y="3921240"/>
            <a:ext cx="1973759" cy="1718179"/>
            <a:chOff x="-1914575" y="2967750"/>
            <a:chExt cx="1540675" cy="1341175"/>
          </a:xfrm>
        </p:grpSpPr>
        <p:sp>
          <p:nvSpPr>
            <p:cNvPr id="5257" name="Google Shape;5257;p20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8" name="Google Shape;5258;p20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9" name="Google Shape;5259;p20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0" name="Google Shape;5260;p20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1" name="Google Shape;5261;p20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2" name="Google Shape;5262;p20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3" name="Google Shape;5263;p20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4" name="Google Shape;5264;p20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5" name="Google Shape;5265;p20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6" name="Google Shape;5266;p20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7" name="Google Shape;5267;p20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8" name="Google Shape;5268;p20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9" name="Google Shape;5269;p20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0" name="Google Shape;5270;p20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1" name="Google Shape;5271;p20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2" name="Google Shape;5272;p20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3" name="Google Shape;5273;p20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4" name="Google Shape;5274;p20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5" name="Google Shape;5275;p20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6" name="Google Shape;5276;p20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7" name="Google Shape;5277;p20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8" name="Google Shape;5278;p20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9" name="Google Shape;5279;p20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0" name="Google Shape;5280;p20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1" name="Google Shape;5281;p20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2" name="Google Shape;5282;p20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3" name="Google Shape;5283;p20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4" name="Google Shape;5284;p20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5" name="Google Shape;5285;p20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6" name="Google Shape;5286;p20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7" name="Google Shape;5287;p20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8" name="Google Shape;5288;p20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9" name="Google Shape;5289;p20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0" name="Google Shape;5290;p20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1" name="Google Shape;5291;p20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2" name="Google Shape;5292;p20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3" name="Google Shape;5293;p20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4" name="Google Shape;5294;p20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5" name="Google Shape;5295;p20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6" name="Google Shape;5296;p20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7" name="Google Shape;5297;p20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8" name="Google Shape;5298;p20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9" name="Google Shape;5299;p20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0" name="Google Shape;5300;p20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1" name="Google Shape;5301;p20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2" name="Google Shape;5302;p20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3" name="Google Shape;5303;p20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4" name="Google Shape;5304;p20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5" name="Google Shape;5305;p20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6" name="Google Shape;5306;p20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7" name="Google Shape;5307;p20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8" name="Google Shape;5308;p20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9" name="Google Shape;5309;p20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0" name="Google Shape;5310;p20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1" name="Google Shape;5311;p20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2" name="Google Shape;5312;p20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3" name="Google Shape;5313;p20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4" name="Google Shape;5314;p20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5" name="Google Shape;5315;p20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6" name="Google Shape;5316;p20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7" name="Google Shape;5317;p20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8" name="Google Shape;5318;p20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9" name="Google Shape;5319;p20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0" name="Google Shape;5320;p20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1" name="Google Shape;5321;p20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2" name="Google Shape;5322;p20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3" name="Google Shape;5323;p20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4" name="Google Shape;5324;p20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5" name="Google Shape;5325;p20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6" name="Google Shape;5326;p20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7" name="Google Shape;5327;p20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8" name="Google Shape;5328;p20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9" name="Google Shape;5329;p20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0" name="Google Shape;5330;p20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1" name="Google Shape;5331;p20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2" name="Google Shape;5332;p20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3" name="Google Shape;5333;p20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4" name="Google Shape;5334;p20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5" name="Google Shape;5335;p20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6" name="Google Shape;5336;p20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7" name="Google Shape;5337;p20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8" name="Google Shape;5338;p20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9" name="Google Shape;5339;p20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0" name="Google Shape;5340;p20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1" name="Google Shape;5341;p20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2" name="Google Shape;5342;p20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3" name="Google Shape;5343;p20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4" name="Google Shape;5344;p20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5" name="Google Shape;5345;p20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6" name="Google Shape;5346;p20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7" name="Google Shape;5347;p20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8" name="Google Shape;5348;p20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9" name="Google Shape;5349;p20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0" name="Google Shape;5350;p20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1" name="Google Shape;5351;p20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2" name="Google Shape;5352;p20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3" name="Google Shape;5353;p20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4" name="Google Shape;5354;p20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5" name="Google Shape;5355;p20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6" name="Google Shape;5356;p20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7" name="Google Shape;5357;p20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8" name="Google Shape;5358;p20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9" name="Google Shape;5359;p20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0" name="Google Shape;5360;p20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1" name="Google Shape;5361;p20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2" name="Google Shape;5362;p20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3" name="Google Shape;5363;p20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4" name="Google Shape;5364;p20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5" name="Google Shape;5365;p20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6" name="Google Shape;5366;p20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7" name="Google Shape;5367;p20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8" name="Google Shape;5368;p20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9" name="Google Shape;5369;p20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0" name="Google Shape;5370;p20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1" name="Google Shape;5371;p20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2" name="Google Shape;5372;p20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3" name="Google Shape;5373;p20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4" name="Google Shape;5374;p20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5" name="Google Shape;5375;p20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6" name="Google Shape;5376;p20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7" name="Google Shape;5377;p20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8" name="Google Shape;5378;p20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9" name="Google Shape;5379;p20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0" name="Google Shape;5380;p20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1" name="Google Shape;5381;p20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2" name="Google Shape;5382;p20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3" name="Google Shape;5383;p20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4" name="Google Shape;5384;p20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5" name="Google Shape;5385;p20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6" name="Google Shape;5386;p20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7" name="Google Shape;5387;p20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8" name="Google Shape;5388;p20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9" name="Google Shape;5389;p20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0" name="Google Shape;5390;p20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1" name="Google Shape;5391;p20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2" name="Google Shape;5392;p20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3" name="Google Shape;5393;p20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4" name="Google Shape;5394;p20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5" name="Google Shape;5395;p20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6" name="Google Shape;5396;p20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7" name="Google Shape;5397;p20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8" name="Google Shape;5398;p20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9" name="Google Shape;5399;p20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0" name="Google Shape;5400;p20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1" name="Google Shape;5401;p20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2" name="Google Shape;5402;p20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3" name="Google Shape;5403;p20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4" name="Google Shape;5404;p20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5" name="Google Shape;5405;p20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6" name="Google Shape;5406;p20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7" name="Google Shape;5407;p20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8" name="Google Shape;5408;p20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9" name="Google Shape;5409;p20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0" name="Google Shape;5410;p20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1" name="Google Shape;5411;p20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2" name="Google Shape;5412;p20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413" name="Google Shape;5413;p20"/>
          <p:cNvGrpSpPr/>
          <p:nvPr/>
        </p:nvGrpSpPr>
        <p:grpSpPr>
          <a:xfrm>
            <a:off x="8430775" y="1189730"/>
            <a:ext cx="679382" cy="871990"/>
            <a:chOff x="8619938" y="2813305"/>
            <a:chExt cx="679382" cy="871990"/>
          </a:xfrm>
        </p:grpSpPr>
        <p:sp>
          <p:nvSpPr>
            <p:cNvPr id="5414" name="Google Shape;5414;p20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5" name="Google Shape;5415;p20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6" name="Google Shape;5416;p20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7" name="Google Shape;5417;p20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8" name="Google Shape;5418;p20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9" name="Google Shape;5419;p20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0" name="Google Shape;5420;p20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1" name="Google Shape;5421;p20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2" name="Google Shape;5422;p20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3" name="Google Shape;5423;p20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4" name="Google Shape;5424;p20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5" name="Google Shape;5425;p20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6" name="Google Shape;5426;p20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7" name="Google Shape;5427;p20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8" name="Google Shape;5428;p20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9" name="Google Shape;5429;p20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0" name="Google Shape;5430;p20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1" name="Google Shape;5431;p20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2" name="Google Shape;5432;p20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3" name="Google Shape;5433;p20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4" name="Google Shape;5434;p20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5" name="Google Shape;5435;p20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6" name="Google Shape;5436;p20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7" name="Google Shape;5437;p20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8" name="Google Shape;5438;p20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9" name="Google Shape;5439;p20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0" name="Google Shape;5440;p20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1" name="Google Shape;5441;p20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442" name="Google Shape;5442;p20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5443" name="Google Shape;5443;p20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4" name="Google Shape;5444;p20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_1">
    <p:spTree>
      <p:nvGrpSpPr>
        <p:cNvPr id="5445" name="Shape 5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46" name="Google Shape;5446;p21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5447" name="Google Shape;5447;p21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8" name="Google Shape;5448;p21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9" name="Google Shape;5449;p21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0" name="Google Shape;5450;p2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1" name="Google Shape;5451;p2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2" name="Google Shape;5452;p21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3" name="Google Shape;5453;p21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4" name="Google Shape;5454;p2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5" name="Google Shape;5455;p2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6" name="Google Shape;5456;p21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7" name="Google Shape;5457;p21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8" name="Google Shape;5458;p2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9" name="Google Shape;5459;p2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0" name="Google Shape;5460;p21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1" name="Google Shape;5461;p21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2" name="Google Shape;5462;p2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3" name="Google Shape;5463;p2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4" name="Google Shape;5464;p21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5" name="Google Shape;5465;p21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6" name="Google Shape;5466;p2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7" name="Google Shape;5467;p2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8" name="Google Shape;5468;p21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9" name="Google Shape;5469;p21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0" name="Google Shape;5470;p2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1" name="Google Shape;5471;p2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2" name="Google Shape;5472;p21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3" name="Google Shape;5473;p21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4" name="Google Shape;5474;p2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5" name="Google Shape;5475;p2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6" name="Google Shape;5476;p21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7" name="Google Shape;5477;p21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8" name="Google Shape;5478;p2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9" name="Google Shape;5479;p2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0" name="Google Shape;5480;p21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1" name="Google Shape;5481;p21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2" name="Google Shape;5482;p2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3" name="Google Shape;5483;p2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4" name="Google Shape;5484;p21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5" name="Google Shape;5485;p21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6" name="Google Shape;5486;p2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7" name="Google Shape;5487;p2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8" name="Google Shape;5488;p21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9" name="Google Shape;5489;p21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0" name="Google Shape;5490;p2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1" name="Google Shape;5491;p2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2" name="Google Shape;5492;p21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3" name="Google Shape;5493;p21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4" name="Google Shape;5494;p2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5" name="Google Shape;5495;p2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6" name="Google Shape;5496;p21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7" name="Google Shape;5497;p21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8" name="Google Shape;5498;p2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9" name="Google Shape;5499;p2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0" name="Google Shape;5500;p21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1" name="Google Shape;5501;p21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2" name="Google Shape;5502;p2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3" name="Google Shape;5503;p2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4" name="Google Shape;5504;p21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5" name="Google Shape;5505;p21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6" name="Google Shape;5506;p2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7" name="Google Shape;5507;p2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8" name="Google Shape;5508;p21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9" name="Google Shape;5509;p21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0" name="Google Shape;5510;p2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1" name="Google Shape;5511;p2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2" name="Google Shape;5512;p21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3" name="Google Shape;5513;p21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4" name="Google Shape;5514;p2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5" name="Google Shape;5515;p2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6" name="Google Shape;5516;p21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7" name="Google Shape;5517;p21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8" name="Google Shape;5518;p2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9" name="Google Shape;5519;p2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0" name="Google Shape;5520;p21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1" name="Google Shape;5521;p21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2" name="Google Shape;5522;p2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3" name="Google Shape;5523;p2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4" name="Google Shape;5524;p21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5" name="Google Shape;5525;p21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6" name="Google Shape;5526;p2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7" name="Google Shape;5527;p2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8" name="Google Shape;5528;p21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9" name="Google Shape;5529;p21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0" name="Google Shape;5530;p2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1" name="Google Shape;5531;p2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2" name="Google Shape;5532;p21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3" name="Google Shape;5533;p21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4" name="Google Shape;5534;p2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5" name="Google Shape;5535;p2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6" name="Google Shape;5536;p21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7" name="Google Shape;5537;p21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8" name="Google Shape;5538;p2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9" name="Google Shape;5539;p2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0" name="Google Shape;5540;p21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1" name="Google Shape;5541;p21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2" name="Google Shape;5542;p2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3" name="Google Shape;5543;p2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4" name="Google Shape;5544;p21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5" name="Google Shape;5545;p21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6" name="Google Shape;5546;p2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7" name="Google Shape;5547;p2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8" name="Google Shape;5548;p21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9" name="Google Shape;5549;p21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0" name="Google Shape;5550;p2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1" name="Google Shape;5551;p2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2" name="Google Shape;5552;p21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3" name="Google Shape;5553;p21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4" name="Google Shape;5554;p2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5" name="Google Shape;5555;p2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6" name="Google Shape;5556;p21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7" name="Google Shape;5557;p21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8" name="Google Shape;5558;p2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9" name="Google Shape;5559;p2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0" name="Google Shape;5560;p21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1" name="Google Shape;5561;p21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2" name="Google Shape;5562;p2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3" name="Google Shape;5563;p2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64" name="Google Shape;5564;p21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5" name="Google Shape;5565;p21"/>
          <p:cNvSpPr txBox="1"/>
          <p:nvPr>
            <p:ph type="title"/>
          </p:nvPr>
        </p:nvSpPr>
        <p:spPr>
          <a:xfrm>
            <a:off x="788914" y="1437174"/>
            <a:ext cx="4427700" cy="1445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566" name="Google Shape;5566;p21"/>
          <p:cNvSpPr txBox="1"/>
          <p:nvPr>
            <p:ph idx="1" type="subTitle"/>
          </p:nvPr>
        </p:nvSpPr>
        <p:spPr>
          <a:xfrm>
            <a:off x="789823" y="2974926"/>
            <a:ext cx="4425900" cy="7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67" name="Google Shape;5567;p21"/>
          <p:cNvSpPr/>
          <p:nvPr>
            <p:ph idx="2" type="pic"/>
          </p:nvPr>
        </p:nvSpPr>
        <p:spPr>
          <a:xfrm>
            <a:off x="5528486" y="1158450"/>
            <a:ext cx="2826600" cy="2826600"/>
          </a:xfrm>
          <a:prstGeom prst="roundRect">
            <a:avLst>
              <a:gd fmla="val 16667" name="adj"/>
            </a:avLst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 dir="5400000" dist="95250">
              <a:srgbClr val="000000">
                <a:alpha val="20000"/>
              </a:srgbClr>
            </a:outerShdw>
          </a:effectLst>
        </p:spPr>
      </p:sp>
      <p:grpSp>
        <p:nvGrpSpPr>
          <p:cNvPr id="5568" name="Google Shape;5568;p21"/>
          <p:cNvGrpSpPr/>
          <p:nvPr/>
        </p:nvGrpSpPr>
        <p:grpSpPr>
          <a:xfrm rot="-10481891">
            <a:off x="-118671" y="4294507"/>
            <a:ext cx="898145" cy="766754"/>
            <a:chOff x="-252625" y="2918525"/>
            <a:chExt cx="898165" cy="766770"/>
          </a:xfrm>
        </p:grpSpPr>
        <p:sp>
          <p:nvSpPr>
            <p:cNvPr id="5569" name="Google Shape;5569;p21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0" name="Google Shape;5570;p21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1" name="Google Shape;5571;p21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2" name="Google Shape;5572;p21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3" name="Google Shape;5573;p21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4" name="Google Shape;5574;p21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5" name="Google Shape;5575;p21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6" name="Google Shape;5576;p21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7" name="Google Shape;5577;p21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8" name="Google Shape;5578;p21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9" name="Google Shape;5579;p21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0" name="Google Shape;5580;p21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1" name="Google Shape;5581;p21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2" name="Google Shape;5582;p21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3" name="Google Shape;5583;p21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4" name="Google Shape;5584;p21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5" name="Google Shape;5585;p21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6" name="Google Shape;5586;p21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7" name="Google Shape;5587;p21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8" name="Google Shape;5588;p21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9" name="Google Shape;5589;p21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0" name="Google Shape;5590;p21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1" name="Google Shape;5591;p21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2" name="Google Shape;5592;p21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3" name="Google Shape;5593;p21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4" name="Google Shape;5594;p21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5" name="Google Shape;5595;p21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6" name="Google Shape;5596;p21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7" name="Google Shape;5597;p21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8" name="Google Shape;5598;p21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9" name="Google Shape;5599;p21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0" name="Google Shape;5600;p21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1" name="Google Shape;5601;p21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2" name="Google Shape;5602;p21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3" name="Google Shape;5603;p21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4" name="Google Shape;5604;p21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05" name="Google Shape;5605;p21"/>
          <p:cNvGrpSpPr/>
          <p:nvPr/>
        </p:nvGrpSpPr>
        <p:grpSpPr>
          <a:xfrm>
            <a:off x="6962250" y="4541913"/>
            <a:ext cx="925639" cy="688028"/>
            <a:chOff x="8588925" y="2091476"/>
            <a:chExt cx="925639" cy="688028"/>
          </a:xfrm>
        </p:grpSpPr>
        <p:sp>
          <p:nvSpPr>
            <p:cNvPr id="5606" name="Google Shape;5606;p21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7" name="Google Shape;5607;p21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8" name="Google Shape;5608;p21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9" name="Google Shape;5609;p21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0" name="Google Shape;5610;p21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1" name="Google Shape;5611;p21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2" name="Google Shape;5612;p21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3" name="Google Shape;5613;p21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4" name="Google Shape;5614;p21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5" name="Google Shape;5615;p21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6" name="Google Shape;5616;p21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7" name="Google Shape;5617;p21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8" name="Google Shape;5618;p21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9" name="Google Shape;5619;p21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20" name="Google Shape;5620;p21"/>
          <p:cNvGrpSpPr/>
          <p:nvPr/>
        </p:nvGrpSpPr>
        <p:grpSpPr>
          <a:xfrm>
            <a:off x="8009088" y="-269659"/>
            <a:ext cx="1363145" cy="1433258"/>
            <a:chOff x="8529150" y="-173700"/>
            <a:chExt cx="1669089" cy="1754724"/>
          </a:xfrm>
        </p:grpSpPr>
        <p:sp>
          <p:nvSpPr>
            <p:cNvPr id="5621" name="Google Shape;5621;p21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2" name="Google Shape;5622;p21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3" name="Google Shape;5623;p21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4" name="Google Shape;5624;p21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5" name="Google Shape;5625;p21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6" name="Google Shape;5626;p21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7" name="Google Shape;5627;p21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8" name="Google Shape;5628;p21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9" name="Google Shape;5629;p21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0" name="Google Shape;5630;p21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1" name="Google Shape;5631;p21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2" name="Google Shape;5632;p21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3" name="Google Shape;5633;p21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4" name="Google Shape;5634;p21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5" name="Google Shape;5635;p21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6" name="Google Shape;5636;p21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7" name="Google Shape;5637;p21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8" name="Google Shape;5638;p21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9" name="Google Shape;5639;p21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0" name="Google Shape;5640;p21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1" name="Google Shape;5641;p21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2" name="Google Shape;5642;p21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3" name="Google Shape;5643;p21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4" name="Google Shape;5644;p21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5" name="Google Shape;5645;p21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6" name="Google Shape;5646;p21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7" name="Google Shape;5647;p21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8" name="Google Shape;5648;p21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9" name="Google Shape;5649;p21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0" name="Google Shape;5650;p21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1" name="Google Shape;5651;p21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2" name="Google Shape;5652;p21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3" name="Google Shape;5653;p21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4" name="Google Shape;5654;p21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5" name="Google Shape;5655;p21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6" name="Google Shape;5656;p21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7" name="Google Shape;5657;p21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8" name="Google Shape;5658;p21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9" name="Google Shape;5659;p21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0" name="Google Shape;5660;p21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1" name="Google Shape;5661;p21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2" name="Google Shape;5662;p21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663" name="Google Shape;5663;p21"/>
          <p:cNvGrpSpPr/>
          <p:nvPr/>
        </p:nvGrpSpPr>
        <p:grpSpPr>
          <a:xfrm>
            <a:off x="-314833" y="-441745"/>
            <a:ext cx="1646313" cy="1753805"/>
            <a:chOff x="-2092800" y="-1252032"/>
            <a:chExt cx="1956171" cy="2083646"/>
          </a:xfrm>
        </p:grpSpPr>
        <p:sp>
          <p:nvSpPr>
            <p:cNvPr id="5664" name="Google Shape;5664;p21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5" name="Google Shape;5665;p21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6" name="Google Shape;5666;p21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7" name="Google Shape;5667;p21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8" name="Google Shape;5668;p21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9" name="Google Shape;5669;p21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0" name="Google Shape;5670;p21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1" name="Google Shape;5671;p21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2" name="Google Shape;5672;p21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3" name="Google Shape;5673;p21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4" name="Google Shape;5674;p21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5" name="Google Shape;5675;p21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6" name="Google Shape;5676;p21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7" name="Google Shape;5677;p21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8" name="Google Shape;5678;p21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9" name="Google Shape;5679;p21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0" name="Google Shape;5680;p21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1" name="Google Shape;5681;p21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2" name="Google Shape;5682;p21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3" name="Google Shape;5683;p21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4" name="Google Shape;5684;p21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5" name="Google Shape;5685;p21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6" name="Google Shape;5686;p21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7" name="Google Shape;5687;p21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8" name="Google Shape;5688;p21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9" name="Google Shape;5689;p21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0" name="Google Shape;5690;p21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1" name="Google Shape;5691;p21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2" name="Google Shape;5692;p21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3" name="Google Shape;5693;p21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4" name="Google Shape;5694;p21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5" name="Google Shape;5695;p21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6" name="Google Shape;5696;p21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7" name="Google Shape;5697;p21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8" name="Google Shape;5698;p21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9" name="Google Shape;5699;p21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0" name="Google Shape;5700;p21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1" name="Google Shape;5701;p21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2" name="Google Shape;5702;p21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3" name="Google Shape;5703;p21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4" name="Google Shape;5704;p21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5" name="Google Shape;5705;p21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6" name="Google Shape;5706;p21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7" name="Google Shape;5707;p21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8" name="Google Shape;5708;p21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9" name="Google Shape;5709;p21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0" name="Google Shape;5710;p21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1" name="Google Shape;5711;p21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2" name="Google Shape;5712;p21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13" name="Google Shape;5713;p21"/>
          <p:cNvGrpSpPr/>
          <p:nvPr/>
        </p:nvGrpSpPr>
        <p:grpSpPr>
          <a:xfrm>
            <a:off x="8042790" y="3923975"/>
            <a:ext cx="1294621" cy="1350901"/>
            <a:chOff x="8465725" y="2863051"/>
            <a:chExt cx="1956212" cy="2041561"/>
          </a:xfrm>
        </p:grpSpPr>
        <p:sp>
          <p:nvSpPr>
            <p:cNvPr id="5714" name="Google Shape;5714;p21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5" name="Google Shape;5715;p21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6" name="Google Shape;5716;p21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7" name="Google Shape;5717;p21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8" name="Google Shape;5718;p21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9" name="Google Shape;5719;p21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0" name="Google Shape;5720;p21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1" name="Google Shape;5721;p21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2" name="Google Shape;5722;p21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3" name="Google Shape;5723;p21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4" name="Google Shape;5724;p21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5" name="Google Shape;5725;p21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6" name="Google Shape;5726;p21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7" name="Google Shape;5727;p21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8" name="Google Shape;5728;p21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9" name="Google Shape;5729;p21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0" name="Google Shape;5730;p21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1" name="Google Shape;5731;p21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2" name="Google Shape;5732;p21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3" name="Google Shape;5733;p21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4" name="Google Shape;5734;p21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5" name="Google Shape;5735;p21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6" name="Google Shape;5736;p21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7" name="Google Shape;5737;p21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8" name="Google Shape;5738;p21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9" name="Google Shape;5739;p21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0" name="Google Shape;5740;p21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1" name="Google Shape;5741;p21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2" name="Google Shape;5742;p21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3" name="Google Shape;5743;p21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4" name="Google Shape;5744;p21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5" name="Google Shape;5745;p21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6" name="Google Shape;5746;p21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7" name="Google Shape;5747;p21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8" name="Google Shape;5748;p21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9" name="Google Shape;5749;p21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0" name="Google Shape;5750;p21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1" name="Google Shape;5751;p21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2" name="Google Shape;5752;p21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3" name="Google Shape;5753;p21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4" name="Google Shape;5754;p21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5" name="Google Shape;5755;p21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6" name="Google Shape;5756;p21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7" name="Google Shape;5757;p21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4_2">
    <p:spTree>
      <p:nvGrpSpPr>
        <p:cNvPr id="5758" name="Shape 5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59" name="Google Shape;5759;p22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5760" name="Google Shape;5760;p22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1" name="Google Shape;5761;p22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2" name="Google Shape;5762;p22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3" name="Google Shape;5763;p2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4" name="Google Shape;5764;p2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5" name="Google Shape;5765;p22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6" name="Google Shape;5766;p22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7" name="Google Shape;5767;p2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8" name="Google Shape;5768;p2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9" name="Google Shape;5769;p22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0" name="Google Shape;5770;p22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1" name="Google Shape;5771;p2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2" name="Google Shape;5772;p2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3" name="Google Shape;5773;p22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4" name="Google Shape;5774;p22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5" name="Google Shape;5775;p2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6" name="Google Shape;5776;p2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7" name="Google Shape;5777;p22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8" name="Google Shape;5778;p22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9" name="Google Shape;5779;p2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0" name="Google Shape;5780;p2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1" name="Google Shape;5781;p22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2" name="Google Shape;5782;p22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3" name="Google Shape;5783;p2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4" name="Google Shape;5784;p2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5" name="Google Shape;5785;p22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6" name="Google Shape;5786;p22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7" name="Google Shape;5787;p2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8" name="Google Shape;5788;p2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9" name="Google Shape;5789;p22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0" name="Google Shape;5790;p22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1" name="Google Shape;5791;p2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2" name="Google Shape;5792;p2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3" name="Google Shape;5793;p22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4" name="Google Shape;5794;p22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5" name="Google Shape;5795;p2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6" name="Google Shape;5796;p2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7" name="Google Shape;5797;p22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8" name="Google Shape;5798;p22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9" name="Google Shape;5799;p2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0" name="Google Shape;5800;p2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1" name="Google Shape;5801;p22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2" name="Google Shape;5802;p22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3" name="Google Shape;5803;p2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4" name="Google Shape;5804;p2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5" name="Google Shape;5805;p22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6" name="Google Shape;5806;p22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7" name="Google Shape;5807;p2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8" name="Google Shape;5808;p2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9" name="Google Shape;5809;p22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0" name="Google Shape;5810;p22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1" name="Google Shape;5811;p2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2" name="Google Shape;5812;p2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3" name="Google Shape;5813;p22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4" name="Google Shape;5814;p22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5" name="Google Shape;5815;p2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6" name="Google Shape;5816;p2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7" name="Google Shape;5817;p22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8" name="Google Shape;5818;p22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9" name="Google Shape;5819;p2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0" name="Google Shape;5820;p2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1" name="Google Shape;5821;p22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2" name="Google Shape;5822;p22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3" name="Google Shape;5823;p2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4" name="Google Shape;5824;p2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5" name="Google Shape;5825;p22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6" name="Google Shape;5826;p22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7" name="Google Shape;5827;p2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8" name="Google Shape;5828;p2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9" name="Google Shape;5829;p22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0" name="Google Shape;5830;p22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1" name="Google Shape;5831;p2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2" name="Google Shape;5832;p2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3" name="Google Shape;5833;p22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4" name="Google Shape;5834;p22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5" name="Google Shape;5835;p2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6" name="Google Shape;5836;p2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7" name="Google Shape;5837;p22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8" name="Google Shape;5838;p22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9" name="Google Shape;5839;p2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0" name="Google Shape;5840;p2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1" name="Google Shape;5841;p22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2" name="Google Shape;5842;p22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3" name="Google Shape;5843;p2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4" name="Google Shape;5844;p2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5" name="Google Shape;5845;p22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6" name="Google Shape;5846;p22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7" name="Google Shape;5847;p2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8" name="Google Shape;5848;p2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9" name="Google Shape;5849;p22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0" name="Google Shape;5850;p22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1" name="Google Shape;5851;p2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2" name="Google Shape;5852;p2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3" name="Google Shape;5853;p22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4" name="Google Shape;5854;p22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5" name="Google Shape;5855;p2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6" name="Google Shape;5856;p2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7" name="Google Shape;5857;p22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8" name="Google Shape;5858;p22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9" name="Google Shape;5859;p2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0" name="Google Shape;5860;p2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1" name="Google Shape;5861;p22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2" name="Google Shape;5862;p22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3" name="Google Shape;5863;p2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4" name="Google Shape;5864;p2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5" name="Google Shape;5865;p22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6" name="Google Shape;5866;p22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7" name="Google Shape;5867;p2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8" name="Google Shape;5868;p2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9" name="Google Shape;5869;p22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0" name="Google Shape;5870;p22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1" name="Google Shape;5871;p2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2" name="Google Shape;5872;p2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3" name="Google Shape;5873;p22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4" name="Google Shape;5874;p22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5" name="Google Shape;5875;p2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6" name="Google Shape;5876;p2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877" name="Google Shape;5877;p22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8" name="Google Shape;5878;p22"/>
          <p:cNvSpPr txBox="1"/>
          <p:nvPr>
            <p:ph idx="1" type="subTitle"/>
          </p:nvPr>
        </p:nvSpPr>
        <p:spPr>
          <a:xfrm>
            <a:off x="4641399" y="1439850"/>
            <a:ext cx="3571200" cy="24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879" name="Google Shape;5879;p22"/>
          <p:cNvSpPr txBox="1"/>
          <p:nvPr>
            <p:ph idx="2" type="subTitle"/>
          </p:nvPr>
        </p:nvSpPr>
        <p:spPr>
          <a:xfrm>
            <a:off x="931401" y="1439850"/>
            <a:ext cx="3571800" cy="243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880" name="Google Shape;5880;p22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5881" name="Google Shape;5881;p22"/>
          <p:cNvGrpSpPr/>
          <p:nvPr/>
        </p:nvGrpSpPr>
        <p:grpSpPr>
          <a:xfrm>
            <a:off x="-184950" y="749275"/>
            <a:ext cx="898165" cy="766770"/>
            <a:chOff x="-252625" y="2918525"/>
            <a:chExt cx="898165" cy="766770"/>
          </a:xfrm>
        </p:grpSpPr>
        <p:sp>
          <p:nvSpPr>
            <p:cNvPr id="5882" name="Google Shape;5882;p22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3" name="Google Shape;5883;p22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4" name="Google Shape;5884;p22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5" name="Google Shape;5885;p22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6" name="Google Shape;5886;p22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7" name="Google Shape;5887;p22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8" name="Google Shape;5888;p22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9" name="Google Shape;5889;p22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0" name="Google Shape;5890;p22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1" name="Google Shape;5891;p22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2" name="Google Shape;5892;p22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3" name="Google Shape;5893;p22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4" name="Google Shape;5894;p22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5" name="Google Shape;5895;p22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6" name="Google Shape;5896;p22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7" name="Google Shape;5897;p22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8" name="Google Shape;5898;p22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9" name="Google Shape;5899;p22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0" name="Google Shape;5900;p22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1" name="Google Shape;5901;p22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2" name="Google Shape;5902;p22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3" name="Google Shape;5903;p22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4" name="Google Shape;5904;p22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5" name="Google Shape;5905;p22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6" name="Google Shape;5906;p22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7" name="Google Shape;5907;p22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8" name="Google Shape;5908;p22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9" name="Google Shape;5909;p22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0" name="Google Shape;5910;p22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1" name="Google Shape;5911;p22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2" name="Google Shape;5912;p22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3" name="Google Shape;5913;p22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4" name="Google Shape;5914;p22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5" name="Google Shape;5915;p22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6" name="Google Shape;5916;p22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7" name="Google Shape;5917;p22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18" name="Google Shape;5918;p22"/>
          <p:cNvGrpSpPr/>
          <p:nvPr/>
        </p:nvGrpSpPr>
        <p:grpSpPr>
          <a:xfrm>
            <a:off x="4082300" y="4599413"/>
            <a:ext cx="925639" cy="688028"/>
            <a:chOff x="8588925" y="2091476"/>
            <a:chExt cx="925639" cy="688028"/>
          </a:xfrm>
        </p:grpSpPr>
        <p:sp>
          <p:nvSpPr>
            <p:cNvPr id="5919" name="Google Shape;5919;p22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0" name="Google Shape;5920;p22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1" name="Google Shape;5921;p22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2" name="Google Shape;5922;p22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3" name="Google Shape;5923;p22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4" name="Google Shape;5924;p22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5" name="Google Shape;5925;p22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6" name="Google Shape;5926;p22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7" name="Google Shape;5927;p22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8" name="Google Shape;5928;p22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9" name="Google Shape;5929;p22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0" name="Google Shape;5930;p22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1" name="Google Shape;5931;p22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2" name="Google Shape;5932;p22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33" name="Google Shape;5933;p22"/>
          <p:cNvGrpSpPr/>
          <p:nvPr/>
        </p:nvGrpSpPr>
        <p:grpSpPr>
          <a:xfrm rot="2099625">
            <a:off x="8529932" y="2530048"/>
            <a:ext cx="1363242" cy="1433141"/>
            <a:chOff x="8529150" y="-173700"/>
            <a:chExt cx="1669089" cy="1754724"/>
          </a:xfrm>
        </p:grpSpPr>
        <p:sp>
          <p:nvSpPr>
            <p:cNvPr id="5934" name="Google Shape;5934;p22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5" name="Google Shape;5935;p22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6" name="Google Shape;5936;p22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7" name="Google Shape;5937;p22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8" name="Google Shape;5938;p22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9" name="Google Shape;5939;p22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0" name="Google Shape;5940;p22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1" name="Google Shape;5941;p22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2" name="Google Shape;5942;p22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3" name="Google Shape;5943;p22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4" name="Google Shape;5944;p22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5" name="Google Shape;5945;p22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6" name="Google Shape;5946;p22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7" name="Google Shape;5947;p22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8" name="Google Shape;5948;p22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9" name="Google Shape;5949;p22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0" name="Google Shape;5950;p22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1" name="Google Shape;5951;p22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2" name="Google Shape;5952;p22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3" name="Google Shape;5953;p22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4" name="Google Shape;5954;p22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5" name="Google Shape;5955;p22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6" name="Google Shape;5956;p22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7" name="Google Shape;5957;p22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8" name="Google Shape;5958;p22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9" name="Google Shape;5959;p22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0" name="Google Shape;5960;p22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1" name="Google Shape;5961;p22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2" name="Google Shape;5962;p22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3" name="Google Shape;5963;p22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4" name="Google Shape;5964;p22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5" name="Google Shape;5965;p22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6" name="Google Shape;5966;p22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7" name="Google Shape;5967;p22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8" name="Google Shape;5968;p22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9" name="Google Shape;5969;p22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0" name="Google Shape;5970;p22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1" name="Google Shape;5971;p22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2" name="Google Shape;5972;p22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3" name="Google Shape;5973;p22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4" name="Google Shape;5974;p22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5" name="Google Shape;5975;p22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CUSTOM_26">
    <p:spTree>
      <p:nvGrpSpPr>
        <p:cNvPr id="5976" name="Shape 5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77" name="Google Shape;5977;p23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5978" name="Google Shape;5978;p23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9" name="Google Shape;5979;p23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0" name="Google Shape;5980;p23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1" name="Google Shape;5981;p2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2" name="Google Shape;5982;p2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3" name="Google Shape;5983;p23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4" name="Google Shape;5984;p23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5" name="Google Shape;5985;p2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6" name="Google Shape;5986;p2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7" name="Google Shape;5987;p23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8" name="Google Shape;5988;p23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9" name="Google Shape;5989;p2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0" name="Google Shape;5990;p2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1" name="Google Shape;5991;p23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2" name="Google Shape;5992;p23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3" name="Google Shape;5993;p2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4" name="Google Shape;5994;p2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5" name="Google Shape;5995;p23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6" name="Google Shape;5996;p23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7" name="Google Shape;5997;p2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8" name="Google Shape;5998;p2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9" name="Google Shape;5999;p23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0" name="Google Shape;6000;p23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1" name="Google Shape;6001;p2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2" name="Google Shape;6002;p2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3" name="Google Shape;6003;p23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4" name="Google Shape;6004;p23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5" name="Google Shape;6005;p2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6" name="Google Shape;6006;p2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7" name="Google Shape;6007;p23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8" name="Google Shape;6008;p23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9" name="Google Shape;6009;p2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0" name="Google Shape;6010;p2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1" name="Google Shape;6011;p23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2" name="Google Shape;6012;p23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3" name="Google Shape;6013;p2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4" name="Google Shape;6014;p2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5" name="Google Shape;6015;p23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6" name="Google Shape;6016;p23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7" name="Google Shape;6017;p2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8" name="Google Shape;6018;p2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9" name="Google Shape;6019;p23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0" name="Google Shape;6020;p23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1" name="Google Shape;6021;p2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2" name="Google Shape;6022;p2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3" name="Google Shape;6023;p23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4" name="Google Shape;6024;p23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5" name="Google Shape;6025;p2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6" name="Google Shape;6026;p2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7" name="Google Shape;6027;p23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8" name="Google Shape;6028;p23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9" name="Google Shape;6029;p2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0" name="Google Shape;6030;p2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1" name="Google Shape;6031;p23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2" name="Google Shape;6032;p23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3" name="Google Shape;6033;p2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4" name="Google Shape;6034;p2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5" name="Google Shape;6035;p23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6" name="Google Shape;6036;p23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7" name="Google Shape;6037;p2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8" name="Google Shape;6038;p2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9" name="Google Shape;6039;p23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0" name="Google Shape;6040;p23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1" name="Google Shape;6041;p2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2" name="Google Shape;6042;p2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3" name="Google Shape;6043;p23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4" name="Google Shape;6044;p23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5" name="Google Shape;6045;p2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6" name="Google Shape;6046;p2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7" name="Google Shape;6047;p23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8" name="Google Shape;6048;p23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9" name="Google Shape;6049;p2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0" name="Google Shape;6050;p2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1" name="Google Shape;6051;p23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2" name="Google Shape;6052;p23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3" name="Google Shape;6053;p2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4" name="Google Shape;6054;p2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5" name="Google Shape;6055;p23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6" name="Google Shape;6056;p23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7" name="Google Shape;6057;p2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8" name="Google Shape;6058;p2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9" name="Google Shape;6059;p23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0" name="Google Shape;6060;p23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1" name="Google Shape;6061;p2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2" name="Google Shape;6062;p2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3" name="Google Shape;6063;p23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4" name="Google Shape;6064;p23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5" name="Google Shape;6065;p2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6" name="Google Shape;6066;p2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7" name="Google Shape;6067;p23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8" name="Google Shape;6068;p23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9" name="Google Shape;6069;p2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0" name="Google Shape;6070;p2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1" name="Google Shape;6071;p23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2" name="Google Shape;6072;p23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3" name="Google Shape;6073;p2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4" name="Google Shape;6074;p2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5" name="Google Shape;6075;p23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6" name="Google Shape;6076;p23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7" name="Google Shape;6077;p2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8" name="Google Shape;6078;p2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9" name="Google Shape;6079;p23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0" name="Google Shape;6080;p23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1" name="Google Shape;6081;p2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2" name="Google Shape;6082;p2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3" name="Google Shape;6083;p23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4" name="Google Shape;6084;p23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5" name="Google Shape;6085;p2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6" name="Google Shape;6086;p2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7" name="Google Shape;6087;p23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8" name="Google Shape;6088;p23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9" name="Google Shape;6089;p2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0" name="Google Shape;6090;p2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1" name="Google Shape;6091;p23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2" name="Google Shape;6092;p23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3" name="Google Shape;6093;p2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4" name="Google Shape;6094;p2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95" name="Google Shape;6095;p23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6" name="Google Shape;6096;p23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097" name="Google Shape;6097;p23"/>
          <p:cNvSpPr txBox="1"/>
          <p:nvPr>
            <p:ph idx="1" type="subTitle"/>
          </p:nvPr>
        </p:nvSpPr>
        <p:spPr>
          <a:xfrm>
            <a:off x="4608562" y="982650"/>
            <a:ext cx="3815400" cy="361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9pPr>
          </a:lstStyle>
          <a:p/>
        </p:txBody>
      </p:sp>
      <p:sp>
        <p:nvSpPr>
          <p:cNvPr id="6098" name="Google Shape;6098;p23"/>
          <p:cNvSpPr txBox="1"/>
          <p:nvPr>
            <p:ph idx="2" type="subTitle"/>
          </p:nvPr>
        </p:nvSpPr>
        <p:spPr>
          <a:xfrm>
            <a:off x="720038" y="982650"/>
            <a:ext cx="3816000" cy="361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●"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 sz="2800"/>
            </a:lvl9pPr>
          </a:lstStyle>
          <a:p/>
        </p:txBody>
      </p:sp>
      <p:grpSp>
        <p:nvGrpSpPr>
          <p:cNvPr id="6099" name="Google Shape;6099;p23"/>
          <p:cNvGrpSpPr/>
          <p:nvPr/>
        </p:nvGrpSpPr>
        <p:grpSpPr>
          <a:xfrm>
            <a:off x="1795825" y="4599425"/>
            <a:ext cx="898165" cy="766770"/>
            <a:chOff x="-252625" y="2918525"/>
            <a:chExt cx="898165" cy="766770"/>
          </a:xfrm>
        </p:grpSpPr>
        <p:sp>
          <p:nvSpPr>
            <p:cNvPr id="6100" name="Google Shape;6100;p23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1" name="Google Shape;6101;p23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2" name="Google Shape;6102;p23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3" name="Google Shape;6103;p23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4" name="Google Shape;6104;p23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5" name="Google Shape;6105;p23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6" name="Google Shape;6106;p23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7" name="Google Shape;6107;p23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8" name="Google Shape;6108;p23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9" name="Google Shape;6109;p23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0" name="Google Shape;6110;p23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1" name="Google Shape;6111;p23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2" name="Google Shape;6112;p23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3" name="Google Shape;6113;p23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4" name="Google Shape;6114;p23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5" name="Google Shape;6115;p23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6" name="Google Shape;6116;p23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7" name="Google Shape;6117;p23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8" name="Google Shape;6118;p23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9" name="Google Shape;6119;p23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0" name="Google Shape;6120;p23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1" name="Google Shape;6121;p23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2" name="Google Shape;6122;p23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3" name="Google Shape;6123;p23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4" name="Google Shape;6124;p23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5" name="Google Shape;6125;p23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6" name="Google Shape;6126;p23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7" name="Google Shape;6127;p23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8" name="Google Shape;6128;p23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9" name="Google Shape;6129;p23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0" name="Google Shape;6130;p23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1" name="Google Shape;6131;p23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2" name="Google Shape;6132;p23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3" name="Google Shape;6133;p23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4" name="Google Shape;6134;p23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5" name="Google Shape;6135;p23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36" name="Google Shape;6136;p23"/>
          <p:cNvGrpSpPr/>
          <p:nvPr/>
        </p:nvGrpSpPr>
        <p:grpSpPr>
          <a:xfrm rot="6417267">
            <a:off x="-212396" y="1479732"/>
            <a:ext cx="925603" cy="688001"/>
            <a:chOff x="8588925" y="2091476"/>
            <a:chExt cx="925639" cy="688028"/>
          </a:xfrm>
        </p:grpSpPr>
        <p:sp>
          <p:nvSpPr>
            <p:cNvPr id="6137" name="Google Shape;6137;p2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8" name="Google Shape;6138;p2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9" name="Google Shape;6139;p2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0" name="Google Shape;6140;p2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1" name="Google Shape;6141;p2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2" name="Google Shape;6142;p2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3" name="Google Shape;6143;p2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4" name="Google Shape;6144;p2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5" name="Google Shape;6145;p2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6" name="Google Shape;6146;p2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7" name="Google Shape;6147;p2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8" name="Google Shape;6148;p2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9" name="Google Shape;6149;p2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0" name="Google Shape;6150;p2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51" name="Google Shape;6151;p23"/>
          <p:cNvGrpSpPr/>
          <p:nvPr/>
        </p:nvGrpSpPr>
        <p:grpSpPr>
          <a:xfrm rot="6417267">
            <a:off x="8330079" y="4013532"/>
            <a:ext cx="925603" cy="688001"/>
            <a:chOff x="8588925" y="2091476"/>
            <a:chExt cx="925639" cy="688028"/>
          </a:xfrm>
        </p:grpSpPr>
        <p:sp>
          <p:nvSpPr>
            <p:cNvPr id="6152" name="Google Shape;6152;p2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3" name="Google Shape;6153;p2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4" name="Google Shape;6154;p2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5" name="Google Shape;6155;p2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6" name="Google Shape;6156;p2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7" name="Google Shape;6157;p2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8" name="Google Shape;6158;p2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9" name="Google Shape;6159;p2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0" name="Google Shape;6160;p2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1" name="Google Shape;6161;p2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2" name="Google Shape;6162;p2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3" name="Google Shape;6163;p2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4" name="Google Shape;6164;p2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5" name="Google Shape;6165;p2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66" name="Google Shape;6166;p23"/>
          <p:cNvGrpSpPr/>
          <p:nvPr/>
        </p:nvGrpSpPr>
        <p:grpSpPr>
          <a:xfrm rot="6127006">
            <a:off x="8317854" y="49716"/>
            <a:ext cx="1047234" cy="979578"/>
            <a:chOff x="-252624" y="1601574"/>
            <a:chExt cx="1047258" cy="979600"/>
          </a:xfrm>
        </p:grpSpPr>
        <p:sp>
          <p:nvSpPr>
            <p:cNvPr id="6167" name="Google Shape;6167;p23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8" name="Google Shape;6168;p23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9" name="Google Shape;6169;p23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0" name="Google Shape;6170;p23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1" name="Google Shape;6171;p23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2" name="Google Shape;6172;p23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3" name="Google Shape;6173;p23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4" name="Google Shape;6174;p23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5" name="Google Shape;6175;p23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6" name="Google Shape;6176;p23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7" name="Google Shape;6177;p23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8" name="Google Shape;6178;p23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9" name="Google Shape;6179;p23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14_1">
    <p:spTree>
      <p:nvGrpSpPr>
        <p:cNvPr id="6180" name="Shape 6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81" name="Google Shape;6181;p24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6182" name="Google Shape;6182;p24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3" name="Google Shape;6183;p24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4" name="Google Shape;6184;p24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5" name="Google Shape;6185;p2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6" name="Google Shape;6186;p2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7" name="Google Shape;6187;p24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8" name="Google Shape;6188;p24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9" name="Google Shape;6189;p2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0" name="Google Shape;6190;p2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1" name="Google Shape;6191;p24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2" name="Google Shape;6192;p24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3" name="Google Shape;6193;p2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4" name="Google Shape;6194;p2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5" name="Google Shape;6195;p24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6" name="Google Shape;6196;p24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7" name="Google Shape;6197;p2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8" name="Google Shape;6198;p2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9" name="Google Shape;6199;p24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0" name="Google Shape;6200;p24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1" name="Google Shape;6201;p2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2" name="Google Shape;6202;p2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3" name="Google Shape;6203;p24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4" name="Google Shape;6204;p24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5" name="Google Shape;6205;p2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6" name="Google Shape;6206;p2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7" name="Google Shape;6207;p24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8" name="Google Shape;6208;p24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9" name="Google Shape;6209;p2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0" name="Google Shape;6210;p2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1" name="Google Shape;6211;p24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2" name="Google Shape;6212;p24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3" name="Google Shape;6213;p2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4" name="Google Shape;6214;p2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5" name="Google Shape;6215;p24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6" name="Google Shape;6216;p24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7" name="Google Shape;6217;p2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8" name="Google Shape;6218;p2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9" name="Google Shape;6219;p24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0" name="Google Shape;6220;p24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1" name="Google Shape;6221;p2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2" name="Google Shape;6222;p2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3" name="Google Shape;6223;p24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4" name="Google Shape;6224;p24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5" name="Google Shape;6225;p2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6" name="Google Shape;6226;p2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7" name="Google Shape;6227;p24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8" name="Google Shape;6228;p24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9" name="Google Shape;6229;p2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0" name="Google Shape;6230;p2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1" name="Google Shape;6231;p24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2" name="Google Shape;6232;p24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3" name="Google Shape;6233;p2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4" name="Google Shape;6234;p2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5" name="Google Shape;6235;p24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6" name="Google Shape;6236;p24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7" name="Google Shape;6237;p2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8" name="Google Shape;6238;p2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9" name="Google Shape;6239;p24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0" name="Google Shape;6240;p24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1" name="Google Shape;6241;p2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2" name="Google Shape;6242;p2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3" name="Google Shape;6243;p24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4" name="Google Shape;6244;p24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5" name="Google Shape;6245;p2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6" name="Google Shape;6246;p2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7" name="Google Shape;6247;p24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8" name="Google Shape;6248;p24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9" name="Google Shape;6249;p2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0" name="Google Shape;6250;p2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1" name="Google Shape;6251;p24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2" name="Google Shape;6252;p24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3" name="Google Shape;6253;p2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4" name="Google Shape;6254;p2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5" name="Google Shape;6255;p24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6" name="Google Shape;6256;p24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7" name="Google Shape;6257;p2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8" name="Google Shape;6258;p2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9" name="Google Shape;6259;p24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0" name="Google Shape;6260;p24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1" name="Google Shape;6261;p2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2" name="Google Shape;6262;p2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3" name="Google Shape;6263;p24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4" name="Google Shape;6264;p24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5" name="Google Shape;6265;p2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6" name="Google Shape;6266;p2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7" name="Google Shape;6267;p24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8" name="Google Shape;6268;p24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9" name="Google Shape;6269;p2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0" name="Google Shape;6270;p2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1" name="Google Shape;6271;p24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2" name="Google Shape;6272;p24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3" name="Google Shape;6273;p2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4" name="Google Shape;6274;p2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5" name="Google Shape;6275;p24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6" name="Google Shape;6276;p24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7" name="Google Shape;6277;p2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8" name="Google Shape;6278;p2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9" name="Google Shape;6279;p24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0" name="Google Shape;6280;p24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1" name="Google Shape;6281;p2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2" name="Google Shape;6282;p2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3" name="Google Shape;6283;p24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4" name="Google Shape;6284;p24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5" name="Google Shape;6285;p2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6" name="Google Shape;6286;p2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7" name="Google Shape;6287;p24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8" name="Google Shape;6288;p24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9" name="Google Shape;6289;p2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0" name="Google Shape;6290;p2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1" name="Google Shape;6291;p24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2" name="Google Shape;6292;p24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3" name="Google Shape;6293;p2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4" name="Google Shape;6294;p2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5" name="Google Shape;6295;p24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6" name="Google Shape;6296;p24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7" name="Google Shape;6297;p2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8" name="Google Shape;6298;p2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299" name="Google Shape;6299;p24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0" name="Google Shape;6300;p24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301" name="Google Shape;6301;p24"/>
          <p:cNvSpPr txBox="1"/>
          <p:nvPr>
            <p:ph idx="1" type="subTitle"/>
          </p:nvPr>
        </p:nvSpPr>
        <p:spPr>
          <a:xfrm>
            <a:off x="720004" y="2822700"/>
            <a:ext cx="25017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302" name="Google Shape;6302;p24"/>
          <p:cNvSpPr txBox="1"/>
          <p:nvPr>
            <p:ph idx="2" type="subTitle"/>
          </p:nvPr>
        </p:nvSpPr>
        <p:spPr>
          <a:xfrm>
            <a:off x="3319275" y="2822700"/>
            <a:ext cx="25017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303" name="Google Shape;6303;p24"/>
          <p:cNvSpPr txBox="1"/>
          <p:nvPr>
            <p:ph idx="3" type="subTitle"/>
          </p:nvPr>
        </p:nvSpPr>
        <p:spPr>
          <a:xfrm>
            <a:off x="5920421" y="2822700"/>
            <a:ext cx="25017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304" name="Google Shape;6304;p24"/>
          <p:cNvSpPr txBox="1"/>
          <p:nvPr>
            <p:ph idx="4" type="title"/>
          </p:nvPr>
        </p:nvSpPr>
        <p:spPr>
          <a:xfrm>
            <a:off x="719929" y="2603244"/>
            <a:ext cx="2505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305" name="Google Shape;6305;p24"/>
          <p:cNvSpPr txBox="1"/>
          <p:nvPr>
            <p:ph idx="5" type="title"/>
          </p:nvPr>
        </p:nvSpPr>
        <p:spPr>
          <a:xfrm>
            <a:off x="3319200" y="2603244"/>
            <a:ext cx="2505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306" name="Google Shape;6306;p24"/>
          <p:cNvSpPr txBox="1"/>
          <p:nvPr>
            <p:ph idx="6" type="title"/>
          </p:nvPr>
        </p:nvSpPr>
        <p:spPr>
          <a:xfrm>
            <a:off x="5918471" y="2603244"/>
            <a:ext cx="25056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6307" name="Google Shape;6307;p24"/>
          <p:cNvGrpSpPr/>
          <p:nvPr/>
        </p:nvGrpSpPr>
        <p:grpSpPr>
          <a:xfrm rot="941329">
            <a:off x="8365223" y="4250258"/>
            <a:ext cx="1047209" cy="979555"/>
            <a:chOff x="-252624" y="1601574"/>
            <a:chExt cx="1047258" cy="979600"/>
          </a:xfrm>
        </p:grpSpPr>
        <p:sp>
          <p:nvSpPr>
            <p:cNvPr id="6308" name="Google Shape;6308;p24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9" name="Google Shape;6309;p24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0" name="Google Shape;6310;p24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1" name="Google Shape;6311;p24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2" name="Google Shape;6312;p24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3" name="Google Shape;6313;p24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4" name="Google Shape;6314;p24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5" name="Google Shape;6315;p24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6" name="Google Shape;6316;p24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7" name="Google Shape;6317;p24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8" name="Google Shape;6318;p24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9" name="Google Shape;6319;p24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0" name="Google Shape;6320;p24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21" name="Google Shape;6321;p24"/>
          <p:cNvGrpSpPr/>
          <p:nvPr/>
        </p:nvGrpSpPr>
        <p:grpSpPr>
          <a:xfrm>
            <a:off x="8426050" y="765563"/>
            <a:ext cx="925639" cy="688028"/>
            <a:chOff x="8588925" y="2091476"/>
            <a:chExt cx="925639" cy="688028"/>
          </a:xfrm>
        </p:grpSpPr>
        <p:sp>
          <p:nvSpPr>
            <p:cNvPr id="6322" name="Google Shape;6322;p24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3" name="Google Shape;6323;p24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4" name="Google Shape;6324;p24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5" name="Google Shape;6325;p24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6" name="Google Shape;6326;p24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7" name="Google Shape;6327;p24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8" name="Google Shape;6328;p24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9" name="Google Shape;6329;p24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0" name="Google Shape;6330;p24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1" name="Google Shape;6331;p24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2" name="Google Shape;6332;p24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3" name="Google Shape;6333;p24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4" name="Google Shape;6334;p24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5" name="Google Shape;6335;p24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36" name="Google Shape;6336;p24"/>
          <p:cNvGrpSpPr/>
          <p:nvPr/>
        </p:nvGrpSpPr>
        <p:grpSpPr>
          <a:xfrm>
            <a:off x="0" y="4101055"/>
            <a:ext cx="679382" cy="871990"/>
            <a:chOff x="8619938" y="2813305"/>
            <a:chExt cx="679382" cy="871990"/>
          </a:xfrm>
        </p:grpSpPr>
        <p:sp>
          <p:nvSpPr>
            <p:cNvPr id="6337" name="Google Shape;6337;p24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8" name="Google Shape;6338;p24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9" name="Google Shape;6339;p24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0" name="Google Shape;6340;p24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1" name="Google Shape;6341;p24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2" name="Google Shape;6342;p24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3" name="Google Shape;6343;p24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4" name="Google Shape;6344;p24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5" name="Google Shape;6345;p24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6" name="Google Shape;6346;p24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7" name="Google Shape;6347;p24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8" name="Google Shape;6348;p24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9" name="Google Shape;6349;p24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0" name="Google Shape;6350;p24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1" name="Google Shape;6351;p24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2" name="Google Shape;6352;p24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3" name="Google Shape;6353;p24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4" name="Google Shape;6354;p24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5" name="Google Shape;6355;p24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6" name="Google Shape;6356;p24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7" name="Google Shape;6357;p24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8" name="Google Shape;6358;p24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9" name="Google Shape;6359;p24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0" name="Google Shape;6360;p24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1" name="Google Shape;6361;p24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2" name="Google Shape;6362;p24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3" name="Google Shape;6363;p24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4" name="Google Shape;6364;p24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365" name="Google Shape;6365;p24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6366" name="Google Shape;6366;p24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67" name="Google Shape;6367;p24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6368" name="Shape 6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69" name="Google Shape;6369;p25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6370" name="Google Shape;6370;p25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1" name="Google Shape;6371;p25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2" name="Google Shape;6372;p25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3" name="Google Shape;6373;p2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4" name="Google Shape;6374;p25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5" name="Google Shape;6375;p25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6" name="Google Shape;6376;p25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7" name="Google Shape;6377;p2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8" name="Google Shape;6378;p25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9" name="Google Shape;6379;p25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0" name="Google Shape;6380;p25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1" name="Google Shape;6381;p2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2" name="Google Shape;6382;p25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3" name="Google Shape;6383;p25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4" name="Google Shape;6384;p25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5" name="Google Shape;6385;p2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6" name="Google Shape;6386;p25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7" name="Google Shape;6387;p25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8" name="Google Shape;6388;p25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9" name="Google Shape;6389;p2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0" name="Google Shape;6390;p25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1" name="Google Shape;6391;p25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2" name="Google Shape;6392;p25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3" name="Google Shape;6393;p2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4" name="Google Shape;6394;p25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5" name="Google Shape;6395;p25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6" name="Google Shape;6396;p25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7" name="Google Shape;6397;p2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8" name="Google Shape;6398;p25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9" name="Google Shape;6399;p25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0" name="Google Shape;6400;p25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1" name="Google Shape;6401;p2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2" name="Google Shape;6402;p25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3" name="Google Shape;6403;p25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4" name="Google Shape;6404;p25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5" name="Google Shape;6405;p2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6" name="Google Shape;6406;p25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7" name="Google Shape;6407;p25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8" name="Google Shape;6408;p25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9" name="Google Shape;6409;p2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0" name="Google Shape;6410;p25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1" name="Google Shape;6411;p25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2" name="Google Shape;6412;p25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3" name="Google Shape;6413;p2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4" name="Google Shape;6414;p25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5" name="Google Shape;6415;p25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6" name="Google Shape;6416;p25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7" name="Google Shape;6417;p2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8" name="Google Shape;6418;p25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9" name="Google Shape;6419;p25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0" name="Google Shape;6420;p25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1" name="Google Shape;6421;p2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2" name="Google Shape;6422;p25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3" name="Google Shape;6423;p25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4" name="Google Shape;6424;p25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5" name="Google Shape;6425;p2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6" name="Google Shape;6426;p25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7" name="Google Shape;6427;p25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8" name="Google Shape;6428;p25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9" name="Google Shape;6429;p2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0" name="Google Shape;6430;p25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1" name="Google Shape;6431;p25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2" name="Google Shape;6432;p25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3" name="Google Shape;6433;p2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4" name="Google Shape;6434;p25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5" name="Google Shape;6435;p25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6" name="Google Shape;6436;p25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7" name="Google Shape;6437;p2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8" name="Google Shape;6438;p25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9" name="Google Shape;6439;p25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0" name="Google Shape;6440;p25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1" name="Google Shape;6441;p2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2" name="Google Shape;6442;p25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3" name="Google Shape;6443;p25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4" name="Google Shape;6444;p25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5" name="Google Shape;6445;p2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6" name="Google Shape;6446;p25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7" name="Google Shape;6447;p25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8" name="Google Shape;6448;p25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9" name="Google Shape;6449;p2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0" name="Google Shape;6450;p25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1" name="Google Shape;6451;p25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2" name="Google Shape;6452;p25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3" name="Google Shape;6453;p2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4" name="Google Shape;6454;p25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5" name="Google Shape;6455;p25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6" name="Google Shape;6456;p25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7" name="Google Shape;6457;p2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8" name="Google Shape;6458;p25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9" name="Google Shape;6459;p25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0" name="Google Shape;6460;p25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1" name="Google Shape;6461;p2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2" name="Google Shape;6462;p25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3" name="Google Shape;6463;p25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4" name="Google Shape;6464;p25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5" name="Google Shape;6465;p2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6" name="Google Shape;6466;p25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7" name="Google Shape;6467;p25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8" name="Google Shape;6468;p25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9" name="Google Shape;6469;p2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0" name="Google Shape;6470;p25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1" name="Google Shape;6471;p25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2" name="Google Shape;6472;p25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3" name="Google Shape;6473;p2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4" name="Google Shape;6474;p25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5" name="Google Shape;6475;p25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6" name="Google Shape;6476;p25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7" name="Google Shape;6477;p2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8" name="Google Shape;6478;p25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9" name="Google Shape;6479;p25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0" name="Google Shape;6480;p25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1" name="Google Shape;6481;p2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2" name="Google Shape;6482;p25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3" name="Google Shape;6483;p25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4" name="Google Shape;6484;p25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5" name="Google Shape;6485;p2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6" name="Google Shape;6486;p25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87" name="Google Shape;6487;p25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8" name="Google Shape;6488;p25"/>
          <p:cNvSpPr txBox="1"/>
          <p:nvPr>
            <p:ph type="title"/>
          </p:nvPr>
        </p:nvSpPr>
        <p:spPr>
          <a:xfrm>
            <a:off x="2365778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489" name="Google Shape;6489;p25"/>
          <p:cNvSpPr txBox="1"/>
          <p:nvPr>
            <p:ph idx="1" type="subTitle"/>
          </p:nvPr>
        </p:nvSpPr>
        <p:spPr>
          <a:xfrm>
            <a:off x="2365778" y="1763686"/>
            <a:ext cx="19782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90" name="Google Shape;6490;p25"/>
          <p:cNvSpPr txBox="1"/>
          <p:nvPr>
            <p:ph idx="2" type="title"/>
          </p:nvPr>
        </p:nvSpPr>
        <p:spPr>
          <a:xfrm>
            <a:off x="5721659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491" name="Google Shape;6491;p25"/>
          <p:cNvSpPr txBox="1"/>
          <p:nvPr>
            <p:ph idx="3" type="subTitle"/>
          </p:nvPr>
        </p:nvSpPr>
        <p:spPr>
          <a:xfrm>
            <a:off x="5721659" y="1763686"/>
            <a:ext cx="19782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92" name="Google Shape;6492;p25"/>
          <p:cNvSpPr txBox="1"/>
          <p:nvPr>
            <p:ph idx="4" type="title"/>
          </p:nvPr>
        </p:nvSpPr>
        <p:spPr>
          <a:xfrm>
            <a:off x="2365778" y="3077506"/>
            <a:ext cx="1975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493" name="Google Shape;6493;p25"/>
          <p:cNvSpPr txBox="1"/>
          <p:nvPr>
            <p:ph idx="5" type="subTitle"/>
          </p:nvPr>
        </p:nvSpPr>
        <p:spPr>
          <a:xfrm>
            <a:off x="2365778" y="3288925"/>
            <a:ext cx="19782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94" name="Google Shape;6494;p25"/>
          <p:cNvSpPr txBox="1"/>
          <p:nvPr>
            <p:ph idx="6" type="title"/>
          </p:nvPr>
        </p:nvSpPr>
        <p:spPr>
          <a:xfrm>
            <a:off x="5721659" y="307750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495" name="Google Shape;6495;p25"/>
          <p:cNvSpPr txBox="1"/>
          <p:nvPr>
            <p:ph idx="7" type="subTitle"/>
          </p:nvPr>
        </p:nvSpPr>
        <p:spPr>
          <a:xfrm>
            <a:off x="5721659" y="3288925"/>
            <a:ext cx="19782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96" name="Google Shape;6496;p25"/>
          <p:cNvSpPr txBox="1"/>
          <p:nvPr>
            <p:ph idx="8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6497" name="Google Shape;6497;p25"/>
          <p:cNvGrpSpPr/>
          <p:nvPr/>
        </p:nvGrpSpPr>
        <p:grpSpPr>
          <a:xfrm>
            <a:off x="8497450" y="713375"/>
            <a:ext cx="898165" cy="766770"/>
            <a:chOff x="-252625" y="2918525"/>
            <a:chExt cx="898165" cy="766770"/>
          </a:xfrm>
        </p:grpSpPr>
        <p:sp>
          <p:nvSpPr>
            <p:cNvPr id="6498" name="Google Shape;6498;p25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9" name="Google Shape;6499;p25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0" name="Google Shape;6500;p25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1" name="Google Shape;6501;p25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2" name="Google Shape;6502;p25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3" name="Google Shape;6503;p25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4" name="Google Shape;6504;p25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5" name="Google Shape;6505;p25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6" name="Google Shape;6506;p25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7" name="Google Shape;6507;p25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8" name="Google Shape;6508;p25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9" name="Google Shape;6509;p25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0" name="Google Shape;6510;p25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1" name="Google Shape;6511;p25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2" name="Google Shape;6512;p25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3" name="Google Shape;6513;p25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4" name="Google Shape;6514;p25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5" name="Google Shape;6515;p25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6" name="Google Shape;6516;p25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7" name="Google Shape;6517;p25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8" name="Google Shape;6518;p25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9" name="Google Shape;6519;p25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0" name="Google Shape;6520;p25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1" name="Google Shape;6521;p25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2" name="Google Shape;6522;p25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3" name="Google Shape;6523;p25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4" name="Google Shape;6524;p25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5" name="Google Shape;6525;p25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6" name="Google Shape;6526;p25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7" name="Google Shape;6527;p25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8" name="Google Shape;6528;p25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9" name="Google Shape;6529;p25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0" name="Google Shape;6530;p25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1" name="Google Shape;6531;p25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2" name="Google Shape;6532;p25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3" name="Google Shape;6533;p25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34" name="Google Shape;6534;p25"/>
          <p:cNvGrpSpPr/>
          <p:nvPr/>
        </p:nvGrpSpPr>
        <p:grpSpPr>
          <a:xfrm flipH="1" rot="-1282427">
            <a:off x="-345303" y="4000189"/>
            <a:ext cx="1294657" cy="1350951"/>
            <a:chOff x="8465725" y="2863051"/>
            <a:chExt cx="1956212" cy="2041561"/>
          </a:xfrm>
        </p:grpSpPr>
        <p:sp>
          <p:nvSpPr>
            <p:cNvPr id="6535" name="Google Shape;6535;p25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6" name="Google Shape;6536;p25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7" name="Google Shape;6537;p25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8" name="Google Shape;6538;p25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9" name="Google Shape;6539;p25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0" name="Google Shape;6540;p25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1" name="Google Shape;6541;p25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2" name="Google Shape;6542;p25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3" name="Google Shape;6543;p25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4" name="Google Shape;6544;p25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5" name="Google Shape;6545;p25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6" name="Google Shape;6546;p25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7" name="Google Shape;6547;p25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8" name="Google Shape;6548;p25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9" name="Google Shape;6549;p25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0" name="Google Shape;6550;p25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1" name="Google Shape;6551;p25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2" name="Google Shape;6552;p25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3" name="Google Shape;6553;p25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4" name="Google Shape;6554;p25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5" name="Google Shape;6555;p25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6" name="Google Shape;6556;p25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7" name="Google Shape;6557;p25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8" name="Google Shape;6558;p25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9" name="Google Shape;6559;p25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0" name="Google Shape;6560;p25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1" name="Google Shape;6561;p25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2" name="Google Shape;6562;p25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3" name="Google Shape;6563;p25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4" name="Google Shape;6564;p25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5" name="Google Shape;6565;p25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6" name="Google Shape;6566;p25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7" name="Google Shape;6567;p25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8" name="Google Shape;6568;p25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9" name="Google Shape;6569;p25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0" name="Google Shape;6570;p25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1" name="Google Shape;6571;p25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2" name="Google Shape;6572;p25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3" name="Google Shape;6573;p25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4" name="Google Shape;6574;p25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5" name="Google Shape;6575;p25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6" name="Google Shape;6576;p25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7" name="Google Shape;6577;p25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8" name="Google Shape;6578;p25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79" name="Google Shape;6579;p25"/>
          <p:cNvGrpSpPr/>
          <p:nvPr/>
        </p:nvGrpSpPr>
        <p:grpSpPr>
          <a:xfrm>
            <a:off x="-314825" y="1642175"/>
            <a:ext cx="898165" cy="766770"/>
            <a:chOff x="-252625" y="2918525"/>
            <a:chExt cx="898165" cy="766770"/>
          </a:xfrm>
        </p:grpSpPr>
        <p:sp>
          <p:nvSpPr>
            <p:cNvPr id="6580" name="Google Shape;6580;p25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1" name="Google Shape;6581;p25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2" name="Google Shape;6582;p25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3" name="Google Shape;6583;p25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4" name="Google Shape;6584;p25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5" name="Google Shape;6585;p25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6" name="Google Shape;6586;p25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7" name="Google Shape;6587;p25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8" name="Google Shape;6588;p25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9" name="Google Shape;6589;p25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0" name="Google Shape;6590;p25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1" name="Google Shape;6591;p25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2" name="Google Shape;6592;p25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3" name="Google Shape;6593;p25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4" name="Google Shape;6594;p25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5" name="Google Shape;6595;p25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6" name="Google Shape;6596;p25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7" name="Google Shape;6597;p25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8" name="Google Shape;6598;p25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9" name="Google Shape;6599;p25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0" name="Google Shape;6600;p25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1" name="Google Shape;6601;p25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2" name="Google Shape;6602;p25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3" name="Google Shape;6603;p25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4" name="Google Shape;6604;p25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5" name="Google Shape;6605;p25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6" name="Google Shape;6606;p25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7" name="Google Shape;6607;p25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8" name="Google Shape;6608;p25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9" name="Google Shape;6609;p25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0" name="Google Shape;6610;p25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1" name="Google Shape;6611;p25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2" name="Google Shape;6612;p25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3" name="Google Shape;6613;p25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4" name="Google Shape;6614;p25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5" name="Google Shape;6615;p25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16" name="Google Shape;6616;p25"/>
          <p:cNvGrpSpPr/>
          <p:nvPr/>
        </p:nvGrpSpPr>
        <p:grpSpPr>
          <a:xfrm>
            <a:off x="8178000" y="4356788"/>
            <a:ext cx="925639" cy="688028"/>
            <a:chOff x="8588925" y="2091476"/>
            <a:chExt cx="925639" cy="688028"/>
          </a:xfrm>
        </p:grpSpPr>
        <p:sp>
          <p:nvSpPr>
            <p:cNvPr id="6617" name="Google Shape;6617;p25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8" name="Google Shape;6618;p25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9" name="Google Shape;6619;p25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0" name="Google Shape;6620;p25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1" name="Google Shape;6621;p25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2" name="Google Shape;6622;p25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3" name="Google Shape;6623;p25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4" name="Google Shape;6624;p25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5" name="Google Shape;6625;p25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6" name="Google Shape;6626;p25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7" name="Google Shape;6627;p25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8" name="Google Shape;6628;p25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9" name="Google Shape;6629;p25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0" name="Google Shape;6630;p25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5_1">
    <p:spTree>
      <p:nvGrpSpPr>
        <p:cNvPr id="6631" name="Shape 6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32" name="Google Shape;6632;p26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6633" name="Google Shape;6633;p26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4" name="Google Shape;6634;p26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5" name="Google Shape;6635;p26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6" name="Google Shape;6636;p2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7" name="Google Shape;6637;p26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8" name="Google Shape;6638;p26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9" name="Google Shape;6639;p26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0" name="Google Shape;6640;p2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1" name="Google Shape;6641;p26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2" name="Google Shape;6642;p26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3" name="Google Shape;6643;p26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4" name="Google Shape;6644;p2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5" name="Google Shape;6645;p26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6" name="Google Shape;6646;p26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7" name="Google Shape;6647;p26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8" name="Google Shape;6648;p2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9" name="Google Shape;6649;p26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0" name="Google Shape;6650;p26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1" name="Google Shape;6651;p26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2" name="Google Shape;6652;p2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3" name="Google Shape;6653;p26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4" name="Google Shape;6654;p26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5" name="Google Shape;6655;p26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6" name="Google Shape;6656;p2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7" name="Google Shape;6657;p26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8" name="Google Shape;6658;p26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9" name="Google Shape;6659;p26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0" name="Google Shape;6660;p2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1" name="Google Shape;6661;p26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2" name="Google Shape;6662;p26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3" name="Google Shape;6663;p26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4" name="Google Shape;6664;p2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5" name="Google Shape;6665;p26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6" name="Google Shape;6666;p26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7" name="Google Shape;6667;p26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8" name="Google Shape;6668;p2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9" name="Google Shape;6669;p26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0" name="Google Shape;6670;p26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1" name="Google Shape;6671;p26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2" name="Google Shape;6672;p2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3" name="Google Shape;6673;p26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4" name="Google Shape;6674;p26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5" name="Google Shape;6675;p26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6" name="Google Shape;6676;p2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7" name="Google Shape;6677;p26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8" name="Google Shape;6678;p26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9" name="Google Shape;6679;p26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0" name="Google Shape;6680;p2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1" name="Google Shape;6681;p26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2" name="Google Shape;6682;p26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3" name="Google Shape;6683;p26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4" name="Google Shape;6684;p2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5" name="Google Shape;6685;p26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6" name="Google Shape;6686;p26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7" name="Google Shape;6687;p26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8" name="Google Shape;6688;p2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9" name="Google Shape;6689;p26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0" name="Google Shape;6690;p26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1" name="Google Shape;6691;p26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2" name="Google Shape;6692;p2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3" name="Google Shape;6693;p26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4" name="Google Shape;6694;p26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5" name="Google Shape;6695;p26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6" name="Google Shape;6696;p2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7" name="Google Shape;6697;p26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8" name="Google Shape;6698;p26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9" name="Google Shape;6699;p26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0" name="Google Shape;6700;p2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1" name="Google Shape;6701;p26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2" name="Google Shape;6702;p26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3" name="Google Shape;6703;p26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4" name="Google Shape;6704;p2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5" name="Google Shape;6705;p26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6" name="Google Shape;6706;p26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7" name="Google Shape;6707;p26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8" name="Google Shape;6708;p2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9" name="Google Shape;6709;p26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0" name="Google Shape;6710;p26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1" name="Google Shape;6711;p26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2" name="Google Shape;6712;p2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3" name="Google Shape;6713;p26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4" name="Google Shape;6714;p26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5" name="Google Shape;6715;p26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6" name="Google Shape;6716;p2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7" name="Google Shape;6717;p26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8" name="Google Shape;6718;p26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9" name="Google Shape;6719;p26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0" name="Google Shape;6720;p2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1" name="Google Shape;6721;p26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2" name="Google Shape;6722;p26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3" name="Google Shape;6723;p26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4" name="Google Shape;6724;p2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5" name="Google Shape;6725;p26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6" name="Google Shape;6726;p26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7" name="Google Shape;6727;p26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8" name="Google Shape;6728;p2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9" name="Google Shape;6729;p26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0" name="Google Shape;6730;p26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1" name="Google Shape;6731;p26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2" name="Google Shape;6732;p2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3" name="Google Shape;6733;p26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4" name="Google Shape;6734;p26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5" name="Google Shape;6735;p26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6" name="Google Shape;6736;p2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7" name="Google Shape;6737;p26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8" name="Google Shape;6738;p26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9" name="Google Shape;6739;p26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0" name="Google Shape;6740;p2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1" name="Google Shape;6741;p26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2" name="Google Shape;6742;p26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3" name="Google Shape;6743;p26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4" name="Google Shape;6744;p2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5" name="Google Shape;6745;p26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6" name="Google Shape;6746;p26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7" name="Google Shape;6747;p26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8" name="Google Shape;6748;p2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9" name="Google Shape;6749;p26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50" name="Google Shape;6750;p26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1" name="Google Shape;6751;p26"/>
          <p:cNvSpPr txBox="1"/>
          <p:nvPr>
            <p:ph type="title"/>
          </p:nvPr>
        </p:nvSpPr>
        <p:spPr>
          <a:xfrm>
            <a:off x="2119715" y="1971872"/>
            <a:ext cx="21039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752" name="Google Shape;6752;p26"/>
          <p:cNvSpPr txBox="1"/>
          <p:nvPr>
            <p:ph idx="1" type="subTitle"/>
          </p:nvPr>
        </p:nvSpPr>
        <p:spPr>
          <a:xfrm>
            <a:off x="2119715" y="2201880"/>
            <a:ext cx="2103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53" name="Google Shape;6753;p26"/>
          <p:cNvSpPr txBox="1"/>
          <p:nvPr>
            <p:ph idx="2" type="title"/>
          </p:nvPr>
        </p:nvSpPr>
        <p:spPr>
          <a:xfrm>
            <a:off x="4920385" y="1971872"/>
            <a:ext cx="21039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754" name="Google Shape;6754;p26"/>
          <p:cNvSpPr txBox="1"/>
          <p:nvPr>
            <p:ph idx="3" type="subTitle"/>
          </p:nvPr>
        </p:nvSpPr>
        <p:spPr>
          <a:xfrm>
            <a:off x="4920385" y="2201880"/>
            <a:ext cx="2103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55" name="Google Shape;6755;p26"/>
          <p:cNvSpPr txBox="1"/>
          <p:nvPr>
            <p:ph idx="4" type="title"/>
          </p:nvPr>
        </p:nvSpPr>
        <p:spPr>
          <a:xfrm>
            <a:off x="721491" y="3801918"/>
            <a:ext cx="21009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756" name="Google Shape;6756;p26"/>
          <p:cNvSpPr txBox="1"/>
          <p:nvPr>
            <p:ph idx="5" type="subTitle"/>
          </p:nvPr>
        </p:nvSpPr>
        <p:spPr>
          <a:xfrm>
            <a:off x="719991" y="4031926"/>
            <a:ext cx="2103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57" name="Google Shape;6757;p26"/>
          <p:cNvSpPr txBox="1"/>
          <p:nvPr>
            <p:ph idx="6" type="title"/>
          </p:nvPr>
        </p:nvSpPr>
        <p:spPr>
          <a:xfrm>
            <a:off x="3519569" y="3801918"/>
            <a:ext cx="21039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758" name="Google Shape;6758;p26"/>
          <p:cNvSpPr txBox="1"/>
          <p:nvPr>
            <p:ph idx="7" type="subTitle"/>
          </p:nvPr>
        </p:nvSpPr>
        <p:spPr>
          <a:xfrm>
            <a:off x="3519569" y="4031926"/>
            <a:ext cx="2103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59" name="Google Shape;6759;p26"/>
          <p:cNvSpPr txBox="1"/>
          <p:nvPr>
            <p:ph idx="8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760" name="Google Shape;6760;p26"/>
          <p:cNvSpPr txBox="1"/>
          <p:nvPr>
            <p:ph idx="9" type="title"/>
          </p:nvPr>
        </p:nvSpPr>
        <p:spPr>
          <a:xfrm>
            <a:off x="6320109" y="3801918"/>
            <a:ext cx="21039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761" name="Google Shape;6761;p26"/>
          <p:cNvSpPr txBox="1"/>
          <p:nvPr>
            <p:ph idx="13" type="subTitle"/>
          </p:nvPr>
        </p:nvSpPr>
        <p:spPr>
          <a:xfrm>
            <a:off x="6320109" y="4031926"/>
            <a:ext cx="21039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762" name="Google Shape;6762;p26"/>
          <p:cNvGrpSpPr/>
          <p:nvPr/>
        </p:nvGrpSpPr>
        <p:grpSpPr>
          <a:xfrm rot="5575744">
            <a:off x="8379998" y="2747748"/>
            <a:ext cx="925645" cy="688032"/>
            <a:chOff x="8588925" y="2091476"/>
            <a:chExt cx="925639" cy="688028"/>
          </a:xfrm>
        </p:grpSpPr>
        <p:sp>
          <p:nvSpPr>
            <p:cNvPr id="6763" name="Google Shape;6763;p26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4" name="Google Shape;6764;p26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5" name="Google Shape;6765;p26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6" name="Google Shape;6766;p26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7" name="Google Shape;6767;p26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8" name="Google Shape;6768;p26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9" name="Google Shape;6769;p26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0" name="Google Shape;6770;p26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1" name="Google Shape;6771;p26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2" name="Google Shape;6772;p26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3" name="Google Shape;6773;p26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4" name="Google Shape;6774;p26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5" name="Google Shape;6775;p26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6" name="Google Shape;6776;p26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77" name="Google Shape;6777;p26"/>
          <p:cNvGrpSpPr/>
          <p:nvPr/>
        </p:nvGrpSpPr>
        <p:grpSpPr>
          <a:xfrm rot="-3856990">
            <a:off x="-261341" y="1401919"/>
            <a:ext cx="1047200" cy="979546"/>
            <a:chOff x="-252624" y="1601574"/>
            <a:chExt cx="1047258" cy="979600"/>
          </a:xfrm>
        </p:grpSpPr>
        <p:sp>
          <p:nvSpPr>
            <p:cNvPr id="6778" name="Google Shape;6778;p26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9" name="Google Shape;6779;p26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0" name="Google Shape;6780;p26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1" name="Google Shape;6781;p26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2" name="Google Shape;6782;p26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3" name="Google Shape;6783;p26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4" name="Google Shape;6784;p26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5" name="Google Shape;6785;p26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6" name="Google Shape;6786;p26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7" name="Google Shape;6787;p26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8" name="Google Shape;6788;p26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9" name="Google Shape;6789;p26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0" name="Google Shape;6790;p26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6791" name="Shape 6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92" name="Google Shape;6792;p27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6793" name="Google Shape;6793;p27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4" name="Google Shape;6794;p27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5" name="Google Shape;6795;p27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6" name="Google Shape;6796;p2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7" name="Google Shape;6797;p27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8" name="Google Shape;6798;p27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9" name="Google Shape;6799;p27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0" name="Google Shape;6800;p2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1" name="Google Shape;6801;p27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2" name="Google Shape;6802;p27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3" name="Google Shape;6803;p27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4" name="Google Shape;6804;p2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5" name="Google Shape;6805;p27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6" name="Google Shape;6806;p27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7" name="Google Shape;6807;p27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8" name="Google Shape;6808;p2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9" name="Google Shape;6809;p27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0" name="Google Shape;6810;p27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1" name="Google Shape;6811;p27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2" name="Google Shape;6812;p2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3" name="Google Shape;6813;p27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4" name="Google Shape;6814;p27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5" name="Google Shape;6815;p27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6" name="Google Shape;6816;p2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7" name="Google Shape;6817;p27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8" name="Google Shape;6818;p27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9" name="Google Shape;6819;p27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0" name="Google Shape;6820;p2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1" name="Google Shape;6821;p27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2" name="Google Shape;6822;p27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3" name="Google Shape;6823;p27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4" name="Google Shape;6824;p2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5" name="Google Shape;6825;p27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6" name="Google Shape;6826;p27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7" name="Google Shape;6827;p27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8" name="Google Shape;6828;p2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9" name="Google Shape;6829;p27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0" name="Google Shape;6830;p27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1" name="Google Shape;6831;p27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2" name="Google Shape;6832;p2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3" name="Google Shape;6833;p27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4" name="Google Shape;6834;p27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5" name="Google Shape;6835;p27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6" name="Google Shape;6836;p2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7" name="Google Shape;6837;p27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8" name="Google Shape;6838;p27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9" name="Google Shape;6839;p27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0" name="Google Shape;6840;p2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1" name="Google Shape;6841;p27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2" name="Google Shape;6842;p27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3" name="Google Shape;6843;p27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4" name="Google Shape;6844;p2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5" name="Google Shape;6845;p27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6" name="Google Shape;6846;p27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7" name="Google Shape;6847;p27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8" name="Google Shape;6848;p2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9" name="Google Shape;6849;p27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0" name="Google Shape;6850;p27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1" name="Google Shape;6851;p27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2" name="Google Shape;6852;p2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3" name="Google Shape;6853;p27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4" name="Google Shape;6854;p27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5" name="Google Shape;6855;p27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6" name="Google Shape;6856;p2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7" name="Google Shape;6857;p27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8" name="Google Shape;6858;p27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9" name="Google Shape;6859;p27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0" name="Google Shape;6860;p2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1" name="Google Shape;6861;p27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2" name="Google Shape;6862;p27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3" name="Google Shape;6863;p27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4" name="Google Shape;6864;p2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5" name="Google Shape;6865;p27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6" name="Google Shape;6866;p27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7" name="Google Shape;6867;p27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8" name="Google Shape;6868;p2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9" name="Google Shape;6869;p27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0" name="Google Shape;6870;p27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1" name="Google Shape;6871;p27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2" name="Google Shape;6872;p2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3" name="Google Shape;6873;p27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4" name="Google Shape;6874;p27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5" name="Google Shape;6875;p27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6" name="Google Shape;6876;p2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7" name="Google Shape;6877;p27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8" name="Google Shape;6878;p27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9" name="Google Shape;6879;p27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0" name="Google Shape;6880;p2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1" name="Google Shape;6881;p27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2" name="Google Shape;6882;p27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3" name="Google Shape;6883;p27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4" name="Google Shape;6884;p2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5" name="Google Shape;6885;p27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6" name="Google Shape;6886;p27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7" name="Google Shape;6887;p27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8" name="Google Shape;6888;p2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9" name="Google Shape;6889;p27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0" name="Google Shape;6890;p27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1" name="Google Shape;6891;p27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2" name="Google Shape;6892;p2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3" name="Google Shape;6893;p27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4" name="Google Shape;6894;p27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5" name="Google Shape;6895;p27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6" name="Google Shape;6896;p2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7" name="Google Shape;6897;p27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8" name="Google Shape;6898;p27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9" name="Google Shape;6899;p27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0" name="Google Shape;6900;p2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1" name="Google Shape;6901;p27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2" name="Google Shape;6902;p27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3" name="Google Shape;6903;p27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4" name="Google Shape;6904;p2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5" name="Google Shape;6905;p27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6" name="Google Shape;6906;p27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7" name="Google Shape;6907;p27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8" name="Google Shape;6908;p2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9" name="Google Shape;6909;p27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10" name="Google Shape;6910;p27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1" name="Google Shape;6911;p27"/>
          <p:cNvSpPr txBox="1"/>
          <p:nvPr>
            <p:ph type="title"/>
          </p:nvPr>
        </p:nvSpPr>
        <p:spPr>
          <a:xfrm>
            <a:off x="2259472" y="1298980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12" name="Google Shape;6912;p27"/>
          <p:cNvSpPr txBox="1"/>
          <p:nvPr>
            <p:ph idx="1" type="subTitle"/>
          </p:nvPr>
        </p:nvSpPr>
        <p:spPr>
          <a:xfrm>
            <a:off x="2259472" y="1508019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13" name="Google Shape;6913;p27"/>
          <p:cNvSpPr txBox="1"/>
          <p:nvPr>
            <p:ph idx="2" type="title"/>
          </p:nvPr>
        </p:nvSpPr>
        <p:spPr>
          <a:xfrm>
            <a:off x="5811147" y="1298980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14" name="Google Shape;6914;p27"/>
          <p:cNvSpPr txBox="1"/>
          <p:nvPr>
            <p:ph idx="3" type="subTitle"/>
          </p:nvPr>
        </p:nvSpPr>
        <p:spPr>
          <a:xfrm>
            <a:off x="5811147" y="1508019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15" name="Google Shape;6915;p27"/>
          <p:cNvSpPr txBox="1"/>
          <p:nvPr>
            <p:ph idx="4" type="title"/>
          </p:nvPr>
        </p:nvSpPr>
        <p:spPr>
          <a:xfrm>
            <a:off x="2259472" y="2471310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16" name="Google Shape;6916;p27"/>
          <p:cNvSpPr txBox="1"/>
          <p:nvPr>
            <p:ph idx="5" type="subTitle"/>
          </p:nvPr>
        </p:nvSpPr>
        <p:spPr>
          <a:xfrm>
            <a:off x="2259472" y="2680348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17" name="Google Shape;6917;p27"/>
          <p:cNvSpPr txBox="1"/>
          <p:nvPr>
            <p:ph idx="6" type="title"/>
          </p:nvPr>
        </p:nvSpPr>
        <p:spPr>
          <a:xfrm>
            <a:off x="5811147" y="2471310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18" name="Google Shape;6918;p27"/>
          <p:cNvSpPr txBox="1"/>
          <p:nvPr>
            <p:ph idx="7" type="subTitle"/>
          </p:nvPr>
        </p:nvSpPr>
        <p:spPr>
          <a:xfrm>
            <a:off x="5811147" y="2680348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19" name="Google Shape;6919;p27"/>
          <p:cNvSpPr txBox="1"/>
          <p:nvPr>
            <p:ph idx="8" type="title"/>
          </p:nvPr>
        </p:nvSpPr>
        <p:spPr>
          <a:xfrm>
            <a:off x="5811147" y="3650884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20" name="Google Shape;6920;p27"/>
          <p:cNvSpPr txBox="1"/>
          <p:nvPr>
            <p:ph idx="9" type="subTitle"/>
          </p:nvPr>
        </p:nvSpPr>
        <p:spPr>
          <a:xfrm>
            <a:off x="5811147" y="3859922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21" name="Google Shape;6921;p27"/>
          <p:cNvSpPr txBox="1"/>
          <p:nvPr>
            <p:ph idx="13" type="title"/>
          </p:nvPr>
        </p:nvSpPr>
        <p:spPr>
          <a:xfrm>
            <a:off x="2259472" y="3650884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b="1" sz="2500"/>
            </a:lvl9pPr>
          </a:lstStyle>
          <a:p/>
        </p:txBody>
      </p:sp>
      <p:sp>
        <p:nvSpPr>
          <p:cNvPr id="6922" name="Google Shape;6922;p27"/>
          <p:cNvSpPr txBox="1"/>
          <p:nvPr>
            <p:ph idx="14" type="subTitle"/>
          </p:nvPr>
        </p:nvSpPr>
        <p:spPr>
          <a:xfrm>
            <a:off x="2259472" y="3859922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23" name="Google Shape;6923;p27"/>
          <p:cNvSpPr txBox="1"/>
          <p:nvPr>
            <p:ph idx="15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6924" name="Google Shape;6924;p27"/>
          <p:cNvGrpSpPr/>
          <p:nvPr/>
        </p:nvGrpSpPr>
        <p:grpSpPr>
          <a:xfrm rot="-1727288">
            <a:off x="-697552" y="3798756"/>
            <a:ext cx="1646350" cy="1753736"/>
            <a:chOff x="-2092800" y="-1252032"/>
            <a:chExt cx="1956171" cy="2083646"/>
          </a:xfrm>
        </p:grpSpPr>
        <p:sp>
          <p:nvSpPr>
            <p:cNvPr id="6925" name="Google Shape;6925;p27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6" name="Google Shape;6926;p27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7" name="Google Shape;6927;p27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8" name="Google Shape;6928;p27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9" name="Google Shape;6929;p27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0" name="Google Shape;6930;p27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1" name="Google Shape;6931;p27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2" name="Google Shape;6932;p27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3" name="Google Shape;6933;p27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4" name="Google Shape;6934;p27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5" name="Google Shape;6935;p27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6" name="Google Shape;6936;p27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7" name="Google Shape;6937;p27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8" name="Google Shape;6938;p27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9" name="Google Shape;6939;p27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0" name="Google Shape;6940;p27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1" name="Google Shape;6941;p27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2" name="Google Shape;6942;p27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3" name="Google Shape;6943;p27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4" name="Google Shape;6944;p27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5" name="Google Shape;6945;p27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6" name="Google Shape;6946;p27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7" name="Google Shape;6947;p27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8" name="Google Shape;6948;p27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9" name="Google Shape;6949;p27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0" name="Google Shape;6950;p27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1" name="Google Shape;6951;p27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2" name="Google Shape;6952;p27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3" name="Google Shape;6953;p27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4" name="Google Shape;6954;p27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5" name="Google Shape;6955;p27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6" name="Google Shape;6956;p27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7" name="Google Shape;6957;p27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8" name="Google Shape;6958;p27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9" name="Google Shape;6959;p27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0" name="Google Shape;6960;p27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1" name="Google Shape;6961;p27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2" name="Google Shape;6962;p27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3" name="Google Shape;6963;p27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4" name="Google Shape;6964;p27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5" name="Google Shape;6965;p27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6" name="Google Shape;6966;p27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7" name="Google Shape;6967;p27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8" name="Google Shape;6968;p27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9" name="Google Shape;6969;p27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0" name="Google Shape;6970;p27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1" name="Google Shape;6971;p27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2" name="Google Shape;6972;p27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3" name="Google Shape;6973;p27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974" name="Google Shape;6974;p27"/>
          <p:cNvGrpSpPr/>
          <p:nvPr/>
        </p:nvGrpSpPr>
        <p:grpSpPr>
          <a:xfrm rot="5180166">
            <a:off x="8422634" y="-17248"/>
            <a:ext cx="1047199" cy="979545"/>
            <a:chOff x="-252624" y="1601574"/>
            <a:chExt cx="1047258" cy="979600"/>
          </a:xfrm>
        </p:grpSpPr>
        <p:sp>
          <p:nvSpPr>
            <p:cNvPr id="6975" name="Google Shape;6975;p27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6" name="Google Shape;6976;p27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7" name="Google Shape;6977;p27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8" name="Google Shape;6978;p27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9" name="Google Shape;6979;p27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0" name="Google Shape;6980;p27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1" name="Google Shape;6981;p27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2" name="Google Shape;6982;p27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3" name="Google Shape;6983;p27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4" name="Google Shape;6984;p27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5" name="Google Shape;6985;p27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6" name="Google Shape;6986;p27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7" name="Google Shape;6987;p27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CUSTOM_7_1">
    <p:spTree>
      <p:nvGrpSpPr>
        <p:cNvPr id="6988" name="Shape 6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89" name="Google Shape;6989;p28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6990" name="Google Shape;6990;p28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1" name="Google Shape;6991;p28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2" name="Google Shape;6992;p28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3" name="Google Shape;6993;p2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4" name="Google Shape;6994;p28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5" name="Google Shape;6995;p28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6" name="Google Shape;6996;p28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7" name="Google Shape;6997;p2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8" name="Google Shape;6998;p28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9" name="Google Shape;6999;p28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0" name="Google Shape;7000;p28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1" name="Google Shape;7001;p2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2" name="Google Shape;7002;p28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3" name="Google Shape;7003;p28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4" name="Google Shape;7004;p28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5" name="Google Shape;7005;p2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6" name="Google Shape;7006;p28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7" name="Google Shape;7007;p28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8" name="Google Shape;7008;p28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9" name="Google Shape;7009;p2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0" name="Google Shape;7010;p28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1" name="Google Shape;7011;p28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2" name="Google Shape;7012;p28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3" name="Google Shape;7013;p2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4" name="Google Shape;7014;p28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5" name="Google Shape;7015;p28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6" name="Google Shape;7016;p28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7" name="Google Shape;7017;p2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8" name="Google Shape;7018;p28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9" name="Google Shape;7019;p28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0" name="Google Shape;7020;p28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1" name="Google Shape;7021;p2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2" name="Google Shape;7022;p28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3" name="Google Shape;7023;p28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4" name="Google Shape;7024;p28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5" name="Google Shape;7025;p2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6" name="Google Shape;7026;p28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7" name="Google Shape;7027;p28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8" name="Google Shape;7028;p28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9" name="Google Shape;7029;p2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0" name="Google Shape;7030;p28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1" name="Google Shape;7031;p28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2" name="Google Shape;7032;p28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3" name="Google Shape;7033;p2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4" name="Google Shape;7034;p28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5" name="Google Shape;7035;p28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6" name="Google Shape;7036;p28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7" name="Google Shape;7037;p2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8" name="Google Shape;7038;p28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9" name="Google Shape;7039;p28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0" name="Google Shape;7040;p28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1" name="Google Shape;7041;p2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2" name="Google Shape;7042;p28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3" name="Google Shape;7043;p28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4" name="Google Shape;7044;p28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5" name="Google Shape;7045;p2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6" name="Google Shape;7046;p28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7" name="Google Shape;7047;p28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8" name="Google Shape;7048;p28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9" name="Google Shape;7049;p2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0" name="Google Shape;7050;p28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1" name="Google Shape;7051;p28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2" name="Google Shape;7052;p28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3" name="Google Shape;7053;p2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4" name="Google Shape;7054;p28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5" name="Google Shape;7055;p28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6" name="Google Shape;7056;p28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7" name="Google Shape;7057;p2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8" name="Google Shape;7058;p28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9" name="Google Shape;7059;p28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0" name="Google Shape;7060;p28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1" name="Google Shape;7061;p2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2" name="Google Shape;7062;p28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3" name="Google Shape;7063;p28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4" name="Google Shape;7064;p28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5" name="Google Shape;7065;p2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6" name="Google Shape;7066;p28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7" name="Google Shape;7067;p28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8" name="Google Shape;7068;p28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9" name="Google Shape;7069;p2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0" name="Google Shape;7070;p28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1" name="Google Shape;7071;p28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2" name="Google Shape;7072;p28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3" name="Google Shape;7073;p2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4" name="Google Shape;7074;p28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5" name="Google Shape;7075;p28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6" name="Google Shape;7076;p28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7" name="Google Shape;7077;p2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8" name="Google Shape;7078;p28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9" name="Google Shape;7079;p28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0" name="Google Shape;7080;p28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1" name="Google Shape;7081;p2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2" name="Google Shape;7082;p28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3" name="Google Shape;7083;p28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4" name="Google Shape;7084;p28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5" name="Google Shape;7085;p2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6" name="Google Shape;7086;p28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7" name="Google Shape;7087;p28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8" name="Google Shape;7088;p28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9" name="Google Shape;7089;p2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0" name="Google Shape;7090;p28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1" name="Google Shape;7091;p28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2" name="Google Shape;7092;p28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3" name="Google Shape;7093;p2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4" name="Google Shape;7094;p28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5" name="Google Shape;7095;p28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6" name="Google Shape;7096;p28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7" name="Google Shape;7097;p2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8" name="Google Shape;7098;p28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9" name="Google Shape;7099;p28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0" name="Google Shape;7100;p28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1" name="Google Shape;7101;p2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2" name="Google Shape;7102;p28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3" name="Google Shape;7103;p28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4" name="Google Shape;7104;p28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5" name="Google Shape;7105;p2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6" name="Google Shape;7106;p28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107" name="Google Shape;7107;p28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8" name="Google Shape;7108;p28"/>
          <p:cNvSpPr txBox="1"/>
          <p:nvPr>
            <p:ph type="title"/>
          </p:nvPr>
        </p:nvSpPr>
        <p:spPr>
          <a:xfrm>
            <a:off x="1023437" y="2006021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09" name="Google Shape;7109;p28"/>
          <p:cNvSpPr txBox="1"/>
          <p:nvPr>
            <p:ph idx="1" type="subTitle"/>
          </p:nvPr>
        </p:nvSpPr>
        <p:spPr>
          <a:xfrm>
            <a:off x="1023437" y="2235730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10" name="Google Shape;7110;p28"/>
          <p:cNvSpPr txBox="1"/>
          <p:nvPr>
            <p:ph idx="2" type="title"/>
          </p:nvPr>
        </p:nvSpPr>
        <p:spPr>
          <a:xfrm>
            <a:off x="3579000" y="2006021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11" name="Google Shape;7111;p28"/>
          <p:cNvSpPr txBox="1"/>
          <p:nvPr>
            <p:ph idx="3" type="subTitle"/>
          </p:nvPr>
        </p:nvSpPr>
        <p:spPr>
          <a:xfrm>
            <a:off x="3579000" y="2235730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12" name="Google Shape;7112;p28"/>
          <p:cNvSpPr txBox="1"/>
          <p:nvPr>
            <p:ph idx="4" type="title"/>
          </p:nvPr>
        </p:nvSpPr>
        <p:spPr>
          <a:xfrm>
            <a:off x="1023437" y="3790939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13" name="Google Shape;7113;p28"/>
          <p:cNvSpPr txBox="1"/>
          <p:nvPr>
            <p:ph idx="5" type="subTitle"/>
          </p:nvPr>
        </p:nvSpPr>
        <p:spPr>
          <a:xfrm>
            <a:off x="1023437" y="4021375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14" name="Google Shape;7114;p28"/>
          <p:cNvSpPr txBox="1"/>
          <p:nvPr>
            <p:ph idx="6" type="title"/>
          </p:nvPr>
        </p:nvSpPr>
        <p:spPr>
          <a:xfrm>
            <a:off x="3579000" y="3790939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15" name="Google Shape;7115;p28"/>
          <p:cNvSpPr txBox="1"/>
          <p:nvPr>
            <p:ph idx="7" type="subTitle"/>
          </p:nvPr>
        </p:nvSpPr>
        <p:spPr>
          <a:xfrm>
            <a:off x="3579000" y="4021375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16" name="Google Shape;7116;p28"/>
          <p:cNvSpPr txBox="1"/>
          <p:nvPr>
            <p:ph idx="8" type="title"/>
          </p:nvPr>
        </p:nvSpPr>
        <p:spPr>
          <a:xfrm>
            <a:off x="6134563" y="2006021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17" name="Google Shape;7117;p28"/>
          <p:cNvSpPr txBox="1"/>
          <p:nvPr>
            <p:ph idx="9" type="subTitle"/>
          </p:nvPr>
        </p:nvSpPr>
        <p:spPr>
          <a:xfrm>
            <a:off x="6134563" y="2235730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18" name="Google Shape;7118;p28"/>
          <p:cNvSpPr txBox="1"/>
          <p:nvPr>
            <p:ph idx="13" type="title"/>
          </p:nvPr>
        </p:nvSpPr>
        <p:spPr>
          <a:xfrm>
            <a:off x="6134563" y="3790939"/>
            <a:ext cx="19860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119" name="Google Shape;7119;p28"/>
          <p:cNvSpPr txBox="1"/>
          <p:nvPr>
            <p:ph idx="14" type="subTitle"/>
          </p:nvPr>
        </p:nvSpPr>
        <p:spPr>
          <a:xfrm>
            <a:off x="6134563" y="4021375"/>
            <a:ext cx="1986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20" name="Google Shape;7120;p28"/>
          <p:cNvSpPr txBox="1"/>
          <p:nvPr>
            <p:ph idx="15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grpSp>
        <p:nvGrpSpPr>
          <p:cNvPr id="7121" name="Google Shape;7121;p28"/>
          <p:cNvGrpSpPr/>
          <p:nvPr/>
        </p:nvGrpSpPr>
        <p:grpSpPr>
          <a:xfrm>
            <a:off x="8582675" y="3119675"/>
            <a:ext cx="898165" cy="766770"/>
            <a:chOff x="-252625" y="2918525"/>
            <a:chExt cx="898165" cy="766770"/>
          </a:xfrm>
        </p:grpSpPr>
        <p:sp>
          <p:nvSpPr>
            <p:cNvPr id="7122" name="Google Shape;7122;p28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3" name="Google Shape;7123;p28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4" name="Google Shape;7124;p28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5" name="Google Shape;7125;p28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6" name="Google Shape;7126;p28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7" name="Google Shape;7127;p28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8" name="Google Shape;7128;p28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9" name="Google Shape;7129;p28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0" name="Google Shape;7130;p28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1" name="Google Shape;7131;p28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2" name="Google Shape;7132;p28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3" name="Google Shape;7133;p28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4" name="Google Shape;7134;p28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5" name="Google Shape;7135;p28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6" name="Google Shape;7136;p28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7" name="Google Shape;7137;p28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8" name="Google Shape;7138;p28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9" name="Google Shape;7139;p28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0" name="Google Shape;7140;p28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1" name="Google Shape;7141;p28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2" name="Google Shape;7142;p28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3" name="Google Shape;7143;p28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4" name="Google Shape;7144;p28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5" name="Google Shape;7145;p28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6" name="Google Shape;7146;p28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7" name="Google Shape;7147;p28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8" name="Google Shape;7148;p28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9" name="Google Shape;7149;p28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0" name="Google Shape;7150;p28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1" name="Google Shape;7151;p28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2" name="Google Shape;7152;p28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3" name="Google Shape;7153;p28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4" name="Google Shape;7154;p28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5" name="Google Shape;7155;p28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6" name="Google Shape;7156;p28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7" name="Google Shape;7157;p28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58" name="Google Shape;7158;p28"/>
          <p:cNvGrpSpPr/>
          <p:nvPr/>
        </p:nvGrpSpPr>
        <p:grpSpPr>
          <a:xfrm>
            <a:off x="8582675" y="1937605"/>
            <a:ext cx="679382" cy="871990"/>
            <a:chOff x="8619938" y="2813305"/>
            <a:chExt cx="679382" cy="871990"/>
          </a:xfrm>
        </p:grpSpPr>
        <p:sp>
          <p:nvSpPr>
            <p:cNvPr id="7159" name="Google Shape;7159;p28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0" name="Google Shape;7160;p28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1" name="Google Shape;7161;p28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2" name="Google Shape;7162;p28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3" name="Google Shape;7163;p28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4" name="Google Shape;7164;p28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5" name="Google Shape;7165;p28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6" name="Google Shape;7166;p28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7" name="Google Shape;7167;p28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8" name="Google Shape;7168;p28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9" name="Google Shape;7169;p28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0" name="Google Shape;7170;p28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1" name="Google Shape;7171;p28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2" name="Google Shape;7172;p28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3" name="Google Shape;7173;p28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4" name="Google Shape;7174;p28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5" name="Google Shape;7175;p28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6" name="Google Shape;7176;p28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7" name="Google Shape;7177;p28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8" name="Google Shape;7178;p28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9" name="Google Shape;7179;p28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0" name="Google Shape;7180;p28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1" name="Google Shape;7181;p28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2" name="Google Shape;7182;p28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3" name="Google Shape;7183;p28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4" name="Google Shape;7184;p28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5" name="Google Shape;7185;p28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6" name="Google Shape;7186;p28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187" name="Google Shape;7187;p28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7188" name="Google Shape;7188;p28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89" name="Google Shape;7189;p28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190" name="Google Shape;7190;p28"/>
          <p:cNvGrpSpPr/>
          <p:nvPr/>
        </p:nvGrpSpPr>
        <p:grpSpPr>
          <a:xfrm>
            <a:off x="-281375" y="3159051"/>
            <a:ext cx="925639" cy="688028"/>
            <a:chOff x="8588925" y="2091476"/>
            <a:chExt cx="925639" cy="688028"/>
          </a:xfrm>
        </p:grpSpPr>
        <p:sp>
          <p:nvSpPr>
            <p:cNvPr id="7191" name="Google Shape;7191;p28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2" name="Google Shape;7192;p28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3" name="Google Shape;7193;p28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4" name="Google Shape;7194;p28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5" name="Google Shape;7195;p28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6" name="Google Shape;7196;p28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7" name="Google Shape;7197;p28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8" name="Google Shape;7198;p28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9" name="Google Shape;7199;p28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0" name="Google Shape;7200;p28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1" name="Google Shape;7201;p28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2" name="Google Shape;7202;p28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3" name="Google Shape;7203;p28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4" name="Google Shape;7204;p28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205" name="Google Shape;7205;p28"/>
          <p:cNvGrpSpPr/>
          <p:nvPr/>
        </p:nvGrpSpPr>
        <p:grpSpPr>
          <a:xfrm>
            <a:off x="-350587" y="4150200"/>
            <a:ext cx="898165" cy="766770"/>
            <a:chOff x="-252625" y="2918525"/>
            <a:chExt cx="898165" cy="766770"/>
          </a:xfrm>
        </p:grpSpPr>
        <p:sp>
          <p:nvSpPr>
            <p:cNvPr id="7206" name="Google Shape;7206;p28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7" name="Google Shape;7207;p28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8" name="Google Shape;7208;p28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9" name="Google Shape;7209;p28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0" name="Google Shape;7210;p28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1" name="Google Shape;7211;p28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2" name="Google Shape;7212;p28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3" name="Google Shape;7213;p28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4" name="Google Shape;7214;p28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5" name="Google Shape;7215;p28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6" name="Google Shape;7216;p28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7" name="Google Shape;7217;p28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8" name="Google Shape;7218;p28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9" name="Google Shape;7219;p28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0" name="Google Shape;7220;p28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1" name="Google Shape;7221;p28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2" name="Google Shape;7222;p28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3" name="Google Shape;7223;p28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4" name="Google Shape;7224;p28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5" name="Google Shape;7225;p28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6" name="Google Shape;7226;p28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7" name="Google Shape;7227;p28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8" name="Google Shape;7228;p28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9" name="Google Shape;7229;p28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0" name="Google Shape;7230;p28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1" name="Google Shape;7231;p28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2" name="Google Shape;7232;p28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3" name="Google Shape;7233;p28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4" name="Google Shape;7234;p28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5" name="Google Shape;7235;p28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6" name="Google Shape;7236;p28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7" name="Google Shape;7237;p28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8" name="Google Shape;7238;p28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9" name="Google Shape;7239;p28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0" name="Google Shape;7240;p28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1" name="Google Shape;7241;p28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7242" name="Shape 7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43" name="Google Shape;7243;p29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7244" name="Google Shape;7244;p29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5" name="Google Shape;7245;p29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6" name="Google Shape;7246;p29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7" name="Google Shape;7247;p2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8" name="Google Shape;7248;p29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9" name="Google Shape;7249;p29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0" name="Google Shape;7250;p29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1" name="Google Shape;7251;p2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2" name="Google Shape;7252;p29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3" name="Google Shape;7253;p29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4" name="Google Shape;7254;p29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5" name="Google Shape;7255;p2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6" name="Google Shape;7256;p29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7" name="Google Shape;7257;p29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8" name="Google Shape;7258;p29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9" name="Google Shape;7259;p2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0" name="Google Shape;7260;p29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1" name="Google Shape;7261;p29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2" name="Google Shape;7262;p29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3" name="Google Shape;7263;p2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4" name="Google Shape;7264;p29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5" name="Google Shape;7265;p29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6" name="Google Shape;7266;p29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7" name="Google Shape;7267;p2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8" name="Google Shape;7268;p29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9" name="Google Shape;7269;p29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0" name="Google Shape;7270;p29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1" name="Google Shape;7271;p2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2" name="Google Shape;7272;p29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3" name="Google Shape;7273;p29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4" name="Google Shape;7274;p29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5" name="Google Shape;7275;p2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6" name="Google Shape;7276;p29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7" name="Google Shape;7277;p29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8" name="Google Shape;7278;p29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9" name="Google Shape;7279;p2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0" name="Google Shape;7280;p29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1" name="Google Shape;7281;p29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2" name="Google Shape;7282;p29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3" name="Google Shape;7283;p2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4" name="Google Shape;7284;p29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5" name="Google Shape;7285;p29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6" name="Google Shape;7286;p29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7" name="Google Shape;7287;p2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8" name="Google Shape;7288;p29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9" name="Google Shape;7289;p29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0" name="Google Shape;7290;p29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1" name="Google Shape;7291;p2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2" name="Google Shape;7292;p29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3" name="Google Shape;7293;p29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4" name="Google Shape;7294;p29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5" name="Google Shape;7295;p2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6" name="Google Shape;7296;p29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7" name="Google Shape;7297;p29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8" name="Google Shape;7298;p29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9" name="Google Shape;7299;p2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0" name="Google Shape;7300;p29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1" name="Google Shape;7301;p29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2" name="Google Shape;7302;p29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3" name="Google Shape;7303;p2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4" name="Google Shape;7304;p29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5" name="Google Shape;7305;p29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6" name="Google Shape;7306;p29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7" name="Google Shape;7307;p2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8" name="Google Shape;7308;p29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9" name="Google Shape;7309;p29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0" name="Google Shape;7310;p29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1" name="Google Shape;7311;p2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2" name="Google Shape;7312;p29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3" name="Google Shape;7313;p29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4" name="Google Shape;7314;p29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5" name="Google Shape;7315;p2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6" name="Google Shape;7316;p29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7" name="Google Shape;7317;p29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8" name="Google Shape;7318;p29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9" name="Google Shape;7319;p2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0" name="Google Shape;7320;p29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1" name="Google Shape;7321;p29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2" name="Google Shape;7322;p29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3" name="Google Shape;7323;p2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4" name="Google Shape;7324;p29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5" name="Google Shape;7325;p29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6" name="Google Shape;7326;p29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7" name="Google Shape;7327;p2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8" name="Google Shape;7328;p29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9" name="Google Shape;7329;p29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0" name="Google Shape;7330;p29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1" name="Google Shape;7331;p2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2" name="Google Shape;7332;p29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3" name="Google Shape;7333;p29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4" name="Google Shape;7334;p29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5" name="Google Shape;7335;p2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6" name="Google Shape;7336;p29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7" name="Google Shape;7337;p29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8" name="Google Shape;7338;p29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9" name="Google Shape;7339;p2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0" name="Google Shape;7340;p29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1" name="Google Shape;7341;p29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2" name="Google Shape;7342;p29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3" name="Google Shape;7343;p2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4" name="Google Shape;7344;p29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5" name="Google Shape;7345;p29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6" name="Google Shape;7346;p29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7" name="Google Shape;7347;p2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8" name="Google Shape;7348;p29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9" name="Google Shape;7349;p29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0" name="Google Shape;7350;p29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1" name="Google Shape;7351;p2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2" name="Google Shape;7352;p29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3" name="Google Shape;7353;p29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4" name="Google Shape;7354;p29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5" name="Google Shape;7355;p2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6" name="Google Shape;7356;p29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7" name="Google Shape;7357;p29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8" name="Google Shape;7358;p29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9" name="Google Shape;7359;p2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0" name="Google Shape;7360;p29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61" name="Google Shape;7361;p29"/>
          <p:cNvSpPr txBox="1"/>
          <p:nvPr>
            <p:ph idx="1" type="subTitle"/>
          </p:nvPr>
        </p:nvSpPr>
        <p:spPr>
          <a:xfrm>
            <a:off x="2472600" y="1379255"/>
            <a:ext cx="4198800" cy="365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7362" name="Google Shape;7362;p29"/>
          <p:cNvSpPr txBox="1"/>
          <p:nvPr>
            <p:ph idx="2" type="subTitle"/>
          </p:nvPr>
        </p:nvSpPr>
        <p:spPr>
          <a:xfrm>
            <a:off x="2472600" y="2751025"/>
            <a:ext cx="4198800" cy="365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7363" name="Google Shape;7363;p29"/>
          <p:cNvSpPr txBox="1"/>
          <p:nvPr>
            <p:ph idx="3" type="subTitle"/>
          </p:nvPr>
        </p:nvSpPr>
        <p:spPr>
          <a:xfrm>
            <a:off x="2472600" y="4117074"/>
            <a:ext cx="4198800" cy="365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7364" name="Google Shape;7364;p29"/>
          <p:cNvSpPr txBox="1"/>
          <p:nvPr>
            <p:ph hasCustomPrompt="1" type="title"/>
          </p:nvPr>
        </p:nvSpPr>
        <p:spPr>
          <a:xfrm>
            <a:off x="2472600" y="660726"/>
            <a:ext cx="4198800" cy="640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365" name="Google Shape;7365;p29"/>
          <p:cNvSpPr txBox="1"/>
          <p:nvPr>
            <p:ph hasCustomPrompt="1" idx="4" type="title"/>
          </p:nvPr>
        </p:nvSpPr>
        <p:spPr>
          <a:xfrm>
            <a:off x="2472600" y="2031549"/>
            <a:ext cx="4198800" cy="640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366" name="Google Shape;7366;p29"/>
          <p:cNvSpPr txBox="1"/>
          <p:nvPr>
            <p:ph hasCustomPrompt="1" idx="5" type="title"/>
          </p:nvPr>
        </p:nvSpPr>
        <p:spPr>
          <a:xfrm>
            <a:off x="2472600" y="3397598"/>
            <a:ext cx="4198800" cy="6402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grpSp>
        <p:nvGrpSpPr>
          <p:cNvPr id="7367" name="Google Shape;7367;p29"/>
          <p:cNvGrpSpPr/>
          <p:nvPr/>
        </p:nvGrpSpPr>
        <p:grpSpPr>
          <a:xfrm flipH="1">
            <a:off x="-262192" y="-269659"/>
            <a:ext cx="1363145" cy="1433258"/>
            <a:chOff x="8529150" y="-173700"/>
            <a:chExt cx="1669089" cy="1754724"/>
          </a:xfrm>
        </p:grpSpPr>
        <p:sp>
          <p:nvSpPr>
            <p:cNvPr id="7368" name="Google Shape;7368;p29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9" name="Google Shape;7369;p29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0" name="Google Shape;7370;p29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1" name="Google Shape;7371;p29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2" name="Google Shape;7372;p29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3" name="Google Shape;7373;p29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4" name="Google Shape;7374;p29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5" name="Google Shape;7375;p29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6" name="Google Shape;7376;p29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7" name="Google Shape;7377;p29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8" name="Google Shape;7378;p29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9" name="Google Shape;7379;p29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0" name="Google Shape;7380;p29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1" name="Google Shape;7381;p29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2" name="Google Shape;7382;p29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3" name="Google Shape;7383;p29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4" name="Google Shape;7384;p29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5" name="Google Shape;7385;p29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6" name="Google Shape;7386;p29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7" name="Google Shape;7387;p29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8" name="Google Shape;7388;p29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9" name="Google Shape;7389;p29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0" name="Google Shape;7390;p29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1" name="Google Shape;7391;p29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2" name="Google Shape;7392;p29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3" name="Google Shape;7393;p29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4" name="Google Shape;7394;p29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5" name="Google Shape;7395;p29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6" name="Google Shape;7396;p29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7" name="Google Shape;7397;p29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8" name="Google Shape;7398;p29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9" name="Google Shape;7399;p29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0" name="Google Shape;7400;p29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1" name="Google Shape;7401;p29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2" name="Google Shape;7402;p29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3" name="Google Shape;7403;p29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4" name="Google Shape;7404;p29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5" name="Google Shape;7405;p29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6" name="Google Shape;7406;p29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7" name="Google Shape;7407;p29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8" name="Google Shape;7408;p29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9" name="Google Shape;7409;p29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10" name="Google Shape;7410;p29"/>
          <p:cNvGrpSpPr/>
          <p:nvPr/>
        </p:nvGrpSpPr>
        <p:grpSpPr>
          <a:xfrm flipH="1">
            <a:off x="-340873" y="3413813"/>
            <a:ext cx="925639" cy="688028"/>
            <a:chOff x="8588925" y="2091476"/>
            <a:chExt cx="925639" cy="688028"/>
          </a:xfrm>
        </p:grpSpPr>
        <p:sp>
          <p:nvSpPr>
            <p:cNvPr id="7411" name="Google Shape;7411;p29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2" name="Google Shape;7412;p29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3" name="Google Shape;7413;p29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4" name="Google Shape;7414;p29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5" name="Google Shape;7415;p29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6" name="Google Shape;7416;p29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7" name="Google Shape;7417;p29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8" name="Google Shape;7418;p29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9" name="Google Shape;7419;p29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0" name="Google Shape;7420;p29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1" name="Google Shape;7421;p29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2" name="Google Shape;7422;p29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3" name="Google Shape;7423;p29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4" name="Google Shape;7424;p29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25" name="Google Shape;7425;p29"/>
          <p:cNvGrpSpPr/>
          <p:nvPr/>
        </p:nvGrpSpPr>
        <p:grpSpPr>
          <a:xfrm flipH="1">
            <a:off x="8526702" y="1642175"/>
            <a:ext cx="898165" cy="766770"/>
            <a:chOff x="-252625" y="2918525"/>
            <a:chExt cx="898165" cy="766770"/>
          </a:xfrm>
        </p:grpSpPr>
        <p:sp>
          <p:nvSpPr>
            <p:cNvPr id="7426" name="Google Shape;7426;p29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7" name="Google Shape;7427;p29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8" name="Google Shape;7428;p29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9" name="Google Shape;7429;p29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0" name="Google Shape;7430;p29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1" name="Google Shape;7431;p29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2" name="Google Shape;7432;p29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3" name="Google Shape;7433;p29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4" name="Google Shape;7434;p29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5" name="Google Shape;7435;p29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6" name="Google Shape;7436;p29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7" name="Google Shape;7437;p29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8" name="Google Shape;7438;p29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9" name="Google Shape;7439;p29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0" name="Google Shape;7440;p29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1" name="Google Shape;7441;p29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2" name="Google Shape;7442;p29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3" name="Google Shape;7443;p29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4" name="Google Shape;7444;p29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5" name="Google Shape;7445;p29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6" name="Google Shape;7446;p29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7" name="Google Shape;7447;p29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8" name="Google Shape;7448;p29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9" name="Google Shape;7449;p29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0" name="Google Shape;7450;p29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1" name="Google Shape;7451;p29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2" name="Google Shape;7452;p29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3" name="Google Shape;7453;p29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4" name="Google Shape;7454;p29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5" name="Google Shape;7455;p29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6" name="Google Shape;7456;p29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7" name="Google Shape;7457;p29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8" name="Google Shape;7458;p29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9" name="Google Shape;7459;p29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0" name="Google Shape;7460;p29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1" name="Google Shape;7461;p29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62" name="Google Shape;7462;p29"/>
          <p:cNvGrpSpPr/>
          <p:nvPr/>
        </p:nvGrpSpPr>
        <p:grpSpPr>
          <a:xfrm flipH="1">
            <a:off x="-227370" y="3923975"/>
            <a:ext cx="1294621" cy="1350901"/>
            <a:chOff x="8465725" y="2863051"/>
            <a:chExt cx="1956212" cy="2041561"/>
          </a:xfrm>
        </p:grpSpPr>
        <p:sp>
          <p:nvSpPr>
            <p:cNvPr id="7463" name="Google Shape;7463;p29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4" name="Google Shape;7464;p29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5" name="Google Shape;7465;p29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6" name="Google Shape;7466;p29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7" name="Google Shape;7467;p29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8" name="Google Shape;7468;p29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9" name="Google Shape;7469;p29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0" name="Google Shape;7470;p29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1" name="Google Shape;7471;p29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2" name="Google Shape;7472;p29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3" name="Google Shape;7473;p29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4" name="Google Shape;7474;p29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5" name="Google Shape;7475;p29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6" name="Google Shape;7476;p29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7" name="Google Shape;7477;p29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8" name="Google Shape;7478;p29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9" name="Google Shape;7479;p29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0" name="Google Shape;7480;p29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1" name="Google Shape;7481;p29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2" name="Google Shape;7482;p29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3" name="Google Shape;7483;p29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4" name="Google Shape;7484;p29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5" name="Google Shape;7485;p29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6" name="Google Shape;7486;p29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7" name="Google Shape;7487;p29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8" name="Google Shape;7488;p29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9" name="Google Shape;7489;p29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0" name="Google Shape;7490;p29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1" name="Google Shape;7491;p29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2" name="Google Shape;7492;p29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3" name="Google Shape;7493;p29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4" name="Google Shape;7494;p29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5" name="Google Shape;7495;p29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6" name="Google Shape;7496;p29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7" name="Google Shape;7497;p29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8" name="Google Shape;7498;p29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9" name="Google Shape;7499;p29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0" name="Google Shape;7500;p29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1" name="Google Shape;7501;p29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2" name="Google Shape;7502;p29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3" name="Google Shape;7503;p29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4" name="Google Shape;7504;p29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5" name="Google Shape;7505;p29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6" name="Google Shape;7506;p29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07" name="Google Shape;7507;p29"/>
          <p:cNvGrpSpPr/>
          <p:nvPr/>
        </p:nvGrpSpPr>
        <p:grpSpPr>
          <a:xfrm flipH="1">
            <a:off x="7778562" y="-441745"/>
            <a:ext cx="1646313" cy="1753805"/>
            <a:chOff x="-2092800" y="-1252032"/>
            <a:chExt cx="1956171" cy="2083646"/>
          </a:xfrm>
        </p:grpSpPr>
        <p:sp>
          <p:nvSpPr>
            <p:cNvPr id="7508" name="Google Shape;7508;p29"/>
            <p:cNvSpPr/>
            <p:nvPr/>
          </p:nvSpPr>
          <p:spPr>
            <a:xfrm>
              <a:off x="-979900" y="-401409"/>
              <a:ext cx="460048" cy="405319"/>
            </a:xfrm>
            <a:custGeom>
              <a:rect b="b" l="l" r="r" t="t"/>
              <a:pathLst>
                <a:path extrusionOk="0" h="9798" w="11121">
                  <a:moveTo>
                    <a:pt x="6736" y="0"/>
                  </a:moveTo>
                  <a:lnTo>
                    <a:pt x="3812" y="1402"/>
                  </a:lnTo>
                  <a:lnTo>
                    <a:pt x="1659" y="2469"/>
                  </a:lnTo>
                  <a:lnTo>
                    <a:pt x="869" y="2864"/>
                  </a:lnTo>
                  <a:lnTo>
                    <a:pt x="593" y="3022"/>
                  </a:lnTo>
                  <a:lnTo>
                    <a:pt x="415" y="3141"/>
                  </a:lnTo>
                  <a:lnTo>
                    <a:pt x="297" y="3239"/>
                  </a:lnTo>
                  <a:lnTo>
                    <a:pt x="218" y="3378"/>
                  </a:lnTo>
                  <a:lnTo>
                    <a:pt x="139" y="3536"/>
                  </a:lnTo>
                  <a:lnTo>
                    <a:pt x="79" y="3733"/>
                  </a:lnTo>
                  <a:lnTo>
                    <a:pt x="40" y="3951"/>
                  </a:lnTo>
                  <a:lnTo>
                    <a:pt x="20" y="4188"/>
                  </a:lnTo>
                  <a:lnTo>
                    <a:pt x="0" y="4444"/>
                  </a:lnTo>
                  <a:lnTo>
                    <a:pt x="0" y="4701"/>
                  </a:lnTo>
                  <a:lnTo>
                    <a:pt x="40" y="5215"/>
                  </a:lnTo>
                  <a:lnTo>
                    <a:pt x="99" y="5708"/>
                  </a:lnTo>
                  <a:lnTo>
                    <a:pt x="198" y="6123"/>
                  </a:lnTo>
                  <a:lnTo>
                    <a:pt x="257" y="6301"/>
                  </a:lnTo>
                  <a:lnTo>
                    <a:pt x="316" y="6439"/>
                  </a:lnTo>
                  <a:lnTo>
                    <a:pt x="435" y="6676"/>
                  </a:lnTo>
                  <a:lnTo>
                    <a:pt x="553" y="6854"/>
                  </a:lnTo>
                  <a:lnTo>
                    <a:pt x="692" y="6992"/>
                  </a:lnTo>
                  <a:lnTo>
                    <a:pt x="810" y="7091"/>
                  </a:lnTo>
                  <a:lnTo>
                    <a:pt x="909" y="7170"/>
                  </a:lnTo>
                  <a:lnTo>
                    <a:pt x="988" y="7210"/>
                  </a:lnTo>
                  <a:lnTo>
                    <a:pt x="1067" y="7229"/>
                  </a:lnTo>
                  <a:lnTo>
                    <a:pt x="10508" y="9797"/>
                  </a:lnTo>
                  <a:lnTo>
                    <a:pt x="10607" y="9501"/>
                  </a:lnTo>
                  <a:lnTo>
                    <a:pt x="10805" y="8810"/>
                  </a:lnTo>
                  <a:lnTo>
                    <a:pt x="10903" y="8395"/>
                  </a:lnTo>
                  <a:lnTo>
                    <a:pt x="11002" y="7940"/>
                  </a:lnTo>
                  <a:lnTo>
                    <a:pt x="11081" y="7526"/>
                  </a:lnTo>
                  <a:lnTo>
                    <a:pt x="11121" y="7150"/>
                  </a:lnTo>
                  <a:lnTo>
                    <a:pt x="11121" y="6953"/>
                  </a:lnTo>
                  <a:lnTo>
                    <a:pt x="11081" y="6696"/>
                  </a:lnTo>
                  <a:lnTo>
                    <a:pt x="11042" y="6420"/>
                  </a:lnTo>
                  <a:lnTo>
                    <a:pt x="10963" y="6103"/>
                  </a:lnTo>
                  <a:lnTo>
                    <a:pt x="10785" y="5392"/>
                  </a:lnTo>
                  <a:lnTo>
                    <a:pt x="10548" y="4642"/>
                  </a:lnTo>
                  <a:lnTo>
                    <a:pt x="10271" y="3891"/>
                  </a:lnTo>
                  <a:lnTo>
                    <a:pt x="9995" y="3200"/>
                  </a:lnTo>
                  <a:lnTo>
                    <a:pt x="9738" y="2607"/>
                  </a:lnTo>
                  <a:lnTo>
                    <a:pt x="9619" y="2370"/>
                  </a:lnTo>
                  <a:lnTo>
                    <a:pt x="9501" y="2173"/>
                  </a:lnTo>
                  <a:lnTo>
                    <a:pt x="9382" y="1995"/>
                  </a:lnTo>
                  <a:lnTo>
                    <a:pt x="9224" y="1817"/>
                  </a:lnTo>
                  <a:lnTo>
                    <a:pt x="9047" y="1640"/>
                  </a:lnTo>
                  <a:lnTo>
                    <a:pt x="8849" y="1462"/>
                  </a:lnTo>
                  <a:lnTo>
                    <a:pt x="8395" y="1086"/>
                  </a:lnTo>
                  <a:lnTo>
                    <a:pt x="7921" y="751"/>
                  </a:lnTo>
                  <a:lnTo>
                    <a:pt x="7467" y="454"/>
                  </a:lnTo>
                  <a:lnTo>
                    <a:pt x="7091" y="217"/>
                  </a:lnTo>
                  <a:lnTo>
                    <a:pt x="673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9" name="Google Shape;7509;p29"/>
            <p:cNvSpPr/>
            <p:nvPr/>
          </p:nvSpPr>
          <p:spPr>
            <a:xfrm>
              <a:off x="-1183351" y="-181618"/>
              <a:ext cx="1046722" cy="986284"/>
            </a:xfrm>
            <a:custGeom>
              <a:rect b="b" l="l" r="r" t="t"/>
              <a:pathLst>
                <a:path extrusionOk="0" h="23842" w="25303">
                  <a:moveTo>
                    <a:pt x="8197" y="0"/>
                  </a:moveTo>
                  <a:lnTo>
                    <a:pt x="7960" y="20"/>
                  </a:lnTo>
                  <a:lnTo>
                    <a:pt x="7723" y="60"/>
                  </a:lnTo>
                  <a:lnTo>
                    <a:pt x="7506" y="119"/>
                  </a:lnTo>
                  <a:lnTo>
                    <a:pt x="7308" y="198"/>
                  </a:lnTo>
                  <a:lnTo>
                    <a:pt x="7111" y="297"/>
                  </a:lnTo>
                  <a:lnTo>
                    <a:pt x="6953" y="415"/>
                  </a:lnTo>
                  <a:lnTo>
                    <a:pt x="6735" y="632"/>
                  </a:lnTo>
                  <a:lnTo>
                    <a:pt x="6459" y="1008"/>
                  </a:lnTo>
                  <a:lnTo>
                    <a:pt x="6084" y="1482"/>
                  </a:lnTo>
                  <a:lnTo>
                    <a:pt x="5669" y="2074"/>
                  </a:lnTo>
                  <a:lnTo>
                    <a:pt x="4701" y="3516"/>
                  </a:lnTo>
                  <a:lnTo>
                    <a:pt x="3634" y="5156"/>
                  </a:lnTo>
                  <a:lnTo>
                    <a:pt x="2588" y="6815"/>
                  </a:lnTo>
                  <a:lnTo>
                    <a:pt x="1620" y="8356"/>
                  </a:lnTo>
                  <a:lnTo>
                    <a:pt x="849" y="9620"/>
                  </a:lnTo>
                  <a:lnTo>
                    <a:pt x="395" y="10449"/>
                  </a:lnTo>
                  <a:lnTo>
                    <a:pt x="257" y="10726"/>
                  </a:lnTo>
                  <a:lnTo>
                    <a:pt x="158" y="10983"/>
                  </a:lnTo>
                  <a:lnTo>
                    <a:pt x="79" y="11239"/>
                  </a:lnTo>
                  <a:lnTo>
                    <a:pt x="20" y="11476"/>
                  </a:lnTo>
                  <a:lnTo>
                    <a:pt x="0" y="11713"/>
                  </a:lnTo>
                  <a:lnTo>
                    <a:pt x="20" y="11950"/>
                  </a:lnTo>
                  <a:lnTo>
                    <a:pt x="40" y="12168"/>
                  </a:lnTo>
                  <a:lnTo>
                    <a:pt x="99" y="12385"/>
                  </a:lnTo>
                  <a:lnTo>
                    <a:pt x="178" y="12602"/>
                  </a:lnTo>
                  <a:lnTo>
                    <a:pt x="296" y="12800"/>
                  </a:lnTo>
                  <a:lnTo>
                    <a:pt x="415" y="12997"/>
                  </a:lnTo>
                  <a:lnTo>
                    <a:pt x="573" y="13195"/>
                  </a:lnTo>
                  <a:lnTo>
                    <a:pt x="731" y="13392"/>
                  </a:lnTo>
                  <a:lnTo>
                    <a:pt x="928" y="13570"/>
                  </a:lnTo>
                  <a:lnTo>
                    <a:pt x="1146" y="13748"/>
                  </a:lnTo>
                  <a:lnTo>
                    <a:pt x="1363" y="13926"/>
                  </a:lnTo>
                  <a:lnTo>
                    <a:pt x="2350" y="14617"/>
                  </a:lnTo>
                  <a:lnTo>
                    <a:pt x="4148" y="15861"/>
                  </a:lnTo>
                  <a:lnTo>
                    <a:pt x="8987" y="19140"/>
                  </a:lnTo>
                  <a:lnTo>
                    <a:pt x="15624" y="23624"/>
                  </a:lnTo>
                  <a:lnTo>
                    <a:pt x="15979" y="23742"/>
                  </a:lnTo>
                  <a:lnTo>
                    <a:pt x="16295" y="23821"/>
                  </a:lnTo>
                  <a:lnTo>
                    <a:pt x="16453" y="23821"/>
                  </a:lnTo>
                  <a:lnTo>
                    <a:pt x="16611" y="23841"/>
                  </a:lnTo>
                  <a:lnTo>
                    <a:pt x="16769" y="23821"/>
                  </a:lnTo>
                  <a:lnTo>
                    <a:pt x="16927" y="23802"/>
                  </a:lnTo>
                  <a:lnTo>
                    <a:pt x="17086" y="23762"/>
                  </a:lnTo>
                  <a:lnTo>
                    <a:pt x="17244" y="23703"/>
                  </a:lnTo>
                  <a:lnTo>
                    <a:pt x="17402" y="23644"/>
                  </a:lnTo>
                  <a:lnTo>
                    <a:pt x="17560" y="23565"/>
                  </a:lnTo>
                  <a:lnTo>
                    <a:pt x="17895" y="23367"/>
                  </a:lnTo>
                  <a:lnTo>
                    <a:pt x="18231" y="23110"/>
                  </a:lnTo>
                  <a:lnTo>
                    <a:pt x="18448" y="22893"/>
                  </a:lnTo>
                  <a:lnTo>
                    <a:pt x="18745" y="22538"/>
                  </a:lnTo>
                  <a:lnTo>
                    <a:pt x="19120" y="22083"/>
                  </a:lnTo>
                  <a:lnTo>
                    <a:pt x="19535" y="21550"/>
                  </a:lnTo>
                  <a:lnTo>
                    <a:pt x="20522" y="20227"/>
                  </a:lnTo>
                  <a:lnTo>
                    <a:pt x="21569" y="18745"/>
                  </a:lnTo>
                  <a:lnTo>
                    <a:pt x="22636" y="17224"/>
                  </a:lnTo>
                  <a:lnTo>
                    <a:pt x="23584" y="15802"/>
                  </a:lnTo>
                  <a:lnTo>
                    <a:pt x="24334" y="14637"/>
                  </a:lnTo>
                  <a:lnTo>
                    <a:pt x="24611" y="14182"/>
                  </a:lnTo>
                  <a:lnTo>
                    <a:pt x="24789" y="13847"/>
                  </a:lnTo>
                  <a:lnTo>
                    <a:pt x="25026" y="13313"/>
                  </a:lnTo>
                  <a:lnTo>
                    <a:pt x="25125" y="13057"/>
                  </a:lnTo>
                  <a:lnTo>
                    <a:pt x="25204" y="12839"/>
                  </a:lnTo>
                  <a:lnTo>
                    <a:pt x="25263" y="12622"/>
                  </a:lnTo>
                  <a:lnTo>
                    <a:pt x="25283" y="12405"/>
                  </a:lnTo>
                  <a:lnTo>
                    <a:pt x="25302" y="12207"/>
                  </a:lnTo>
                  <a:lnTo>
                    <a:pt x="25302" y="12010"/>
                  </a:lnTo>
                  <a:lnTo>
                    <a:pt x="25283" y="11832"/>
                  </a:lnTo>
                  <a:lnTo>
                    <a:pt x="25243" y="11654"/>
                  </a:lnTo>
                  <a:lnTo>
                    <a:pt x="25184" y="11476"/>
                  </a:lnTo>
                  <a:lnTo>
                    <a:pt x="25105" y="11299"/>
                  </a:lnTo>
                  <a:lnTo>
                    <a:pt x="25006" y="11121"/>
                  </a:lnTo>
                  <a:lnTo>
                    <a:pt x="24907" y="10943"/>
                  </a:lnTo>
                  <a:lnTo>
                    <a:pt x="24769" y="10746"/>
                  </a:lnTo>
                  <a:lnTo>
                    <a:pt x="24611" y="10568"/>
                  </a:lnTo>
                  <a:lnTo>
                    <a:pt x="24512" y="10449"/>
                  </a:lnTo>
                  <a:lnTo>
                    <a:pt x="24354" y="10311"/>
                  </a:lnTo>
                  <a:lnTo>
                    <a:pt x="23860" y="9916"/>
                  </a:lnTo>
                  <a:lnTo>
                    <a:pt x="23209" y="9442"/>
                  </a:lnTo>
                  <a:lnTo>
                    <a:pt x="22399" y="8849"/>
                  </a:lnTo>
                  <a:lnTo>
                    <a:pt x="20443" y="7486"/>
                  </a:lnTo>
                  <a:lnTo>
                    <a:pt x="18231" y="5966"/>
                  </a:lnTo>
                  <a:lnTo>
                    <a:pt x="13886" y="3042"/>
                  </a:lnTo>
                  <a:lnTo>
                    <a:pt x="12227" y="1897"/>
                  </a:lnTo>
                  <a:lnTo>
                    <a:pt x="11180" y="1166"/>
                  </a:lnTo>
                  <a:lnTo>
                    <a:pt x="10864" y="929"/>
                  </a:lnTo>
                  <a:lnTo>
                    <a:pt x="10528" y="731"/>
                  </a:lnTo>
                  <a:lnTo>
                    <a:pt x="10212" y="553"/>
                  </a:lnTo>
                  <a:lnTo>
                    <a:pt x="9916" y="395"/>
                  </a:lnTo>
                  <a:lnTo>
                    <a:pt x="9599" y="277"/>
                  </a:lnTo>
                  <a:lnTo>
                    <a:pt x="9303" y="158"/>
                  </a:lnTo>
                  <a:lnTo>
                    <a:pt x="9007" y="99"/>
                  </a:lnTo>
                  <a:lnTo>
                    <a:pt x="8730" y="40"/>
                  </a:lnTo>
                  <a:lnTo>
                    <a:pt x="847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0" name="Google Shape;7510;p29"/>
            <p:cNvSpPr/>
            <p:nvPr/>
          </p:nvSpPr>
          <p:spPr>
            <a:xfrm>
              <a:off x="-1111453" y="-131768"/>
              <a:ext cx="916787" cy="874343"/>
            </a:xfrm>
            <a:custGeom>
              <a:rect b="b" l="l" r="r" t="t"/>
              <a:pathLst>
                <a:path extrusionOk="0" h="21136" w="22162">
                  <a:moveTo>
                    <a:pt x="7229" y="0"/>
                  </a:moveTo>
                  <a:lnTo>
                    <a:pt x="7071" y="20"/>
                  </a:lnTo>
                  <a:lnTo>
                    <a:pt x="6913" y="79"/>
                  </a:lnTo>
                  <a:lnTo>
                    <a:pt x="6775" y="139"/>
                  </a:lnTo>
                  <a:lnTo>
                    <a:pt x="6637" y="218"/>
                  </a:lnTo>
                  <a:lnTo>
                    <a:pt x="6499" y="297"/>
                  </a:lnTo>
                  <a:lnTo>
                    <a:pt x="5965" y="731"/>
                  </a:lnTo>
                  <a:lnTo>
                    <a:pt x="5788" y="889"/>
                  </a:lnTo>
                  <a:lnTo>
                    <a:pt x="5551" y="1166"/>
                  </a:lnTo>
                  <a:lnTo>
                    <a:pt x="5254" y="1561"/>
                  </a:lnTo>
                  <a:lnTo>
                    <a:pt x="4899" y="2035"/>
                  </a:lnTo>
                  <a:lnTo>
                    <a:pt x="4069" y="3200"/>
                  </a:lnTo>
                  <a:lnTo>
                    <a:pt x="3180" y="4524"/>
                  </a:lnTo>
                  <a:lnTo>
                    <a:pt x="2272" y="5906"/>
                  </a:lnTo>
                  <a:lnTo>
                    <a:pt x="1462" y="7190"/>
                  </a:lnTo>
                  <a:lnTo>
                    <a:pt x="810" y="8257"/>
                  </a:lnTo>
                  <a:lnTo>
                    <a:pt x="573" y="8691"/>
                  </a:lnTo>
                  <a:lnTo>
                    <a:pt x="415" y="9007"/>
                  </a:lnTo>
                  <a:lnTo>
                    <a:pt x="217" y="9501"/>
                  </a:lnTo>
                  <a:lnTo>
                    <a:pt x="138" y="9718"/>
                  </a:lnTo>
                  <a:lnTo>
                    <a:pt x="79" y="9936"/>
                  </a:lnTo>
                  <a:lnTo>
                    <a:pt x="40" y="10133"/>
                  </a:lnTo>
                  <a:lnTo>
                    <a:pt x="20" y="10311"/>
                  </a:lnTo>
                  <a:lnTo>
                    <a:pt x="0" y="10489"/>
                  </a:lnTo>
                  <a:lnTo>
                    <a:pt x="20" y="10647"/>
                  </a:lnTo>
                  <a:lnTo>
                    <a:pt x="40" y="10805"/>
                  </a:lnTo>
                  <a:lnTo>
                    <a:pt x="79" y="10943"/>
                  </a:lnTo>
                  <a:lnTo>
                    <a:pt x="138" y="11081"/>
                  </a:lnTo>
                  <a:lnTo>
                    <a:pt x="198" y="11219"/>
                  </a:lnTo>
                  <a:lnTo>
                    <a:pt x="277" y="11338"/>
                  </a:lnTo>
                  <a:lnTo>
                    <a:pt x="375" y="11476"/>
                  </a:lnTo>
                  <a:lnTo>
                    <a:pt x="612" y="11694"/>
                  </a:lnTo>
                  <a:lnTo>
                    <a:pt x="850" y="11891"/>
                  </a:lnTo>
                  <a:lnTo>
                    <a:pt x="1304" y="12227"/>
                  </a:lnTo>
                  <a:lnTo>
                    <a:pt x="2667" y="13214"/>
                  </a:lnTo>
                  <a:lnTo>
                    <a:pt x="6637" y="16039"/>
                  </a:lnTo>
                  <a:lnTo>
                    <a:pt x="10726" y="18903"/>
                  </a:lnTo>
                  <a:lnTo>
                    <a:pt x="12266" y="19970"/>
                  </a:lnTo>
                  <a:lnTo>
                    <a:pt x="13155" y="20562"/>
                  </a:lnTo>
                  <a:lnTo>
                    <a:pt x="13392" y="20720"/>
                  </a:lnTo>
                  <a:lnTo>
                    <a:pt x="13609" y="20839"/>
                  </a:lnTo>
                  <a:lnTo>
                    <a:pt x="13827" y="20938"/>
                  </a:lnTo>
                  <a:lnTo>
                    <a:pt x="14024" y="21017"/>
                  </a:lnTo>
                  <a:lnTo>
                    <a:pt x="14202" y="21076"/>
                  </a:lnTo>
                  <a:lnTo>
                    <a:pt x="14380" y="21115"/>
                  </a:lnTo>
                  <a:lnTo>
                    <a:pt x="14538" y="21135"/>
                  </a:lnTo>
                  <a:lnTo>
                    <a:pt x="14715" y="21135"/>
                  </a:lnTo>
                  <a:lnTo>
                    <a:pt x="14854" y="21115"/>
                  </a:lnTo>
                  <a:lnTo>
                    <a:pt x="15012" y="21076"/>
                  </a:lnTo>
                  <a:lnTo>
                    <a:pt x="15170" y="21017"/>
                  </a:lnTo>
                  <a:lnTo>
                    <a:pt x="15308" y="20957"/>
                  </a:lnTo>
                  <a:lnTo>
                    <a:pt x="15624" y="20779"/>
                  </a:lnTo>
                  <a:lnTo>
                    <a:pt x="15940" y="20542"/>
                  </a:lnTo>
                  <a:lnTo>
                    <a:pt x="16157" y="20345"/>
                  </a:lnTo>
                  <a:lnTo>
                    <a:pt x="16473" y="19989"/>
                  </a:lnTo>
                  <a:lnTo>
                    <a:pt x="16849" y="19515"/>
                  </a:lnTo>
                  <a:lnTo>
                    <a:pt x="17283" y="18943"/>
                  </a:lnTo>
                  <a:lnTo>
                    <a:pt x="17777" y="18271"/>
                  </a:lnTo>
                  <a:lnTo>
                    <a:pt x="18291" y="17540"/>
                  </a:lnTo>
                  <a:lnTo>
                    <a:pt x="19377" y="15940"/>
                  </a:lnTo>
                  <a:lnTo>
                    <a:pt x="19910" y="15130"/>
                  </a:lnTo>
                  <a:lnTo>
                    <a:pt x="20424" y="14321"/>
                  </a:lnTo>
                  <a:lnTo>
                    <a:pt x="20898" y="13570"/>
                  </a:lnTo>
                  <a:lnTo>
                    <a:pt x="21313" y="12839"/>
                  </a:lnTo>
                  <a:lnTo>
                    <a:pt x="21668" y="12207"/>
                  </a:lnTo>
                  <a:lnTo>
                    <a:pt x="21925" y="11654"/>
                  </a:lnTo>
                  <a:lnTo>
                    <a:pt x="22024" y="11417"/>
                  </a:lnTo>
                  <a:lnTo>
                    <a:pt x="22103" y="11219"/>
                  </a:lnTo>
                  <a:lnTo>
                    <a:pt x="22142" y="11042"/>
                  </a:lnTo>
                  <a:lnTo>
                    <a:pt x="22162" y="10903"/>
                  </a:lnTo>
                  <a:lnTo>
                    <a:pt x="22162" y="10686"/>
                  </a:lnTo>
                  <a:lnTo>
                    <a:pt x="22142" y="10469"/>
                  </a:lnTo>
                  <a:lnTo>
                    <a:pt x="22103" y="10291"/>
                  </a:lnTo>
                  <a:lnTo>
                    <a:pt x="22043" y="10113"/>
                  </a:lnTo>
                  <a:lnTo>
                    <a:pt x="21964" y="9955"/>
                  </a:lnTo>
                  <a:lnTo>
                    <a:pt x="21866" y="9817"/>
                  </a:lnTo>
                  <a:lnTo>
                    <a:pt x="21767" y="9679"/>
                  </a:lnTo>
                  <a:lnTo>
                    <a:pt x="21629" y="9541"/>
                  </a:lnTo>
                  <a:lnTo>
                    <a:pt x="21332" y="9264"/>
                  </a:lnTo>
                  <a:lnTo>
                    <a:pt x="20957" y="8987"/>
                  </a:lnTo>
                  <a:lnTo>
                    <a:pt x="20029" y="8336"/>
                  </a:lnTo>
                  <a:lnTo>
                    <a:pt x="18231" y="7072"/>
                  </a:lnTo>
                  <a:lnTo>
                    <a:pt x="15703" y="5333"/>
                  </a:lnTo>
                  <a:lnTo>
                    <a:pt x="12444" y="3101"/>
                  </a:lnTo>
                  <a:lnTo>
                    <a:pt x="11279" y="2252"/>
                  </a:lnTo>
                  <a:lnTo>
                    <a:pt x="10113" y="1422"/>
                  </a:lnTo>
                  <a:lnTo>
                    <a:pt x="9481" y="988"/>
                  </a:lnTo>
                  <a:lnTo>
                    <a:pt x="8829" y="573"/>
                  </a:lnTo>
                  <a:lnTo>
                    <a:pt x="8533" y="395"/>
                  </a:lnTo>
                  <a:lnTo>
                    <a:pt x="8276" y="237"/>
                  </a:lnTo>
                  <a:lnTo>
                    <a:pt x="8020" y="139"/>
                  </a:lnTo>
                  <a:lnTo>
                    <a:pt x="7802" y="60"/>
                  </a:lnTo>
                  <a:lnTo>
                    <a:pt x="7585" y="20"/>
                  </a:lnTo>
                  <a:lnTo>
                    <a:pt x="74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1" name="Google Shape;7511;p29"/>
            <p:cNvSpPr/>
            <p:nvPr/>
          </p:nvSpPr>
          <p:spPr>
            <a:xfrm>
              <a:off x="-1095939" y="527648"/>
              <a:ext cx="134858" cy="51503"/>
            </a:xfrm>
            <a:custGeom>
              <a:rect b="b" l="l" r="r" t="t"/>
              <a:pathLst>
                <a:path extrusionOk="0" h="1245" w="3260">
                  <a:moveTo>
                    <a:pt x="2568" y="0"/>
                  </a:moveTo>
                  <a:lnTo>
                    <a:pt x="2410" y="20"/>
                  </a:lnTo>
                  <a:lnTo>
                    <a:pt x="2232" y="79"/>
                  </a:lnTo>
                  <a:lnTo>
                    <a:pt x="2055" y="178"/>
                  </a:lnTo>
                  <a:lnTo>
                    <a:pt x="1857" y="277"/>
                  </a:lnTo>
                  <a:lnTo>
                    <a:pt x="1403" y="553"/>
                  </a:lnTo>
                  <a:lnTo>
                    <a:pt x="909" y="850"/>
                  </a:lnTo>
                  <a:lnTo>
                    <a:pt x="633" y="988"/>
                  </a:lnTo>
                  <a:lnTo>
                    <a:pt x="376" y="1106"/>
                  </a:lnTo>
                  <a:lnTo>
                    <a:pt x="119" y="1185"/>
                  </a:lnTo>
                  <a:lnTo>
                    <a:pt x="0" y="1205"/>
                  </a:lnTo>
                  <a:lnTo>
                    <a:pt x="139" y="1205"/>
                  </a:lnTo>
                  <a:lnTo>
                    <a:pt x="1304" y="1225"/>
                  </a:lnTo>
                  <a:lnTo>
                    <a:pt x="3220" y="1245"/>
                  </a:lnTo>
                  <a:lnTo>
                    <a:pt x="3240" y="1146"/>
                  </a:lnTo>
                  <a:lnTo>
                    <a:pt x="3260" y="909"/>
                  </a:lnTo>
                  <a:lnTo>
                    <a:pt x="3260" y="751"/>
                  </a:lnTo>
                  <a:lnTo>
                    <a:pt x="3220" y="573"/>
                  </a:lnTo>
                  <a:lnTo>
                    <a:pt x="3181" y="395"/>
                  </a:lnTo>
                  <a:lnTo>
                    <a:pt x="3102" y="257"/>
                  </a:lnTo>
                  <a:lnTo>
                    <a:pt x="3003" y="119"/>
                  </a:lnTo>
                  <a:lnTo>
                    <a:pt x="2865" y="4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2" name="Google Shape;7512;p29"/>
            <p:cNvSpPr/>
            <p:nvPr/>
          </p:nvSpPr>
          <p:spPr>
            <a:xfrm>
              <a:off x="-1207883" y="385464"/>
              <a:ext cx="646367" cy="215732"/>
            </a:xfrm>
            <a:custGeom>
              <a:rect b="b" l="l" r="r" t="t"/>
              <a:pathLst>
                <a:path extrusionOk="0" h="5215" w="15625">
                  <a:moveTo>
                    <a:pt x="14321" y="0"/>
                  </a:moveTo>
                  <a:lnTo>
                    <a:pt x="14143" y="20"/>
                  </a:lnTo>
                  <a:lnTo>
                    <a:pt x="13906" y="40"/>
                  </a:lnTo>
                  <a:lnTo>
                    <a:pt x="13649" y="99"/>
                  </a:lnTo>
                  <a:lnTo>
                    <a:pt x="13373" y="198"/>
                  </a:lnTo>
                  <a:lnTo>
                    <a:pt x="13057" y="336"/>
                  </a:lnTo>
                  <a:lnTo>
                    <a:pt x="12899" y="415"/>
                  </a:lnTo>
                  <a:lnTo>
                    <a:pt x="12760" y="534"/>
                  </a:lnTo>
                  <a:lnTo>
                    <a:pt x="12622" y="652"/>
                  </a:lnTo>
                  <a:lnTo>
                    <a:pt x="12464" y="790"/>
                  </a:lnTo>
                  <a:lnTo>
                    <a:pt x="12207" y="1106"/>
                  </a:lnTo>
                  <a:lnTo>
                    <a:pt x="11970" y="1423"/>
                  </a:lnTo>
                  <a:lnTo>
                    <a:pt x="11773" y="1739"/>
                  </a:lnTo>
                  <a:lnTo>
                    <a:pt x="11615" y="1995"/>
                  </a:lnTo>
                  <a:lnTo>
                    <a:pt x="11496" y="2193"/>
                  </a:lnTo>
                  <a:lnTo>
                    <a:pt x="11417" y="2292"/>
                  </a:lnTo>
                  <a:lnTo>
                    <a:pt x="9718" y="2371"/>
                  </a:lnTo>
                  <a:lnTo>
                    <a:pt x="5926" y="2548"/>
                  </a:lnTo>
                  <a:lnTo>
                    <a:pt x="3892" y="2667"/>
                  </a:lnTo>
                  <a:lnTo>
                    <a:pt x="2074" y="2766"/>
                  </a:lnTo>
                  <a:lnTo>
                    <a:pt x="751" y="2864"/>
                  </a:lnTo>
                  <a:lnTo>
                    <a:pt x="356" y="2904"/>
                  </a:lnTo>
                  <a:lnTo>
                    <a:pt x="178" y="2924"/>
                  </a:lnTo>
                  <a:lnTo>
                    <a:pt x="119" y="2983"/>
                  </a:lnTo>
                  <a:lnTo>
                    <a:pt x="79" y="3062"/>
                  </a:lnTo>
                  <a:lnTo>
                    <a:pt x="40" y="3161"/>
                  </a:lnTo>
                  <a:lnTo>
                    <a:pt x="20" y="3299"/>
                  </a:lnTo>
                  <a:lnTo>
                    <a:pt x="0" y="3437"/>
                  </a:lnTo>
                  <a:lnTo>
                    <a:pt x="0" y="3595"/>
                  </a:lnTo>
                  <a:lnTo>
                    <a:pt x="20" y="3773"/>
                  </a:lnTo>
                  <a:lnTo>
                    <a:pt x="40" y="3931"/>
                  </a:lnTo>
                  <a:lnTo>
                    <a:pt x="99" y="4109"/>
                  </a:lnTo>
                  <a:lnTo>
                    <a:pt x="158" y="4267"/>
                  </a:lnTo>
                  <a:lnTo>
                    <a:pt x="237" y="4425"/>
                  </a:lnTo>
                  <a:lnTo>
                    <a:pt x="336" y="4563"/>
                  </a:lnTo>
                  <a:lnTo>
                    <a:pt x="455" y="4682"/>
                  </a:lnTo>
                  <a:lnTo>
                    <a:pt x="593" y="4780"/>
                  </a:lnTo>
                  <a:lnTo>
                    <a:pt x="751" y="4840"/>
                  </a:lnTo>
                  <a:lnTo>
                    <a:pt x="929" y="4859"/>
                  </a:lnTo>
                  <a:lnTo>
                    <a:pt x="4129" y="4346"/>
                  </a:lnTo>
                  <a:lnTo>
                    <a:pt x="6598" y="3951"/>
                  </a:lnTo>
                  <a:lnTo>
                    <a:pt x="7605" y="3813"/>
                  </a:lnTo>
                  <a:lnTo>
                    <a:pt x="8296" y="3734"/>
                  </a:lnTo>
                  <a:lnTo>
                    <a:pt x="9323" y="3615"/>
                  </a:lnTo>
                  <a:lnTo>
                    <a:pt x="10331" y="3496"/>
                  </a:lnTo>
                  <a:lnTo>
                    <a:pt x="11378" y="3338"/>
                  </a:lnTo>
                  <a:lnTo>
                    <a:pt x="11496" y="3575"/>
                  </a:lnTo>
                  <a:lnTo>
                    <a:pt x="11674" y="3832"/>
                  </a:lnTo>
                  <a:lnTo>
                    <a:pt x="11891" y="4109"/>
                  </a:lnTo>
                  <a:lnTo>
                    <a:pt x="12029" y="4267"/>
                  </a:lnTo>
                  <a:lnTo>
                    <a:pt x="12187" y="4425"/>
                  </a:lnTo>
                  <a:lnTo>
                    <a:pt x="12365" y="4563"/>
                  </a:lnTo>
                  <a:lnTo>
                    <a:pt x="12563" y="4701"/>
                  </a:lnTo>
                  <a:lnTo>
                    <a:pt x="12760" y="4840"/>
                  </a:lnTo>
                  <a:lnTo>
                    <a:pt x="12997" y="4938"/>
                  </a:lnTo>
                  <a:lnTo>
                    <a:pt x="13234" y="5037"/>
                  </a:lnTo>
                  <a:lnTo>
                    <a:pt x="13511" y="5096"/>
                  </a:lnTo>
                  <a:lnTo>
                    <a:pt x="14024" y="5175"/>
                  </a:lnTo>
                  <a:lnTo>
                    <a:pt x="14459" y="5215"/>
                  </a:lnTo>
                  <a:lnTo>
                    <a:pt x="14814" y="5195"/>
                  </a:lnTo>
                  <a:lnTo>
                    <a:pt x="15111" y="5175"/>
                  </a:lnTo>
                  <a:lnTo>
                    <a:pt x="15328" y="5136"/>
                  </a:lnTo>
                  <a:lnTo>
                    <a:pt x="15486" y="5096"/>
                  </a:lnTo>
                  <a:lnTo>
                    <a:pt x="15624" y="5057"/>
                  </a:lnTo>
                  <a:lnTo>
                    <a:pt x="15624" y="4859"/>
                  </a:lnTo>
                  <a:lnTo>
                    <a:pt x="15605" y="4405"/>
                  </a:lnTo>
                  <a:lnTo>
                    <a:pt x="15585" y="4109"/>
                  </a:lnTo>
                  <a:lnTo>
                    <a:pt x="15565" y="3813"/>
                  </a:lnTo>
                  <a:lnTo>
                    <a:pt x="15506" y="3496"/>
                  </a:lnTo>
                  <a:lnTo>
                    <a:pt x="15427" y="3220"/>
                  </a:lnTo>
                  <a:lnTo>
                    <a:pt x="15249" y="2667"/>
                  </a:lnTo>
                  <a:lnTo>
                    <a:pt x="15091" y="2153"/>
                  </a:lnTo>
                  <a:lnTo>
                    <a:pt x="14972" y="1679"/>
                  </a:lnTo>
                  <a:lnTo>
                    <a:pt x="14933" y="1502"/>
                  </a:lnTo>
                  <a:lnTo>
                    <a:pt x="14913" y="1324"/>
                  </a:lnTo>
                  <a:lnTo>
                    <a:pt x="14893" y="1166"/>
                  </a:lnTo>
                  <a:lnTo>
                    <a:pt x="14854" y="968"/>
                  </a:lnTo>
                  <a:lnTo>
                    <a:pt x="14735" y="534"/>
                  </a:lnTo>
                  <a:lnTo>
                    <a:pt x="14597" y="20"/>
                  </a:lnTo>
                  <a:lnTo>
                    <a:pt x="1445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3" name="Google Shape;7513;p29"/>
            <p:cNvSpPr/>
            <p:nvPr/>
          </p:nvSpPr>
          <p:spPr>
            <a:xfrm>
              <a:off x="-1082867" y="-597538"/>
              <a:ext cx="415123" cy="357126"/>
            </a:xfrm>
            <a:custGeom>
              <a:rect b="b" l="l" r="r" t="t"/>
              <a:pathLst>
                <a:path extrusionOk="0" h="8633" w="10035">
                  <a:moveTo>
                    <a:pt x="7072" y="1"/>
                  </a:moveTo>
                  <a:lnTo>
                    <a:pt x="6973" y="60"/>
                  </a:lnTo>
                  <a:lnTo>
                    <a:pt x="6933" y="60"/>
                  </a:lnTo>
                  <a:lnTo>
                    <a:pt x="6835" y="119"/>
                  </a:lnTo>
                  <a:lnTo>
                    <a:pt x="6795" y="139"/>
                  </a:lnTo>
                  <a:lnTo>
                    <a:pt x="6459" y="317"/>
                  </a:lnTo>
                  <a:lnTo>
                    <a:pt x="6321" y="376"/>
                  </a:lnTo>
                  <a:lnTo>
                    <a:pt x="6183" y="455"/>
                  </a:lnTo>
                  <a:lnTo>
                    <a:pt x="6143" y="475"/>
                  </a:lnTo>
                  <a:lnTo>
                    <a:pt x="6084" y="494"/>
                  </a:lnTo>
                  <a:lnTo>
                    <a:pt x="5985" y="554"/>
                  </a:lnTo>
                  <a:lnTo>
                    <a:pt x="5946" y="573"/>
                  </a:lnTo>
                  <a:lnTo>
                    <a:pt x="5867" y="613"/>
                  </a:lnTo>
                  <a:lnTo>
                    <a:pt x="5827" y="633"/>
                  </a:lnTo>
                  <a:lnTo>
                    <a:pt x="5808" y="652"/>
                  </a:lnTo>
                  <a:lnTo>
                    <a:pt x="5571" y="771"/>
                  </a:lnTo>
                  <a:lnTo>
                    <a:pt x="5551" y="771"/>
                  </a:lnTo>
                  <a:lnTo>
                    <a:pt x="5393" y="850"/>
                  </a:lnTo>
                  <a:lnTo>
                    <a:pt x="5294" y="909"/>
                  </a:lnTo>
                  <a:lnTo>
                    <a:pt x="5077" y="1008"/>
                  </a:lnTo>
                  <a:lnTo>
                    <a:pt x="4524" y="1304"/>
                  </a:lnTo>
                  <a:lnTo>
                    <a:pt x="4484" y="1324"/>
                  </a:lnTo>
                  <a:lnTo>
                    <a:pt x="1482" y="2884"/>
                  </a:lnTo>
                  <a:lnTo>
                    <a:pt x="415" y="3457"/>
                  </a:lnTo>
                  <a:lnTo>
                    <a:pt x="119" y="3615"/>
                  </a:lnTo>
                  <a:lnTo>
                    <a:pt x="1" y="3694"/>
                  </a:lnTo>
                  <a:lnTo>
                    <a:pt x="178" y="3931"/>
                  </a:lnTo>
                  <a:lnTo>
                    <a:pt x="1087" y="5334"/>
                  </a:lnTo>
                  <a:lnTo>
                    <a:pt x="3240" y="8632"/>
                  </a:lnTo>
                  <a:lnTo>
                    <a:pt x="10035" y="5472"/>
                  </a:lnTo>
                  <a:lnTo>
                    <a:pt x="7743" y="1225"/>
                  </a:lnTo>
                  <a:lnTo>
                    <a:pt x="7704" y="1166"/>
                  </a:lnTo>
                  <a:lnTo>
                    <a:pt x="7664" y="1107"/>
                  </a:lnTo>
                  <a:lnTo>
                    <a:pt x="707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4" name="Google Shape;7514;p29"/>
            <p:cNvSpPr/>
            <p:nvPr/>
          </p:nvSpPr>
          <p:spPr>
            <a:xfrm>
              <a:off x="-652260" y="-246194"/>
              <a:ext cx="53985" cy="205141"/>
            </a:xfrm>
            <a:custGeom>
              <a:rect b="b" l="l" r="r" t="t"/>
              <a:pathLst>
                <a:path extrusionOk="0" h="4959" w="1305">
                  <a:moveTo>
                    <a:pt x="1" y="1"/>
                  </a:moveTo>
                  <a:lnTo>
                    <a:pt x="1265" y="4959"/>
                  </a:lnTo>
                  <a:lnTo>
                    <a:pt x="1285" y="4761"/>
                  </a:lnTo>
                  <a:lnTo>
                    <a:pt x="1304" y="4287"/>
                  </a:lnTo>
                  <a:lnTo>
                    <a:pt x="1304" y="3655"/>
                  </a:lnTo>
                  <a:lnTo>
                    <a:pt x="1285" y="3319"/>
                  </a:lnTo>
                  <a:lnTo>
                    <a:pt x="1265" y="3003"/>
                  </a:lnTo>
                  <a:lnTo>
                    <a:pt x="1186" y="2332"/>
                  </a:lnTo>
                  <a:lnTo>
                    <a:pt x="1127" y="1996"/>
                  </a:lnTo>
                  <a:lnTo>
                    <a:pt x="1067" y="1640"/>
                  </a:lnTo>
                  <a:lnTo>
                    <a:pt x="988" y="1324"/>
                  </a:lnTo>
                  <a:lnTo>
                    <a:pt x="890" y="1028"/>
                  </a:lnTo>
                  <a:lnTo>
                    <a:pt x="791" y="771"/>
                  </a:lnTo>
                  <a:lnTo>
                    <a:pt x="672" y="594"/>
                  </a:lnTo>
                  <a:lnTo>
                    <a:pt x="554" y="436"/>
                  </a:lnTo>
                  <a:lnTo>
                    <a:pt x="435" y="317"/>
                  </a:lnTo>
                  <a:lnTo>
                    <a:pt x="218" y="139"/>
                  </a:lnTo>
                  <a:lnTo>
                    <a:pt x="60" y="4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5" name="Google Shape;7515;p29"/>
            <p:cNvSpPr/>
            <p:nvPr/>
          </p:nvSpPr>
          <p:spPr>
            <a:xfrm>
              <a:off x="-849175" y="-322147"/>
              <a:ext cx="260698" cy="405319"/>
            </a:xfrm>
            <a:custGeom>
              <a:rect b="b" l="l" r="r" t="t"/>
              <a:pathLst>
                <a:path extrusionOk="0" h="9798" w="6302">
                  <a:moveTo>
                    <a:pt x="2252" y="0"/>
                  </a:moveTo>
                  <a:lnTo>
                    <a:pt x="1996" y="40"/>
                  </a:lnTo>
                  <a:lnTo>
                    <a:pt x="1759" y="119"/>
                  </a:lnTo>
                  <a:lnTo>
                    <a:pt x="1521" y="237"/>
                  </a:lnTo>
                  <a:lnTo>
                    <a:pt x="1284" y="375"/>
                  </a:lnTo>
                  <a:lnTo>
                    <a:pt x="1067" y="533"/>
                  </a:lnTo>
                  <a:lnTo>
                    <a:pt x="870" y="691"/>
                  </a:lnTo>
                  <a:lnTo>
                    <a:pt x="692" y="869"/>
                  </a:lnTo>
                  <a:lnTo>
                    <a:pt x="514" y="1047"/>
                  </a:lnTo>
                  <a:lnTo>
                    <a:pt x="238" y="1363"/>
                  </a:lnTo>
                  <a:lnTo>
                    <a:pt x="60" y="1600"/>
                  </a:lnTo>
                  <a:lnTo>
                    <a:pt x="1" y="1679"/>
                  </a:lnTo>
                  <a:lnTo>
                    <a:pt x="20" y="1837"/>
                  </a:lnTo>
                  <a:lnTo>
                    <a:pt x="40" y="2015"/>
                  </a:lnTo>
                  <a:lnTo>
                    <a:pt x="99" y="2252"/>
                  </a:lnTo>
                  <a:lnTo>
                    <a:pt x="218" y="2548"/>
                  </a:lnTo>
                  <a:lnTo>
                    <a:pt x="396" y="2884"/>
                  </a:lnTo>
                  <a:lnTo>
                    <a:pt x="534" y="3081"/>
                  </a:lnTo>
                  <a:lnTo>
                    <a:pt x="672" y="3279"/>
                  </a:lnTo>
                  <a:lnTo>
                    <a:pt x="830" y="3476"/>
                  </a:lnTo>
                  <a:lnTo>
                    <a:pt x="1028" y="3713"/>
                  </a:lnTo>
                  <a:lnTo>
                    <a:pt x="1403" y="4089"/>
                  </a:lnTo>
                  <a:lnTo>
                    <a:pt x="1699" y="4346"/>
                  </a:lnTo>
                  <a:lnTo>
                    <a:pt x="1936" y="4543"/>
                  </a:lnTo>
                  <a:lnTo>
                    <a:pt x="2134" y="4681"/>
                  </a:lnTo>
                  <a:lnTo>
                    <a:pt x="2312" y="4820"/>
                  </a:lnTo>
                  <a:lnTo>
                    <a:pt x="2450" y="4978"/>
                  </a:lnTo>
                  <a:lnTo>
                    <a:pt x="2509" y="5076"/>
                  </a:lnTo>
                  <a:lnTo>
                    <a:pt x="2568" y="5215"/>
                  </a:lnTo>
                  <a:lnTo>
                    <a:pt x="2687" y="5531"/>
                  </a:lnTo>
                  <a:lnTo>
                    <a:pt x="2825" y="5965"/>
                  </a:lnTo>
                  <a:lnTo>
                    <a:pt x="2924" y="6419"/>
                  </a:lnTo>
                  <a:lnTo>
                    <a:pt x="3023" y="6894"/>
                  </a:lnTo>
                  <a:lnTo>
                    <a:pt x="3141" y="7387"/>
                  </a:lnTo>
                  <a:lnTo>
                    <a:pt x="3279" y="7861"/>
                  </a:lnTo>
                  <a:lnTo>
                    <a:pt x="3358" y="8098"/>
                  </a:lnTo>
                  <a:lnTo>
                    <a:pt x="3457" y="8335"/>
                  </a:lnTo>
                  <a:lnTo>
                    <a:pt x="3556" y="8572"/>
                  </a:lnTo>
                  <a:lnTo>
                    <a:pt x="3674" y="8790"/>
                  </a:lnTo>
                  <a:lnTo>
                    <a:pt x="3813" y="8987"/>
                  </a:lnTo>
                  <a:lnTo>
                    <a:pt x="3971" y="9185"/>
                  </a:lnTo>
                  <a:lnTo>
                    <a:pt x="4129" y="9363"/>
                  </a:lnTo>
                  <a:lnTo>
                    <a:pt x="4287" y="9501"/>
                  </a:lnTo>
                  <a:lnTo>
                    <a:pt x="4445" y="9600"/>
                  </a:lnTo>
                  <a:lnTo>
                    <a:pt x="4603" y="9698"/>
                  </a:lnTo>
                  <a:lnTo>
                    <a:pt x="4761" y="9758"/>
                  </a:lnTo>
                  <a:lnTo>
                    <a:pt x="4919" y="9777"/>
                  </a:lnTo>
                  <a:lnTo>
                    <a:pt x="5077" y="9797"/>
                  </a:lnTo>
                  <a:lnTo>
                    <a:pt x="5215" y="9777"/>
                  </a:lnTo>
                  <a:lnTo>
                    <a:pt x="5353" y="9758"/>
                  </a:lnTo>
                  <a:lnTo>
                    <a:pt x="5492" y="9698"/>
                  </a:lnTo>
                  <a:lnTo>
                    <a:pt x="5630" y="9639"/>
                  </a:lnTo>
                  <a:lnTo>
                    <a:pt x="5748" y="9580"/>
                  </a:lnTo>
                  <a:lnTo>
                    <a:pt x="5867" y="9481"/>
                  </a:lnTo>
                  <a:lnTo>
                    <a:pt x="5966" y="9382"/>
                  </a:lnTo>
                  <a:lnTo>
                    <a:pt x="6064" y="9284"/>
                  </a:lnTo>
                  <a:lnTo>
                    <a:pt x="6143" y="9185"/>
                  </a:lnTo>
                  <a:lnTo>
                    <a:pt x="6222" y="9047"/>
                  </a:lnTo>
                  <a:lnTo>
                    <a:pt x="6262" y="8908"/>
                  </a:lnTo>
                  <a:lnTo>
                    <a:pt x="6301" y="8750"/>
                  </a:lnTo>
                  <a:lnTo>
                    <a:pt x="6301" y="8572"/>
                  </a:lnTo>
                  <a:lnTo>
                    <a:pt x="6301" y="8375"/>
                  </a:lnTo>
                  <a:lnTo>
                    <a:pt x="6282" y="8158"/>
                  </a:lnTo>
                  <a:lnTo>
                    <a:pt x="6222" y="7743"/>
                  </a:lnTo>
                  <a:lnTo>
                    <a:pt x="6064" y="6874"/>
                  </a:lnTo>
                  <a:lnTo>
                    <a:pt x="6005" y="6498"/>
                  </a:lnTo>
                  <a:lnTo>
                    <a:pt x="5966" y="6202"/>
                  </a:lnTo>
                  <a:lnTo>
                    <a:pt x="5946" y="5866"/>
                  </a:lnTo>
                  <a:lnTo>
                    <a:pt x="5887" y="5452"/>
                  </a:lnTo>
                  <a:lnTo>
                    <a:pt x="5729" y="4444"/>
                  </a:lnTo>
                  <a:lnTo>
                    <a:pt x="5531" y="3437"/>
                  </a:lnTo>
                  <a:lnTo>
                    <a:pt x="5432" y="3002"/>
                  </a:lnTo>
                  <a:lnTo>
                    <a:pt x="5334" y="2647"/>
                  </a:lnTo>
                  <a:lnTo>
                    <a:pt x="5215" y="2331"/>
                  </a:lnTo>
                  <a:lnTo>
                    <a:pt x="5018" y="1975"/>
                  </a:lnTo>
                  <a:lnTo>
                    <a:pt x="4781" y="1600"/>
                  </a:lnTo>
                  <a:lnTo>
                    <a:pt x="4642" y="1402"/>
                  </a:lnTo>
                  <a:lnTo>
                    <a:pt x="4484" y="1225"/>
                  </a:lnTo>
                  <a:lnTo>
                    <a:pt x="4307" y="1047"/>
                  </a:lnTo>
                  <a:lnTo>
                    <a:pt x="4129" y="869"/>
                  </a:lnTo>
                  <a:lnTo>
                    <a:pt x="3931" y="691"/>
                  </a:lnTo>
                  <a:lnTo>
                    <a:pt x="3714" y="553"/>
                  </a:lnTo>
                  <a:lnTo>
                    <a:pt x="3497" y="395"/>
                  </a:lnTo>
                  <a:lnTo>
                    <a:pt x="3260" y="277"/>
                  </a:lnTo>
                  <a:lnTo>
                    <a:pt x="3023" y="158"/>
                  </a:lnTo>
                  <a:lnTo>
                    <a:pt x="2766" y="59"/>
                  </a:lnTo>
                  <a:lnTo>
                    <a:pt x="2647" y="20"/>
                  </a:lnTo>
                  <a:lnTo>
                    <a:pt x="2509" y="0"/>
                  </a:lnTo>
                  <a:close/>
                </a:path>
              </a:pathLst>
            </a:custGeom>
            <a:solidFill>
              <a:srgbClr val="C3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6" name="Google Shape;7516;p29"/>
            <p:cNvSpPr/>
            <p:nvPr/>
          </p:nvSpPr>
          <p:spPr>
            <a:xfrm>
              <a:off x="-682501" y="-34552"/>
              <a:ext cx="85838" cy="102178"/>
            </a:xfrm>
            <a:custGeom>
              <a:rect b="b" l="l" r="r" t="t"/>
              <a:pathLst>
                <a:path extrusionOk="0" h="2470" w="2075">
                  <a:moveTo>
                    <a:pt x="1226" y="139"/>
                  </a:moveTo>
                  <a:lnTo>
                    <a:pt x="1364" y="179"/>
                  </a:lnTo>
                  <a:lnTo>
                    <a:pt x="1502" y="238"/>
                  </a:lnTo>
                  <a:lnTo>
                    <a:pt x="1601" y="317"/>
                  </a:lnTo>
                  <a:lnTo>
                    <a:pt x="1680" y="416"/>
                  </a:lnTo>
                  <a:lnTo>
                    <a:pt x="1719" y="514"/>
                  </a:lnTo>
                  <a:lnTo>
                    <a:pt x="1798" y="830"/>
                  </a:lnTo>
                  <a:lnTo>
                    <a:pt x="1877" y="1225"/>
                  </a:lnTo>
                  <a:lnTo>
                    <a:pt x="1956" y="1739"/>
                  </a:lnTo>
                  <a:lnTo>
                    <a:pt x="515" y="2332"/>
                  </a:lnTo>
                  <a:lnTo>
                    <a:pt x="455" y="2193"/>
                  </a:lnTo>
                  <a:lnTo>
                    <a:pt x="317" y="1877"/>
                  </a:lnTo>
                  <a:lnTo>
                    <a:pt x="179" y="1482"/>
                  </a:lnTo>
                  <a:lnTo>
                    <a:pt x="139" y="1285"/>
                  </a:lnTo>
                  <a:lnTo>
                    <a:pt x="120" y="1127"/>
                  </a:lnTo>
                  <a:lnTo>
                    <a:pt x="139" y="988"/>
                  </a:lnTo>
                  <a:lnTo>
                    <a:pt x="159" y="870"/>
                  </a:lnTo>
                  <a:lnTo>
                    <a:pt x="199" y="751"/>
                  </a:lnTo>
                  <a:lnTo>
                    <a:pt x="258" y="653"/>
                  </a:lnTo>
                  <a:lnTo>
                    <a:pt x="357" y="554"/>
                  </a:lnTo>
                  <a:lnTo>
                    <a:pt x="455" y="455"/>
                  </a:lnTo>
                  <a:lnTo>
                    <a:pt x="594" y="356"/>
                  </a:lnTo>
                  <a:lnTo>
                    <a:pt x="732" y="258"/>
                  </a:lnTo>
                  <a:lnTo>
                    <a:pt x="910" y="179"/>
                  </a:lnTo>
                  <a:lnTo>
                    <a:pt x="1068" y="139"/>
                  </a:lnTo>
                  <a:close/>
                  <a:moveTo>
                    <a:pt x="1068" y="1"/>
                  </a:moveTo>
                  <a:lnTo>
                    <a:pt x="890" y="40"/>
                  </a:lnTo>
                  <a:lnTo>
                    <a:pt x="791" y="80"/>
                  </a:lnTo>
                  <a:lnTo>
                    <a:pt x="692" y="139"/>
                  </a:lnTo>
                  <a:lnTo>
                    <a:pt x="515" y="238"/>
                  </a:lnTo>
                  <a:lnTo>
                    <a:pt x="376" y="356"/>
                  </a:lnTo>
                  <a:lnTo>
                    <a:pt x="258" y="455"/>
                  </a:lnTo>
                  <a:lnTo>
                    <a:pt x="159" y="574"/>
                  </a:lnTo>
                  <a:lnTo>
                    <a:pt x="100" y="692"/>
                  </a:lnTo>
                  <a:lnTo>
                    <a:pt x="40" y="830"/>
                  </a:lnTo>
                  <a:lnTo>
                    <a:pt x="21" y="969"/>
                  </a:lnTo>
                  <a:lnTo>
                    <a:pt x="1" y="1127"/>
                  </a:lnTo>
                  <a:lnTo>
                    <a:pt x="21" y="1304"/>
                  </a:lnTo>
                  <a:lnTo>
                    <a:pt x="80" y="1522"/>
                  </a:lnTo>
                  <a:lnTo>
                    <a:pt x="139" y="1739"/>
                  </a:lnTo>
                  <a:lnTo>
                    <a:pt x="218" y="1956"/>
                  </a:lnTo>
                  <a:lnTo>
                    <a:pt x="376" y="2332"/>
                  </a:lnTo>
                  <a:lnTo>
                    <a:pt x="436" y="2470"/>
                  </a:lnTo>
                  <a:lnTo>
                    <a:pt x="2075" y="1798"/>
                  </a:lnTo>
                  <a:lnTo>
                    <a:pt x="1976" y="1225"/>
                  </a:lnTo>
                  <a:lnTo>
                    <a:pt x="1897" y="771"/>
                  </a:lnTo>
                  <a:lnTo>
                    <a:pt x="1818" y="416"/>
                  </a:lnTo>
                  <a:lnTo>
                    <a:pt x="1759" y="317"/>
                  </a:lnTo>
                  <a:lnTo>
                    <a:pt x="1660" y="198"/>
                  </a:lnTo>
                  <a:lnTo>
                    <a:pt x="1542" y="119"/>
                  </a:lnTo>
                  <a:lnTo>
                    <a:pt x="1403" y="40"/>
                  </a:lnTo>
                  <a:lnTo>
                    <a:pt x="1245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7" name="Google Shape;7517;p29"/>
            <p:cNvSpPr/>
            <p:nvPr/>
          </p:nvSpPr>
          <p:spPr>
            <a:xfrm>
              <a:off x="-962732" y="-412869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8" name="Google Shape;7518;p29"/>
            <p:cNvSpPr/>
            <p:nvPr/>
          </p:nvSpPr>
          <p:spPr>
            <a:xfrm>
              <a:off x="-768258" y="-550130"/>
              <a:ext cx="5750" cy="3309"/>
            </a:xfrm>
            <a:custGeom>
              <a:rect b="b" l="l" r="r" t="t"/>
              <a:pathLst>
                <a:path extrusionOk="0" h="80" w="139">
                  <a:moveTo>
                    <a:pt x="59" y="0"/>
                  </a:moveTo>
                  <a:lnTo>
                    <a:pt x="0" y="79"/>
                  </a:lnTo>
                  <a:lnTo>
                    <a:pt x="0" y="79"/>
                  </a:lnTo>
                  <a:lnTo>
                    <a:pt x="40" y="59"/>
                  </a:lnTo>
                  <a:lnTo>
                    <a:pt x="99" y="59"/>
                  </a:lnTo>
                  <a:lnTo>
                    <a:pt x="138" y="79"/>
                  </a:lnTo>
                  <a:lnTo>
                    <a:pt x="99" y="20"/>
                  </a:lnTo>
                  <a:lnTo>
                    <a:pt x="79" y="4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9" name="Google Shape;7519;p29"/>
            <p:cNvSpPr/>
            <p:nvPr/>
          </p:nvSpPr>
          <p:spPr>
            <a:xfrm>
              <a:off x="-1075503" y="-597538"/>
              <a:ext cx="309718" cy="221482"/>
            </a:xfrm>
            <a:custGeom>
              <a:rect b="b" l="l" r="r" t="t"/>
              <a:pathLst>
                <a:path extrusionOk="0" h="5354" w="7487">
                  <a:moveTo>
                    <a:pt x="6736" y="1502"/>
                  </a:moveTo>
                  <a:lnTo>
                    <a:pt x="6716" y="1521"/>
                  </a:lnTo>
                  <a:lnTo>
                    <a:pt x="6696" y="1541"/>
                  </a:lnTo>
                  <a:lnTo>
                    <a:pt x="6696" y="1581"/>
                  </a:lnTo>
                  <a:lnTo>
                    <a:pt x="6716" y="1561"/>
                  </a:lnTo>
                  <a:lnTo>
                    <a:pt x="6736" y="1541"/>
                  </a:lnTo>
                  <a:lnTo>
                    <a:pt x="6736" y="1502"/>
                  </a:lnTo>
                  <a:close/>
                  <a:moveTo>
                    <a:pt x="6637" y="1976"/>
                  </a:moveTo>
                  <a:lnTo>
                    <a:pt x="6617" y="1996"/>
                  </a:lnTo>
                  <a:lnTo>
                    <a:pt x="6617" y="2015"/>
                  </a:lnTo>
                  <a:lnTo>
                    <a:pt x="6637" y="1996"/>
                  </a:lnTo>
                  <a:lnTo>
                    <a:pt x="6637" y="1976"/>
                  </a:lnTo>
                  <a:close/>
                  <a:moveTo>
                    <a:pt x="6894" y="1"/>
                  </a:moveTo>
                  <a:lnTo>
                    <a:pt x="6795" y="60"/>
                  </a:lnTo>
                  <a:lnTo>
                    <a:pt x="6834" y="80"/>
                  </a:lnTo>
                  <a:lnTo>
                    <a:pt x="6874" y="139"/>
                  </a:lnTo>
                  <a:lnTo>
                    <a:pt x="6874" y="139"/>
                  </a:lnTo>
                  <a:lnTo>
                    <a:pt x="6834" y="119"/>
                  </a:lnTo>
                  <a:lnTo>
                    <a:pt x="6775" y="119"/>
                  </a:lnTo>
                  <a:lnTo>
                    <a:pt x="6755" y="80"/>
                  </a:lnTo>
                  <a:lnTo>
                    <a:pt x="6755" y="60"/>
                  </a:lnTo>
                  <a:lnTo>
                    <a:pt x="6696" y="80"/>
                  </a:lnTo>
                  <a:lnTo>
                    <a:pt x="6657" y="99"/>
                  </a:lnTo>
                  <a:lnTo>
                    <a:pt x="6657" y="119"/>
                  </a:lnTo>
                  <a:lnTo>
                    <a:pt x="6676" y="198"/>
                  </a:lnTo>
                  <a:lnTo>
                    <a:pt x="6696" y="238"/>
                  </a:lnTo>
                  <a:lnTo>
                    <a:pt x="6676" y="277"/>
                  </a:lnTo>
                  <a:lnTo>
                    <a:pt x="6637" y="257"/>
                  </a:lnTo>
                  <a:lnTo>
                    <a:pt x="6617" y="238"/>
                  </a:lnTo>
                  <a:lnTo>
                    <a:pt x="6617" y="139"/>
                  </a:lnTo>
                  <a:lnTo>
                    <a:pt x="6597" y="99"/>
                  </a:lnTo>
                  <a:lnTo>
                    <a:pt x="6558" y="80"/>
                  </a:lnTo>
                  <a:lnTo>
                    <a:pt x="6499" y="178"/>
                  </a:lnTo>
                  <a:lnTo>
                    <a:pt x="6459" y="139"/>
                  </a:lnTo>
                  <a:lnTo>
                    <a:pt x="6400" y="159"/>
                  </a:lnTo>
                  <a:lnTo>
                    <a:pt x="6341" y="198"/>
                  </a:lnTo>
                  <a:lnTo>
                    <a:pt x="6281" y="317"/>
                  </a:lnTo>
                  <a:lnTo>
                    <a:pt x="6222" y="396"/>
                  </a:lnTo>
                  <a:lnTo>
                    <a:pt x="6163" y="455"/>
                  </a:lnTo>
                  <a:lnTo>
                    <a:pt x="6143" y="376"/>
                  </a:lnTo>
                  <a:lnTo>
                    <a:pt x="6143" y="336"/>
                  </a:lnTo>
                  <a:lnTo>
                    <a:pt x="6163" y="297"/>
                  </a:lnTo>
                  <a:lnTo>
                    <a:pt x="6222" y="238"/>
                  </a:lnTo>
                  <a:lnTo>
                    <a:pt x="6183" y="218"/>
                  </a:lnTo>
                  <a:lnTo>
                    <a:pt x="6163" y="218"/>
                  </a:lnTo>
                  <a:lnTo>
                    <a:pt x="6123" y="257"/>
                  </a:lnTo>
                  <a:lnTo>
                    <a:pt x="6084" y="277"/>
                  </a:lnTo>
                  <a:lnTo>
                    <a:pt x="6064" y="297"/>
                  </a:lnTo>
                  <a:lnTo>
                    <a:pt x="6044" y="277"/>
                  </a:lnTo>
                  <a:lnTo>
                    <a:pt x="6005" y="317"/>
                  </a:lnTo>
                  <a:lnTo>
                    <a:pt x="5985" y="356"/>
                  </a:lnTo>
                  <a:lnTo>
                    <a:pt x="6005" y="396"/>
                  </a:lnTo>
                  <a:lnTo>
                    <a:pt x="6005" y="455"/>
                  </a:lnTo>
                  <a:lnTo>
                    <a:pt x="6025" y="455"/>
                  </a:lnTo>
                  <a:lnTo>
                    <a:pt x="5985" y="475"/>
                  </a:lnTo>
                  <a:lnTo>
                    <a:pt x="5965" y="475"/>
                  </a:lnTo>
                  <a:lnTo>
                    <a:pt x="5926" y="415"/>
                  </a:lnTo>
                  <a:lnTo>
                    <a:pt x="5926" y="455"/>
                  </a:lnTo>
                  <a:lnTo>
                    <a:pt x="5906" y="494"/>
                  </a:lnTo>
                  <a:lnTo>
                    <a:pt x="5867" y="534"/>
                  </a:lnTo>
                  <a:lnTo>
                    <a:pt x="5807" y="573"/>
                  </a:lnTo>
                  <a:lnTo>
                    <a:pt x="5807" y="554"/>
                  </a:lnTo>
                  <a:lnTo>
                    <a:pt x="5788" y="514"/>
                  </a:lnTo>
                  <a:lnTo>
                    <a:pt x="5768" y="573"/>
                  </a:lnTo>
                  <a:lnTo>
                    <a:pt x="5728" y="633"/>
                  </a:lnTo>
                  <a:lnTo>
                    <a:pt x="5748" y="652"/>
                  </a:lnTo>
                  <a:lnTo>
                    <a:pt x="5768" y="672"/>
                  </a:lnTo>
                  <a:lnTo>
                    <a:pt x="5788" y="731"/>
                  </a:lnTo>
                  <a:lnTo>
                    <a:pt x="5768" y="731"/>
                  </a:lnTo>
                  <a:lnTo>
                    <a:pt x="5807" y="771"/>
                  </a:lnTo>
                  <a:lnTo>
                    <a:pt x="5847" y="751"/>
                  </a:lnTo>
                  <a:lnTo>
                    <a:pt x="5886" y="731"/>
                  </a:lnTo>
                  <a:lnTo>
                    <a:pt x="5906" y="692"/>
                  </a:lnTo>
                  <a:lnTo>
                    <a:pt x="5926" y="672"/>
                  </a:lnTo>
                  <a:lnTo>
                    <a:pt x="5965" y="652"/>
                  </a:lnTo>
                  <a:lnTo>
                    <a:pt x="6005" y="652"/>
                  </a:lnTo>
                  <a:lnTo>
                    <a:pt x="6064" y="672"/>
                  </a:lnTo>
                  <a:lnTo>
                    <a:pt x="6064" y="712"/>
                  </a:lnTo>
                  <a:lnTo>
                    <a:pt x="6064" y="731"/>
                  </a:lnTo>
                  <a:lnTo>
                    <a:pt x="6084" y="751"/>
                  </a:lnTo>
                  <a:lnTo>
                    <a:pt x="6084" y="771"/>
                  </a:lnTo>
                  <a:lnTo>
                    <a:pt x="6064" y="771"/>
                  </a:lnTo>
                  <a:lnTo>
                    <a:pt x="6044" y="751"/>
                  </a:lnTo>
                  <a:lnTo>
                    <a:pt x="6044" y="810"/>
                  </a:lnTo>
                  <a:lnTo>
                    <a:pt x="6064" y="830"/>
                  </a:lnTo>
                  <a:lnTo>
                    <a:pt x="6084" y="830"/>
                  </a:lnTo>
                  <a:lnTo>
                    <a:pt x="6104" y="909"/>
                  </a:lnTo>
                  <a:lnTo>
                    <a:pt x="6084" y="968"/>
                  </a:lnTo>
                  <a:lnTo>
                    <a:pt x="6044" y="1008"/>
                  </a:lnTo>
                  <a:lnTo>
                    <a:pt x="6005" y="1047"/>
                  </a:lnTo>
                  <a:lnTo>
                    <a:pt x="5965" y="1028"/>
                  </a:lnTo>
                  <a:lnTo>
                    <a:pt x="5965" y="988"/>
                  </a:lnTo>
                  <a:lnTo>
                    <a:pt x="5965" y="949"/>
                  </a:lnTo>
                  <a:lnTo>
                    <a:pt x="5985" y="889"/>
                  </a:lnTo>
                  <a:lnTo>
                    <a:pt x="5985" y="830"/>
                  </a:lnTo>
                  <a:lnTo>
                    <a:pt x="5965" y="870"/>
                  </a:lnTo>
                  <a:lnTo>
                    <a:pt x="5946" y="889"/>
                  </a:lnTo>
                  <a:lnTo>
                    <a:pt x="5926" y="889"/>
                  </a:lnTo>
                  <a:lnTo>
                    <a:pt x="5886" y="791"/>
                  </a:lnTo>
                  <a:lnTo>
                    <a:pt x="5867" y="850"/>
                  </a:lnTo>
                  <a:lnTo>
                    <a:pt x="5886" y="889"/>
                  </a:lnTo>
                  <a:lnTo>
                    <a:pt x="5906" y="929"/>
                  </a:lnTo>
                  <a:lnTo>
                    <a:pt x="5926" y="988"/>
                  </a:lnTo>
                  <a:lnTo>
                    <a:pt x="5926" y="1047"/>
                  </a:lnTo>
                  <a:lnTo>
                    <a:pt x="5926" y="1067"/>
                  </a:lnTo>
                  <a:lnTo>
                    <a:pt x="5906" y="1067"/>
                  </a:lnTo>
                  <a:lnTo>
                    <a:pt x="5867" y="1047"/>
                  </a:lnTo>
                  <a:lnTo>
                    <a:pt x="5827" y="1047"/>
                  </a:lnTo>
                  <a:lnTo>
                    <a:pt x="5847" y="1008"/>
                  </a:lnTo>
                  <a:lnTo>
                    <a:pt x="5847" y="1008"/>
                  </a:lnTo>
                  <a:lnTo>
                    <a:pt x="5807" y="1028"/>
                  </a:lnTo>
                  <a:lnTo>
                    <a:pt x="5788" y="1067"/>
                  </a:lnTo>
                  <a:lnTo>
                    <a:pt x="5768" y="1107"/>
                  </a:lnTo>
                  <a:lnTo>
                    <a:pt x="5748" y="1126"/>
                  </a:lnTo>
                  <a:lnTo>
                    <a:pt x="5669" y="1067"/>
                  </a:lnTo>
                  <a:lnTo>
                    <a:pt x="5709" y="1087"/>
                  </a:lnTo>
                  <a:lnTo>
                    <a:pt x="5728" y="1067"/>
                  </a:lnTo>
                  <a:lnTo>
                    <a:pt x="5748" y="1008"/>
                  </a:lnTo>
                  <a:lnTo>
                    <a:pt x="5728" y="949"/>
                  </a:lnTo>
                  <a:lnTo>
                    <a:pt x="5748" y="929"/>
                  </a:lnTo>
                  <a:lnTo>
                    <a:pt x="5748" y="909"/>
                  </a:lnTo>
                  <a:lnTo>
                    <a:pt x="5709" y="889"/>
                  </a:lnTo>
                  <a:lnTo>
                    <a:pt x="5689" y="870"/>
                  </a:lnTo>
                  <a:lnTo>
                    <a:pt x="5669" y="791"/>
                  </a:lnTo>
                  <a:lnTo>
                    <a:pt x="5689" y="613"/>
                  </a:lnTo>
                  <a:lnTo>
                    <a:pt x="5649" y="633"/>
                  </a:lnTo>
                  <a:lnTo>
                    <a:pt x="5630" y="652"/>
                  </a:lnTo>
                  <a:lnTo>
                    <a:pt x="5590" y="652"/>
                  </a:lnTo>
                  <a:lnTo>
                    <a:pt x="5551" y="633"/>
                  </a:lnTo>
                  <a:lnTo>
                    <a:pt x="5531" y="672"/>
                  </a:lnTo>
                  <a:lnTo>
                    <a:pt x="5531" y="692"/>
                  </a:lnTo>
                  <a:lnTo>
                    <a:pt x="5472" y="712"/>
                  </a:lnTo>
                  <a:lnTo>
                    <a:pt x="5432" y="731"/>
                  </a:lnTo>
                  <a:lnTo>
                    <a:pt x="5412" y="751"/>
                  </a:lnTo>
                  <a:lnTo>
                    <a:pt x="5393" y="771"/>
                  </a:lnTo>
                  <a:lnTo>
                    <a:pt x="5393" y="830"/>
                  </a:lnTo>
                  <a:lnTo>
                    <a:pt x="5373" y="830"/>
                  </a:lnTo>
                  <a:lnTo>
                    <a:pt x="5373" y="810"/>
                  </a:lnTo>
                  <a:lnTo>
                    <a:pt x="5373" y="771"/>
                  </a:lnTo>
                  <a:lnTo>
                    <a:pt x="5353" y="771"/>
                  </a:lnTo>
                  <a:lnTo>
                    <a:pt x="5274" y="791"/>
                  </a:lnTo>
                  <a:lnTo>
                    <a:pt x="5215" y="850"/>
                  </a:lnTo>
                  <a:lnTo>
                    <a:pt x="5175" y="929"/>
                  </a:lnTo>
                  <a:lnTo>
                    <a:pt x="5136" y="929"/>
                  </a:lnTo>
                  <a:lnTo>
                    <a:pt x="5116" y="909"/>
                  </a:lnTo>
                  <a:lnTo>
                    <a:pt x="5077" y="870"/>
                  </a:lnTo>
                  <a:lnTo>
                    <a:pt x="5017" y="889"/>
                  </a:lnTo>
                  <a:lnTo>
                    <a:pt x="4978" y="929"/>
                  </a:lnTo>
                  <a:lnTo>
                    <a:pt x="4899" y="1008"/>
                  </a:lnTo>
                  <a:lnTo>
                    <a:pt x="4840" y="1146"/>
                  </a:lnTo>
                  <a:lnTo>
                    <a:pt x="4780" y="1186"/>
                  </a:lnTo>
                  <a:lnTo>
                    <a:pt x="4701" y="1225"/>
                  </a:lnTo>
                  <a:lnTo>
                    <a:pt x="4701" y="1146"/>
                  </a:lnTo>
                  <a:lnTo>
                    <a:pt x="4642" y="1166"/>
                  </a:lnTo>
                  <a:lnTo>
                    <a:pt x="4622" y="1205"/>
                  </a:lnTo>
                  <a:lnTo>
                    <a:pt x="4622" y="1245"/>
                  </a:lnTo>
                  <a:lnTo>
                    <a:pt x="4583" y="1205"/>
                  </a:lnTo>
                  <a:lnTo>
                    <a:pt x="4543" y="1225"/>
                  </a:lnTo>
                  <a:lnTo>
                    <a:pt x="4523" y="1245"/>
                  </a:lnTo>
                  <a:lnTo>
                    <a:pt x="4504" y="1265"/>
                  </a:lnTo>
                  <a:lnTo>
                    <a:pt x="4464" y="1304"/>
                  </a:lnTo>
                  <a:lnTo>
                    <a:pt x="4444" y="1324"/>
                  </a:lnTo>
                  <a:lnTo>
                    <a:pt x="4405" y="1324"/>
                  </a:lnTo>
                  <a:lnTo>
                    <a:pt x="4346" y="1304"/>
                  </a:lnTo>
                  <a:lnTo>
                    <a:pt x="4326" y="1304"/>
                  </a:lnTo>
                  <a:lnTo>
                    <a:pt x="4306" y="1324"/>
                  </a:lnTo>
                  <a:lnTo>
                    <a:pt x="4286" y="1363"/>
                  </a:lnTo>
                  <a:lnTo>
                    <a:pt x="4286" y="1423"/>
                  </a:lnTo>
                  <a:lnTo>
                    <a:pt x="4286" y="1482"/>
                  </a:lnTo>
                  <a:lnTo>
                    <a:pt x="4267" y="1521"/>
                  </a:lnTo>
                  <a:lnTo>
                    <a:pt x="4227" y="1442"/>
                  </a:lnTo>
                  <a:lnTo>
                    <a:pt x="4207" y="1423"/>
                  </a:lnTo>
                  <a:lnTo>
                    <a:pt x="4188" y="1403"/>
                  </a:lnTo>
                  <a:lnTo>
                    <a:pt x="4049" y="1521"/>
                  </a:lnTo>
                  <a:lnTo>
                    <a:pt x="3891" y="1640"/>
                  </a:lnTo>
                  <a:lnTo>
                    <a:pt x="3595" y="1857"/>
                  </a:lnTo>
                  <a:lnTo>
                    <a:pt x="3595" y="1818"/>
                  </a:lnTo>
                  <a:lnTo>
                    <a:pt x="3536" y="1838"/>
                  </a:lnTo>
                  <a:lnTo>
                    <a:pt x="3477" y="1897"/>
                  </a:lnTo>
                  <a:lnTo>
                    <a:pt x="3398" y="1996"/>
                  </a:lnTo>
                  <a:lnTo>
                    <a:pt x="3319" y="2094"/>
                  </a:lnTo>
                  <a:lnTo>
                    <a:pt x="3259" y="2114"/>
                  </a:lnTo>
                  <a:lnTo>
                    <a:pt x="3200" y="2134"/>
                  </a:lnTo>
                  <a:lnTo>
                    <a:pt x="3180" y="2213"/>
                  </a:lnTo>
                  <a:lnTo>
                    <a:pt x="3180" y="2252"/>
                  </a:lnTo>
                  <a:lnTo>
                    <a:pt x="3200" y="2292"/>
                  </a:lnTo>
                  <a:lnTo>
                    <a:pt x="3220" y="2312"/>
                  </a:lnTo>
                  <a:lnTo>
                    <a:pt x="3259" y="2331"/>
                  </a:lnTo>
                  <a:lnTo>
                    <a:pt x="3299" y="2430"/>
                  </a:lnTo>
                  <a:lnTo>
                    <a:pt x="3279" y="2450"/>
                  </a:lnTo>
                  <a:lnTo>
                    <a:pt x="3259" y="2470"/>
                  </a:lnTo>
                  <a:lnTo>
                    <a:pt x="3240" y="2450"/>
                  </a:lnTo>
                  <a:lnTo>
                    <a:pt x="3200" y="2430"/>
                  </a:lnTo>
                  <a:lnTo>
                    <a:pt x="3161" y="2391"/>
                  </a:lnTo>
                  <a:lnTo>
                    <a:pt x="3121" y="2391"/>
                  </a:lnTo>
                  <a:lnTo>
                    <a:pt x="3082" y="2331"/>
                  </a:lnTo>
                  <a:lnTo>
                    <a:pt x="3082" y="2292"/>
                  </a:lnTo>
                  <a:lnTo>
                    <a:pt x="3082" y="2233"/>
                  </a:lnTo>
                  <a:lnTo>
                    <a:pt x="3062" y="2173"/>
                  </a:lnTo>
                  <a:lnTo>
                    <a:pt x="3003" y="2312"/>
                  </a:lnTo>
                  <a:lnTo>
                    <a:pt x="2943" y="2331"/>
                  </a:lnTo>
                  <a:lnTo>
                    <a:pt x="2904" y="2351"/>
                  </a:lnTo>
                  <a:lnTo>
                    <a:pt x="2864" y="2391"/>
                  </a:lnTo>
                  <a:lnTo>
                    <a:pt x="2805" y="2371"/>
                  </a:lnTo>
                  <a:lnTo>
                    <a:pt x="2825" y="2371"/>
                  </a:lnTo>
                  <a:lnTo>
                    <a:pt x="2805" y="2331"/>
                  </a:lnTo>
                  <a:lnTo>
                    <a:pt x="2805" y="2312"/>
                  </a:lnTo>
                  <a:lnTo>
                    <a:pt x="2825" y="2312"/>
                  </a:lnTo>
                  <a:lnTo>
                    <a:pt x="2825" y="2331"/>
                  </a:lnTo>
                  <a:lnTo>
                    <a:pt x="2884" y="2312"/>
                  </a:lnTo>
                  <a:lnTo>
                    <a:pt x="2884" y="2272"/>
                  </a:lnTo>
                  <a:lnTo>
                    <a:pt x="2884" y="2233"/>
                  </a:lnTo>
                  <a:lnTo>
                    <a:pt x="2904" y="2193"/>
                  </a:lnTo>
                  <a:lnTo>
                    <a:pt x="2805" y="2292"/>
                  </a:lnTo>
                  <a:lnTo>
                    <a:pt x="2766" y="2312"/>
                  </a:lnTo>
                  <a:lnTo>
                    <a:pt x="2706" y="2331"/>
                  </a:lnTo>
                  <a:lnTo>
                    <a:pt x="2726" y="2371"/>
                  </a:lnTo>
                  <a:lnTo>
                    <a:pt x="2706" y="2410"/>
                  </a:lnTo>
                  <a:lnTo>
                    <a:pt x="2687" y="2430"/>
                  </a:lnTo>
                  <a:lnTo>
                    <a:pt x="2687" y="2470"/>
                  </a:lnTo>
                  <a:lnTo>
                    <a:pt x="2667" y="2450"/>
                  </a:lnTo>
                  <a:lnTo>
                    <a:pt x="2687" y="2489"/>
                  </a:lnTo>
                  <a:lnTo>
                    <a:pt x="2687" y="2509"/>
                  </a:lnTo>
                  <a:lnTo>
                    <a:pt x="2667" y="2568"/>
                  </a:lnTo>
                  <a:lnTo>
                    <a:pt x="2588" y="2450"/>
                  </a:lnTo>
                  <a:lnTo>
                    <a:pt x="2588" y="2470"/>
                  </a:lnTo>
                  <a:lnTo>
                    <a:pt x="2608" y="2489"/>
                  </a:lnTo>
                  <a:lnTo>
                    <a:pt x="2608" y="2509"/>
                  </a:lnTo>
                  <a:lnTo>
                    <a:pt x="2608" y="2529"/>
                  </a:lnTo>
                  <a:lnTo>
                    <a:pt x="2568" y="2568"/>
                  </a:lnTo>
                  <a:lnTo>
                    <a:pt x="2509" y="2608"/>
                  </a:lnTo>
                  <a:lnTo>
                    <a:pt x="2430" y="2608"/>
                  </a:lnTo>
                  <a:lnTo>
                    <a:pt x="2410" y="2588"/>
                  </a:lnTo>
                  <a:lnTo>
                    <a:pt x="2371" y="2549"/>
                  </a:lnTo>
                  <a:lnTo>
                    <a:pt x="2351" y="2588"/>
                  </a:lnTo>
                  <a:lnTo>
                    <a:pt x="2331" y="2628"/>
                  </a:lnTo>
                  <a:lnTo>
                    <a:pt x="2331" y="2647"/>
                  </a:lnTo>
                  <a:lnTo>
                    <a:pt x="2292" y="2667"/>
                  </a:lnTo>
                  <a:lnTo>
                    <a:pt x="2292" y="2608"/>
                  </a:lnTo>
                  <a:lnTo>
                    <a:pt x="2193" y="2647"/>
                  </a:lnTo>
                  <a:lnTo>
                    <a:pt x="2114" y="2687"/>
                  </a:lnTo>
                  <a:lnTo>
                    <a:pt x="2015" y="2726"/>
                  </a:lnTo>
                  <a:lnTo>
                    <a:pt x="1916" y="2726"/>
                  </a:lnTo>
                  <a:lnTo>
                    <a:pt x="1837" y="2825"/>
                  </a:lnTo>
                  <a:lnTo>
                    <a:pt x="1798" y="2884"/>
                  </a:lnTo>
                  <a:lnTo>
                    <a:pt x="1778" y="2944"/>
                  </a:lnTo>
                  <a:lnTo>
                    <a:pt x="1837" y="2944"/>
                  </a:lnTo>
                  <a:lnTo>
                    <a:pt x="1857" y="2963"/>
                  </a:lnTo>
                  <a:lnTo>
                    <a:pt x="1857" y="3003"/>
                  </a:lnTo>
                  <a:lnTo>
                    <a:pt x="1857" y="3042"/>
                  </a:lnTo>
                  <a:lnTo>
                    <a:pt x="1837" y="3062"/>
                  </a:lnTo>
                  <a:lnTo>
                    <a:pt x="1798" y="3102"/>
                  </a:lnTo>
                  <a:lnTo>
                    <a:pt x="1778" y="3062"/>
                  </a:lnTo>
                  <a:lnTo>
                    <a:pt x="1738" y="3062"/>
                  </a:lnTo>
                  <a:lnTo>
                    <a:pt x="1719" y="3042"/>
                  </a:lnTo>
                  <a:lnTo>
                    <a:pt x="1738" y="3003"/>
                  </a:lnTo>
                  <a:lnTo>
                    <a:pt x="1699" y="2983"/>
                  </a:lnTo>
                  <a:lnTo>
                    <a:pt x="1679" y="2983"/>
                  </a:lnTo>
                  <a:lnTo>
                    <a:pt x="1640" y="3003"/>
                  </a:lnTo>
                  <a:lnTo>
                    <a:pt x="1580" y="3023"/>
                  </a:lnTo>
                  <a:lnTo>
                    <a:pt x="1541" y="3023"/>
                  </a:lnTo>
                  <a:lnTo>
                    <a:pt x="1521" y="2983"/>
                  </a:lnTo>
                  <a:lnTo>
                    <a:pt x="1501" y="3023"/>
                  </a:lnTo>
                  <a:lnTo>
                    <a:pt x="1442" y="3062"/>
                  </a:lnTo>
                  <a:lnTo>
                    <a:pt x="1403" y="3121"/>
                  </a:lnTo>
                  <a:lnTo>
                    <a:pt x="1383" y="3181"/>
                  </a:lnTo>
                  <a:lnTo>
                    <a:pt x="1383" y="3141"/>
                  </a:lnTo>
                  <a:lnTo>
                    <a:pt x="1383" y="3121"/>
                  </a:lnTo>
                  <a:lnTo>
                    <a:pt x="1403" y="3082"/>
                  </a:lnTo>
                  <a:lnTo>
                    <a:pt x="1403" y="3062"/>
                  </a:lnTo>
                  <a:lnTo>
                    <a:pt x="1363" y="3102"/>
                  </a:lnTo>
                  <a:lnTo>
                    <a:pt x="1343" y="3062"/>
                  </a:lnTo>
                  <a:lnTo>
                    <a:pt x="1324" y="3082"/>
                  </a:lnTo>
                  <a:lnTo>
                    <a:pt x="1304" y="3102"/>
                  </a:lnTo>
                  <a:lnTo>
                    <a:pt x="1284" y="3181"/>
                  </a:lnTo>
                  <a:lnTo>
                    <a:pt x="1284" y="3240"/>
                  </a:lnTo>
                  <a:lnTo>
                    <a:pt x="1264" y="3299"/>
                  </a:lnTo>
                  <a:lnTo>
                    <a:pt x="1264" y="3279"/>
                  </a:lnTo>
                  <a:lnTo>
                    <a:pt x="1245" y="3319"/>
                  </a:lnTo>
                  <a:lnTo>
                    <a:pt x="1225" y="3200"/>
                  </a:lnTo>
                  <a:lnTo>
                    <a:pt x="1205" y="3240"/>
                  </a:lnTo>
                  <a:lnTo>
                    <a:pt x="1185" y="3299"/>
                  </a:lnTo>
                  <a:lnTo>
                    <a:pt x="1185" y="3358"/>
                  </a:lnTo>
                  <a:lnTo>
                    <a:pt x="1146" y="3418"/>
                  </a:lnTo>
                  <a:lnTo>
                    <a:pt x="1126" y="3378"/>
                  </a:lnTo>
                  <a:lnTo>
                    <a:pt x="1106" y="3437"/>
                  </a:lnTo>
                  <a:lnTo>
                    <a:pt x="1106" y="3398"/>
                  </a:lnTo>
                  <a:lnTo>
                    <a:pt x="1087" y="3477"/>
                  </a:lnTo>
                  <a:lnTo>
                    <a:pt x="1067" y="3516"/>
                  </a:lnTo>
                  <a:lnTo>
                    <a:pt x="1047" y="3556"/>
                  </a:lnTo>
                  <a:lnTo>
                    <a:pt x="1027" y="3615"/>
                  </a:lnTo>
                  <a:lnTo>
                    <a:pt x="968" y="3576"/>
                  </a:lnTo>
                  <a:lnTo>
                    <a:pt x="929" y="3576"/>
                  </a:lnTo>
                  <a:lnTo>
                    <a:pt x="929" y="3615"/>
                  </a:lnTo>
                  <a:lnTo>
                    <a:pt x="869" y="3497"/>
                  </a:lnTo>
                  <a:lnTo>
                    <a:pt x="909" y="3477"/>
                  </a:lnTo>
                  <a:lnTo>
                    <a:pt x="948" y="3497"/>
                  </a:lnTo>
                  <a:lnTo>
                    <a:pt x="968" y="3516"/>
                  </a:lnTo>
                  <a:lnTo>
                    <a:pt x="1008" y="3477"/>
                  </a:lnTo>
                  <a:lnTo>
                    <a:pt x="948" y="3437"/>
                  </a:lnTo>
                  <a:lnTo>
                    <a:pt x="771" y="3437"/>
                  </a:lnTo>
                  <a:lnTo>
                    <a:pt x="672" y="3497"/>
                  </a:lnTo>
                  <a:lnTo>
                    <a:pt x="593" y="3556"/>
                  </a:lnTo>
                  <a:lnTo>
                    <a:pt x="553" y="3595"/>
                  </a:lnTo>
                  <a:lnTo>
                    <a:pt x="514" y="3635"/>
                  </a:lnTo>
                  <a:lnTo>
                    <a:pt x="435" y="3694"/>
                  </a:lnTo>
                  <a:lnTo>
                    <a:pt x="395" y="3714"/>
                  </a:lnTo>
                  <a:lnTo>
                    <a:pt x="376" y="3753"/>
                  </a:lnTo>
                  <a:lnTo>
                    <a:pt x="356" y="3793"/>
                  </a:lnTo>
                  <a:lnTo>
                    <a:pt x="376" y="3852"/>
                  </a:lnTo>
                  <a:lnTo>
                    <a:pt x="376" y="3852"/>
                  </a:lnTo>
                  <a:lnTo>
                    <a:pt x="336" y="3773"/>
                  </a:lnTo>
                  <a:lnTo>
                    <a:pt x="158" y="3813"/>
                  </a:lnTo>
                  <a:lnTo>
                    <a:pt x="79" y="3872"/>
                  </a:lnTo>
                  <a:lnTo>
                    <a:pt x="0" y="3931"/>
                  </a:lnTo>
                  <a:lnTo>
                    <a:pt x="909" y="5334"/>
                  </a:lnTo>
                  <a:lnTo>
                    <a:pt x="968" y="5353"/>
                  </a:lnTo>
                  <a:lnTo>
                    <a:pt x="968" y="5353"/>
                  </a:lnTo>
                  <a:lnTo>
                    <a:pt x="948" y="5334"/>
                  </a:lnTo>
                  <a:lnTo>
                    <a:pt x="909" y="5314"/>
                  </a:lnTo>
                  <a:lnTo>
                    <a:pt x="909" y="5235"/>
                  </a:lnTo>
                  <a:lnTo>
                    <a:pt x="929" y="5195"/>
                  </a:lnTo>
                  <a:lnTo>
                    <a:pt x="948" y="5195"/>
                  </a:lnTo>
                  <a:lnTo>
                    <a:pt x="988" y="5235"/>
                  </a:lnTo>
                  <a:lnTo>
                    <a:pt x="1027" y="5274"/>
                  </a:lnTo>
                  <a:lnTo>
                    <a:pt x="1087" y="5255"/>
                  </a:lnTo>
                  <a:lnTo>
                    <a:pt x="1126" y="5235"/>
                  </a:lnTo>
                  <a:lnTo>
                    <a:pt x="1225" y="5215"/>
                  </a:lnTo>
                  <a:lnTo>
                    <a:pt x="1324" y="5195"/>
                  </a:lnTo>
                  <a:lnTo>
                    <a:pt x="1363" y="5176"/>
                  </a:lnTo>
                  <a:lnTo>
                    <a:pt x="1403" y="5116"/>
                  </a:lnTo>
                  <a:lnTo>
                    <a:pt x="1284" y="5057"/>
                  </a:lnTo>
                  <a:lnTo>
                    <a:pt x="1324" y="5156"/>
                  </a:lnTo>
                  <a:lnTo>
                    <a:pt x="1264" y="5116"/>
                  </a:lnTo>
                  <a:lnTo>
                    <a:pt x="1225" y="5037"/>
                  </a:lnTo>
                  <a:lnTo>
                    <a:pt x="1205" y="4879"/>
                  </a:lnTo>
                  <a:lnTo>
                    <a:pt x="1205" y="4879"/>
                  </a:lnTo>
                  <a:lnTo>
                    <a:pt x="1225" y="4899"/>
                  </a:lnTo>
                  <a:lnTo>
                    <a:pt x="1264" y="4899"/>
                  </a:lnTo>
                  <a:lnTo>
                    <a:pt x="1284" y="4919"/>
                  </a:lnTo>
                  <a:lnTo>
                    <a:pt x="1324" y="4840"/>
                  </a:lnTo>
                  <a:lnTo>
                    <a:pt x="1304" y="4840"/>
                  </a:lnTo>
                  <a:lnTo>
                    <a:pt x="1284" y="4820"/>
                  </a:lnTo>
                  <a:lnTo>
                    <a:pt x="1264" y="4820"/>
                  </a:lnTo>
                  <a:lnTo>
                    <a:pt x="1264" y="4800"/>
                  </a:lnTo>
                  <a:lnTo>
                    <a:pt x="1343" y="4800"/>
                  </a:lnTo>
                  <a:lnTo>
                    <a:pt x="1363" y="4820"/>
                  </a:lnTo>
                  <a:lnTo>
                    <a:pt x="1363" y="4860"/>
                  </a:lnTo>
                  <a:lnTo>
                    <a:pt x="1403" y="4840"/>
                  </a:lnTo>
                  <a:lnTo>
                    <a:pt x="1403" y="4820"/>
                  </a:lnTo>
                  <a:lnTo>
                    <a:pt x="1403" y="4781"/>
                  </a:lnTo>
                  <a:lnTo>
                    <a:pt x="1403" y="4741"/>
                  </a:lnTo>
                  <a:lnTo>
                    <a:pt x="1422" y="4741"/>
                  </a:lnTo>
                  <a:lnTo>
                    <a:pt x="1442" y="4800"/>
                  </a:lnTo>
                  <a:lnTo>
                    <a:pt x="1462" y="4919"/>
                  </a:lnTo>
                  <a:lnTo>
                    <a:pt x="1482" y="4919"/>
                  </a:lnTo>
                  <a:lnTo>
                    <a:pt x="1521" y="4939"/>
                  </a:lnTo>
                  <a:lnTo>
                    <a:pt x="1541" y="4998"/>
                  </a:lnTo>
                  <a:lnTo>
                    <a:pt x="1600" y="4958"/>
                  </a:lnTo>
                  <a:lnTo>
                    <a:pt x="1620" y="5057"/>
                  </a:lnTo>
                  <a:lnTo>
                    <a:pt x="1659" y="5037"/>
                  </a:lnTo>
                  <a:lnTo>
                    <a:pt x="1679" y="5018"/>
                  </a:lnTo>
                  <a:lnTo>
                    <a:pt x="1699" y="4998"/>
                  </a:lnTo>
                  <a:lnTo>
                    <a:pt x="1738" y="4998"/>
                  </a:lnTo>
                  <a:lnTo>
                    <a:pt x="1699" y="4919"/>
                  </a:lnTo>
                  <a:lnTo>
                    <a:pt x="1837" y="4919"/>
                  </a:lnTo>
                  <a:lnTo>
                    <a:pt x="1956" y="4879"/>
                  </a:lnTo>
                  <a:lnTo>
                    <a:pt x="1896" y="4840"/>
                  </a:lnTo>
                  <a:lnTo>
                    <a:pt x="1916" y="4800"/>
                  </a:lnTo>
                  <a:lnTo>
                    <a:pt x="1936" y="4781"/>
                  </a:lnTo>
                  <a:lnTo>
                    <a:pt x="1975" y="4800"/>
                  </a:lnTo>
                  <a:lnTo>
                    <a:pt x="2035" y="4820"/>
                  </a:lnTo>
                  <a:lnTo>
                    <a:pt x="2054" y="4820"/>
                  </a:lnTo>
                  <a:lnTo>
                    <a:pt x="2094" y="4781"/>
                  </a:lnTo>
                  <a:lnTo>
                    <a:pt x="2114" y="4741"/>
                  </a:lnTo>
                  <a:lnTo>
                    <a:pt x="2133" y="4702"/>
                  </a:lnTo>
                  <a:lnTo>
                    <a:pt x="2133" y="4642"/>
                  </a:lnTo>
                  <a:lnTo>
                    <a:pt x="2094" y="4583"/>
                  </a:lnTo>
                  <a:lnTo>
                    <a:pt x="2114" y="4563"/>
                  </a:lnTo>
                  <a:lnTo>
                    <a:pt x="2133" y="4563"/>
                  </a:lnTo>
                  <a:lnTo>
                    <a:pt x="2173" y="4603"/>
                  </a:lnTo>
                  <a:lnTo>
                    <a:pt x="2193" y="4504"/>
                  </a:lnTo>
                  <a:lnTo>
                    <a:pt x="2212" y="4465"/>
                  </a:lnTo>
                  <a:lnTo>
                    <a:pt x="2232" y="4445"/>
                  </a:lnTo>
                  <a:lnTo>
                    <a:pt x="2252" y="4465"/>
                  </a:lnTo>
                  <a:lnTo>
                    <a:pt x="2232" y="4504"/>
                  </a:lnTo>
                  <a:lnTo>
                    <a:pt x="2212" y="4563"/>
                  </a:lnTo>
                  <a:lnTo>
                    <a:pt x="2252" y="4603"/>
                  </a:lnTo>
                  <a:lnTo>
                    <a:pt x="2292" y="4583"/>
                  </a:lnTo>
                  <a:lnTo>
                    <a:pt x="2311" y="4563"/>
                  </a:lnTo>
                  <a:lnTo>
                    <a:pt x="2351" y="4563"/>
                  </a:lnTo>
                  <a:lnTo>
                    <a:pt x="2351" y="4504"/>
                  </a:lnTo>
                  <a:lnTo>
                    <a:pt x="2371" y="4425"/>
                  </a:lnTo>
                  <a:lnTo>
                    <a:pt x="2430" y="4228"/>
                  </a:lnTo>
                  <a:lnTo>
                    <a:pt x="2371" y="4188"/>
                  </a:lnTo>
                  <a:lnTo>
                    <a:pt x="2351" y="4109"/>
                  </a:lnTo>
                  <a:lnTo>
                    <a:pt x="2331" y="4030"/>
                  </a:lnTo>
                  <a:lnTo>
                    <a:pt x="2331" y="3951"/>
                  </a:lnTo>
                  <a:lnTo>
                    <a:pt x="2351" y="3991"/>
                  </a:lnTo>
                  <a:lnTo>
                    <a:pt x="2450" y="3991"/>
                  </a:lnTo>
                  <a:lnTo>
                    <a:pt x="2489" y="4010"/>
                  </a:lnTo>
                  <a:lnTo>
                    <a:pt x="2509" y="4050"/>
                  </a:lnTo>
                  <a:lnTo>
                    <a:pt x="2568" y="4089"/>
                  </a:lnTo>
                  <a:lnTo>
                    <a:pt x="2588" y="4109"/>
                  </a:lnTo>
                  <a:lnTo>
                    <a:pt x="2588" y="4129"/>
                  </a:lnTo>
                  <a:lnTo>
                    <a:pt x="2568" y="4149"/>
                  </a:lnTo>
                  <a:lnTo>
                    <a:pt x="2509" y="4109"/>
                  </a:lnTo>
                  <a:lnTo>
                    <a:pt x="2489" y="4089"/>
                  </a:lnTo>
                  <a:lnTo>
                    <a:pt x="2469" y="4109"/>
                  </a:lnTo>
                  <a:lnTo>
                    <a:pt x="2568" y="4168"/>
                  </a:lnTo>
                  <a:lnTo>
                    <a:pt x="2687" y="4228"/>
                  </a:lnTo>
                  <a:lnTo>
                    <a:pt x="2687" y="4287"/>
                  </a:lnTo>
                  <a:lnTo>
                    <a:pt x="2667" y="4307"/>
                  </a:lnTo>
                  <a:lnTo>
                    <a:pt x="2647" y="4326"/>
                  </a:lnTo>
                  <a:lnTo>
                    <a:pt x="2647" y="4287"/>
                  </a:lnTo>
                  <a:lnTo>
                    <a:pt x="2627" y="4247"/>
                  </a:lnTo>
                  <a:lnTo>
                    <a:pt x="2608" y="4287"/>
                  </a:lnTo>
                  <a:lnTo>
                    <a:pt x="2608" y="4326"/>
                  </a:lnTo>
                  <a:lnTo>
                    <a:pt x="2647" y="4366"/>
                  </a:lnTo>
                  <a:lnTo>
                    <a:pt x="2706" y="4405"/>
                  </a:lnTo>
                  <a:lnTo>
                    <a:pt x="2726" y="4465"/>
                  </a:lnTo>
                  <a:lnTo>
                    <a:pt x="2766" y="4425"/>
                  </a:lnTo>
                  <a:lnTo>
                    <a:pt x="2785" y="4405"/>
                  </a:lnTo>
                  <a:lnTo>
                    <a:pt x="2766" y="4386"/>
                  </a:lnTo>
                  <a:lnTo>
                    <a:pt x="2805" y="4405"/>
                  </a:lnTo>
                  <a:lnTo>
                    <a:pt x="2845" y="4386"/>
                  </a:lnTo>
                  <a:lnTo>
                    <a:pt x="2884" y="4346"/>
                  </a:lnTo>
                  <a:lnTo>
                    <a:pt x="2924" y="4287"/>
                  </a:lnTo>
                  <a:lnTo>
                    <a:pt x="2943" y="4287"/>
                  </a:lnTo>
                  <a:lnTo>
                    <a:pt x="2983" y="4307"/>
                  </a:lnTo>
                  <a:lnTo>
                    <a:pt x="2983" y="4307"/>
                  </a:lnTo>
                  <a:lnTo>
                    <a:pt x="2963" y="4267"/>
                  </a:lnTo>
                  <a:lnTo>
                    <a:pt x="2943" y="4228"/>
                  </a:lnTo>
                  <a:lnTo>
                    <a:pt x="2943" y="4208"/>
                  </a:lnTo>
                  <a:lnTo>
                    <a:pt x="2983" y="4188"/>
                  </a:lnTo>
                  <a:lnTo>
                    <a:pt x="3003" y="4208"/>
                  </a:lnTo>
                  <a:lnTo>
                    <a:pt x="3062" y="4247"/>
                  </a:lnTo>
                  <a:lnTo>
                    <a:pt x="3062" y="4208"/>
                  </a:lnTo>
                  <a:lnTo>
                    <a:pt x="3082" y="4168"/>
                  </a:lnTo>
                  <a:lnTo>
                    <a:pt x="3121" y="4149"/>
                  </a:lnTo>
                  <a:lnTo>
                    <a:pt x="3121" y="4089"/>
                  </a:lnTo>
                  <a:lnTo>
                    <a:pt x="3082" y="4050"/>
                  </a:lnTo>
                  <a:lnTo>
                    <a:pt x="3042" y="3991"/>
                  </a:lnTo>
                  <a:lnTo>
                    <a:pt x="3042" y="3931"/>
                  </a:lnTo>
                  <a:lnTo>
                    <a:pt x="3042" y="3892"/>
                  </a:lnTo>
                  <a:lnTo>
                    <a:pt x="3082" y="3872"/>
                  </a:lnTo>
                  <a:lnTo>
                    <a:pt x="3121" y="3852"/>
                  </a:lnTo>
                  <a:lnTo>
                    <a:pt x="3141" y="3832"/>
                  </a:lnTo>
                  <a:lnTo>
                    <a:pt x="3180" y="3872"/>
                  </a:lnTo>
                  <a:lnTo>
                    <a:pt x="3161" y="3892"/>
                  </a:lnTo>
                  <a:lnTo>
                    <a:pt x="3141" y="3912"/>
                  </a:lnTo>
                  <a:lnTo>
                    <a:pt x="3121" y="3951"/>
                  </a:lnTo>
                  <a:lnTo>
                    <a:pt x="3121" y="3951"/>
                  </a:lnTo>
                  <a:lnTo>
                    <a:pt x="3240" y="3832"/>
                  </a:lnTo>
                  <a:lnTo>
                    <a:pt x="3259" y="3872"/>
                  </a:lnTo>
                  <a:lnTo>
                    <a:pt x="3259" y="3892"/>
                  </a:lnTo>
                  <a:lnTo>
                    <a:pt x="3240" y="3931"/>
                  </a:lnTo>
                  <a:lnTo>
                    <a:pt x="3220" y="3951"/>
                  </a:lnTo>
                  <a:lnTo>
                    <a:pt x="3279" y="3951"/>
                  </a:lnTo>
                  <a:lnTo>
                    <a:pt x="3319" y="3912"/>
                  </a:lnTo>
                  <a:lnTo>
                    <a:pt x="3319" y="3872"/>
                  </a:lnTo>
                  <a:lnTo>
                    <a:pt x="3319" y="3793"/>
                  </a:lnTo>
                  <a:lnTo>
                    <a:pt x="3417" y="3793"/>
                  </a:lnTo>
                  <a:lnTo>
                    <a:pt x="3437" y="3852"/>
                  </a:lnTo>
                  <a:lnTo>
                    <a:pt x="3437" y="3912"/>
                  </a:lnTo>
                  <a:lnTo>
                    <a:pt x="3457" y="3971"/>
                  </a:lnTo>
                  <a:lnTo>
                    <a:pt x="3437" y="4030"/>
                  </a:lnTo>
                  <a:lnTo>
                    <a:pt x="3398" y="4030"/>
                  </a:lnTo>
                  <a:lnTo>
                    <a:pt x="3398" y="3991"/>
                  </a:lnTo>
                  <a:lnTo>
                    <a:pt x="3378" y="3951"/>
                  </a:lnTo>
                  <a:lnTo>
                    <a:pt x="3358" y="3931"/>
                  </a:lnTo>
                  <a:lnTo>
                    <a:pt x="3338" y="3931"/>
                  </a:lnTo>
                  <a:lnTo>
                    <a:pt x="3378" y="4010"/>
                  </a:lnTo>
                  <a:lnTo>
                    <a:pt x="3338" y="4010"/>
                  </a:lnTo>
                  <a:lnTo>
                    <a:pt x="3319" y="4030"/>
                  </a:lnTo>
                  <a:lnTo>
                    <a:pt x="3299" y="4070"/>
                  </a:lnTo>
                  <a:lnTo>
                    <a:pt x="3279" y="4070"/>
                  </a:lnTo>
                  <a:lnTo>
                    <a:pt x="3279" y="4050"/>
                  </a:lnTo>
                  <a:lnTo>
                    <a:pt x="3299" y="4030"/>
                  </a:lnTo>
                  <a:lnTo>
                    <a:pt x="3200" y="4070"/>
                  </a:lnTo>
                  <a:lnTo>
                    <a:pt x="3180" y="4089"/>
                  </a:lnTo>
                  <a:lnTo>
                    <a:pt x="3161" y="4168"/>
                  </a:lnTo>
                  <a:lnTo>
                    <a:pt x="3220" y="4168"/>
                  </a:lnTo>
                  <a:lnTo>
                    <a:pt x="3240" y="4149"/>
                  </a:lnTo>
                  <a:lnTo>
                    <a:pt x="3319" y="4129"/>
                  </a:lnTo>
                  <a:lnTo>
                    <a:pt x="3378" y="4089"/>
                  </a:lnTo>
                  <a:lnTo>
                    <a:pt x="3417" y="4089"/>
                  </a:lnTo>
                  <a:lnTo>
                    <a:pt x="3437" y="4109"/>
                  </a:lnTo>
                  <a:lnTo>
                    <a:pt x="3536" y="3912"/>
                  </a:lnTo>
                  <a:lnTo>
                    <a:pt x="3477" y="3852"/>
                  </a:lnTo>
                  <a:lnTo>
                    <a:pt x="3457" y="3813"/>
                  </a:lnTo>
                  <a:lnTo>
                    <a:pt x="3457" y="3773"/>
                  </a:lnTo>
                  <a:lnTo>
                    <a:pt x="3496" y="3813"/>
                  </a:lnTo>
                  <a:lnTo>
                    <a:pt x="3556" y="3852"/>
                  </a:lnTo>
                  <a:lnTo>
                    <a:pt x="3654" y="3852"/>
                  </a:lnTo>
                  <a:lnTo>
                    <a:pt x="3635" y="3813"/>
                  </a:lnTo>
                  <a:lnTo>
                    <a:pt x="3635" y="3793"/>
                  </a:lnTo>
                  <a:lnTo>
                    <a:pt x="3654" y="3734"/>
                  </a:lnTo>
                  <a:lnTo>
                    <a:pt x="3654" y="3694"/>
                  </a:lnTo>
                  <a:lnTo>
                    <a:pt x="3654" y="3655"/>
                  </a:lnTo>
                  <a:lnTo>
                    <a:pt x="3635" y="3635"/>
                  </a:lnTo>
                  <a:lnTo>
                    <a:pt x="3635" y="3674"/>
                  </a:lnTo>
                  <a:lnTo>
                    <a:pt x="3615" y="3655"/>
                  </a:lnTo>
                  <a:lnTo>
                    <a:pt x="3575" y="3615"/>
                  </a:lnTo>
                  <a:lnTo>
                    <a:pt x="3575" y="3595"/>
                  </a:lnTo>
                  <a:lnTo>
                    <a:pt x="3575" y="3556"/>
                  </a:lnTo>
                  <a:lnTo>
                    <a:pt x="3556" y="3516"/>
                  </a:lnTo>
                  <a:lnTo>
                    <a:pt x="3556" y="3497"/>
                  </a:lnTo>
                  <a:lnTo>
                    <a:pt x="3615" y="3497"/>
                  </a:lnTo>
                  <a:lnTo>
                    <a:pt x="3635" y="3516"/>
                  </a:lnTo>
                  <a:lnTo>
                    <a:pt x="3654" y="3536"/>
                  </a:lnTo>
                  <a:lnTo>
                    <a:pt x="3714" y="3556"/>
                  </a:lnTo>
                  <a:lnTo>
                    <a:pt x="3714" y="3674"/>
                  </a:lnTo>
                  <a:lnTo>
                    <a:pt x="3694" y="3753"/>
                  </a:lnTo>
                  <a:lnTo>
                    <a:pt x="3674" y="3813"/>
                  </a:lnTo>
                  <a:lnTo>
                    <a:pt x="3694" y="3832"/>
                  </a:lnTo>
                  <a:lnTo>
                    <a:pt x="3714" y="3813"/>
                  </a:lnTo>
                  <a:lnTo>
                    <a:pt x="3773" y="3813"/>
                  </a:lnTo>
                  <a:lnTo>
                    <a:pt x="3753" y="3773"/>
                  </a:lnTo>
                  <a:lnTo>
                    <a:pt x="3733" y="3753"/>
                  </a:lnTo>
                  <a:lnTo>
                    <a:pt x="3733" y="3714"/>
                  </a:lnTo>
                  <a:lnTo>
                    <a:pt x="3714" y="3694"/>
                  </a:lnTo>
                  <a:lnTo>
                    <a:pt x="3812" y="3536"/>
                  </a:lnTo>
                  <a:lnTo>
                    <a:pt x="3852" y="3437"/>
                  </a:lnTo>
                  <a:lnTo>
                    <a:pt x="3911" y="3378"/>
                  </a:lnTo>
                  <a:lnTo>
                    <a:pt x="3931" y="3418"/>
                  </a:lnTo>
                  <a:lnTo>
                    <a:pt x="3931" y="3477"/>
                  </a:lnTo>
                  <a:lnTo>
                    <a:pt x="3891" y="3556"/>
                  </a:lnTo>
                  <a:lnTo>
                    <a:pt x="3891" y="3595"/>
                  </a:lnTo>
                  <a:lnTo>
                    <a:pt x="3872" y="3635"/>
                  </a:lnTo>
                  <a:lnTo>
                    <a:pt x="3891" y="3694"/>
                  </a:lnTo>
                  <a:lnTo>
                    <a:pt x="3931" y="3734"/>
                  </a:lnTo>
                  <a:lnTo>
                    <a:pt x="3951" y="3694"/>
                  </a:lnTo>
                  <a:lnTo>
                    <a:pt x="3951" y="3655"/>
                  </a:lnTo>
                  <a:lnTo>
                    <a:pt x="3951" y="3615"/>
                  </a:lnTo>
                  <a:lnTo>
                    <a:pt x="4010" y="3615"/>
                  </a:lnTo>
                  <a:lnTo>
                    <a:pt x="4030" y="3635"/>
                  </a:lnTo>
                  <a:lnTo>
                    <a:pt x="4069" y="3595"/>
                  </a:lnTo>
                  <a:lnTo>
                    <a:pt x="4128" y="3556"/>
                  </a:lnTo>
                  <a:lnTo>
                    <a:pt x="4168" y="3516"/>
                  </a:lnTo>
                  <a:lnTo>
                    <a:pt x="4109" y="3477"/>
                  </a:lnTo>
                  <a:lnTo>
                    <a:pt x="4128" y="3457"/>
                  </a:lnTo>
                  <a:lnTo>
                    <a:pt x="4148" y="3437"/>
                  </a:lnTo>
                  <a:lnTo>
                    <a:pt x="4227" y="3418"/>
                  </a:lnTo>
                  <a:lnTo>
                    <a:pt x="4227" y="3398"/>
                  </a:lnTo>
                  <a:lnTo>
                    <a:pt x="4247" y="3418"/>
                  </a:lnTo>
                  <a:lnTo>
                    <a:pt x="4267" y="3378"/>
                  </a:lnTo>
                  <a:lnTo>
                    <a:pt x="4306" y="3358"/>
                  </a:lnTo>
                  <a:lnTo>
                    <a:pt x="4365" y="3319"/>
                  </a:lnTo>
                  <a:lnTo>
                    <a:pt x="4405" y="3299"/>
                  </a:lnTo>
                  <a:lnTo>
                    <a:pt x="4385" y="3260"/>
                  </a:lnTo>
                  <a:lnTo>
                    <a:pt x="4365" y="3279"/>
                  </a:lnTo>
                  <a:lnTo>
                    <a:pt x="4346" y="3319"/>
                  </a:lnTo>
                  <a:lnTo>
                    <a:pt x="4306" y="3339"/>
                  </a:lnTo>
                  <a:lnTo>
                    <a:pt x="4267" y="3319"/>
                  </a:lnTo>
                  <a:lnTo>
                    <a:pt x="4227" y="3299"/>
                  </a:lnTo>
                  <a:lnTo>
                    <a:pt x="4227" y="3260"/>
                  </a:lnTo>
                  <a:lnTo>
                    <a:pt x="4267" y="3200"/>
                  </a:lnTo>
                  <a:lnTo>
                    <a:pt x="4306" y="3141"/>
                  </a:lnTo>
                  <a:lnTo>
                    <a:pt x="4346" y="3082"/>
                  </a:lnTo>
                  <a:lnTo>
                    <a:pt x="4405" y="3042"/>
                  </a:lnTo>
                  <a:lnTo>
                    <a:pt x="4365" y="3042"/>
                  </a:lnTo>
                  <a:lnTo>
                    <a:pt x="4365" y="3003"/>
                  </a:lnTo>
                  <a:lnTo>
                    <a:pt x="4385" y="2983"/>
                  </a:lnTo>
                  <a:lnTo>
                    <a:pt x="4444" y="2944"/>
                  </a:lnTo>
                  <a:lnTo>
                    <a:pt x="4484" y="2963"/>
                  </a:lnTo>
                  <a:lnTo>
                    <a:pt x="4484" y="2983"/>
                  </a:lnTo>
                  <a:lnTo>
                    <a:pt x="4504" y="3023"/>
                  </a:lnTo>
                  <a:lnTo>
                    <a:pt x="4484" y="3082"/>
                  </a:lnTo>
                  <a:lnTo>
                    <a:pt x="4504" y="3082"/>
                  </a:lnTo>
                  <a:lnTo>
                    <a:pt x="4523" y="3102"/>
                  </a:lnTo>
                  <a:lnTo>
                    <a:pt x="4504" y="3141"/>
                  </a:lnTo>
                  <a:lnTo>
                    <a:pt x="4484" y="3161"/>
                  </a:lnTo>
                  <a:lnTo>
                    <a:pt x="4464" y="3181"/>
                  </a:lnTo>
                  <a:lnTo>
                    <a:pt x="4464" y="3240"/>
                  </a:lnTo>
                  <a:lnTo>
                    <a:pt x="4583" y="3319"/>
                  </a:lnTo>
                  <a:lnTo>
                    <a:pt x="4602" y="3279"/>
                  </a:lnTo>
                  <a:lnTo>
                    <a:pt x="4642" y="3260"/>
                  </a:lnTo>
                  <a:lnTo>
                    <a:pt x="4682" y="3279"/>
                  </a:lnTo>
                  <a:lnTo>
                    <a:pt x="4701" y="3260"/>
                  </a:lnTo>
                  <a:lnTo>
                    <a:pt x="4642" y="3240"/>
                  </a:lnTo>
                  <a:lnTo>
                    <a:pt x="4642" y="3200"/>
                  </a:lnTo>
                  <a:lnTo>
                    <a:pt x="4642" y="3181"/>
                  </a:lnTo>
                  <a:lnTo>
                    <a:pt x="4682" y="3200"/>
                  </a:lnTo>
                  <a:lnTo>
                    <a:pt x="4682" y="3200"/>
                  </a:lnTo>
                  <a:lnTo>
                    <a:pt x="4602" y="3102"/>
                  </a:lnTo>
                  <a:lnTo>
                    <a:pt x="4583" y="3121"/>
                  </a:lnTo>
                  <a:lnTo>
                    <a:pt x="4563" y="3161"/>
                  </a:lnTo>
                  <a:lnTo>
                    <a:pt x="4543" y="3181"/>
                  </a:lnTo>
                  <a:lnTo>
                    <a:pt x="4504" y="3181"/>
                  </a:lnTo>
                  <a:lnTo>
                    <a:pt x="4523" y="3121"/>
                  </a:lnTo>
                  <a:lnTo>
                    <a:pt x="4543" y="3062"/>
                  </a:lnTo>
                  <a:lnTo>
                    <a:pt x="4543" y="3003"/>
                  </a:lnTo>
                  <a:lnTo>
                    <a:pt x="4583" y="2963"/>
                  </a:lnTo>
                  <a:lnTo>
                    <a:pt x="4602" y="2983"/>
                  </a:lnTo>
                  <a:lnTo>
                    <a:pt x="4583" y="3003"/>
                  </a:lnTo>
                  <a:lnTo>
                    <a:pt x="4583" y="3023"/>
                  </a:lnTo>
                  <a:lnTo>
                    <a:pt x="4622" y="3003"/>
                  </a:lnTo>
                  <a:lnTo>
                    <a:pt x="4622" y="2983"/>
                  </a:lnTo>
                  <a:lnTo>
                    <a:pt x="4642" y="2944"/>
                  </a:lnTo>
                  <a:lnTo>
                    <a:pt x="4682" y="2924"/>
                  </a:lnTo>
                  <a:lnTo>
                    <a:pt x="4682" y="3003"/>
                  </a:lnTo>
                  <a:lnTo>
                    <a:pt x="4682" y="3042"/>
                  </a:lnTo>
                  <a:lnTo>
                    <a:pt x="4721" y="3082"/>
                  </a:lnTo>
                  <a:lnTo>
                    <a:pt x="4721" y="3082"/>
                  </a:lnTo>
                  <a:lnTo>
                    <a:pt x="4701" y="2983"/>
                  </a:lnTo>
                  <a:lnTo>
                    <a:pt x="4741" y="3003"/>
                  </a:lnTo>
                  <a:lnTo>
                    <a:pt x="4761" y="3023"/>
                  </a:lnTo>
                  <a:lnTo>
                    <a:pt x="4761" y="3003"/>
                  </a:lnTo>
                  <a:lnTo>
                    <a:pt x="4761" y="2983"/>
                  </a:lnTo>
                  <a:lnTo>
                    <a:pt x="4741" y="2944"/>
                  </a:lnTo>
                  <a:lnTo>
                    <a:pt x="4761" y="2924"/>
                  </a:lnTo>
                  <a:lnTo>
                    <a:pt x="4800" y="2944"/>
                  </a:lnTo>
                  <a:lnTo>
                    <a:pt x="4820" y="2983"/>
                  </a:lnTo>
                  <a:lnTo>
                    <a:pt x="4840" y="2963"/>
                  </a:lnTo>
                  <a:lnTo>
                    <a:pt x="4859" y="2924"/>
                  </a:lnTo>
                  <a:lnTo>
                    <a:pt x="4859" y="2904"/>
                  </a:lnTo>
                  <a:lnTo>
                    <a:pt x="4859" y="2865"/>
                  </a:lnTo>
                  <a:lnTo>
                    <a:pt x="4840" y="2865"/>
                  </a:lnTo>
                  <a:lnTo>
                    <a:pt x="4820" y="2845"/>
                  </a:lnTo>
                  <a:lnTo>
                    <a:pt x="4780" y="2805"/>
                  </a:lnTo>
                  <a:lnTo>
                    <a:pt x="4780" y="2746"/>
                  </a:lnTo>
                  <a:lnTo>
                    <a:pt x="4780" y="2707"/>
                  </a:lnTo>
                  <a:lnTo>
                    <a:pt x="4840" y="2687"/>
                  </a:lnTo>
                  <a:lnTo>
                    <a:pt x="4879" y="2647"/>
                  </a:lnTo>
                  <a:lnTo>
                    <a:pt x="4919" y="2628"/>
                  </a:lnTo>
                  <a:lnTo>
                    <a:pt x="4998" y="2667"/>
                  </a:lnTo>
                  <a:lnTo>
                    <a:pt x="4998" y="2588"/>
                  </a:lnTo>
                  <a:lnTo>
                    <a:pt x="5017" y="2628"/>
                  </a:lnTo>
                  <a:lnTo>
                    <a:pt x="5037" y="2628"/>
                  </a:lnTo>
                  <a:lnTo>
                    <a:pt x="5057" y="2608"/>
                  </a:lnTo>
                  <a:lnTo>
                    <a:pt x="5096" y="2588"/>
                  </a:lnTo>
                  <a:lnTo>
                    <a:pt x="5096" y="2628"/>
                  </a:lnTo>
                  <a:lnTo>
                    <a:pt x="5096" y="2647"/>
                  </a:lnTo>
                  <a:lnTo>
                    <a:pt x="5057" y="2667"/>
                  </a:lnTo>
                  <a:lnTo>
                    <a:pt x="5037" y="2707"/>
                  </a:lnTo>
                  <a:lnTo>
                    <a:pt x="5037" y="2746"/>
                  </a:lnTo>
                  <a:lnTo>
                    <a:pt x="5057" y="2805"/>
                  </a:lnTo>
                  <a:lnTo>
                    <a:pt x="5096" y="2805"/>
                  </a:lnTo>
                  <a:lnTo>
                    <a:pt x="5116" y="2825"/>
                  </a:lnTo>
                  <a:lnTo>
                    <a:pt x="5116" y="2884"/>
                  </a:lnTo>
                  <a:lnTo>
                    <a:pt x="5136" y="2845"/>
                  </a:lnTo>
                  <a:lnTo>
                    <a:pt x="5116" y="2805"/>
                  </a:lnTo>
                  <a:lnTo>
                    <a:pt x="5096" y="2766"/>
                  </a:lnTo>
                  <a:lnTo>
                    <a:pt x="5077" y="2707"/>
                  </a:lnTo>
                  <a:lnTo>
                    <a:pt x="5136" y="2707"/>
                  </a:lnTo>
                  <a:lnTo>
                    <a:pt x="5156" y="2726"/>
                  </a:lnTo>
                  <a:lnTo>
                    <a:pt x="5175" y="2766"/>
                  </a:lnTo>
                  <a:lnTo>
                    <a:pt x="5215" y="2726"/>
                  </a:lnTo>
                  <a:lnTo>
                    <a:pt x="5215" y="2687"/>
                  </a:lnTo>
                  <a:lnTo>
                    <a:pt x="5215" y="2667"/>
                  </a:lnTo>
                  <a:lnTo>
                    <a:pt x="5235" y="2647"/>
                  </a:lnTo>
                  <a:lnTo>
                    <a:pt x="5294" y="2786"/>
                  </a:lnTo>
                  <a:lnTo>
                    <a:pt x="5294" y="2766"/>
                  </a:lnTo>
                  <a:lnTo>
                    <a:pt x="5314" y="2746"/>
                  </a:lnTo>
                  <a:lnTo>
                    <a:pt x="5353" y="2766"/>
                  </a:lnTo>
                  <a:lnTo>
                    <a:pt x="5353" y="2766"/>
                  </a:lnTo>
                  <a:lnTo>
                    <a:pt x="5333" y="2707"/>
                  </a:lnTo>
                  <a:lnTo>
                    <a:pt x="5314" y="2707"/>
                  </a:lnTo>
                  <a:lnTo>
                    <a:pt x="5314" y="2726"/>
                  </a:lnTo>
                  <a:lnTo>
                    <a:pt x="5294" y="2687"/>
                  </a:lnTo>
                  <a:lnTo>
                    <a:pt x="5314" y="2667"/>
                  </a:lnTo>
                  <a:lnTo>
                    <a:pt x="5333" y="2647"/>
                  </a:lnTo>
                  <a:lnTo>
                    <a:pt x="5373" y="2628"/>
                  </a:lnTo>
                  <a:lnTo>
                    <a:pt x="5432" y="2628"/>
                  </a:lnTo>
                  <a:lnTo>
                    <a:pt x="5472" y="2608"/>
                  </a:lnTo>
                  <a:lnTo>
                    <a:pt x="5511" y="2588"/>
                  </a:lnTo>
                  <a:lnTo>
                    <a:pt x="5491" y="2549"/>
                  </a:lnTo>
                  <a:lnTo>
                    <a:pt x="5472" y="2529"/>
                  </a:lnTo>
                  <a:lnTo>
                    <a:pt x="5452" y="2529"/>
                  </a:lnTo>
                  <a:lnTo>
                    <a:pt x="5452" y="2549"/>
                  </a:lnTo>
                  <a:lnTo>
                    <a:pt x="5432" y="2588"/>
                  </a:lnTo>
                  <a:lnTo>
                    <a:pt x="5412" y="2588"/>
                  </a:lnTo>
                  <a:lnTo>
                    <a:pt x="5373" y="2549"/>
                  </a:lnTo>
                  <a:lnTo>
                    <a:pt x="5393" y="2529"/>
                  </a:lnTo>
                  <a:lnTo>
                    <a:pt x="5412" y="2489"/>
                  </a:lnTo>
                  <a:lnTo>
                    <a:pt x="5491" y="2450"/>
                  </a:lnTo>
                  <a:lnTo>
                    <a:pt x="5551" y="2391"/>
                  </a:lnTo>
                  <a:lnTo>
                    <a:pt x="5590" y="2351"/>
                  </a:lnTo>
                  <a:lnTo>
                    <a:pt x="5610" y="2312"/>
                  </a:lnTo>
                  <a:lnTo>
                    <a:pt x="5649" y="2331"/>
                  </a:lnTo>
                  <a:lnTo>
                    <a:pt x="5669" y="2351"/>
                  </a:lnTo>
                  <a:lnTo>
                    <a:pt x="5669" y="2410"/>
                  </a:lnTo>
                  <a:lnTo>
                    <a:pt x="5709" y="2450"/>
                  </a:lnTo>
                  <a:lnTo>
                    <a:pt x="5669" y="2489"/>
                  </a:lnTo>
                  <a:lnTo>
                    <a:pt x="5630" y="2489"/>
                  </a:lnTo>
                  <a:lnTo>
                    <a:pt x="5590" y="2509"/>
                  </a:lnTo>
                  <a:lnTo>
                    <a:pt x="5551" y="2549"/>
                  </a:lnTo>
                  <a:lnTo>
                    <a:pt x="5630" y="2529"/>
                  </a:lnTo>
                  <a:lnTo>
                    <a:pt x="5689" y="2489"/>
                  </a:lnTo>
                  <a:lnTo>
                    <a:pt x="5728" y="2430"/>
                  </a:lnTo>
                  <a:lnTo>
                    <a:pt x="5768" y="2371"/>
                  </a:lnTo>
                  <a:lnTo>
                    <a:pt x="5827" y="2371"/>
                  </a:lnTo>
                  <a:lnTo>
                    <a:pt x="5886" y="2410"/>
                  </a:lnTo>
                  <a:lnTo>
                    <a:pt x="5946" y="2450"/>
                  </a:lnTo>
                  <a:lnTo>
                    <a:pt x="5985" y="2450"/>
                  </a:lnTo>
                  <a:lnTo>
                    <a:pt x="6005" y="2430"/>
                  </a:lnTo>
                  <a:lnTo>
                    <a:pt x="5965" y="2371"/>
                  </a:lnTo>
                  <a:lnTo>
                    <a:pt x="5926" y="2351"/>
                  </a:lnTo>
                  <a:lnTo>
                    <a:pt x="5926" y="2331"/>
                  </a:lnTo>
                  <a:lnTo>
                    <a:pt x="5946" y="2312"/>
                  </a:lnTo>
                  <a:lnTo>
                    <a:pt x="6005" y="2312"/>
                  </a:lnTo>
                  <a:lnTo>
                    <a:pt x="5985" y="2272"/>
                  </a:lnTo>
                  <a:lnTo>
                    <a:pt x="5965" y="2272"/>
                  </a:lnTo>
                  <a:lnTo>
                    <a:pt x="5946" y="2252"/>
                  </a:lnTo>
                  <a:lnTo>
                    <a:pt x="5946" y="2233"/>
                  </a:lnTo>
                  <a:lnTo>
                    <a:pt x="5985" y="2233"/>
                  </a:lnTo>
                  <a:lnTo>
                    <a:pt x="6005" y="2252"/>
                  </a:lnTo>
                  <a:lnTo>
                    <a:pt x="6025" y="2272"/>
                  </a:lnTo>
                  <a:lnTo>
                    <a:pt x="6044" y="2252"/>
                  </a:lnTo>
                  <a:lnTo>
                    <a:pt x="6064" y="2252"/>
                  </a:lnTo>
                  <a:lnTo>
                    <a:pt x="6104" y="2272"/>
                  </a:lnTo>
                  <a:lnTo>
                    <a:pt x="6143" y="2292"/>
                  </a:lnTo>
                  <a:lnTo>
                    <a:pt x="6163" y="2292"/>
                  </a:lnTo>
                  <a:lnTo>
                    <a:pt x="6163" y="2233"/>
                  </a:lnTo>
                  <a:lnTo>
                    <a:pt x="6143" y="2233"/>
                  </a:lnTo>
                  <a:lnTo>
                    <a:pt x="6143" y="2252"/>
                  </a:lnTo>
                  <a:lnTo>
                    <a:pt x="6123" y="2252"/>
                  </a:lnTo>
                  <a:lnTo>
                    <a:pt x="6104" y="2213"/>
                  </a:lnTo>
                  <a:lnTo>
                    <a:pt x="6104" y="2154"/>
                  </a:lnTo>
                  <a:lnTo>
                    <a:pt x="6123" y="2075"/>
                  </a:lnTo>
                  <a:lnTo>
                    <a:pt x="6123" y="2094"/>
                  </a:lnTo>
                  <a:lnTo>
                    <a:pt x="6143" y="2094"/>
                  </a:lnTo>
                  <a:lnTo>
                    <a:pt x="6183" y="2075"/>
                  </a:lnTo>
                  <a:lnTo>
                    <a:pt x="6202" y="2114"/>
                  </a:lnTo>
                  <a:lnTo>
                    <a:pt x="6183" y="2134"/>
                  </a:lnTo>
                  <a:lnTo>
                    <a:pt x="6163" y="2154"/>
                  </a:lnTo>
                  <a:lnTo>
                    <a:pt x="6143" y="2173"/>
                  </a:lnTo>
                  <a:lnTo>
                    <a:pt x="6222" y="2154"/>
                  </a:lnTo>
                  <a:lnTo>
                    <a:pt x="6202" y="2154"/>
                  </a:lnTo>
                  <a:lnTo>
                    <a:pt x="6242" y="2035"/>
                  </a:lnTo>
                  <a:lnTo>
                    <a:pt x="6222" y="2055"/>
                  </a:lnTo>
                  <a:lnTo>
                    <a:pt x="6202" y="2055"/>
                  </a:lnTo>
                  <a:lnTo>
                    <a:pt x="6183" y="2015"/>
                  </a:lnTo>
                  <a:lnTo>
                    <a:pt x="6183" y="1976"/>
                  </a:lnTo>
                  <a:lnTo>
                    <a:pt x="6183" y="1956"/>
                  </a:lnTo>
                  <a:lnTo>
                    <a:pt x="6222" y="1936"/>
                  </a:lnTo>
                  <a:lnTo>
                    <a:pt x="6262" y="1936"/>
                  </a:lnTo>
                  <a:lnTo>
                    <a:pt x="6301" y="1956"/>
                  </a:lnTo>
                  <a:lnTo>
                    <a:pt x="6341" y="2015"/>
                  </a:lnTo>
                  <a:lnTo>
                    <a:pt x="6341" y="2015"/>
                  </a:lnTo>
                  <a:lnTo>
                    <a:pt x="6321" y="1956"/>
                  </a:lnTo>
                  <a:lnTo>
                    <a:pt x="6341" y="1917"/>
                  </a:lnTo>
                  <a:lnTo>
                    <a:pt x="6400" y="1857"/>
                  </a:lnTo>
                  <a:lnTo>
                    <a:pt x="6360" y="1838"/>
                  </a:lnTo>
                  <a:lnTo>
                    <a:pt x="6360" y="1818"/>
                  </a:lnTo>
                  <a:lnTo>
                    <a:pt x="6360" y="1759"/>
                  </a:lnTo>
                  <a:lnTo>
                    <a:pt x="6479" y="1798"/>
                  </a:lnTo>
                  <a:lnTo>
                    <a:pt x="6459" y="1838"/>
                  </a:lnTo>
                  <a:lnTo>
                    <a:pt x="6479" y="1877"/>
                  </a:lnTo>
                  <a:lnTo>
                    <a:pt x="6518" y="1897"/>
                  </a:lnTo>
                  <a:lnTo>
                    <a:pt x="6538" y="1936"/>
                  </a:lnTo>
                  <a:lnTo>
                    <a:pt x="6538" y="1976"/>
                  </a:lnTo>
                  <a:lnTo>
                    <a:pt x="6499" y="2015"/>
                  </a:lnTo>
                  <a:lnTo>
                    <a:pt x="6439" y="2015"/>
                  </a:lnTo>
                  <a:lnTo>
                    <a:pt x="6479" y="2035"/>
                  </a:lnTo>
                  <a:lnTo>
                    <a:pt x="6518" y="2035"/>
                  </a:lnTo>
                  <a:lnTo>
                    <a:pt x="6538" y="2015"/>
                  </a:lnTo>
                  <a:lnTo>
                    <a:pt x="6538" y="1996"/>
                  </a:lnTo>
                  <a:lnTo>
                    <a:pt x="6558" y="1936"/>
                  </a:lnTo>
                  <a:lnTo>
                    <a:pt x="6578" y="1917"/>
                  </a:lnTo>
                  <a:lnTo>
                    <a:pt x="6617" y="1917"/>
                  </a:lnTo>
                  <a:lnTo>
                    <a:pt x="6637" y="1976"/>
                  </a:lnTo>
                  <a:lnTo>
                    <a:pt x="6657" y="1936"/>
                  </a:lnTo>
                  <a:lnTo>
                    <a:pt x="6676" y="1917"/>
                  </a:lnTo>
                  <a:lnTo>
                    <a:pt x="6696" y="1917"/>
                  </a:lnTo>
                  <a:lnTo>
                    <a:pt x="6657" y="1877"/>
                  </a:lnTo>
                  <a:lnTo>
                    <a:pt x="6637" y="1838"/>
                  </a:lnTo>
                  <a:lnTo>
                    <a:pt x="6657" y="1778"/>
                  </a:lnTo>
                  <a:lnTo>
                    <a:pt x="6755" y="1857"/>
                  </a:lnTo>
                  <a:lnTo>
                    <a:pt x="6775" y="1838"/>
                  </a:lnTo>
                  <a:lnTo>
                    <a:pt x="6775" y="1818"/>
                  </a:lnTo>
                  <a:lnTo>
                    <a:pt x="6775" y="1778"/>
                  </a:lnTo>
                  <a:lnTo>
                    <a:pt x="6755" y="1719"/>
                  </a:lnTo>
                  <a:lnTo>
                    <a:pt x="6755" y="1660"/>
                  </a:lnTo>
                  <a:lnTo>
                    <a:pt x="6696" y="1620"/>
                  </a:lnTo>
                  <a:lnTo>
                    <a:pt x="6696" y="1581"/>
                  </a:lnTo>
                  <a:lnTo>
                    <a:pt x="6657" y="1581"/>
                  </a:lnTo>
                  <a:lnTo>
                    <a:pt x="6637" y="1541"/>
                  </a:lnTo>
                  <a:lnTo>
                    <a:pt x="6657" y="1502"/>
                  </a:lnTo>
                  <a:lnTo>
                    <a:pt x="6676" y="1482"/>
                  </a:lnTo>
                  <a:lnTo>
                    <a:pt x="6676" y="1462"/>
                  </a:lnTo>
                  <a:lnTo>
                    <a:pt x="6775" y="1462"/>
                  </a:lnTo>
                  <a:lnTo>
                    <a:pt x="6854" y="1502"/>
                  </a:lnTo>
                  <a:lnTo>
                    <a:pt x="6894" y="1601"/>
                  </a:lnTo>
                  <a:lnTo>
                    <a:pt x="6894" y="1680"/>
                  </a:lnTo>
                  <a:lnTo>
                    <a:pt x="6894" y="1778"/>
                  </a:lnTo>
                  <a:lnTo>
                    <a:pt x="6933" y="1897"/>
                  </a:lnTo>
                  <a:lnTo>
                    <a:pt x="7052" y="1798"/>
                  </a:lnTo>
                  <a:lnTo>
                    <a:pt x="7111" y="1759"/>
                  </a:lnTo>
                  <a:lnTo>
                    <a:pt x="7170" y="1759"/>
                  </a:lnTo>
                  <a:lnTo>
                    <a:pt x="7190" y="1699"/>
                  </a:lnTo>
                  <a:lnTo>
                    <a:pt x="7170" y="1640"/>
                  </a:lnTo>
                  <a:lnTo>
                    <a:pt x="7111" y="1521"/>
                  </a:lnTo>
                  <a:lnTo>
                    <a:pt x="7151" y="1502"/>
                  </a:lnTo>
                  <a:lnTo>
                    <a:pt x="7190" y="1502"/>
                  </a:lnTo>
                  <a:lnTo>
                    <a:pt x="7170" y="1561"/>
                  </a:lnTo>
                  <a:lnTo>
                    <a:pt x="7249" y="1442"/>
                  </a:lnTo>
                  <a:lnTo>
                    <a:pt x="7289" y="1403"/>
                  </a:lnTo>
                  <a:lnTo>
                    <a:pt x="7348" y="1383"/>
                  </a:lnTo>
                  <a:lnTo>
                    <a:pt x="7368" y="1344"/>
                  </a:lnTo>
                  <a:lnTo>
                    <a:pt x="7348" y="1284"/>
                  </a:lnTo>
                  <a:lnTo>
                    <a:pt x="7289" y="1186"/>
                  </a:lnTo>
                  <a:lnTo>
                    <a:pt x="7348" y="1146"/>
                  </a:lnTo>
                  <a:lnTo>
                    <a:pt x="7328" y="1146"/>
                  </a:lnTo>
                  <a:lnTo>
                    <a:pt x="7328" y="1087"/>
                  </a:lnTo>
                  <a:lnTo>
                    <a:pt x="7348" y="1067"/>
                  </a:lnTo>
                  <a:lnTo>
                    <a:pt x="7407" y="1047"/>
                  </a:lnTo>
                  <a:lnTo>
                    <a:pt x="7407" y="1087"/>
                  </a:lnTo>
                  <a:lnTo>
                    <a:pt x="7407" y="1126"/>
                  </a:lnTo>
                  <a:lnTo>
                    <a:pt x="7447" y="1126"/>
                  </a:lnTo>
                  <a:lnTo>
                    <a:pt x="7486" y="1107"/>
                  </a:lnTo>
                  <a:lnTo>
                    <a:pt x="689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0" name="Google Shape;7520;p29"/>
            <p:cNvSpPr/>
            <p:nvPr/>
          </p:nvSpPr>
          <p:spPr>
            <a:xfrm>
              <a:off x="-899852" y="-456181"/>
              <a:ext cx="41" cy="1696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1" name="Google Shape;7521;p29"/>
            <p:cNvSpPr/>
            <p:nvPr/>
          </p:nvSpPr>
          <p:spPr>
            <a:xfrm>
              <a:off x="-858980" y="-287852"/>
              <a:ext cx="40085" cy="104618"/>
            </a:xfrm>
            <a:custGeom>
              <a:rect b="b" l="l" r="r" t="t"/>
              <a:pathLst>
                <a:path extrusionOk="0" h="2529" w="969">
                  <a:moveTo>
                    <a:pt x="80" y="1"/>
                  </a:moveTo>
                  <a:lnTo>
                    <a:pt x="60" y="60"/>
                  </a:lnTo>
                  <a:lnTo>
                    <a:pt x="20" y="257"/>
                  </a:lnTo>
                  <a:lnTo>
                    <a:pt x="20" y="396"/>
                  </a:lnTo>
                  <a:lnTo>
                    <a:pt x="1" y="573"/>
                  </a:lnTo>
                  <a:lnTo>
                    <a:pt x="20" y="791"/>
                  </a:lnTo>
                  <a:lnTo>
                    <a:pt x="40" y="1047"/>
                  </a:lnTo>
                  <a:lnTo>
                    <a:pt x="99" y="1324"/>
                  </a:lnTo>
                  <a:lnTo>
                    <a:pt x="178" y="1581"/>
                  </a:lnTo>
                  <a:lnTo>
                    <a:pt x="277" y="1838"/>
                  </a:lnTo>
                  <a:lnTo>
                    <a:pt x="376" y="2055"/>
                  </a:lnTo>
                  <a:lnTo>
                    <a:pt x="573" y="2391"/>
                  </a:lnTo>
                  <a:lnTo>
                    <a:pt x="652" y="2509"/>
                  </a:lnTo>
                  <a:lnTo>
                    <a:pt x="968" y="2529"/>
                  </a:lnTo>
                  <a:lnTo>
                    <a:pt x="968" y="2529"/>
                  </a:lnTo>
                  <a:lnTo>
                    <a:pt x="889" y="2410"/>
                  </a:lnTo>
                  <a:lnTo>
                    <a:pt x="692" y="2094"/>
                  </a:lnTo>
                  <a:lnTo>
                    <a:pt x="475" y="1699"/>
                  </a:lnTo>
                  <a:lnTo>
                    <a:pt x="376" y="1482"/>
                  </a:lnTo>
                  <a:lnTo>
                    <a:pt x="297" y="1285"/>
                  </a:lnTo>
                  <a:lnTo>
                    <a:pt x="238" y="1087"/>
                  </a:lnTo>
                  <a:lnTo>
                    <a:pt x="198" y="870"/>
                  </a:lnTo>
                  <a:lnTo>
                    <a:pt x="139" y="455"/>
                  </a:lnTo>
                  <a:lnTo>
                    <a:pt x="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2" name="Google Shape;7522;p29"/>
            <p:cNvSpPr/>
            <p:nvPr/>
          </p:nvSpPr>
          <p:spPr>
            <a:xfrm>
              <a:off x="-1382748" y="-1252032"/>
              <a:ext cx="637390" cy="862057"/>
            </a:xfrm>
            <a:custGeom>
              <a:rect b="b" l="l" r="r" t="t"/>
              <a:pathLst>
                <a:path extrusionOk="0" h="20839" w="15408">
                  <a:moveTo>
                    <a:pt x="7289" y="0"/>
                  </a:moveTo>
                  <a:lnTo>
                    <a:pt x="3655" y="5965"/>
                  </a:lnTo>
                  <a:lnTo>
                    <a:pt x="1146" y="10113"/>
                  </a:lnTo>
                  <a:lnTo>
                    <a:pt x="317" y="11535"/>
                  </a:lnTo>
                  <a:lnTo>
                    <a:pt x="80" y="11950"/>
                  </a:lnTo>
                  <a:lnTo>
                    <a:pt x="1" y="12108"/>
                  </a:lnTo>
                  <a:lnTo>
                    <a:pt x="672" y="13037"/>
                  </a:lnTo>
                  <a:lnTo>
                    <a:pt x="2213" y="15170"/>
                  </a:lnTo>
                  <a:lnTo>
                    <a:pt x="3911" y="17540"/>
                  </a:lnTo>
                  <a:lnTo>
                    <a:pt x="4583" y="18508"/>
                  </a:lnTo>
                  <a:lnTo>
                    <a:pt x="5018" y="19199"/>
                  </a:lnTo>
                  <a:lnTo>
                    <a:pt x="5492" y="20009"/>
                  </a:lnTo>
                  <a:lnTo>
                    <a:pt x="5827" y="20523"/>
                  </a:lnTo>
                  <a:lnTo>
                    <a:pt x="5966" y="20681"/>
                  </a:lnTo>
                  <a:lnTo>
                    <a:pt x="6064" y="20779"/>
                  </a:lnTo>
                  <a:lnTo>
                    <a:pt x="6143" y="20839"/>
                  </a:lnTo>
                  <a:lnTo>
                    <a:pt x="6183" y="20839"/>
                  </a:lnTo>
                  <a:lnTo>
                    <a:pt x="6222" y="20819"/>
                  </a:lnTo>
                  <a:lnTo>
                    <a:pt x="6440" y="20760"/>
                  </a:lnTo>
                  <a:lnTo>
                    <a:pt x="6756" y="20621"/>
                  </a:lnTo>
                  <a:lnTo>
                    <a:pt x="6953" y="20542"/>
                  </a:lnTo>
                  <a:lnTo>
                    <a:pt x="7170" y="20404"/>
                  </a:lnTo>
                  <a:lnTo>
                    <a:pt x="7388" y="20246"/>
                  </a:lnTo>
                  <a:lnTo>
                    <a:pt x="7605" y="20049"/>
                  </a:lnTo>
                  <a:lnTo>
                    <a:pt x="7961" y="19693"/>
                  </a:lnTo>
                  <a:lnTo>
                    <a:pt x="8178" y="19476"/>
                  </a:lnTo>
                  <a:lnTo>
                    <a:pt x="8257" y="19416"/>
                  </a:lnTo>
                  <a:lnTo>
                    <a:pt x="8336" y="19357"/>
                  </a:lnTo>
                  <a:lnTo>
                    <a:pt x="8533" y="19258"/>
                  </a:lnTo>
                  <a:lnTo>
                    <a:pt x="8968" y="19140"/>
                  </a:lnTo>
                  <a:lnTo>
                    <a:pt x="9600" y="18982"/>
                  </a:lnTo>
                  <a:lnTo>
                    <a:pt x="9936" y="18863"/>
                  </a:lnTo>
                  <a:lnTo>
                    <a:pt x="10272" y="18725"/>
                  </a:lnTo>
                  <a:lnTo>
                    <a:pt x="10548" y="18587"/>
                  </a:lnTo>
                  <a:lnTo>
                    <a:pt x="10686" y="18508"/>
                  </a:lnTo>
                  <a:lnTo>
                    <a:pt x="10785" y="18409"/>
                  </a:lnTo>
                  <a:lnTo>
                    <a:pt x="11141" y="18073"/>
                  </a:lnTo>
                  <a:lnTo>
                    <a:pt x="11457" y="17757"/>
                  </a:lnTo>
                  <a:lnTo>
                    <a:pt x="11615" y="17619"/>
                  </a:lnTo>
                  <a:lnTo>
                    <a:pt x="11773" y="17501"/>
                  </a:lnTo>
                  <a:lnTo>
                    <a:pt x="11931" y="17402"/>
                  </a:lnTo>
                  <a:lnTo>
                    <a:pt x="12089" y="17323"/>
                  </a:lnTo>
                  <a:lnTo>
                    <a:pt x="12286" y="17283"/>
                  </a:lnTo>
                  <a:lnTo>
                    <a:pt x="12484" y="17224"/>
                  </a:lnTo>
                  <a:lnTo>
                    <a:pt x="12958" y="17145"/>
                  </a:lnTo>
                  <a:lnTo>
                    <a:pt x="13195" y="17086"/>
                  </a:lnTo>
                  <a:lnTo>
                    <a:pt x="13432" y="17007"/>
                  </a:lnTo>
                  <a:lnTo>
                    <a:pt x="13669" y="16888"/>
                  </a:lnTo>
                  <a:lnTo>
                    <a:pt x="13768" y="16829"/>
                  </a:lnTo>
                  <a:lnTo>
                    <a:pt x="13886" y="16730"/>
                  </a:lnTo>
                  <a:lnTo>
                    <a:pt x="14301" y="16355"/>
                  </a:lnTo>
                  <a:lnTo>
                    <a:pt x="14755" y="16019"/>
                  </a:lnTo>
                  <a:lnTo>
                    <a:pt x="14953" y="15881"/>
                  </a:lnTo>
                  <a:lnTo>
                    <a:pt x="15150" y="15762"/>
                  </a:lnTo>
                  <a:lnTo>
                    <a:pt x="15289" y="15703"/>
                  </a:lnTo>
                  <a:lnTo>
                    <a:pt x="15407" y="15683"/>
                  </a:lnTo>
                  <a:lnTo>
                    <a:pt x="15170" y="15308"/>
                  </a:lnTo>
                  <a:lnTo>
                    <a:pt x="14597" y="14380"/>
                  </a:lnTo>
                  <a:lnTo>
                    <a:pt x="13866" y="13175"/>
                  </a:lnTo>
                  <a:lnTo>
                    <a:pt x="13511" y="12582"/>
                  </a:lnTo>
                  <a:lnTo>
                    <a:pt x="13195" y="12009"/>
                  </a:lnTo>
                  <a:lnTo>
                    <a:pt x="12721" y="11081"/>
                  </a:lnTo>
                  <a:lnTo>
                    <a:pt x="11950" y="9521"/>
                  </a:lnTo>
                  <a:lnTo>
                    <a:pt x="9956" y="5471"/>
                  </a:lnTo>
                  <a:lnTo>
                    <a:pt x="72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3" name="Google Shape;7523;p29"/>
            <p:cNvSpPr/>
            <p:nvPr/>
          </p:nvSpPr>
          <p:spPr>
            <a:xfrm>
              <a:off x="-1591950" y="459017"/>
              <a:ext cx="628414" cy="372597"/>
            </a:xfrm>
            <a:custGeom>
              <a:rect b="b" l="l" r="r" t="t"/>
              <a:pathLst>
                <a:path extrusionOk="0" h="9007" w="15191">
                  <a:moveTo>
                    <a:pt x="6578" y="0"/>
                  </a:moveTo>
                  <a:lnTo>
                    <a:pt x="6420" y="40"/>
                  </a:lnTo>
                  <a:lnTo>
                    <a:pt x="6223" y="99"/>
                  </a:lnTo>
                  <a:lnTo>
                    <a:pt x="6025" y="178"/>
                  </a:lnTo>
                  <a:lnTo>
                    <a:pt x="5808" y="296"/>
                  </a:lnTo>
                  <a:lnTo>
                    <a:pt x="5314" y="593"/>
                  </a:lnTo>
                  <a:lnTo>
                    <a:pt x="4781" y="968"/>
                  </a:lnTo>
                  <a:lnTo>
                    <a:pt x="4208" y="1402"/>
                  </a:lnTo>
                  <a:lnTo>
                    <a:pt x="3616" y="1877"/>
                  </a:lnTo>
                  <a:lnTo>
                    <a:pt x="3023" y="2370"/>
                  </a:lnTo>
                  <a:lnTo>
                    <a:pt x="1877" y="3358"/>
                  </a:lnTo>
                  <a:lnTo>
                    <a:pt x="910" y="4247"/>
                  </a:lnTo>
                  <a:lnTo>
                    <a:pt x="1" y="5096"/>
                  </a:lnTo>
                  <a:lnTo>
                    <a:pt x="1" y="5175"/>
                  </a:lnTo>
                  <a:lnTo>
                    <a:pt x="40" y="5333"/>
                  </a:lnTo>
                  <a:lnTo>
                    <a:pt x="139" y="5610"/>
                  </a:lnTo>
                  <a:lnTo>
                    <a:pt x="297" y="5926"/>
                  </a:lnTo>
                  <a:lnTo>
                    <a:pt x="396" y="6103"/>
                  </a:lnTo>
                  <a:lnTo>
                    <a:pt x="534" y="6301"/>
                  </a:lnTo>
                  <a:lnTo>
                    <a:pt x="673" y="6498"/>
                  </a:lnTo>
                  <a:lnTo>
                    <a:pt x="850" y="6696"/>
                  </a:lnTo>
                  <a:lnTo>
                    <a:pt x="1048" y="6894"/>
                  </a:lnTo>
                  <a:lnTo>
                    <a:pt x="1265" y="7091"/>
                  </a:lnTo>
                  <a:lnTo>
                    <a:pt x="1522" y="7269"/>
                  </a:lnTo>
                  <a:lnTo>
                    <a:pt x="1818" y="7447"/>
                  </a:lnTo>
                  <a:lnTo>
                    <a:pt x="2964" y="8118"/>
                  </a:lnTo>
                  <a:lnTo>
                    <a:pt x="3497" y="8395"/>
                  </a:lnTo>
                  <a:lnTo>
                    <a:pt x="4030" y="8632"/>
                  </a:lnTo>
                  <a:lnTo>
                    <a:pt x="4287" y="8730"/>
                  </a:lnTo>
                  <a:lnTo>
                    <a:pt x="4544" y="8829"/>
                  </a:lnTo>
                  <a:lnTo>
                    <a:pt x="4801" y="8888"/>
                  </a:lnTo>
                  <a:lnTo>
                    <a:pt x="5058" y="8948"/>
                  </a:lnTo>
                  <a:lnTo>
                    <a:pt x="5314" y="8987"/>
                  </a:lnTo>
                  <a:lnTo>
                    <a:pt x="5591" y="9007"/>
                  </a:lnTo>
                  <a:lnTo>
                    <a:pt x="5867" y="9007"/>
                  </a:lnTo>
                  <a:lnTo>
                    <a:pt x="6144" y="8987"/>
                  </a:lnTo>
                  <a:lnTo>
                    <a:pt x="6697" y="8928"/>
                  </a:lnTo>
                  <a:lnTo>
                    <a:pt x="7210" y="8849"/>
                  </a:lnTo>
                  <a:lnTo>
                    <a:pt x="7704" y="8770"/>
                  </a:lnTo>
                  <a:lnTo>
                    <a:pt x="8139" y="8671"/>
                  </a:lnTo>
                  <a:lnTo>
                    <a:pt x="8514" y="8553"/>
                  </a:lnTo>
                  <a:lnTo>
                    <a:pt x="8810" y="8454"/>
                  </a:lnTo>
                  <a:lnTo>
                    <a:pt x="9047" y="8335"/>
                  </a:lnTo>
                  <a:lnTo>
                    <a:pt x="9126" y="8256"/>
                  </a:lnTo>
                  <a:lnTo>
                    <a:pt x="9186" y="8197"/>
                  </a:lnTo>
                  <a:lnTo>
                    <a:pt x="9324" y="8177"/>
                  </a:lnTo>
                  <a:lnTo>
                    <a:pt x="9679" y="8118"/>
                  </a:lnTo>
                  <a:lnTo>
                    <a:pt x="10154" y="8000"/>
                  </a:lnTo>
                  <a:lnTo>
                    <a:pt x="10391" y="7921"/>
                  </a:lnTo>
                  <a:lnTo>
                    <a:pt x="10628" y="7822"/>
                  </a:lnTo>
                  <a:lnTo>
                    <a:pt x="11003" y="7644"/>
                  </a:lnTo>
                  <a:lnTo>
                    <a:pt x="11299" y="7486"/>
                  </a:lnTo>
                  <a:lnTo>
                    <a:pt x="11516" y="7348"/>
                  </a:lnTo>
                  <a:lnTo>
                    <a:pt x="11714" y="7249"/>
                  </a:lnTo>
                  <a:lnTo>
                    <a:pt x="11931" y="7150"/>
                  </a:lnTo>
                  <a:lnTo>
                    <a:pt x="12208" y="7012"/>
                  </a:lnTo>
                  <a:lnTo>
                    <a:pt x="12504" y="6834"/>
                  </a:lnTo>
                  <a:lnTo>
                    <a:pt x="12820" y="6617"/>
                  </a:lnTo>
                  <a:lnTo>
                    <a:pt x="13116" y="6360"/>
                  </a:lnTo>
                  <a:lnTo>
                    <a:pt x="13255" y="6242"/>
                  </a:lnTo>
                  <a:lnTo>
                    <a:pt x="13373" y="6084"/>
                  </a:lnTo>
                  <a:lnTo>
                    <a:pt x="13590" y="5807"/>
                  </a:lnTo>
                  <a:lnTo>
                    <a:pt x="13729" y="5570"/>
                  </a:lnTo>
                  <a:lnTo>
                    <a:pt x="13827" y="5353"/>
                  </a:lnTo>
                  <a:lnTo>
                    <a:pt x="13887" y="5175"/>
                  </a:lnTo>
                  <a:lnTo>
                    <a:pt x="13926" y="5017"/>
                  </a:lnTo>
                  <a:lnTo>
                    <a:pt x="13946" y="4918"/>
                  </a:lnTo>
                  <a:lnTo>
                    <a:pt x="13926" y="4820"/>
                  </a:lnTo>
                  <a:lnTo>
                    <a:pt x="14104" y="4662"/>
                  </a:lnTo>
                  <a:lnTo>
                    <a:pt x="14282" y="4504"/>
                  </a:lnTo>
                  <a:lnTo>
                    <a:pt x="14499" y="4286"/>
                  </a:lnTo>
                  <a:lnTo>
                    <a:pt x="14716" y="4029"/>
                  </a:lnTo>
                  <a:lnTo>
                    <a:pt x="14914" y="3733"/>
                  </a:lnTo>
                  <a:lnTo>
                    <a:pt x="14993" y="3595"/>
                  </a:lnTo>
                  <a:lnTo>
                    <a:pt x="15072" y="3437"/>
                  </a:lnTo>
                  <a:lnTo>
                    <a:pt x="15111" y="3299"/>
                  </a:lnTo>
                  <a:lnTo>
                    <a:pt x="15151" y="3141"/>
                  </a:lnTo>
                  <a:lnTo>
                    <a:pt x="15171" y="2884"/>
                  </a:lnTo>
                  <a:lnTo>
                    <a:pt x="15190" y="2667"/>
                  </a:lnTo>
                  <a:lnTo>
                    <a:pt x="15171" y="2509"/>
                  </a:lnTo>
                  <a:lnTo>
                    <a:pt x="15111" y="2410"/>
                  </a:lnTo>
                  <a:lnTo>
                    <a:pt x="15092" y="2370"/>
                  </a:lnTo>
                  <a:lnTo>
                    <a:pt x="15052" y="2351"/>
                  </a:lnTo>
                  <a:lnTo>
                    <a:pt x="14934" y="2311"/>
                  </a:lnTo>
                  <a:lnTo>
                    <a:pt x="14795" y="2331"/>
                  </a:lnTo>
                  <a:lnTo>
                    <a:pt x="14617" y="2351"/>
                  </a:lnTo>
                  <a:lnTo>
                    <a:pt x="14084" y="2489"/>
                  </a:lnTo>
                  <a:lnTo>
                    <a:pt x="13729" y="2568"/>
                  </a:lnTo>
                  <a:lnTo>
                    <a:pt x="13334" y="2667"/>
                  </a:lnTo>
                  <a:lnTo>
                    <a:pt x="12939" y="2726"/>
                  </a:lnTo>
                  <a:lnTo>
                    <a:pt x="12524" y="2785"/>
                  </a:lnTo>
                  <a:lnTo>
                    <a:pt x="11911" y="2785"/>
                  </a:lnTo>
                  <a:lnTo>
                    <a:pt x="11734" y="2746"/>
                  </a:lnTo>
                  <a:lnTo>
                    <a:pt x="11358" y="2667"/>
                  </a:lnTo>
                  <a:lnTo>
                    <a:pt x="10983" y="2548"/>
                  </a:lnTo>
                  <a:lnTo>
                    <a:pt x="10628" y="2410"/>
                  </a:lnTo>
                  <a:lnTo>
                    <a:pt x="10272" y="2252"/>
                  </a:lnTo>
                  <a:lnTo>
                    <a:pt x="9956" y="2074"/>
                  </a:lnTo>
                  <a:lnTo>
                    <a:pt x="9679" y="1916"/>
                  </a:lnTo>
                  <a:lnTo>
                    <a:pt x="9442" y="1778"/>
                  </a:lnTo>
                  <a:lnTo>
                    <a:pt x="9245" y="1639"/>
                  </a:lnTo>
                  <a:lnTo>
                    <a:pt x="8850" y="1323"/>
                  </a:lnTo>
                  <a:lnTo>
                    <a:pt x="8277" y="909"/>
                  </a:lnTo>
                  <a:lnTo>
                    <a:pt x="7941" y="672"/>
                  </a:lnTo>
                  <a:lnTo>
                    <a:pt x="7586" y="454"/>
                  </a:lnTo>
                  <a:lnTo>
                    <a:pt x="7210" y="237"/>
                  </a:lnTo>
                  <a:lnTo>
                    <a:pt x="6835" y="20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4" name="Google Shape;7524;p29"/>
            <p:cNvSpPr/>
            <p:nvPr/>
          </p:nvSpPr>
          <p:spPr>
            <a:xfrm>
              <a:off x="-1457915" y="345419"/>
              <a:ext cx="440440" cy="214118"/>
            </a:xfrm>
            <a:custGeom>
              <a:rect b="b" l="l" r="r" t="t"/>
              <a:pathLst>
                <a:path extrusionOk="0" h="5176" w="10647">
                  <a:moveTo>
                    <a:pt x="2509" y="1"/>
                  </a:moveTo>
                  <a:lnTo>
                    <a:pt x="2252" y="40"/>
                  </a:lnTo>
                  <a:lnTo>
                    <a:pt x="1976" y="99"/>
                  </a:lnTo>
                  <a:lnTo>
                    <a:pt x="1739" y="178"/>
                  </a:lnTo>
                  <a:lnTo>
                    <a:pt x="1501" y="257"/>
                  </a:lnTo>
                  <a:lnTo>
                    <a:pt x="1264" y="336"/>
                  </a:lnTo>
                  <a:lnTo>
                    <a:pt x="850" y="534"/>
                  </a:lnTo>
                  <a:lnTo>
                    <a:pt x="494" y="712"/>
                  </a:lnTo>
                  <a:lnTo>
                    <a:pt x="237" y="889"/>
                  </a:lnTo>
                  <a:lnTo>
                    <a:pt x="0" y="1047"/>
                  </a:lnTo>
                  <a:lnTo>
                    <a:pt x="60" y="1186"/>
                  </a:lnTo>
                  <a:lnTo>
                    <a:pt x="218" y="1561"/>
                  </a:lnTo>
                  <a:lnTo>
                    <a:pt x="474" y="2074"/>
                  </a:lnTo>
                  <a:lnTo>
                    <a:pt x="632" y="2371"/>
                  </a:lnTo>
                  <a:lnTo>
                    <a:pt x="810" y="2687"/>
                  </a:lnTo>
                  <a:lnTo>
                    <a:pt x="1027" y="3003"/>
                  </a:lnTo>
                  <a:lnTo>
                    <a:pt x="1264" y="3299"/>
                  </a:lnTo>
                  <a:lnTo>
                    <a:pt x="1521" y="3595"/>
                  </a:lnTo>
                  <a:lnTo>
                    <a:pt x="1798" y="3852"/>
                  </a:lnTo>
                  <a:lnTo>
                    <a:pt x="2094" y="4089"/>
                  </a:lnTo>
                  <a:lnTo>
                    <a:pt x="2252" y="4188"/>
                  </a:lnTo>
                  <a:lnTo>
                    <a:pt x="2410" y="4267"/>
                  </a:lnTo>
                  <a:lnTo>
                    <a:pt x="2588" y="4346"/>
                  </a:lnTo>
                  <a:lnTo>
                    <a:pt x="2766" y="4405"/>
                  </a:lnTo>
                  <a:lnTo>
                    <a:pt x="2943" y="4445"/>
                  </a:lnTo>
                  <a:lnTo>
                    <a:pt x="3121" y="4464"/>
                  </a:lnTo>
                  <a:lnTo>
                    <a:pt x="4445" y="4524"/>
                  </a:lnTo>
                  <a:lnTo>
                    <a:pt x="5590" y="4603"/>
                  </a:lnTo>
                  <a:lnTo>
                    <a:pt x="6637" y="4702"/>
                  </a:lnTo>
                  <a:lnTo>
                    <a:pt x="6854" y="4721"/>
                  </a:lnTo>
                  <a:lnTo>
                    <a:pt x="7091" y="4781"/>
                  </a:lnTo>
                  <a:lnTo>
                    <a:pt x="7526" y="4879"/>
                  </a:lnTo>
                  <a:lnTo>
                    <a:pt x="7941" y="4998"/>
                  </a:lnTo>
                  <a:lnTo>
                    <a:pt x="8375" y="5116"/>
                  </a:lnTo>
                  <a:lnTo>
                    <a:pt x="8592" y="5156"/>
                  </a:lnTo>
                  <a:lnTo>
                    <a:pt x="8790" y="5176"/>
                  </a:lnTo>
                  <a:lnTo>
                    <a:pt x="9205" y="5176"/>
                  </a:lnTo>
                  <a:lnTo>
                    <a:pt x="9422" y="5136"/>
                  </a:lnTo>
                  <a:lnTo>
                    <a:pt x="9620" y="5077"/>
                  </a:lnTo>
                  <a:lnTo>
                    <a:pt x="9817" y="4978"/>
                  </a:lnTo>
                  <a:lnTo>
                    <a:pt x="10015" y="4860"/>
                  </a:lnTo>
                  <a:lnTo>
                    <a:pt x="10212" y="4702"/>
                  </a:lnTo>
                  <a:lnTo>
                    <a:pt x="10350" y="4543"/>
                  </a:lnTo>
                  <a:lnTo>
                    <a:pt x="10469" y="4385"/>
                  </a:lnTo>
                  <a:lnTo>
                    <a:pt x="10568" y="4227"/>
                  </a:lnTo>
                  <a:lnTo>
                    <a:pt x="10627" y="4050"/>
                  </a:lnTo>
                  <a:lnTo>
                    <a:pt x="10647" y="3872"/>
                  </a:lnTo>
                  <a:lnTo>
                    <a:pt x="10647" y="3694"/>
                  </a:lnTo>
                  <a:lnTo>
                    <a:pt x="10627" y="3536"/>
                  </a:lnTo>
                  <a:lnTo>
                    <a:pt x="10587" y="3378"/>
                  </a:lnTo>
                  <a:lnTo>
                    <a:pt x="10528" y="3220"/>
                  </a:lnTo>
                  <a:lnTo>
                    <a:pt x="10429" y="3082"/>
                  </a:lnTo>
                  <a:lnTo>
                    <a:pt x="10331" y="2944"/>
                  </a:lnTo>
                  <a:lnTo>
                    <a:pt x="10212" y="2825"/>
                  </a:lnTo>
                  <a:lnTo>
                    <a:pt x="10074" y="2707"/>
                  </a:lnTo>
                  <a:lnTo>
                    <a:pt x="9916" y="2628"/>
                  </a:lnTo>
                  <a:lnTo>
                    <a:pt x="9758" y="2568"/>
                  </a:lnTo>
                  <a:lnTo>
                    <a:pt x="9047" y="2312"/>
                  </a:lnTo>
                  <a:lnTo>
                    <a:pt x="8237" y="2015"/>
                  </a:lnTo>
                  <a:lnTo>
                    <a:pt x="6360" y="1304"/>
                  </a:lnTo>
                  <a:lnTo>
                    <a:pt x="5867" y="1087"/>
                  </a:lnTo>
                  <a:lnTo>
                    <a:pt x="5412" y="870"/>
                  </a:lnTo>
                  <a:lnTo>
                    <a:pt x="4583" y="435"/>
                  </a:lnTo>
                  <a:lnTo>
                    <a:pt x="4188" y="257"/>
                  </a:lnTo>
                  <a:lnTo>
                    <a:pt x="3970" y="178"/>
                  </a:lnTo>
                  <a:lnTo>
                    <a:pt x="3753" y="99"/>
                  </a:lnTo>
                  <a:lnTo>
                    <a:pt x="3516" y="60"/>
                  </a:lnTo>
                  <a:lnTo>
                    <a:pt x="3279" y="20"/>
                  </a:lnTo>
                  <a:lnTo>
                    <a:pt x="304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5" name="Google Shape;7525;p29"/>
            <p:cNvSpPr/>
            <p:nvPr/>
          </p:nvSpPr>
          <p:spPr>
            <a:xfrm>
              <a:off x="-1776578" y="302106"/>
              <a:ext cx="412641" cy="383270"/>
            </a:xfrm>
            <a:custGeom>
              <a:rect b="b" l="l" r="r" t="t"/>
              <a:pathLst>
                <a:path extrusionOk="0" h="9265" w="9975">
                  <a:moveTo>
                    <a:pt x="3792" y="1"/>
                  </a:moveTo>
                  <a:lnTo>
                    <a:pt x="3753" y="80"/>
                  </a:lnTo>
                  <a:lnTo>
                    <a:pt x="3694" y="178"/>
                  </a:lnTo>
                  <a:lnTo>
                    <a:pt x="3694" y="198"/>
                  </a:lnTo>
                  <a:lnTo>
                    <a:pt x="3674" y="218"/>
                  </a:lnTo>
                  <a:lnTo>
                    <a:pt x="3654" y="257"/>
                  </a:lnTo>
                  <a:lnTo>
                    <a:pt x="3595" y="376"/>
                  </a:lnTo>
                  <a:lnTo>
                    <a:pt x="3555" y="475"/>
                  </a:lnTo>
                  <a:lnTo>
                    <a:pt x="3457" y="652"/>
                  </a:lnTo>
                  <a:lnTo>
                    <a:pt x="3437" y="712"/>
                  </a:lnTo>
                  <a:lnTo>
                    <a:pt x="3417" y="771"/>
                  </a:lnTo>
                  <a:lnTo>
                    <a:pt x="3338" y="909"/>
                  </a:lnTo>
                  <a:lnTo>
                    <a:pt x="3259" y="1067"/>
                  </a:lnTo>
                  <a:lnTo>
                    <a:pt x="3180" y="1225"/>
                  </a:lnTo>
                  <a:lnTo>
                    <a:pt x="3160" y="1285"/>
                  </a:lnTo>
                  <a:lnTo>
                    <a:pt x="3141" y="1285"/>
                  </a:lnTo>
                  <a:lnTo>
                    <a:pt x="2963" y="1660"/>
                  </a:lnTo>
                  <a:lnTo>
                    <a:pt x="2746" y="2114"/>
                  </a:lnTo>
                  <a:lnTo>
                    <a:pt x="2667" y="2272"/>
                  </a:lnTo>
                  <a:lnTo>
                    <a:pt x="2390" y="2825"/>
                  </a:lnTo>
                  <a:lnTo>
                    <a:pt x="2351" y="2904"/>
                  </a:lnTo>
                  <a:lnTo>
                    <a:pt x="2311" y="2983"/>
                  </a:lnTo>
                  <a:lnTo>
                    <a:pt x="2252" y="3082"/>
                  </a:lnTo>
                  <a:lnTo>
                    <a:pt x="1639" y="4326"/>
                  </a:lnTo>
                  <a:lnTo>
                    <a:pt x="1600" y="4405"/>
                  </a:lnTo>
                  <a:lnTo>
                    <a:pt x="1580" y="4445"/>
                  </a:lnTo>
                  <a:lnTo>
                    <a:pt x="1541" y="4524"/>
                  </a:lnTo>
                  <a:lnTo>
                    <a:pt x="1462" y="4682"/>
                  </a:lnTo>
                  <a:lnTo>
                    <a:pt x="1462" y="4702"/>
                  </a:lnTo>
                  <a:lnTo>
                    <a:pt x="1343" y="4919"/>
                  </a:lnTo>
                  <a:lnTo>
                    <a:pt x="1323" y="4978"/>
                  </a:lnTo>
                  <a:lnTo>
                    <a:pt x="1284" y="5037"/>
                  </a:lnTo>
                  <a:lnTo>
                    <a:pt x="1007" y="5571"/>
                  </a:lnTo>
                  <a:lnTo>
                    <a:pt x="948" y="5709"/>
                  </a:lnTo>
                  <a:lnTo>
                    <a:pt x="948" y="5729"/>
                  </a:lnTo>
                  <a:lnTo>
                    <a:pt x="909" y="5788"/>
                  </a:lnTo>
                  <a:lnTo>
                    <a:pt x="849" y="5926"/>
                  </a:lnTo>
                  <a:lnTo>
                    <a:pt x="830" y="5946"/>
                  </a:lnTo>
                  <a:lnTo>
                    <a:pt x="790" y="6045"/>
                  </a:lnTo>
                  <a:lnTo>
                    <a:pt x="751" y="6104"/>
                  </a:lnTo>
                  <a:lnTo>
                    <a:pt x="751" y="6124"/>
                  </a:lnTo>
                  <a:lnTo>
                    <a:pt x="553" y="6519"/>
                  </a:lnTo>
                  <a:lnTo>
                    <a:pt x="435" y="6776"/>
                  </a:lnTo>
                  <a:lnTo>
                    <a:pt x="0" y="7645"/>
                  </a:lnTo>
                  <a:lnTo>
                    <a:pt x="79" y="7664"/>
                  </a:lnTo>
                  <a:lnTo>
                    <a:pt x="1462" y="8119"/>
                  </a:lnTo>
                  <a:lnTo>
                    <a:pt x="4978" y="9264"/>
                  </a:lnTo>
                  <a:lnTo>
                    <a:pt x="5195" y="9185"/>
                  </a:lnTo>
                  <a:lnTo>
                    <a:pt x="5728" y="8948"/>
                  </a:lnTo>
                  <a:lnTo>
                    <a:pt x="6084" y="8771"/>
                  </a:lnTo>
                  <a:lnTo>
                    <a:pt x="6479" y="8573"/>
                  </a:lnTo>
                  <a:lnTo>
                    <a:pt x="6913" y="8336"/>
                  </a:lnTo>
                  <a:lnTo>
                    <a:pt x="7368" y="8060"/>
                  </a:lnTo>
                  <a:lnTo>
                    <a:pt x="7822" y="7763"/>
                  </a:lnTo>
                  <a:lnTo>
                    <a:pt x="8256" y="7447"/>
                  </a:lnTo>
                  <a:lnTo>
                    <a:pt x="8671" y="7092"/>
                  </a:lnTo>
                  <a:lnTo>
                    <a:pt x="8869" y="6914"/>
                  </a:lnTo>
                  <a:lnTo>
                    <a:pt x="9066" y="6716"/>
                  </a:lnTo>
                  <a:lnTo>
                    <a:pt x="9224" y="6519"/>
                  </a:lnTo>
                  <a:lnTo>
                    <a:pt x="9382" y="6321"/>
                  </a:lnTo>
                  <a:lnTo>
                    <a:pt x="9521" y="6124"/>
                  </a:lnTo>
                  <a:lnTo>
                    <a:pt x="9659" y="5907"/>
                  </a:lnTo>
                  <a:lnTo>
                    <a:pt x="9758" y="5689"/>
                  </a:lnTo>
                  <a:lnTo>
                    <a:pt x="9837" y="5472"/>
                  </a:lnTo>
                  <a:lnTo>
                    <a:pt x="9896" y="5235"/>
                  </a:lnTo>
                  <a:lnTo>
                    <a:pt x="9935" y="5018"/>
                  </a:lnTo>
                  <a:lnTo>
                    <a:pt x="9975" y="4563"/>
                  </a:lnTo>
                  <a:lnTo>
                    <a:pt x="9955" y="4168"/>
                  </a:lnTo>
                  <a:lnTo>
                    <a:pt x="9916" y="3813"/>
                  </a:lnTo>
                  <a:lnTo>
                    <a:pt x="9837" y="3517"/>
                  </a:lnTo>
                  <a:lnTo>
                    <a:pt x="9738" y="3240"/>
                  </a:lnTo>
                  <a:lnTo>
                    <a:pt x="9639" y="3003"/>
                  </a:lnTo>
                  <a:lnTo>
                    <a:pt x="9501" y="2786"/>
                  </a:lnTo>
                  <a:lnTo>
                    <a:pt x="9382" y="2628"/>
                  </a:lnTo>
                  <a:lnTo>
                    <a:pt x="9244" y="2489"/>
                  </a:lnTo>
                  <a:lnTo>
                    <a:pt x="9106" y="2371"/>
                  </a:lnTo>
                  <a:lnTo>
                    <a:pt x="8967" y="2272"/>
                  </a:lnTo>
                  <a:lnTo>
                    <a:pt x="8849" y="2213"/>
                  </a:lnTo>
                  <a:lnTo>
                    <a:pt x="8691" y="2134"/>
                  </a:lnTo>
                  <a:lnTo>
                    <a:pt x="8612" y="2094"/>
                  </a:lnTo>
                  <a:lnTo>
                    <a:pt x="5234" y="633"/>
                  </a:lnTo>
                  <a:lnTo>
                    <a:pt x="5037" y="554"/>
                  </a:lnTo>
                  <a:lnTo>
                    <a:pt x="4918" y="494"/>
                  </a:lnTo>
                  <a:lnTo>
                    <a:pt x="4899" y="494"/>
                  </a:lnTo>
                  <a:lnTo>
                    <a:pt x="4662" y="376"/>
                  </a:lnTo>
                  <a:lnTo>
                    <a:pt x="3792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6" name="Google Shape;7526;p29"/>
            <p:cNvSpPr/>
            <p:nvPr/>
          </p:nvSpPr>
          <p:spPr>
            <a:xfrm>
              <a:off x="-1125352" y="455749"/>
              <a:ext cx="93201" cy="87451"/>
            </a:xfrm>
            <a:custGeom>
              <a:rect b="b" l="l" r="r" t="t"/>
              <a:pathLst>
                <a:path extrusionOk="0" h="2114" w="2253">
                  <a:moveTo>
                    <a:pt x="869" y="99"/>
                  </a:moveTo>
                  <a:lnTo>
                    <a:pt x="1087" y="119"/>
                  </a:lnTo>
                  <a:lnTo>
                    <a:pt x="1284" y="158"/>
                  </a:lnTo>
                  <a:lnTo>
                    <a:pt x="1521" y="257"/>
                  </a:lnTo>
                  <a:lnTo>
                    <a:pt x="1798" y="375"/>
                  </a:lnTo>
                  <a:lnTo>
                    <a:pt x="2114" y="553"/>
                  </a:lnTo>
                  <a:lnTo>
                    <a:pt x="2035" y="751"/>
                  </a:lnTo>
                  <a:lnTo>
                    <a:pt x="1877" y="1185"/>
                  </a:lnTo>
                  <a:lnTo>
                    <a:pt x="1758" y="1422"/>
                  </a:lnTo>
                  <a:lnTo>
                    <a:pt x="1660" y="1659"/>
                  </a:lnTo>
                  <a:lnTo>
                    <a:pt x="1541" y="1837"/>
                  </a:lnTo>
                  <a:lnTo>
                    <a:pt x="1442" y="1975"/>
                  </a:lnTo>
                  <a:lnTo>
                    <a:pt x="1304" y="1916"/>
                  </a:lnTo>
                  <a:lnTo>
                    <a:pt x="948" y="1778"/>
                  </a:lnTo>
                  <a:lnTo>
                    <a:pt x="553" y="1580"/>
                  </a:lnTo>
                  <a:lnTo>
                    <a:pt x="395" y="1481"/>
                  </a:lnTo>
                  <a:lnTo>
                    <a:pt x="277" y="1402"/>
                  </a:lnTo>
                  <a:lnTo>
                    <a:pt x="237" y="1343"/>
                  </a:lnTo>
                  <a:lnTo>
                    <a:pt x="198" y="1284"/>
                  </a:lnTo>
                  <a:lnTo>
                    <a:pt x="158" y="1146"/>
                  </a:lnTo>
                  <a:lnTo>
                    <a:pt x="158" y="988"/>
                  </a:lnTo>
                  <a:lnTo>
                    <a:pt x="158" y="830"/>
                  </a:lnTo>
                  <a:lnTo>
                    <a:pt x="198" y="652"/>
                  </a:lnTo>
                  <a:lnTo>
                    <a:pt x="277" y="494"/>
                  </a:lnTo>
                  <a:lnTo>
                    <a:pt x="356" y="356"/>
                  </a:lnTo>
                  <a:lnTo>
                    <a:pt x="435" y="257"/>
                  </a:lnTo>
                  <a:lnTo>
                    <a:pt x="553" y="198"/>
                  </a:lnTo>
                  <a:lnTo>
                    <a:pt x="652" y="138"/>
                  </a:lnTo>
                  <a:lnTo>
                    <a:pt x="771" y="119"/>
                  </a:lnTo>
                  <a:lnTo>
                    <a:pt x="869" y="99"/>
                  </a:lnTo>
                  <a:close/>
                  <a:moveTo>
                    <a:pt x="711" y="0"/>
                  </a:moveTo>
                  <a:lnTo>
                    <a:pt x="593" y="40"/>
                  </a:lnTo>
                  <a:lnTo>
                    <a:pt x="474" y="99"/>
                  </a:lnTo>
                  <a:lnTo>
                    <a:pt x="356" y="178"/>
                  </a:lnTo>
                  <a:lnTo>
                    <a:pt x="237" y="296"/>
                  </a:lnTo>
                  <a:lnTo>
                    <a:pt x="139" y="454"/>
                  </a:lnTo>
                  <a:lnTo>
                    <a:pt x="79" y="632"/>
                  </a:lnTo>
                  <a:lnTo>
                    <a:pt x="20" y="830"/>
                  </a:lnTo>
                  <a:lnTo>
                    <a:pt x="0" y="1007"/>
                  </a:lnTo>
                  <a:lnTo>
                    <a:pt x="20" y="1185"/>
                  </a:lnTo>
                  <a:lnTo>
                    <a:pt x="60" y="1343"/>
                  </a:lnTo>
                  <a:lnTo>
                    <a:pt x="99" y="1422"/>
                  </a:lnTo>
                  <a:lnTo>
                    <a:pt x="139" y="1481"/>
                  </a:lnTo>
                  <a:lnTo>
                    <a:pt x="277" y="1580"/>
                  </a:lnTo>
                  <a:lnTo>
                    <a:pt x="474" y="1699"/>
                  </a:lnTo>
                  <a:lnTo>
                    <a:pt x="909" y="1896"/>
                  </a:lnTo>
                  <a:lnTo>
                    <a:pt x="1284" y="2054"/>
                  </a:lnTo>
                  <a:lnTo>
                    <a:pt x="1462" y="2114"/>
                  </a:lnTo>
                  <a:lnTo>
                    <a:pt x="1521" y="2054"/>
                  </a:lnTo>
                  <a:lnTo>
                    <a:pt x="1581" y="1975"/>
                  </a:lnTo>
                  <a:lnTo>
                    <a:pt x="1719" y="1758"/>
                  </a:lnTo>
                  <a:lnTo>
                    <a:pt x="1857" y="1501"/>
                  </a:lnTo>
                  <a:lnTo>
                    <a:pt x="1976" y="1225"/>
                  </a:lnTo>
                  <a:lnTo>
                    <a:pt x="2173" y="711"/>
                  </a:lnTo>
                  <a:lnTo>
                    <a:pt x="2252" y="494"/>
                  </a:lnTo>
                  <a:lnTo>
                    <a:pt x="1897" y="296"/>
                  </a:lnTo>
                  <a:lnTo>
                    <a:pt x="1581" y="138"/>
                  </a:lnTo>
                  <a:lnTo>
                    <a:pt x="1442" y="79"/>
                  </a:lnTo>
                  <a:lnTo>
                    <a:pt x="1324" y="59"/>
                  </a:lnTo>
                  <a:lnTo>
                    <a:pt x="108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7" name="Google Shape;7527;p29"/>
            <p:cNvSpPr/>
            <p:nvPr/>
          </p:nvSpPr>
          <p:spPr>
            <a:xfrm>
              <a:off x="-1270805" y="658373"/>
              <a:ext cx="254989" cy="33549"/>
            </a:xfrm>
            <a:custGeom>
              <a:rect b="b" l="l" r="r" t="t"/>
              <a:pathLst>
                <a:path extrusionOk="0" h="811" w="6164">
                  <a:moveTo>
                    <a:pt x="6163" y="1"/>
                  </a:moveTo>
                  <a:lnTo>
                    <a:pt x="6064" y="40"/>
                  </a:lnTo>
                  <a:lnTo>
                    <a:pt x="5729" y="139"/>
                  </a:lnTo>
                  <a:lnTo>
                    <a:pt x="5176" y="297"/>
                  </a:lnTo>
                  <a:lnTo>
                    <a:pt x="4405" y="455"/>
                  </a:lnTo>
                  <a:lnTo>
                    <a:pt x="3990" y="514"/>
                  </a:lnTo>
                  <a:lnTo>
                    <a:pt x="3556" y="573"/>
                  </a:lnTo>
                  <a:lnTo>
                    <a:pt x="3121" y="593"/>
                  </a:lnTo>
                  <a:lnTo>
                    <a:pt x="2687" y="593"/>
                  </a:lnTo>
                  <a:lnTo>
                    <a:pt x="2272" y="573"/>
                  </a:lnTo>
                  <a:lnTo>
                    <a:pt x="1857" y="534"/>
                  </a:lnTo>
                  <a:lnTo>
                    <a:pt x="1442" y="455"/>
                  </a:lnTo>
                  <a:lnTo>
                    <a:pt x="1047" y="356"/>
                  </a:lnTo>
                  <a:lnTo>
                    <a:pt x="1" y="60"/>
                  </a:lnTo>
                  <a:lnTo>
                    <a:pt x="1" y="60"/>
                  </a:lnTo>
                  <a:lnTo>
                    <a:pt x="198" y="159"/>
                  </a:lnTo>
                  <a:lnTo>
                    <a:pt x="415" y="277"/>
                  </a:lnTo>
                  <a:lnTo>
                    <a:pt x="712" y="396"/>
                  </a:lnTo>
                  <a:lnTo>
                    <a:pt x="1067" y="514"/>
                  </a:lnTo>
                  <a:lnTo>
                    <a:pt x="1462" y="633"/>
                  </a:lnTo>
                  <a:lnTo>
                    <a:pt x="1897" y="731"/>
                  </a:lnTo>
                  <a:lnTo>
                    <a:pt x="2351" y="791"/>
                  </a:lnTo>
                  <a:lnTo>
                    <a:pt x="2786" y="810"/>
                  </a:lnTo>
                  <a:lnTo>
                    <a:pt x="3240" y="810"/>
                  </a:lnTo>
                  <a:lnTo>
                    <a:pt x="3674" y="771"/>
                  </a:lnTo>
                  <a:lnTo>
                    <a:pt x="4069" y="731"/>
                  </a:lnTo>
                  <a:lnTo>
                    <a:pt x="4445" y="672"/>
                  </a:lnTo>
                  <a:lnTo>
                    <a:pt x="4761" y="613"/>
                  </a:lnTo>
                  <a:lnTo>
                    <a:pt x="5255" y="494"/>
                  </a:lnTo>
                  <a:lnTo>
                    <a:pt x="5432" y="435"/>
                  </a:lnTo>
                  <a:lnTo>
                    <a:pt x="5610" y="356"/>
                  </a:lnTo>
                  <a:lnTo>
                    <a:pt x="5887" y="198"/>
                  </a:lnTo>
                  <a:lnTo>
                    <a:pt x="6104" y="60"/>
                  </a:lnTo>
                  <a:lnTo>
                    <a:pt x="6163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8" name="Google Shape;7528;p29"/>
            <p:cNvSpPr/>
            <p:nvPr/>
          </p:nvSpPr>
          <p:spPr>
            <a:xfrm>
              <a:off x="-1341876" y="732754"/>
              <a:ext cx="221440" cy="40871"/>
            </a:xfrm>
            <a:custGeom>
              <a:rect b="b" l="l" r="r" t="t"/>
              <a:pathLst>
                <a:path extrusionOk="0" h="988" w="5353">
                  <a:moveTo>
                    <a:pt x="0" y="0"/>
                  </a:moveTo>
                  <a:lnTo>
                    <a:pt x="237" y="119"/>
                  </a:lnTo>
                  <a:lnTo>
                    <a:pt x="810" y="375"/>
                  </a:lnTo>
                  <a:lnTo>
                    <a:pt x="1185" y="514"/>
                  </a:lnTo>
                  <a:lnTo>
                    <a:pt x="1580" y="652"/>
                  </a:lnTo>
                  <a:lnTo>
                    <a:pt x="2015" y="770"/>
                  </a:lnTo>
                  <a:lnTo>
                    <a:pt x="2430" y="849"/>
                  </a:lnTo>
                  <a:lnTo>
                    <a:pt x="3259" y="928"/>
                  </a:lnTo>
                  <a:lnTo>
                    <a:pt x="4030" y="968"/>
                  </a:lnTo>
                  <a:lnTo>
                    <a:pt x="4365" y="988"/>
                  </a:lnTo>
                  <a:lnTo>
                    <a:pt x="4681" y="968"/>
                  </a:lnTo>
                  <a:lnTo>
                    <a:pt x="4958" y="948"/>
                  </a:lnTo>
                  <a:lnTo>
                    <a:pt x="5175" y="909"/>
                  </a:lnTo>
                  <a:lnTo>
                    <a:pt x="5353" y="751"/>
                  </a:lnTo>
                  <a:lnTo>
                    <a:pt x="5195" y="770"/>
                  </a:lnTo>
                  <a:lnTo>
                    <a:pt x="5017" y="790"/>
                  </a:lnTo>
                  <a:lnTo>
                    <a:pt x="4780" y="830"/>
                  </a:lnTo>
                  <a:lnTo>
                    <a:pt x="4464" y="849"/>
                  </a:lnTo>
                  <a:lnTo>
                    <a:pt x="4089" y="849"/>
                  </a:lnTo>
                  <a:lnTo>
                    <a:pt x="3634" y="830"/>
                  </a:lnTo>
                  <a:lnTo>
                    <a:pt x="3141" y="770"/>
                  </a:lnTo>
                  <a:lnTo>
                    <a:pt x="2588" y="691"/>
                  </a:lnTo>
                  <a:lnTo>
                    <a:pt x="2035" y="593"/>
                  </a:lnTo>
                  <a:lnTo>
                    <a:pt x="1521" y="454"/>
                  </a:lnTo>
                  <a:lnTo>
                    <a:pt x="1027" y="316"/>
                  </a:lnTo>
                  <a:lnTo>
                    <a:pt x="296" y="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9" name="Google Shape;7529;p29"/>
            <p:cNvSpPr/>
            <p:nvPr/>
          </p:nvSpPr>
          <p:spPr>
            <a:xfrm>
              <a:off x="-1384362" y="776026"/>
              <a:ext cx="172420" cy="35204"/>
            </a:xfrm>
            <a:custGeom>
              <a:rect b="b" l="l" r="r" t="t"/>
              <a:pathLst>
                <a:path extrusionOk="0" h="851" w="4168">
                  <a:moveTo>
                    <a:pt x="0" y="1"/>
                  </a:moveTo>
                  <a:lnTo>
                    <a:pt x="178" y="119"/>
                  </a:lnTo>
                  <a:lnTo>
                    <a:pt x="612" y="376"/>
                  </a:lnTo>
                  <a:lnTo>
                    <a:pt x="909" y="514"/>
                  </a:lnTo>
                  <a:lnTo>
                    <a:pt x="1225" y="653"/>
                  </a:lnTo>
                  <a:lnTo>
                    <a:pt x="1541" y="751"/>
                  </a:lnTo>
                  <a:lnTo>
                    <a:pt x="1699" y="791"/>
                  </a:lnTo>
                  <a:lnTo>
                    <a:pt x="1857" y="830"/>
                  </a:lnTo>
                  <a:lnTo>
                    <a:pt x="2192" y="850"/>
                  </a:lnTo>
                  <a:lnTo>
                    <a:pt x="2548" y="850"/>
                  </a:lnTo>
                  <a:lnTo>
                    <a:pt x="2884" y="830"/>
                  </a:lnTo>
                  <a:lnTo>
                    <a:pt x="3220" y="811"/>
                  </a:lnTo>
                  <a:lnTo>
                    <a:pt x="3733" y="732"/>
                  </a:lnTo>
                  <a:lnTo>
                    <a:pt x="3931" y="712"/>
                  </a:lnTo>
                  <a:lnTo>
                    <a:pt x="4168" y="534"/>
                  </a:lnTo>
                  <a:lnTo>
                    <a:pt x="3931" y="593"/>
                  </a:lnTo>
                  <a:lnTo>
                    <a:pt x="3674" y="633"/>
                  </a:lnTo>
                  <a:lnTo>
                    <a:pt x="3358" y="672"/>
                  </a:lnTo>
                  <a:lnTo>
                    <a:pt x="2963" y="692"/>
                  </a:lnTo>
                  <a:lnTo>
                    <a:pt x="2528" y="692"/>
                  </a:lnTo>
                  <a:lnTo>
                    <a:pt x="2311" y="672"/>
                  </a:lnTo>
                  <a:lnTo>
                    <a:pt x="2094" y="633"/>
                  </a:lnTo>
                  <a:lnTo>
                    <a:pt x="1857" y="593"/>
                  </a:lnTo>
                  <a:lnTo>
                    <a:pt x="1620" y="534"/>
                  </a:lnTo>
                  <a:lnTo>
                    <a:pt x="356" y="11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0" name="Google Shape;7530;p29"/>
            <p:cNvSpPr/>
            <p:nvPr/>
          </p:nvSpPr>
          <p:spPr>
            <a:xfrm>
              <a:off x="-1665462" y="560329"/>
              <a:ext cx="1655" cy="1655"/>
            </a:xfrm>
            <a:custGeom>
              <a:rect b="b" l="l" r="r" t="t"/>
              <a:pathLst>
                <a:path extrusionOk="0" h="40" w="40">
                  <a:moveTo>
                    <a:pt x="40" y="40"/>
                  </a:moveTo>
                  <a:lnTo>
                    <a:pt x="4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40"/>
                  </a:lnTo>
                  <a:lnTo>
                    <a:pt x="40" y="4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1" name="Google Shape;7531;p29"/>
            <p:cNvSpPr/>
            <p:nvPr/>
          </p:nvSpPr>
          <p:spPr>
            <a:xfrm>
              <a:off x="-1585372" y="391173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2" name="Google Shape;7532;p29"/>
            <p:cNvSpPr/>
            <p:nvPr/>
          </p:nvSpPr>
          <p:spPr>
            <a:xfrm>
              <a:off x="-1773310" y="302106"/>
              <a:ext cx="214118" cy="335863"/>
            </a:xfrm>
            <a:custGeom>
              <a:rect b="b" l="l" r="r" t="t"/>
              <a:pathLst>
                <a:path extrusionOk="0" h="8119" w="5176">
                  <a:moveTo>
                    <a:pt x="3595" y="139"/>
                  </a:moveTo>
                  <a:lnTo>
                    <a:pt x="3615" y="178"/>
                  </a:lnTo>
                  <a:lnTo>
                    <a:pt x="3615" y="159"/>
                  </a:lnTo>
                  <a:lnTo>
                    <a:pt x="3595" y="139"/>
                  </a:lnTo>
                  <a:close/>
                  <a:moveTo>
                    <a:pt x="4938" y="554"/>
                  </a:moveTo>
                  <a:lnTo>
                    <a:pt x="4958" y="593"/>
                  </a:lnTo>
                  <a:lnTo>
                    <a:pt x="4997" y="613"/>
                  </a:lnTo>
                  <a:lnTo>
                    <a:pt x="5057" y="672"/>
                  </a:lnTo>
                  <a:lnTo>
                    <a:pt x="5037" y="712"/>
                  </a:lnTo>
                  <a:lnTo>
                    <a:pt x="5096" y="712"/>
                  </a:lnTo>
                  <a:lnTo>
                    <a:pt x="5175" y="731"/>
                  </a:lnTo>
                  <a:lnTo>
                    <a:pt x="5155" y="633"/>
                  </a:lnTo>
                  <a:lnTo>
                    <a:pt x="4958" y="554"/>
                  </a:lnTo>
                  <a:close/>
                  <a:moveTo>
                    <a:pt x="4049" y="3062"/>
                  </a:moveTo>
                  <a:lnTo>
                    <a:pt x="4029" y="3121"/>
                  </a:lnTo>
                  <a:lnTo>
                    <a:pt x="4010" y="3141"/>
                  </a:lnTo>
                  <a:lnTo>
                    <a:pt x="3970" y="3181"/>
                  </a:lnTo>
                  <a:lnTo>
                    <a:pt x="3970" y="3220"/>
                  </a:lnTo>
                  <a:lnTo>
                    <a:pt x="4010" y="3161"/>
                  </a:lnTo>
                  <a:lnTo>
                    <a:pt x="4049" y="3102"/>
                  </a:lnTo>
                  <a:lnTo>
                    <a:pt x="4049" y="3062"/>
                  </a:lnTo>
                  <a:close/>
                  <a:moveTo>
                    <a:pt x="3457" y="4208"/>
                  </a:moveTo>
                  <a:lnTo>
                    <a:pt x="3437" y="4247"/>
                  </a:lnTo>
                  <a:lnTo>
                    <a:pt x="3437" y="4287"/>
                  </a:lnTo>
                  <a:lnTo>
                    <a:pt x="3437" y="4326"/>
                  </a:lnTo>
                  <a:lnTo>
                    <a:pt x="3397" y="4326"/>
                  </a:lnTo>
                  <a:lnTo>
                    <a:pt x="3397" y="4307"/>
                  </a:lnTo>
                  <a:lnTo>
                    <a:pt x="3378" y="4346"/>
                  </a:lnTo>
                  <a:lnTo>
                    <a:pt x="3378" y="4366"/>
                  </a:lnTo>
                  <a:lnTo>
                    <a:pt x="3397" y="4405"/>
                  </a:lnTo>
                  <a:lnTo>
                    <a:pt x="3536" y="4425"/>
                  </a:lnTo>
                  <a:lnTo>
                    <a:pt x="3536" y="4386"/>
                  </a:lnTo>
                  <a:lnTo>
                    <a:pt x="3536" y="4366"/>
                  </a:lnTo>
                  <a:lnTo>
                    <a:pt x="3555" y="4346"/>
                  </a:lnTo>
                  <a:lnTo>
                    <a:pt x="3595" y="4326"/>
                  </a:lnTo>
                  <a:lnTo>
                    <a:pt x="3615" y="4307"/>
                  </a:lnTo>
                  <a:lnTo>
                    <a:pt x="3555" y="4326"/>
                  </a:lnTo>
                  <a:lnTo>
                    <a:pt x="3536" y="4287"/>
                  </a:lnTo>
                  <a:lnTo>
                    <a:pt x="3536" y="4267"/>
                  </a:lnTo>
                  <a:lnTo>
                    <a:pt x="3575" y="4267"/>
                  </a:lnTo>
                  <a:lnTo>
                    <a:pt x="3457" y="4208"/>
                  </a:lnTo>
                  <a:close/>
                  <a:moveTo>
                    <a:pt x="3338" y="4484"/>
                  </a:moveTo>
                  <a:lnTo>
                    <a:pt x="3338" y="4504"/>
                  </a:lnTo>
                  <a:lnTo>
                    <a:pt x="3318" y="4544"/>
                  </a:lnTo>
                  <a:lnTo>
                    <a:pt x="3318" y="4583"/>
                  </a:lnTo>
                  <a:lnTo>
                    <a:pt x="3358" y="4544"/>
                  </a:lnTo>
                  <a:lnTo>
                    <a:pt x="3378" y="4484"/>
                  </a:lnTo>
                  <a:close/>
                  <a:moveTo>
                    <a:pt x="3713" y="1"/>
                  </a:moveTo>
                  <a:lnTo>
                    <a:pt x="3674" y="80"/>
                  </a:lnTo>
                  <a:lnTo>
                    <a:pt x="3674" y="139"/>
                  </a:lnTo>
                  <a:lnTo>
                    <a:pt x="3733" y="218"/>
                  </a:lnTo>
                  <a:lnTo>
                    <a:pt x="3733" y="178"/>
                  </a:lnTo>
                  <a:lnTo>
                    <a:pt x="3713" y="159"/>
                  </a:lnTo>
                  <a:lnTo>
                    <a:pt x="3713" y="139"/>
                  </a:lnTo>
                  <a:lnTo>
                    <a:pt x="3733" y="119"/>
                  </a:lnTo>
                  <a:lnTo>
                    <a:pt x="3812" y="198"/>
                  </a:lnTo>
                  <a:lnTo>
                    <a:pt x="3773" y="238"/>
                  </a:lnTo>
                  <a:lnTo>
                    <a:pt x="3733" y="257"/>
                  </a:lnTo>
                  <a:lnTo>
                    <a:pt x="3674" y="277"/>
                  </a:lnTo>
                  <a:lnTo>
                    <a:pt x="3634" y="297"/>
                  </a:lnTo>
                  <a:lnTo>
                    <a:pt x="3634" y="257"/>
                  </a:lnTo>
                  <a:lnTo>
                    <a:pt x="3634" y="218"/>
                  </a:lnTo>
                  <a:lnTo>
                    <a:pt x="3615" y="178"/>
                  </a:lnTo>
                  <a:lnTo>
                    <a:pt x="3615" y="198"/>
                  </a:lnTo>
                  <a:lnTo>
                    <a:pt x="3595" y="218"/>
                  </a:lnTo>
                  <a:lnTo>
                    <a:pt x="3595" y="238"/>
                  </a:lnTo>
                  <a:lnTo>
                    <a:pt x="3575" y="257"/>
                  </a:lnTo>
                  <a:lnTo>
                    <a:pt x="3595" y="297"/>
                  </a:lnTo>
                  <a:lnTo>
                    <a:pt x="3575" y="277"/>
                  </a:lnTo>
                  <a:lnTo>
                    <a:pt x="3575" y="317"/>
                  </a:lnTo>
                  <a:lnTo>
                    <a:pt x="3555" y="336"/>
                  </a:lnTo>
                  <a:lnTo>
                    <a:pt x="3516" y="376"/>
                  </a:lnTo>
                  <a:lnTo>
                    <a:pt x="3457" y="415"/>
                  </a:lnTo>
                  <a:lnTo>
                    <a:pt x="3457" y="435"/>
                  </a:lnTo>
                  <a:lnTo>
                    <a:pt x="3476" y="475"/>
                  </a:lnTo>
                  <a:lnTo>
                    <a:pt x="3496" y="514"/>
                  </a:lnTo>
                  <a:lnTo>
                    <a:pt x="3516" y="494"/>
                  </a:lnTo>
                  <a:lnTo>
                    <a:pt x="3555" y="494"/>
                  </a:lnTo>
                  <a:lnTo>
                    <a:pt x="3595" y="514"/>
                  </a:lnTo>
                  <a:lnTo>
                    <a:pt x="3615" y="534"/>
                  </a:lnTo>
                  <a:lnTo>
                    <a:pt x="3595" y="534"/>
                  </a:lnTo>
                  <a:lnTo>
                    <a:pt x="3555" y="554"/>
                  </a:lnTo>
                  <a:lnTo>
                    <a:pt x="3496" y="554"/>
                  </a:lnTo>
                  <a:lnTo>
                    <a:pt x="3496" y="534"/>
                  </a:lnTo>
                  <a:lnTo>
                    <a:pt x="3457" y="573"/>
                  </a:lnTo>
                  <a:lnTo>
                    <a:pt x="3437" y="633"/>
                  </a:lnTo>
                  <a:lnTo>
                    <a:pt x="3516" y="672"/>
                  </a:lnTo>
                  <a:lnTo>
                    <a:pt x="3536" y="712"/>
                  </a:lnTo>
                  <a:lnTo>
                    <a:pt x="3555" y="731"/>
                  </a:lnTo>
                  <a:lnTo>
                    <a:pt x="3536" y="751"/>
                  </a:lnTo>
                  <a:lnTo>
                    <a:pt x="3516" y="751"/>
                  </a:lnTo>
                  <a:lnTo>
                    <a:pt x="3476" y="731"/>
                  </a:lnTo>
                  <a:lnTo>
                    <a:pt x="3437" y="672"/>
                  </a:lnTo>
                  <a:lnTo>
                    <a:pt x="3378" y="652"/>
                  </a:lnTo>
                  <a:lnTo>
                    <a:pt x="3358" y="652"/>
                  </a:lnTo>
                  <a:lnTo>
                    <a:pt x="3358" y="712"/>
                  </a:lnTo>
                  <a:lnTo>
                    <a:pt x="3378" y="771"/>
                  </a:lnTo>
                  <a:lnTo>
                    <a:pt x="3338" y="771"/>
                  </a:lnTo>
                  <a:lnTo>
                    <a:pt x="3299" y="751"/>
                  </a:lnTo>
                  <a:lnTo>
                    <a:pt x="3279" y="791"/>
                  </a:lnTo>
                  <a:lnTo>
                    <a:pt x="3259" y="830"/>
                  </a:lnTo>
                  <a:lnTo>
                    <a:pt x="3259" y="909"/>
                  </a:lnTo>
                  <a:lnTo>
                    <a:pt x="3279" y="1048"/>
                  </a:lnTo>
                  <a:lnTo>
                    <a:pt x="3279" y="1107"/>
                  </a:lnTo>
                  <a:lnTo>
                    <a:pt x="3259" y="1186"/>
                  </a:lnTo>
                  <a:lnTo>
                    <a:pt x="3200" y="1127"/>
                  </a:lnTo>
                  <a:lnTo>
                    <a:pt x="3180" y="1067"/>
                  </a:lnTo>
                  <a:lnTo>
                    <a:pt x="3160" y="1008"/>
                  </a:lnTo>
                  <a:lnTo>
                    <a:pt x="3180" y="969"/>
                  </a:lnTo>
                  <a:lnTo>
                    <a:pt x="3141" y="988"/>
                  </a:lnTo>
                  <a:lnTo>
                    <a:pt x="3121" y="988"/>
                  </a:lnTo>
                  <a:lnTo>
                    <a:pt x="3121" y="1028"/>
                  </a:lnTo>
                  <a:lnTo>
                    <a:pt x="3101" y="1087"/>
                  </a:lnTo>
                  <a:lnTo>
                    <a:pt x="3101" y="1107"/>
                  </a:lnTo>
                  <a:lnTo>
                    <a:pt x="3062" y="1107"/>
                  </a:lnTo>
                  <a:lnTo>
                    <a:pt x="3062" y="1146"/>
                  </a:lnTo>
                  <a:lnTo>
                    <a:pt x="3062" y="1166"/>
                  </a:lnTo>
                  <a:lnTo>
                    <a:pt x="3101" y="1225"/>
                  </a:lnTo>
                  <a:lnTo>
                    <a:pt x="3160" y="1265"/>
                  </a:lnTo>
                  <a:lnTo>
                    <a:pt x="3141" y="1285"/>
                  </a:lnTo>
                  <a:lnTo>
                    <a:pt x="3121" y="1304"/>
                  </a:lnTo>
                  <a:lnTo>
                    <a:pt x="3081" y="1285"/>
                  </a:lnTo>
                  <a:lnTo>
                    <a:pt x="3042" y="1265"/>
                  </a:lnTo>
                  <a:lnTo>
                    <a:pt x="3062" y="1285"/>
                  </a:lnTo>
                  <a:lnTo>
                    <a:pt x="3101" y="1344"/>
                  </a:lnTo>
                  <a:lnTo>
                    <a:pt x="3081" y="1383"/>
                  </a:lnTo>
                  <a:lnTo>
                    <a:pt x="3062" y="1462"/>
                  </a:lnTo>
                  <a:lnTo>
                    <a:pt x="3002" y="1443"/>
                  </a:lnTo>
                  <a:lnTo>
                    <a:pt x="3042" y="1561"/>
                  </a:lnTo>
                  <a:lnTo>
                    <a:pt x="3081" y="1561"/>
                  </a:lnTo>
                  <a:lnTo>
                    <a:pt x="3141" y="1601"/>
                  </a:lnTo>
                  <a:lnTo>
                    <a:pt x="3121" y="1620"/>
                  </a:lnTo>
                  <a:lnTo>
                    <a:pt x="3180" y="1620"/>
                  </a:lnTo>
                  <a:lnTo>
                    <a:pt x="3200" y="1581"/>
                  </a:lnTo>
                  <a:lnTo>
                    <a:pt x="3220" y="1561"/>
                  </a:lnTo>
                  <a:lnTo>
                    <a:pt x="3200" y="1522"/>
                  </a:lnTo>
                  <a:lnTo>
                    <a:pt x="3200" y="1462"/>
                  </a:lnTo>
                  <a:lnTo>
                    <a:pt x="3220" y="1443"/>
                  </a:lnTo>
                  <a:lnTo>
                    <a:pt x="3259" y="1423"/>
                  </a:lnTo>
                  <a:lnTo>
                    <a:pt x="3318" y="1403"/>
                  </a:lnTo>
                  <a:lnTo>
                    <a:pt x="3338" y="1423"/>
                  </a:lnTo>
                  <a:lnTo>
                    <a:pt x="3358" y="1443"/>
                  </a:lnTo>
                  <a:lnTo>
                    <a:pt x="3378" y="1443"/>
                  </a:lnTo>
                  <a:lnTo>
                    <a:pt x="3397" y="1462"/>
                  </a:lnTo>
                  <a:lnTo>
                    <a:pt x="3358" y="1482"/>
                  </a:lnTo>
                  <a:lnTo>
                    <a:pt x="3338" y="1482"/>
                  </a:lnTo>
                  <a:lnTo>
                    <a:pt x="3397" y="1522"/>
                  </a:lnTo>
                  <a:lnTo>
                    <a:pt x="3417" y="1541"/>
                  </a:lnTo>
                  <a:lnTo>
                    <a:pt x="3417" y="1522"/>
                  </a:lnTo>
                  <a:lnTo>
                    <a:pt x="3476" y="1581"/>
                  </a:lnTo>
                  <a:lnTo>
                    <a:pt x="3496" y="1620"/>
                  </a:lnTo>
                  <a:lnTo>
                    <a:pt x="3496" y="1680"/>
                  </a:lnTo>
                  <a:lnTo>
                    <a:pt x="3476" y="1739"/>
                  </a:lnTo>
                  <a:lnTo>
                    <a:pt x="3457" y="1739"/>
                  </a:lnTo>
                  <a:lnTo>
                    <a:pt x="3417" y="1719"/>
                  </a:lnTo>
                  <a:lnTo>
                    <a:pt x="3397" y="1680"/>
                  </a:lnTo>
                  <a:lnTo>
                    <a:pt x="3378" y="1620"/>
                  </a:lnTo>
                  <a:lnTo>
                    <a:pt x="3338" y="1581"/>
                  </a:lnTo>
                  <a:lnTo>
                    <a:pt x="3358" y="1620"/>
                  </a:lnTo>
                  <a:lnTo>
                    <a:pt x="3358" y="1640"/>
                  </a:lnTo>
                  <a:lnTo>
                    <a:pt x="3338" y="1660"/>
                  </a:lnTo>
                  <a:lnTo>
                    <a:pt x="3239" y="1601"/>
                  </a:lnTo>
                  <a:lnTo>
                    <a:pt x="3259" y="1660"/>
                  </a:lnTo>
                  <a:lnTo>
                    <a:pt x="3299" y="1680"/>
                  </a:lnTo>
                  <a:lnTo>
                    <a:pt x="3338" y="1699"/>
                  </a:lnTo>
                  <a:lnTo>
                    <a:pt x="3397" y="1739"/>
                  </a:lnTo>
                  <a:lnTo>
                    <a:pt x="3437" y="1778"/>
                  </a:lnTo>
                  <a:lnTo>
                    <a:pt x="3437" y="1798"/>
                  </a:lnTo>
                  <a:lnTo>
                    <a:pt x="3417" y="1798"/>
                  </a:lnTo>
                  <a:lnTo>
                    <a:pt x="3378" y="1818"/>
                  </a:lnTo>
                  <a:lnTo>
                    <a:pt x="3358" y="1838"/>
                  </a:lnTo>
                  <a:lnTo>
                    <a:pt x="3338" y="1798"/>
                  </a:lnTo>
                  <a:lnTo>
                    <a:pt x="3318" y="1838"/>
                  </a:lnTo>
                  <a:lnTo>
                    <a:pt x="3318" y="1877"/>
                  </a:lnTo>
                  <a:lnTo>
                    <a:pt x="3338" y="1917"/>
                  </a:lnTo>
                  <a:lnTo>
                    <a:pt x="3318" y="1956"/>
                  </a:lnTo>
                  <a:lnTo>
                    <a:pt x="3239" y="1936"/>
                  </a:lnTo>
                  <a:lnTo>
                    <a:pt x="3259" y="1936"/>
                  </a:lnTo>
                  <a:lnTo>
                    <a:pt x="3279" y="1917"/>
                  </a:lnTo>
                  <a:lnTo>
                    <a:pt x="3259" y="1857"/>
                  </a:lnTo>
                  <a:lnTo>
                    <a:pt x="3220" y="1818"/>
                  </a:lnTo>
                  <a:lnTo>
                    <a:pt x="3200" y="1778"/>
                  </a:lnTo>
                  <a:lnTo>
                    <a:pt x="3121" y="1778"/>
                  </a:lnTo>
                  <a:lnTo>
                    <a:pt x="3062" y="1719"/>
                  </a:lnTo>
                  <a:lnTo>
                    <a:pt x="2983" y="1561"/>
                  </a:lnTo>
                  <a:lnTo>
                    <a:pt x="2963" y="1601"/>
                  </a:lnTo>
                  <a:lnTo>
                    <a:pt x="2943" y="1620"/>
                  </a:lnTo>
                  <a:lnTo>
                    <a:pt x="2923" y="1640"/>
                  </a:lnTo>
                  <a:lnTo>
                    <a:pt x="2884" y="1660"/>
                  </a:lnTo>
                  <a:lnTo>
                    <a:pt x="2904" y="1699"/>
                  </a:lnTo>
                  <a:lnTo>
                    <a:pt x="2884" y="1739"/>
                  </a:lnTo>
                  <a:lnTo>
                    <a:pt x="2864" y="1778"/>
                  </a:lnTo>
                  <a:lnTo>
                    <a:pt x="2825" y="1818"/>
                  </a:lnTo>
                  <a:lnTo>
                    <a:pt x="2844" y="1857"/>
                  </a:lnTo>
                  <a:lnTo>
                    <a:pt x="2864" y="1897"/>
                  </a:lnTo>
                  <a:lnTo>
                    <a:pt x="2844" y="1897"/>
                  </a:lnTo>
                  <a:lnTo>
                    <a:pt x="2825" y="1877"/>
                  </a:lnTo>
                  <a:lnTo>
                    <a:pt x="2805" y="1857"/>
                  </a:lnTo>
                  <a:lnTo>
                    <a:pt x="2805" y="1877"/>
                  </a:lnTo>
                  <a:lnTo>
                    <a:pt x="2765" y="1917"/>
                  </a:lnTo>
                  <a:lnTo>
                    <a:pt x="2746" y="1976"/>
                  </a:lnTo>
                  <a:lnTo>
                    <a:pt x="2746" y="2035"/>
                  </a:lnTo>
                  <a:lnTo>
                    <a:pt x="2746" y="2114"/>
                  </a:lnTo>
                  <a:lnTo>
                    <a:pt x="2667" y="2114"/>
                  </a:lnTo>
                  <a:lnTo>
                    <a:pt x="2647" y="2094"/>
                  </a:lnTo>
                  <a:lnTo>
                    <a:pt x="2607" y="2134"/>
                  </a:lnTo>
                  <a:lnTo>
                    <a:pt x="2588" y="2193"/>
                  </a:lnTo>
                  <a:lnTo>
                    <a:pt x="2588" y="2272"/>
                  </a:lnTo>
                  <a:lnTo>
                    <a:pt x="2588" y="2430"/>
                  </a:lnTo>
                  <a:lnTo>
                    <a:pt x="2568" y="2509"/>
                  </a:lnTo>
                  <a:lnTo>
                    <a:pt x="2528" y="2588"/>
                  </a:lnTo>
                  <a:lnTo>
                    <a:pt x="2489" y="2529"/>
                  </a:lnTo>
                  <a:lnTo>
                    <a:pt x="2449" y="2568"/>
                  </a:lnTo>
                  <a:lnTo>
                    <a:pt x="2449" y="2608"/>
                  </a:lnTo>
                  <a:lnTo>
                    <a:pt x="2489" y="2647"/>
                  </a:lnTo>
                  <a:lnTo>
                    <a:pt x="2430" y="2647"/>
                  </a:lnTo>
                  <a:lnTo>
                    <a:pt x="2410" y="2667"/>
                  </a:lnTo>
                  <a:lnTo>
                    <a:pt x="2390" y="2687"/>
                  </a:lnTo>
                  <a:lnTo>
                    <a:pt x="2390" y="2726"/>
                  </a:lnTo>
                  <a:lnTo>
                    <a:pt x="2370" y="2805"/>
                  </a:lnTo>
                  <a:lnTo>
                    <a:pt x="2351" y="2825"/>
                  </a:lnTo>
                  <a:lnTo>
                    <a:pt x="2291" y="2825"/>
                  </a:lnTo>
                  <a:lnTo>
                    <a:pt x="2252" y="2865"/>
                  </a:lnTo>
                  <a:lnTo>
                    <a:pt x="2272" y="2904"/>
                  </a:lnTo>
                  <a:lnTo>
                    <a:pt x="2311" y="2983"/>
                  </a:lnTo>
                  <a:lnTo>
                    <a:pt x="2331" y="3023"/>
                  </a:lnTo>
                  <a:lnTo>
                    <a:pt x="2331" y="3042"/>
                  </a:lnTo>
                  <a:lnTo>
                    <a:pt x="2272" y="3023"/>
                  </a:lnTo>
                  <a:lnTo>
                    <a:pt x="2232" y="2983"/>
                  </a:lnTo>
                  <a:lnTo>
                    <a:pt x="2193" y="3003"/>
                  </a:lnTo>
                  <a:lnTo>
                    <a:pt x="2173" y="3082"/>
                  </a:lnTo>
                  <a:lnTo>
                    <a:pt x="2074" y="3359"/>
                  </a:lnTo>
                  <a:lnTo>
                    <a:pt x="1936" y="3655"/>
                  </a:lnTo>
                  <a:lnTo>
                    <a:pt x="1916" y="3615"/>
                  </a:lnTo>
                  <a:lnTo>
                    <a:pt x="1896" y="3675"/>
                  </a:lnTo>
                  <a:lnTo>
                    <a:pt x="1876" y="3734"/>
                  </a:lnTo>
                  <a:lnTo>
                    <a:pt x="1857" y="3872"/>
                  </a:lnTo>
                  <a:lnTo>
                    <a:pt x="1817" y="3991"/>
                  </a:lnTo>
                  <a:lnTo>
                    <a:pt x="1797" y="4030"/>
                  </a:lnTo>
                  <a:lnTo>
                    <a:pt x="1758" y="4070"/>
                  </a:lnTo>
                  <a:lnTo>
                    <a:pt x="1778" y="4149"/>
                  </a:lnTo>
                  <a:lnTo>
                    <a:pt x="1797" y="4188"/>
                  </a:lnTo>
                  <a:lnTo>
                    <a:pt x="1837" y="4228"/>
                  </a:lnTo>
                  <a:lnTo>
                    <a:pt x="1857" y="4208"/>
                  </a:lnTo>
                  <a:lnTo>
                    <a:pt x="1896" y="4228"/>
                  </a:lnTo>
                  <a:lnTo>
                    <a:pt x="1995" y="4287"/>
                  </a:lnTo>
                  <a:lnTo>
                    <a:pt x="1975" y="4326"/>
                  </a:lnTo>
                  <a:lnTo>
                    <a:pt x="1975" y="4346"/>
                  </a:lnTo>
                  <a:lnTo>
                    <a:pt x="1916" y="4326"/>
                  </a:lnTo>
                  <a:lnTo>
                    <a:pt x="1857" y="4307"/>
                  </a:lnTo>
                  <a:lnTo>
                    <a:pt x="1837" y="4326"/>
                  </a:lnTo>
                  <a:lnTo>
                    <a:pt x="1817" y="4346"/>
                  </a:lnTo>
                  <a:lnTo>
                    <a:pt x="1758" y="4307"/>
                  </a:lnTo>
                  <a:lnTo>
                    <a:pt x="1738" y="4267"/>
                  </a:lnTo>
                  <a:lnTo>
                    <a:pt x="1718" y="4228"/>
                  </a:lnTo>
                  <a:lnTo>
                    <a:pt x="1659" y="4168"/>
                  </a:lnTo>
                  <a:lnTo>
                    <a:pt x="1679" y="4326"/>
                  </a:lnTo>
                  <a:lnTo>
                    <a:pt x="1639" y="4366"/>
                  </a:lnTo>
                  <a:lnTo>
                    <a:pt x="1620" y="4405"/>
                  </a:lnTo>
                  <a:lnTo>
                    <a:pt x="1580" y="4445"/>
                  </a:lnTo>
                  <a:lnTo>
                    <a:pt x="1541" y="4484"/>
                  </a:lnTo>
                  <a:lnTo>
                    <a:pt x="1521" y="4465"/>
                  </a:lnTo>
                  <a:lnTo>
                    <a:pt x="1501" y="4445"/>
                  </a:lnTo>
                  <a:lnTo>
                    <a:pt x="1501" y="4425"/>
                  </a:lnTo>
                  <a:lnTo>
                    <a:pt x="1521" y="4405"/>
                  </a:lnTo>
                  <a:lnTo>
                    <a:pt x="1541" y="4425"/>
                  </a:lnTo>
                  <a:lnTo>
                    <a:pt x="1560" y="4366"/>
                  </a:lnTo>
                  <a:lnTo>
                    <a:pt x="1560" y="4326"/>
                  </a:lnTo>
                  <a:lnTo>
                    <a:pt x="1541" y="4307"/>
                  </a:lnTo>
                  <a:lnTo>
                    <a:pt x="1541" y="4267"/>
                  </a:lnTo>
                  <a:lnTo>
                    <a:pt x="1481" y="4405"/>
                  </a:lnTo>
                  <a:lnTo>
                    <a:pt x="1462" y="4465"/>
                  </a:lnTo>
                  <a:lnTo>
                    <a:pt x="1422" y="4504"/>
                  </a:lnTo>
                  <a:lnTo>
                    <a:pt x="1462" y="4524"/>
                  </a:lnTo>
                  <a:lnTo>
                    <a:pt x="1442" y="4583"/>
                  </a:lnTo>
                  <a:lnTo>
                    <a:pt x="1442" y="4603"/>
                  </a:lnTo>
                  <a:lnTo>
                    <a:pt x="1462" y="4642"/>
                  </a:lnTo>
                  <a:lnTo>
                    <a:pt x="1442" y="4642"/>
                  </a:lnTo>
                  <a:lnTo>
                    <a:pt x="1462" y="4662"/>
                  </a:lnTo>
                  <a:lnTo>
                    <a:pt x="1481" y="4682"/>
                  </a:lnTo>
                  <a:lnTo>
                    <a:pt x="1481" y="4721"/>
                  </a:lnTo>
                  <a:lnTo>
                    <a:pt x="1383" y="4682"/>
                  </a:lnTo>
                  <a:lnTo>
                    <a:pt x="1363" y="4682"/>
                  </a:lnTo>
                  <a:lnTo>
                    <a:pt x="1383" y="4702"/>
                  </a:lnTo>
                  <a:lnTo>
                    <a:pt x="1402" y="4721"/>
                  </a:lnTo>
                  <a:lnTo>
                    <a:pt x="1422" y="4721"/>
                  </a:lnTo>
                  <a:lnTo>
                    <a:pt x="1422" y="4741"/>
                  </a:lnTo>
                  <a:lnTo>
                    <a:pt x="1422" y="4800"/>
                  </a:lnTo>
                  <a:lnTo>
                    <a:pt x="1383" y="4860"/>
                  </a:lnTo>
                  <a:lnTo>
                    <a:pt x="1343" y="4899"/>
                  </a:lnTo>
                  <a:lnTo>
                    <a:pt x="1264" y="4919"/>
                  </a:lnTo>
                  <a:lnTo>
                    <a:pt x="1225" y="4899"/>
                  </a:lnTo>
                  <a:lnTo>
                    <a:pt x="1225" y="4939"/>
                  </a:lnTo>
                  <a:lnTo>
                    <a:pt x="1244" y="4978"/>
                  </a:lnTo>
                  <a:lnTo>
                    <a:pt x="1244" y="5018"/>
                  </a:lnTo>
                  <a:lnTo>
                    <a:pt x="1225" y="5057"/>
                  </a:lnTo>
                  <a:lnTo>
                    <a:pt x="1205" y="5037"/>
                  </a:lnTo>
                  <a:lnTo>
                    <a:pt x="1185" y="4998"/>
                  </a:lnTo>
                  <a:lnTo>
                    <a:pt x="1126" y="5077"/>
                  </a:lnTo>
                  <a:lnTo>
                    <a:pt x="1067" y="5176"/>
                  </a:lnTo>
                  <a:lnTo>
                    <a:pt x="1007" y="5255"/>
                  </a:lnTo>
                  <a:lnTo>
                    <a:pt x="948" y="5334"/>
                  </a:lnTo>
                  <a:lnTo>
                    <a:pt x="928" y="5452"/>
                  </a:lnTo>
                  <a:lnTo>
                    <a:pt x="928" y="5511"/>
                  </a:lnTo>
                  <a:lnTo>
                    <a:pt x="928" y="5571"/>
                  </a:lnTo>
                  <a:lnTo>
                    <a:pt x="948" y="5610"/>
                  </a:lnTo>
                  <a:lnTo>
                    <a:pt x="968" y="5590"/>
                  </a:lnTo>
                  <a:lnTo>
                    <a:pt x="988" y="5571"/>
                  </a:lnTo>
                  <a:lnTo>
                    <a:pt x="1027" y="5571"/>
                  </a:lnTo>
                  <a:lnTo>
                    <a:pt x="1047" y="5590"/>
                  </a:lnTo>
                  <a:lnTo>
                    <a:pt x="1067" y="5630"/>
                  </a:lnTo>
                  <a:lnTo>
                    <a:pt x="1067" y="5650"/>
                  </a:lnTo>
                  <a:lnTo>
                    <a:pt x="1047" y="5709"/>
                  </a:lnTo>
                  <a:lnTo>
                    <a:pt x="1027" y="5709"/>
                  </a:lnTo>
                  <a:lnTo>
                    <a:pt x="988" y="5729"/>
                  </a:lnTo>
                  <a:lnTo>
                    <a:pt x="968" y="5729"/>
                  </a:lnTo>
                  <a:lnTo>
                    <a:pt x="948" y="5689"/>
                  </a:lnTo>
                  <a:lnTo>
                    <a:pt x="909" y="5689"/>
                  </a:lnTo>
                  <a:lnTo>
                    <a:pt x="869" y="5709"/>
                  </a:lnTo>
                  <a:lnTo>
                    <a:pt x="869" y="5729"/>
                  </a:lnTo>
                  <a:lnTo>
                    <a:pt x="849" y="5768"/>
                  </a:lnTo>
                  <a:lnTo>
                    <a:pt x="830" y="5788"/>
                  </a:lnTo>
                  <a:lnTo>
                    <a:pt x="810" y="5808"/>
                  </a:lnTo>
                  <a:lnTo>
                    <a:pt x="770" y="5788"/>
                  </a:lnTo>
                  <a:lnTo>
                    <a:pt x="790" y="5808"/>
                  </a:lnTo>
                  <a:lnTo>
                    <a:pt x="770" y="5847"/>
                  </a:lnTo>
                  <a:lnTo>
                    <a:pt x="770" y="5926"/>
                  </a:lnTo>
                  <a:lnTo>
                    <a:pt x="790" y="5986"/>
                  </a:lnTo>
                  <a:lnTo>
                    <a:pt x="751" y="5966"/>
                  </a:lnTo>
                  <a:lnTo>
                    <a:pt x="751" y="5946"/>
                  </a:lnTo>
                  <a:lnTo>
                    <a:pt x="751" y="5926"/>
                  </a:lnTo>
                  <a:lnTo>
                    <a:pt x="731" y="5887"/>
                  </a:lnTo>
                  <a:lnTo>
                    <a:pt x="731" y="5946"/>
                  </a:lnTo>
                  <a:lnTo>
                    <a:pt x="691" y="5926"/>
                  </a:lnTo>
                  <a:lnTo>
                    <a:pt x="672" y="5966"/>
                  </a:lnTo>
                  <a:lnTo>
                    <a:pt x="672" y="5986"/>
                  </a:lnTo>
                  <a:lnTo>
                    <a:pt x="711" y="6045"/>
                  </a:lnTo>
                  <a:lnTo>
                    <a:pt x="751" y="6104"/>
                  </a:lnTo>
                  <a:lnTo>
                    <a:pt x="770" y="6163"/>
                  </a:lnTo>
                  <a:lnTo>
                    <a:pt x="751" y="6144"/>
                  </a:lnTo>
                  <a:lnTo>
                    <a:pt x="751" y="6203"/>
                  </a:lnTo>
                  <a:lnTo>
                    <a:pt x="672" y="6104"/>
                  </a:lnTo>
                  <a:lnTo>
                    <a:pt x="672" y="6124"/>
                  </a:lnTo>
                  <a:lnTo>
                    <a:pt x="672" y="6163"/>
                  </a:lnTo>
                  <a:lnTo>
                    <a:pt x="691" y="6223"/>
                  </a:lnTo>
                  <a:lnTo>
                    <a:pt x="711" y="6262"/>
                  </a:lnTo>
                  <a:lnTo>
                    <a:pt x="731" y="6321"/>
                  </a:lnTo>
                  <a:lnTo>
                    <a:pt x="691" y="6302"/>
                  </a:lnTo>
                  <a:lnTo>
                    <a:pt x="711" y="6361"/>
                  </a:lnTo>
                  <a:lnTo>
                    <a:pt x="672" y="6341"/>
                  </a:lnTo>
                  <a:lnTo>
                    <a:pt x="711" y="6400"/>
                  </a:lnTo>
                  <a:lnTo>
                    <a:pt x="711" y="6460"/>
                  </a:lnTo>
                  <a:lnTo>
                    <a:pt x="731" y="6499"/>
                  </a:lnTo>
                  <a:lnTo>
                    <a:pt x="751" y="6558"/>
                  </a:lnTo>
                  <a:lnTo>
                    <a:pt x="672" y="6558"/>
                  </a:lnTo>
                  <a:lnTo>
                    <a:pt x="652" y="6578"/>
                  </a:lnTo>
                  <a:lnTo>
                    <a:pt x="672" y="6618"/>
                  </a:lnTo>
                  <a:lnTo>
                    <a:pt x="553" y="6558"/>
                  </a:lnTo>
                  <a:lnTo>
                    <a:pt x="573" y="6519"/>
                  </a:lnTo>
                  <a:lnTo>
                    <a:pt x="593" y="6499"/>
                  </a:lnTo>
                  <a:lnTo>
                    <a:pt x="632" y="6499"/>
                  </a:lnTo>
                  <a:lnTo>
                    <a:pt x="632" y="6440"/>
                  </a:lnTo>
                  <a:lnTo>
                    <a:pt x="553" y="6460"/>
                  </a:lnTo>
                  <a:lnTo>
                    <a:pt x="474" y="6519"/>
                  </a:lnTo>
                  <a:lnTo>
                    <a:pt x="435" y="6578"/>
                  </a:lnTo>
                  <a:lnTo>
                    <a:pt x="395" y="6637"/>
                  </a:lnTo>
                  <a:lnTo>
                    <a:pt x="336" y="6756"/>
                  </a:lnTo>
                  <a:lnTo>
                    <a:pt x="356" y="6776"/>
                  </a:lnTo>
                  <a:lnTo>
                    <a:pt x="356" y="6815"/>
                  </a:lnTo>
                  <a:lnTo>
                    <a:pt x="336" y="6874"/>
                  </a:lnTo>
                  <a:lnTo>
                    <a:pt x="296" y="6953"/>
                  </a:lnTo>
                  <a:lnTo>
                    <a:pt x="277" y="6993"/>
                  </a:lnTo>
                  <a:lnTo>
                    <a:pt x="277" y="7032"/>
                  </a:lnTo>
                  <a:lnTo>
                    <a:pt x="296" y="7092"/>
                  </a:lnTo>
                  <a:lnTo>
                    <a:pt x="336" y="7131"/>
                  </a:lnTo>
                  <a:lnTo>
                    <a:pt x="277" y="7092"/>
                  </a:lnTo>
                  <a:lnTo>
                    <a:pt x="138" y="7230"/>
                  </a:lnTo>
                  <a:lnTo>
                    <a:pt x="99" y="7348"/>
                  </a:lnTo>
                  <a:lnTo>
                    <a:pt x="59" y="7447"/>
                  </a:lnTo>
                  <a:lnTo>
                    <a:pt x="40" y="7546"/>
                  </a:lnTo>
                  <a:lnTo>
                    <a:pt x="40" y="7605"/>
                  </a:lnTo>
                  <a:lnTo>
                    <a:pt x="59" y="7664"/>
                  </a:lnTo>
                  <a:lnTo>
                    <a:pt x="0" y="7664"/>
                  </a:lnTo>
                  <a:lnTo>
                    <a:pt x="1383" y="8119"/>
                  </a:lnTo>
                  <a:lnTo>
                    <a:pt x="1383" y="8119"/>
                  </a:lnTo>
                  <a:lnTo>
                    <a:pt x="1363" y="8060"/>
                  </a:lnTo>
                  <a:lnTo>
                    <a:pt x="1442" y="8020"/>
                  </a:lnTo>
                  <a:lnTo>
                    <a:pt x="1462" y="8040"/>
                  </a:lnTo>
                  <a:lnTo>
                    <a:pt x="1501" y="8079"/>
                  </a:lnTo>
                  <a:lnTo>
                    <a:pt x="1580" y="8079"/>
                  </a:lnTo>
                  <a:lnTo>
                    <a:pt x="1560" y="8060"/>
                  </a:lnTo>
                  <a:lnTo>
                    <a:pt x="1560" y="8040"/>
                  </a:lnTo>
                  <a:lnTo>
                    <a:pt x="1600" y="8020"/>
                  </a:lnTo>
                  <a:lnTo>
                    <a:pt x="1659" y="8000"/>
                  </a:lnTo>
                  <a:lnTo>
                    <a:pt x="1718" y="7980"/>
                  </a:lnTo>
                  <a:lnTo>
                    <a:pt x="1639" y="7980"/>
                  </a:lnTo>
                  <a:lnTo>
                    <a:pt x="1580" y="7921"/>
                  </a:lnTo>
                  <a:lnTo>
                    <a:pt x="1580" y="7882"/>
                  </a:lnTo>
                  <a:lnTo>
                    <a:pt x="1659" y="7882"/>
                  </a:lnTo>
                  <a:lnTo>
                    <a:pt x="1699" y="7901"/>
                  </a:lnTo>
                  <a:lnTo>
                    <a:pt x="1738" y="7842"/>
                  </a:lnTo>
                  <a:lnTo>
                    <a:pt x="1758" y="7803"/>
                  </a:lnTo>
                  <a:lnTo>
                    <a:pt x="1837" y="7724"/>
                  </a:lnTo>
                  <a:lnTo>
                    <a:pt x="1896" y="7664"/>
                  </a:lnTo>
                  <a:lnTo>
                    <a:pt x="1916" y="7625"/>
                  </a:lnTo>
                  <a:lnTo>
                    <a:pt x="1916" y="7566"/>
                  </a:lnTo>
                  <a:lnTo>
                    <a:pt x="1778" y="7585"/>
                  </a:lnTo>
                  <a:lnTo>
                    <a:pt x="1876" y="7645"/>
                  </a:lnTo>
                  <a:lnTo>
                    <a:pt x="1876" y="7645"/>
                  </a:lnTo>
                  <a:lnTo>
                    <a:pt x="1797" y="7625"/>
                  </a:lnTo>
                  <a:lnTo>
                    <a:pt x="1738" y="7585"/>
                  </a:lnTo>
                  <a:lnTo>
                    <a:pt x="1620" y="7487"/>
                  </a:lnTo>
                  <a:lnTo>
                    <a:pt x="1639" y="7487"/>
                  </a:lnTo>
                  <a:lnTo>
                    <a:pt x="1659" y="7467"/>
                  </a:lnTo>
                  <a:lnTo>
                    <a:pt x="1679" y="7447"/>
                  </a:lnTo>
                  <a:lnTo>
                    <a:pt x="1699" y="7467"/>
                  </a:lnTo>
                  <a:lnTo>
                    <a:pt x="1699" y="7388"/>
                  </a:lnTo>
                  <a:lnTo>
                    <a:pt x="1639" y="7388"/>
                  </a:lnTo>
                  <a:lnTo>
                    <a:pt x="1639" y="7408"/>
                  </a:lnTo>
                  <a:lnTo>
                    <a:pt x="1620" y="7368"/>
                  </a:lnTo>
                  <a:lnTo>
                    <a:pt x="1679" y="7348"/>
                  </a:lnTo>
                  <a:lnTo>
                    <a:pt x="1718" y="7348"/>
                  </a:lnTo>
                  <a:lnTo>
                    <a:pt x="1738" y="7368"/>
                  </a:lnTo>
                  <a:lnTo>
                    <a:pt x="1738" y="7348"/>
                  </a:lnTo>
                  <a:lnTo>
                    <a:pt x="1738" y="7309"/>
                  </a:lnTo>
                  <a:lnTo>
                    <a:pt x="1718" y="7289"/>
                  </a:lnTo>
                  <a:lnTo>
                    <a:pt x="1679" y="7269"/>
                  </a:lnTo>
                  <a:lnTo>
                    <a:pt x="1699" y="7250"/>
                  </a:lnTo>
                  <a:lnTo>
                    <a:pt x="1718" y="7250"/>
                  </a:lnTo>
                  <a:lnTo>
                    <a:pt x="1758" y="7269"/>
                  </a:lnTo>
                  <a:lnTo>
                    <a:pt x="1837" y="7368"/>
                  </a:lnTo>
                  <a:lnTo>
                    <a:pt x="1857" y="7348"/>
                  </a:lnTo>
                  <a:lnTo>
                    <a:pt x="1896" y="7348"/>
                  </a:lnTo>
                  <a:lnTo>
                    <a:pt x="1955" y="7388"/>
                  </a:lnTo>
                  <a:lnTo>
                    <a:pt x="1975" y="7329"/>
                  </a:lnTo>
                  <a:lnTo>
                    <a:pt x="2054" y="7388"/>
                  </a:lnTo>
                  <a:lnTo>
                    <a:pt x="2074" y="7368"/>
                  </a:lnTo>
                  <a:lnTo>
                    <a:pt x="2074" y="7329"/>
                  </a:lnTo>
                  <a:lnTo>
                    <a:pt x="2074" y="7309"/>
                  </a:lnTo>
                  <a:lnTo>
                    <a:pt x="2114" y="7289"/>
                  </a:lnTo>
                  <a:lnTo>
                    <a:pt x="2035" y="7230"/>
                  </a:lnTo>
                  <a:lnTo>
                    <a:pt x="2153" y="7151"/>
                  </a:lnTo>
                  <a:lnTo>
                    <a:pt x="2212" y="7072"/>
                  </a:lnTo>
                  <a:lnTo>
                    <a:pt x="2153" y="7052"/>
                  </a:lnTo>
                  <a:lnTo>
                    <a:pt x="2133" y="7013"/>
                  </a:lnTo>
                  <a:lnTo>
                    <a:pt x="2153" y="6993"/>
                  </a:lnTo>
                  <a:lnTo>
                    <a:pt x="2193" y="6993"/>
                  </a:lnTo>
                  <a:lnTo>
                    <a:pt x="2252" y="6973"/>
                  </a:lnTo>
                  <a:lnTo>
                    <a:pt x="2272" y="6953"/>
                  </a:lnTo>
                  <a:lnTo>
                    <a:pt x="2291" y="6914"/>
                  </a:lnTo>
                  <a:lnTo>
                    <a:pt x="2272" y="6855"/>
                  </a:lnTo>
                  <a:lnTo>
                    <a:pt x="2252" y="6815"/>
                  </a:lnTo>
                  <a:lnTo>
                    <a:pt x="2232" y="6776"/>
                  </a:lnTo>
                  <a:lnTo>
                    <a:pt x="2173" y="6756"/>
                  </a:lnTo>
                  <a:lnTo>
                    <a:pt x="2173" y="6716"/>
                  </a:lnTo>
                  <a:lnTo>
                    <a:pt x="2252" y="6716"/>
                  </a:lnTo>
                  <a:lnTo>
                    <a:pt x="2193" y="6618"/>
                  </a:lnTo>
                  <a:lnTo>
                    <a:pt x="2193" y="6578"/>
                  </a:lnTo>
                  <a:lnTo>
                    <a:pt x="2212" y="6558"/>
                  </a:lnTo>
                  <a:lnTo>
                    <a:pt x="2232" y="6539"/>
                  </a:lnTo>
                  <a:lnTo>
                    <a:pt x="2252" y="6657"/>
                  </a:lnTo>
                  <a:lnTo>
                    <a:pt x="2311" y="6657"/>
                  </a:lnTo>
                  <a:lnTo>
                    <a:pt x="2331" y="6618"/>
                  </a:lnTo>
                  <a:lnTo>
                    <a:pt x="2351" y="6578"/>
                  </a:lnTo>
                  <a:lnTo>
                    <a:pt x="2390" y="6558"/>
                  </a:lnTo>
                  <a:lnTo>
                    <a:pt x="2252" y="6242"/>
                  </a:lnTo>
                  <a:lnTo>
                    <a:pt x="2173" y="6223"/>
                  </a:lnTo>
                  <a:lnTo>
                    <a:pt x="2114" y="6183"/>
                  </a:lnTo>
                  <a:lnTo>
                    <a:pt x="2054" y="6144"/>
                  </a:lnTo>
                  <a:lnTo>
                    <a:pt x="1995" y="6084"/>
                  </a:lnTo>
                  <a:lnTo>
                    <a:pt x="2035" y="6084"/>
                  </a:lnTo>
                  <a:lnTo>
                    <a:pt x="2074" y="6065"/>
                  </a:lnTo>
                  <a:lnTo>
                    <a:pt x="2114" y="6045"/>
                  </a:lnTo>
                  <a:lnTo>
                    <a:pt x="2153" y="6025"/>
                  </a:lnTo>
                  <a:lnTo>
                    <a:pt x="2193" y="6045"/>
                  </a:lnTo>
                  <a:lnTo>
                    <a:pt x="2252" y="6045"/>
                  </a:lnTo>
                  <a:lnTo>
                    <a:pt x="2291" y="6065"/>
                  </a:lnTo>
                  <a:lnTo>
                    <a:pt x="2311" y="6065"/>
                  </a:lnTo>
                  <a:lnTo>
                    <a:pt x="2311" y="6104"/>
                  </a:lnTo>
                  <a:lnTo>
                    <a:pt x="2212" y="6104"/>
                  </a:lnTo>
                  <a:lnTo>
                    <a:pt x="2212" y="6124"/>
                  </a:lnTo>
                  <a:lnTo>
                    <a:pt x="2311" y="6124"/>
                  </a:lnTo>
                  <a:lnTo>
                    <a:pt x="2430" y="6104"/>
                  </a:lnTo>
                  <a:lnTo>
                    <a:pt x="2469" y="6144"/>
                  </a:lnTo>
                  <a:lnTo>
                    <a:pt x="2469" y="6183"/>
                  </a:lnTo>
                  <a:lnTo>
                    <a:pt x="2449" y="6163"/>
                  </a:lnTo>
                  <a:lnTo>
                    <a:pt x="2410" y="6144"/>
                  </a:lnTo>
                  <a:lnTo>
                    <a:pt x="2430" y="6183"/>
                  </a:lnTo>
                  <a:lnTo>
                    <a:pt x="2449" y="6203"/>
                  </a:lnTo>
                  <a:lnTo>
                    <a:pt x="2489" y="6223"/>
                  </a:lnTo>
                  <a:lnTo>
                    <a:pt x="2568" y="6223"/>
                  </a:lnTo>
                  <a:lnTo>
                    <a:pt x="2607" y="6242"/>
                  </a:lnTo>
                  <a:lnTo>
                    <a:pt x="2627" y="6203"/>
                  </a:lnTo>
                  <a:lnTo>
                    <a:pt x="2607" y="6183"/>
                  </a:lnTo>
                  <a:lnTo>
                    <a:pt x="2588" y="6163"/>
                  </a:lnTo>
                  <a:lnTo>
                    <a:pt x="2627" y="6163"/>
                  </a:lnTo>
                  <a:lnTo>
                    <a:pt x="2647" y="6144"/>
                  </a:lnTo>
                  <a:lnTo>
                    <a:pt x="2667" y="6124"/>
                  </a:lnTo>
                  <a:lnTo>
                    <a:pt x="2667" y="6084"/>
                  </a:lnTo>
                  <a:lnTo>
                    <a:pt x="2667" y="6025"/>
                  </a:lnTo>
                  <a:lnTo>
                    <a:pt x="2667" y="6005"/>
                  </a:lnTo>
                  <a:lnTo>
                    <a:pt x="2706" y="6005"/>
                  </a:lnTo>
                  <a:lnTo>
                    <a:pt x="2667" y="5986"/>
                  </a:lnTo>
                  <a:lnTo>
                    <a:pt x="2647" y="5966"/>
                  </a:lnTo>
                  <a:lnTo>
                    <a:pt x="2627" y="5946"/>
                  </a:lnTo>
                  <a:lnTo>
                    <a:pt x="2647" y="5907"/>
                  </a:lnTo>
                  <a:lnTo>
                    <a:pt x="2667" y="5907"/>
                  </a:lnTo>
                  <a:lnTo>
                    <a:pt x="2746" y="5926"/>
                  </a:lnTo>
                  <a:lnTo>
                    <a:pt x="2726" y="5887"/>
                  </a:lnTo>
                  <a:lnTo>
                    <a:pt x="2726" y="5847"/>
                  </a:lnTo>
                  <a:lnTo>
                    <a:pt x="2726" y="5808"/>
                  </a:lnTo>
                  <a:lnTo>
                    <a:pt x="2746" y="5808"/>
                  </a:lnTo>
                  <a:lnTo>
                    <a:pt x="2706" y="5788"/>
                  </a:lnTo>
                  <a:lnTo>
                    <a:pt x="2647" y="5768"/>
                  </a:lnTo>
                  <a:lnTo>
                    <a:pt x="2588" y="5729"/>
                  </a:lnTo>
                  <a:lnTo>
                    <a:pt x="2548" y="5689"/>
                  </a:lnTo>
                  <a:lnTo>
                    <a:pt x="2528" y="5650"/>
                  </a:lnTo>
                  <a:lnTo>
                    <a:pt x="2528" y="5610"/>
                  </a:lnTo>
                  <a:lnTo>
                    <a:pt x="2568" y="5590"/>
                  </a:lnTo>
                  <a:lnTo>
                    <a:pt x="2568" y="5551"/>
                  </a:lnTo>
                  <a:lnTo>
                    <a:pt x="2607" y="5571"/>
                  </a:lnTo>
                  <a:lnTo>
                    <a:pt x="2627" y="5590"/>
                  </a:lnTo>
                  <a:lnTo>
                    <a:pt x="2607" y="5630"/>
                  </a:lnTo>
                  <a:lnTo>
                    <a:pt x="2607" y="5670"/>
                  </a:lnTo>
                  <a:lnTo>
                    <a:pt x="2647" y="5511"/>
                  </a:lnTo>
                  <a:lnTo>
                    <a:pt x="2686" y="5531"/>
                  </a:lnTo>
                  <a:lnTo>
                    <a:pt x="2706" y="5551"/>
                  </a:lnTo>
                  <a:lnTo>
                    <a:pt x="2706" y="5590"/>
                  </a:lnTo>
                  <a:lnTo>
                    <a:pt x="2686" y="5610"/>
                  </a:lnTo>
                  <a:lnTo>
                    <a:pt x="2746" y="5590"/>
                  </a:lnTo>
                  <a:lnTo>
                    <a:pt x="2746" y="5551"/>
                  </a:lnTo>
                  <a:lnTo>
                    <a:pt x="2726" y="5492"/>
                  </a:lnTo>
                  <a:lnTo>
                    <a:pt x="2686" y="5452"/>
                  </a:lnTo>
                  <a:lnTo>
                    <a:pt x="2726" y="5413"/>
                  </a:lnTo>
                  <a:lnTo>
                    <a:pt x="2765" y="5393"/>
                  </a:lnTo>
                  <a:lnTo>
                    <a:pt x="2805" y="5432"/>
                  </a:lnTo>
                  <a:lnTo>
                    <a:pt x="2864" y="5492"/>
                  </a:lnTo>
                  <a:lnTo>
                    <a:pt x="2904" y="5531"/>
                  </a:lnTo>
                  <a:lnTo>
                    <a:pt x="2923" y="5571"/>
                  </a:lnTo>
                  <a:lnTo>
                    <a:pt x="2904" y="5590"/>
                  </a:lnTo>
                  <a:lnTo>
                    <a:pt x="2884" y="5590"/>
                  </a:lnTo>
                  <a:lnTo>
                    <a:pt x="2844" y="5571"/>
                  </a:lnTo>
                  <a:lnTo>
                    <a:pt x="2825" y="5531"/>
                  </a:lnTo>
                  <a:lnTo>
                    <a:pt x="2805" y="5531"/>
                  </a:lnTo>
                  <a:lnTo>
                    <a:pt x="2785" y="5551"/>
                  </a:lnTo>
                  <a:lnTo>
                    <a:pt x="2864" y="5590"/>
                  </a:lnTo>
                  <a:lnTo>
                    <a:pt x="2825" y="5610"/>
                  </a:lnTo>
                  <a:lnTo>
                    <a:pt x="2825" y="5630"/>
                  </a:lnTo>
                  <a:lnTo>
                    <a:pt x="2825" y="5689"/>
                  </a:lnTo>
                  <a:lnTo>
                    <a:pt x="2805" y="5670"/>
                  </a:lnTo>
                  <a:lnTo>
                    <a:pt x="2805" y="5650"/>
                  </a:lnTo>
                  <a:lnTo>
                    <a:pt x="2746" y="5709"/>
                  </a:lnTo>
                  <a:lnTo>
                    <a:pt x="2746" y="5749"/>
                  </a:lnTo>
                  <a:lnTo>
                    <a:pt x="2785" y="5808"/>
                  </a:lnTo>
                  <a:lnTo>
                    <a:pt x="2805" y="5788"/>
                  </a:lnTo>
                  <a:lnTo>
                    <a:pt x="2844" y="5768"/>
                  </a:lnTo>
                  <a:lnTo>
                    <a:pt x="2864" y="5709"/>
                  </a:lnTo>
                  <a:lnTo>
                    <a:pt x="2904" y="5650"/>
                  </a:lnTo>
                  <a:lnTo>
                    <a:pt x="2963" y="5650"/>
                  </a:lnTo>
                  <a:lnTo>
                    <a:pt x="2923" y="5452"/>
                  </a:lnTo>
                  <a:lnTo>
                    <a:pt x="2844" y="5432"/>
                  </a:lnTo>
                  <a:lnTo>
                    <a:pt x="2805" y="5393"/>
                  </a:lnTo>
                  <a:lnTo>
                    <a:pt x="2785" y="5373"/>
                  </a:lnTo>
                  <a:lnTo>
                    <a:pt x="2785" y="5373"/>
                  </a:lnTo>
                  <a:lnTo>
                    <a:pt x="2844" y="5393"/>
                  </a:lnTo>
                  <a:lnTo>
                    <a:pt x="2904" y="5393"/>
                  </a:lnTo>
                  <a:lnTo>
                    <a:pt x="2943" y="5373"/>
                  </a:lnTo>
                  <a:lnTo>
                    <a:pt x="2983" y="5353"/>
                  </a:lnTo>
                  <a:lnTo>
                    <a:pt x="2943" y="5314"/>
                  </a:lnTo>
                  <a:lnTo>
                    <a:pt x="2923" y="5274"/>
                  </a:lnTo>
                  <a:lnTo>
                    <a:pt x="2904" y="5215"/>
                  </a:lnTo>
                  <a:lnTo>
                    <a:pt x="2884" y="5195"/>
                  </a:lnTo>
                  <a:lnTo>
                    <a:pt x="2864" y="5195"/>
                  </a:lnTo>
                  <a:lnTo>
                    <a:pt x="2864" y="5215"/>
                  </a:lnTo>
                  <a:lnTo>
                    <a:pt x="2844" y="5215"/>
                  </a:lnTo>
                  <a:lnTo>
                    <a:pt x="2805" y="5195"/>
                  </a:lnTo>
                  <a:lnTo>
                    <a:pt x="2805" y="5176"/>
                  </a:lnTo>
                  <a:lnTo>
                    <a:pt x="2765" y="5156"/>
                  </a:lnTo>
                  <a:lnTo>
                    <a:pt x="2726" y="5136"/>
                  </a:lnTo>
                  <a:lnTo>
                    <a:pt x="2726" y="5097"/>
                  </a:lnTo>
                  <a:lnTo>
                    <a:pt x="2785" y="5077"/>
                  </a:lnTo>
                  <a:lnTo>
                    <a:pt x="2805" y="5077"/>
                  </a:lnTo>
                  <a:lnTo>
                    <a:pt x="2825" y="5097"/>
                  </a:lnTo>
                  <a:lnTo>
                    <a:pt x="2884" y="5077"/>
                  </a:lnTo>
                  <a:lnTo>
                    <a:pt x="2943" y="5176"/>
                  </a:lnTo>
                  <a:lnTo>
                    <a:pt x="2963" y="5255"/>
                  </a:lnTo>
                  <a:lnTo>
                    <a:pt x="2983" y="5334"/>
                  </a:lnTo>
                  <a:lnTo>
                    <a:pt x="3002" y="5334"/>
                  </a:lnTo>
                  <a:lnTo>
                    <a:pt x="3022" y="5314"/>
                  </a:lnTo>
                  <a:lnTo>
                    <a:pt x="3042" y="5274"/>
                  </a:lnTo>
                  <a:lnTo>
                    <a:pt x="3081" y="5274"/>
                  </a:lnTo>
                  <a:lnTo>
                    <a:pt x="3042" y="5255"/>
                  </a:lnTo>
                  <a:lnTo>
                    <a:pt x="3002" y="5235"/>
                  </a:lnTo>
                  <a:lnTo>
                    <a:pt x="2983" y="5215"/>
                  </a:lnTo>
                  <a:lnTo>
                    <a:pt x="2963" y="5195"/>
                  </a:lnTo>
                  <a:lnTo>
                    <a:pt x="2963" y="5018"/>
                  </a:lnTo>
                  <a:lnTo>
                    <a:pt x="2963" y="4899"/>
                  </a:lnTo>
                  <a:lnTo>
                    <a:pt x="2983" y="4820"/>
                  </a:lnTo>
                  <a:lnTo>
                    <a:pt x="3022" y="4860"/>
                  </a:lnTo>
                  <a:lnTo>
                    <a:pt x="3042" y="4899"/>
                  </a:lnTo>
                  <a:lnTo>
                    <a:pt x="3062" y="4978"/>
                  </a:lnTo>
                  <a:lnTo>
                    <a:pt x="3062" y="5018"/>
                  </a:lnTo>
                  <a:lnTo>
                    <a:pt x="3081" y="5057"/>
                  </a:lnTo>
                  <a:lnTo>
                    <a:pt x="3121" y="5097"/>
                  </a:lnTo>
                  <a:lnTo>
                    <a:pt x="3180" y="5136"/>
                  </a:lnTo>
                  <a:lnTo>
                    <a:pt x="3160" y="5097"/>
                  </a:lnTo>
                  <a:lnTo>
                    <a:pt x="3141" y="5057"/>
                  </a:lnTo>
                  <a:lnTo>
                    <a:pt x="3141" y="5018"/>
                  </a:lnTo>
                  <a:lnTo>
                    <a:pt x="3141" y="4998"/>
                  </a:lnTo>
                  <a:lnTo>
                    <a:pt x="3180" y="4998"/>
                  </a:lnTo>
                  <a:lnTo>
                    <a:pt x="3200" y="4978"/>
                  </a:lnTo>
                  <a:lnTo>
                    <a:pt x="3239" y="4939"/>
                  </a:lnTo>
                  <a:lnTo>
                    <a:pt x="3259" y="4879"/>
                  </a:lnTo>
                  <a:lnTo>
                    <a:pt x="3279" y="4820"/>
                  </a:lnTo>
                  <a:lnTo>
                    <a:pt x="3220" y="4820"/>
                  </a:lnTo>
                  <a:lnTo>
                    <a:pt x="3220" y="4781"/>
                  </a:lnTo>
                  <a:lnTo>
                    <a:pt x="3220" y="4761"/>
                  </a:lnTo>
                  <a:lnTo>
                    <a:pt x="3279" y="4702"/>
                  </a:lnTo>
                  <a:lnTo>
                    <a:pt x="3299" y="4721"/>
                  </a:lnTo>
                  <a:lnTo>
                    <a:pt x="3279" y="4682"/>
                  </a:lnTo>
                  <a:lnTo>
                    <a:pt x="3299" y="4682"/>
                  </a:lnTo>
                  <a:lnTo>
                    <a:pt x="3299" y="4642"/>
                  </a:lnTo>
                  <a:lnTo>
                    <a:pt x="3318" y="4583"/>
                  </a:lnTo>
                  <a:lnTo>
                    <a:pt x="3220" y="4583"/>
                  </a:lnTo>
                  <a:lnTo>
                    <a:pt x="3200" y="4544"/>
                  </a:lnTo>
                  <a:lnTo>
                    <a:pt x="3220" y="4484"/>
                  </a:lnTo>
                  <a:lnTo>
                    <a:pt x="3220" y="4425"/>
                  </a:lnTo>
                  <a:lnTo>
                    <a:pt x="3220" y="4346"/>
                  </a:lnTo>
                  <a:lnTo>
                    <a:pt x="3239" y="4287"/>
                  </a:lnTo>
                  <a:lnTo>
                    <a:pt x="3200" y="4307"/>
                  </a:lnTo>
                  <a:lnTo>
                    <a:pt x="3200" y="4267"/>
                  </a:lnTo>
                  <a:lnTo>
                    <a:pt x="3200" y="4228"/>
                  </a:lnTo>
                  <a:lnTo>
                    <a:pt x="3239" y="4168"/>
                  </a:lnTo>
                  <a:lnTo>
                    <a:pt x="3299" y="4168"/>
                  </a:lnTo>
                  <a:lnTo>
                    <a:pt x="3318" y="4208"/>
                  </a:lnTo>
                  <a:lnTo>
                    <a:pt x="3338" y="4247"/>
                  </a:lnTo>
                  <a:lnTo>
                    <a:pt x="3358" y="4267"/>
                  </a:lnTo>
                  <a:lnTo>
                    <a:pt x="3378" y="4267"/>
                  </a:lnTo>
                  <a:lnTo>
                    <a:pt x="3397" y="4307"/>
                  </a:lnTo>
                  <a:lnTo>
                    <a:pt x="3397" y="4267"/>
                  </a:lnTo>
                  <a:lnTo>
                    <a:pt x="3358" y="4208"/>
                  </a:lnTo>
                  <a:lnTo>
                    <a:pt x="3338" y="4168"/>
                  </a:lnTo>
                  <a:lnTo>
                    <a:pt x="3358" y="4109"/>
                  </a:lnTo>
                  <a:lnTo>
                    <a:pt x="3378" y="4109"/>
                  </a:lnTo>
                  <a:lnTo>
                    <a:pt x="3378" y="4129"/>
                  </a:lnTo>
                  <a:lnTo>
                    <a:pt x="3378" y="4149"/>
                  </a:lnTo>
                  <a:lnTo>
                    <a:pt x="3397" y="4168"/>
                  </a:lnTo>
                  <a:lnTo>
                    <a:pt x="3417" y="4129"/>
                  </a:lnTo>
                  <a:lnTo>
                    <a:pt x="3417" y="4089"/>
                  </a:lnTo>
                  <a:lnTo>
                    <a:pt x="3417" y="4050"/>
                  </a:lnTo>
                  <a:lnTo>
                    <a:pt x="3437" y="4030"/>
                  </a:lnTo>
                  <a:lnTo>
                    <a:pt x="3476" y="4109"/>
                  </a:lnTo>
                  <a:lnTo>
                    <a:pt x="3496" y="4129"/>
                  </a:lnTo>
                  <a:lnTo>
                    <a:pt x="3555" y="4149"/>
                  </a:lnTo>
                  <a:lnTo>
                    <a:pt x="3476" y="4070"/>
                  </a:lnTo>
                  <a:lnTo>
                    <a:pt x="3555" y="4070"/>
                  </a:lnTo>
                  <a:lnTo>
                    <a:pt x="3555" y="4050"/>
                  </a:lnTo>
                  <a:lnTo>
                    <a:pt x="3516" y="4030"/>
                  </a:lnTo>
                  <a:lnTo>
                    <a:pt x="3496" y="4010"/>
                  </a:lnTo>
                  <a:lnTo>
                    <a:pt x="3496" y="3991"/>
                  </a:lnTo>
                  <a:lnTo>
                    <a:pt x="3575" y="3991"/>
                  </a:lnTo>
                  <a:lnTo>
                    <a:pt x="3595" y="3971"/>
                  </a:lnTo>
                  <a:lnTo>
                    <a:pt x="3575" y="3951"/>
                  </a:lnTo>
                  <a:lnTo>
                    <a:pt x="3555" y="3912"/>
                  </a:lnTo>
                  <a:lnTo>
                    <a:pt x="3555" y="3872"/>
                  </a:lnTo>
                  <a:lnTo>
                    <a:pt x="3536" y="3892"/>
                  </a:lnTo>
                  <a:lnTo>
                    <a:pt x="3516" y="3892"/>
                  </a:lnTo>
                  <a:lnTo>
                    <a:pt x="3457" y="3872"/>
                  </a:lnTo>
                  <a:lnTo>
                    <a:pt x="3417" y="3833"/>
                  </a:lnTo>
                  <a:lnTo>
                    <a:pt x="3397" y="3793"/>
                  </a:lnTo>
                  <a:lnTo>
                    <a:pt x="3437" y="3734"/>
                  </a:lnTo>
                  <a:lnTo>
                    <a:pt x="3457" y="3675"/>
                  </a:lnTo>
                  <a:lnTo>
                    <a:pt x="3476" y="3655"/>
                  </a:lnTo>
                  <a:lnTo>
                    <a:pt x="3555" y="3635"/>
                  </a:lnTo>
                  <a:lnTo>
                    <a:pt x="3516" y="3576"/>
                  </a:lnTo>
                  <a:lnTo>
                    <a:pt x="3555" y="3596"/>
                  </a:lnTo>
                  <a:lnTo>
                    <a:pt x="3575" y="3576"/>
                  </a:lnTo>
                  <a:lnTo>
                    <a:pt x="3595" y="3536"/>
                  </a:lnTo>
                  <a:lnTo>
                    <a:pt x="3595" y="3517"/>
                  </a:lnTo>
                  <a:lnTo>
                    <a:pt x="3634" y="3536"/>
                  </a:lnTo>
                  <a:lnTo>
                    <a:pt x="3634" y="3556"/>
                  </a:lnTo>
                  <a:lnTo>
                    <a:pt x="3615" y="3596"/>
                  </a:lnTo>
                  <a:lnTo>
                    <a:pt x="3615" y="3655"/>
                  </a:lnTo>
                  <a:lnTo>
                    <a:pt x="3634" y="3694"/>
                  </a:lnTo>
                  <a:lnTo>
                    <a:pt x="3674" y="3714"/>
                  </a:lnTo>
                  <a:lnTo>
                    <a:pt x="3713" y="3694"/>
                  </a:lnTo>
                  <a:lnTo>
                    <a:pt x="3733" y="3714"/>
                  </a:lnTo>
                  <a:lnTo>
                    <a:pt x="3792" y="3754"/>
                  </a:lnTo>
                  <a:lnTo>
                    <a:pt x="3773" y="3714"/>
                  </a:lnTo>
                  <a:lnTo>
                    <a:pt x="3733" y="3694"/>
                  </a:lnTo>
                  <a:lnTo>
                    <a:pt x="3694" y="3655"/>
                  </a:lnTo>
                  <a:lnTo>
                    <a:pt x="3654" y="3615"/>
                  </a:lnTo>
                  <a:lnTo>
                    <a:pt x="3674" y="3615"/>
                  </a:lnTo>
                  <a:lnTo>
                    <a:pt x="3694" y="3596"/>
                  </a:lnTo>
                  <a:lnTo>
                    <a:pt x="3733" y="3576"/>
                  </a:lnTo>
                  <a:lnTo>
                    <a:pt x="3773" y="3615"/>
                  </a:lnTo>
                  <a:lnTo>
                    <a:pt x="3773" y="3576"/>
                  </a:lnTo>
                  <a:lnTo>
                    <a:pt x="3753" y="3536"/>
                  </a:lnTo>
                  <a:lnTo>
                    <a:pt x="3753" y="3517"/>
                  </a:lnTo>
                  <a:lnTo>
                    <a:pt x="3753" y="3477"/>
                  </a:lnTo>
                  <a:lnTo>
                    <a:pt x="3871" y="3556"/>
                  </a:lnTo>
                  <a:lnTo>
                    <a:pt x="3891" y="3536"/>
                  </a:lnTo>
                  <a:lnTo>
                    <a:pt x="3911" y="3517"/>
                  </a:lnTo>
                  <a:lnTo>
                    <a:pt x="3871" y="3497"/>
                  </a:lnTo>
                  <a:lnTo>
                    <a:pt x="3852" y="3477"/>
                  </a:lnTo>
                  <a:lnTo>
                    <a:pt x="3852" y="3517"/>
                  </a:lnTo>
                  <a:lnTo>
                    <a:pt x="3832" y="3497"/>
                  </a:lnTo>
                  <a:lnTo>
                    <a:pt x="3832" y="3477"/>
                  </a:lnTo>
                  <a:lnTo>
                    <a:pt x="3852" y="3438"/>
                  </a:lnTo>
                  <a:lnTo>
                    <a:pt x="3852" y="3398"/>
                  </a:lnTo>
                  <a:lnTo>
                    <a:pt x="3832" y="3378"/>
                  </a:lnTo>
                  <a:lnTo>
                    <a:pt x="3871" y="3398"/>
                  </a:lnTo>
                  <a:lnTo>
                    <a:pt x="3891" y="3378"/>
                  </a:lnTo>
                  <a:lnTo>
                    <a:pt x="3911" y="3359"/>
                  </a:lnTo>
                  <a:lnTo>
                    <a:pt x="3931" y="3319"/>
                  </a:lnTo>
                  <a:lnTo>
                    <a:pt x="3970" y="3279"/>
                  </a:lnTo>
                  <a:lnTo>
                    <a:pt x="3911" y="3260"/>
                  </a:lnTo>
                  <a:lnTo>
                    <a:pt x="3891" y="3260"/>
                  </a:lnTo>
                  <a:lnTo>
                    <a:pt x="3871" y="3279"/>
                  </a:lnTo>
                  <a:lnTo>
                    <a:pt x="3891" y="3299"/>
                  </a:lnTo>
                  <a:lnTo>
                    <a:pt x="3891" y="3339"/>
                  </a:lnTo>
                  <a:lnTo>
                    <a:pt x="3871" y="3339"/>
                  </a:lnTo>
                  <a:lnTo>
                    <a:pt x="3832" y="3319"/>
                  </a:lnTo>
                  <a:lnTo>
                    <a:pt x="3812" y="3299"/>
                  </a:lnTo>
                  <a:lnTo>
                    <a:pt x="3832" y="3260"/>
                  </a:lnTo>
                  <a:lnTo>
                    <a:pt x="3852" y="3181"/>
                  </a:lnTo>
                  <a:lnTo>
                    <a:pt x="3891" y="3102"/>
                  </a:lnTo>
                  <a:lnTo>
                    <a:pt x="3891" y="3042"/>
                  </a:lnTo>
                  <a:lnTo>
                    <a:pt x="3891" y="3003"/>
                  </a:lnTo>
                  <a:lnTo>
                    <a:pt x="3931" y="2983"/>
                  </a:lnTo>
                  <a:lnTo>
                    <a:pt x="3970" y="3003"/>
                  </a:lnTo>
                  <a:lnTo>
                    <a:pt x="3990" y="3042"/>
                  </a:lnTo>
                  <a:lnTo>
                    <a:pt x="4049" y="3062"/>
                  </a:lnTo>
                  <a:lnTo>
                    <a:pt x="4049" y="3023"/>
                  </a:lnTo>
                  <a:lnTo>
                    <a:pt x="4049" y="2963"/>
                  </a:lnTo>
                  <a:lnTo>
                    <a:pt x="4069" y="2944"/>
                  </a:lnTo>
                  <a:lnTo>
                    <a:pt x="4089" y="2924"/>
                  </a:lnTo>
                  <a:lnTo>
                    <a:pt x="4247" y="2924"/>
                  </a:lnTo>
                  <a:lnTo>
                    <a:pt x="4266" y="2904"/>
                  </a:lnTo>
                  <a:lnTo>
                    <a:pt x="4286" y="2865"/>
                  </a:lnTo>
                  <a:lnTo>
                    <a:pt x="4207" y="2845"/>
                  </a:lnTo>
                  <a:lnTo>
                    <a:pt x="4168" y="2845"/>
                  </a:lnTo>
                  <a:lnTo>
                    <a:pt x="4168" y="2825"/>
                  </a:lnTo>
                  <a:lnTo>
                    <a:pt x="4168" y="2805"/>
                  </a:lnTo>
                  <a:lnTo>
                    <a:pt x="4207" y="2766"/>
                  </a:lnTo>
                  <a:lnTo>
                    <a:pt x="4128" y="2766"/>
                  </a:lnTo>
                  <a:lnTo>
                    <a:pt x="4128" y="2726"/>
                  </a:lnTo>
                  <a:lnTo>
                    <a:pt x="4148" y="2726"/>
                  </a:lnTo>
                  <a:lnTo>
                    <a:pt x="4187" y="2707"/>
                  </a:lnTo>
                  <a:lnTo>
                    <a:pt x="4207" y="2726"/>
                  </a:lnTo>
                  <a:lnTo>
                    <a:pt x="4207" y="2707"/>
                  </a:lnTo>
                  <a:lnTo>
                    <a:pt x="4227" y="2687"/>
                  </a:lnTo>
                  <a:lnTo>
                    <a:pt x="4326" y="2687"/>
                  </a:lnTo>
                  <a:lnTo>
                    <a:pt x="4326" y="2667"/>
                  </a:lnTo>
                  <a:lnTo>
                    <a:pt x="4306" y="2628"/>
                  </a:lnTo>
                  <a:lnTo>
                    <a:pt x="4286" y="2608"/>
                  </a:lnTo>
                  <a:lnTo>
                    <a:pt x="4286" y="2628"/>
                  </a:lnTo>
                  <a:lnTo>
                    <a:pt x="4286" y="2647"/>
                  </a:lnTo>
                  <a:lnTo>
                    <a:pt x="4247" y="2628"/>
                  </a:lnTo>
                  <a:lnTo>
                    <a:pt x="4207" y="2588"/>
                  </a:lnTo>
                  <a:lnTo>
                    <a:pt x="4168" y="2509"/>
                  </a:lnTo>
                  <a:lnTo>
                    <a:pt x="4168" y="2509"/>
                  </a:lnTo>
                  <a:lnTo>
                    <a:pt x="4187" y="2529"/>
                  </a:lnTo>
                  <a:lnTo>
                    <a:pt x="4207" y="2509"/>
                  </a:lnTo>
                  <a:lnTo>
                    <a:pt x="4227" y="2470"/>
                  </a:lnTo>
                  <a:lnTo>
                    <a:pt x="4266" y="2489"/>
                  </a:lnTo>
                  <a:lnTo>
                    <a:pt x="4247" y="2529"/>
                  </a:lnTo>
                  <a:lnTo>
                    <a:pt x="4247" y="2549"/>
                  </a:lnTo>
                  <a:lnTo>
                    <a:pt x="4266" y="2588"/>
                  </a:lnTo>
                  <a:lnTo>
                    <a:pt x="4306" y="2529"/>
                  </a:lnTo>
                  <a:lnTo>
                    <a:pt x="4286" y="2529"/>
                  </a:lnTo>
                  <a:lnTo>
                    <a:pt x="4247" y="2410"/>
                  </a:lnTo>
                  <a:lnTo>
                    <a:pt x="4247" y="2430"/>
                  </a:lnTo>
                  <a:lnTo>
                    <a:pt x="4247" y="2450"/>
                  </a:lnTo>
                  <a:lnTo>
                    <a:pt x="4207" y="2430"/>
                  </a:lnTo>
                  <a:lnTo>
                    <a:pt x="4168" y="2391"/>
                  </a:lnTo>
                  <a:lnTo>
                    <a:pt x="4148" y="2371"/>
                  </a:lnTo>
                  <a:lnTo>
                    <a:pt x="4227" y="2312"/>
                  </a:lnTo>
                  <a:lnTo>
                    <a:pt x="4266" y="2312"/>
                  </a:lnTo>
                  <a:lnTo>
                    <a:pt x="4306" y="2331"/>
                  </a:lnTo>
                  <a:lnTo>
                    <a:pt x="4306" y="2331"/>
                  </a:lnTo>
                  <a:lnTo>
                    <a:pt x="4266" y="2292"/>
                  </a:lnTo>
                  <a:lnTo>
                    <a:pt x="4266" y="2252"/>
                  </a:lnTo>
                  <a:lnTo>
                    <a:pt x="4286" y="2173"/>
                  </a:lnTo>
                  <a:lnTo>
                    <a:pt x="4227" y="2173"/>
                  </a:lnTo>
                  <a:lnTo>
                    <a:pt x="4187" y="2114"/>
                  </a:lnTo>
                  <a:lnTo>
                    <a:pt x="4306" y="2075"/>
                  </a:lnTo>
                  <a:lnTo>
                    <a:pt x="4306" y="2134"/>
                  </a:lnTo>
                  <a:lnTo>
                    <a:pt x="4385" y="2134"/>
                  </a:lnTo>
                  <a:lnTo>
                    <a:pt x="4424" y="2154"/>
                  </a:lnTo>
                  <a:lnTo>
                    <a:pt x="4464" y="2193"/>
                  </a:lnTo>
                  <a:lnTo>
                    <a:pt x="4464" y="2233"/>
                  </a:lnTo>
                  <a:lnTo>
                    <a:pt x="4405" y="2272"/>
                  </a:lnTo>
                  <a:lnTo>
                    <a:pt x="4464" y="2272"/>
                  </a:lnTo>
                  <a:lnTo>
                    <a:pt x="4484" y="2252"/>
                  </a:lnTo>
                  <a:lnTo>
                    <a:pt x="4484" y="2233"/>
                  </a:lnTo>
                  <a:lnTo>
                    <a:pt x="4484" y="2193"/>
                  </a:lnTo>
                  <a:lnTo>
                    <a:pt x="4464" y="2134"/>
                  </a:lnTo>
                  <a:lnTo>
                    <a:pt x="4464" y="2114"/>
                  </a:lnTo>
                  <a:lnTo>
                    <a:pt x="4484" y="2094"/>
                  </a:lnTo>
                  <a:lnTo>
                    <a:pt x="4523" y="2114"/>
                  </a:lnTo>
                  <a:lnTo>
                    <a:pt x="4543" y="2134"/>
                  </a:lnTo>
                  <a:lnTo>
                    <a:pt x="4543" y="2094"/>
                  </a:lnTo>
                  <a:lnTo>
                    <a:pt x="4543" y="2055"/>
                  </a:lnTo>
                  <a:lnTo>
                    <a:pt x="4563" y="2035"/>
                  </a:lnTo>
                  <a:lnTo>
                    <a:pt x="4504" y="2035"/>
                  </a:lnTo>
                  <a:lnTo>
                    <a:pt x="4464" y="1996"/>
                  </a:lnTo>
                  <a:lnTo>
                    <a:pt x="4444" y="1956"/>
                  </a:lnTo>
                  <a:lnTo>
                    <a:pt x="4563" y="1956"/>
                  </a:lnTo>
                  <a:lnTo>
                    <a:pt x="4583" y="1936"/>
                  </a:lnTo>
                  <a:lnTo>
                    <a:pt x="4583" y="1917"/>
                  </a:lnTo>
                  <a:lnTo>
                    <a:pt x="4543" y="1877"/>
                  </a:lnTo>
                  <a:lnTo>
                    <a:pt x="4504" y="1857"/>
                  </a:lnTo>
                  <a:lnTo>
                    <a:pt x="4464" y="1798"/>
                  </a:lnTo>
                  <a:lnTo>
                    <a:pt x="4385" y="1798"/>
                  </a:lnTo>
                  <a:lnTo>
                    <a:pt x="4365" y="1778"/>
                  </a:lnTo>
                  <a:lnTo>
                    <a:pt x="4365" y="1739"/>
                  </a:lnTo>
                  <a:lnTo>
                    <a:pt x="4385" y="1719"/>
                  </a:lnTo>
                  <a:lnTo>
                    <a:pt x="4345" y="1680"/>
                  </a:lnTo>
                  <a:lnTo>
                    <a:pt x="4345" y="1699"/>
                  </a:lnTo>
                  <a:lnTo>
                    <a:pt x="4345" y="1739"/>
                  </a:lnTo>
                  <a:lnTo>
                    <a:pt x="4345" y="1759"/>
                  </a:lnTo>
                  <a:lnTo>
                    <a:pt x="4326" y="1798"/>
                  </a:lnTo>
                  <a:lnTo>
                    <a:pt x="4286" y="1759"/>
                  </a:lnTo>
                  <a:lnTo>
                    <a:pt x="4286" y="1739"/>
                  </a:lnTo>
                  <a:lnTo>
                    <a:pt x="4286" y="1699"/>
                  </a:lnTo>
                  <a:lnTo>
                    <a:pt x="4266" y="1680"/>
                  </a:lnTo>
                  <a:lnTo>
                    <a:pt x="4365" y="1620"/>
                  </a:lnTo>
                  <a:lnTo>
                    <a:pt x="4444" y="1620"/>
                  </a:lnTo>
                  <a:lnTo>
                    <a:pt x="4523" y="1660"/>
                  </a:lnTo>
                  <a:lnTo>
                    <a:pt x="4583" y="1739"/>
                  </a:lnTo>
                  <a:lnTo>
                    <a:pt x="4642" y="1818"/>
                  </a:lnTo>
                  <a:lnTo>
                    <a:pt x="4741" y="1877"/>
                  </a:lnTo>
                  <a:lnTo>
                    <a:pt x="4780" y="1739"/>
                  </a:lnTo>
                  <a:lnTo>
                    <a:pt x="4800" y="1660"/>
                  </a:lnTo>
                  <a:lnTo>
                    <a:pt x="4859" y="1640"/>
                  </a:lnTo>
                  <a:lnTo>
                    <a:pt x="4839" y="1581"/>
                  </a:lnTo>
                  <a:lnTo>
                    <a:pt x="4780" y="1522"/>
                  </a:lnTo>
                  <a:lnTo>
                    <a:pt x="4662" y="1462"/>
                  </a:lnTo>
                  <a:lnTo>
                    <a:pt x="4681" y="1423"/>
                  </a:lnTo>
                  <a:lnTo>
                    <a:pt x="4701" y="1403"/>
                  </a:lnTo>
                  <a:lnTo>
                    <a:pt x="4741" y="1462"/>
                  </a:lnTo>
                  <a:lnTo>
                    <a:pt x="4741" y="1324"/>
                  </a:lnTo>
                  <a:lnTo>
                    <a:pt x="4741" y="1265"/>
                  </a:lnTo>
                  <a:lnTo>
                    <a:pt x="4760" y="1206"/>
                  </a:lnTo>
                  <a:lnTo>
                    <a:pt x="4760" y="1166"/>
                  </a:lnTo>
                  <a:lnTo>
                    <a:pt x="4721" y="1127"/>
                  </a:lnTo>
                  <a:lnTo>
                    <a:pt x="4602" y="1087"/>
                  </a:lnTo>
                  <a:lnTo>
                    <a:pt x="4622" y="1028"/>
                  </a:lnTo>
                  <a:lnTo>
                    <a:pt x="4602" y="1028"/>
                  </a:lnTo>
                  <a:lnTo>
                    <a:pt x="4563" y="988"/>
                  </a:lnTo>
                  <a:lnTo>
                    <a:pt x="4563" y="969"/>
                  </a:lnTo>
                  <a:lnTo>
                    <a:pt x="4602" y="909"/>
                  </a:lnTo>
                  <a:lnTo>
                    <a:pt x="4642" y="929"/>
                  </a:lnTo>
                  <a:lnTo>
                    <a:pt x="4662" y="969"/>
                  </a:lnTo>
                  <a:lnTo>
                    <a:pt x="4681" y="949"/>
                  </a:lnTo>
                  <a:lnTo>
                    <a:pt x="4701" y="909"/>
                  </a:lnTo>
                  <a:lnTo>
                    <a:pt x="4701" y="889"/>
                  </a:lnTo>
                  <a:lnTo>
                    <a:pt x="4701" y="850"/>
                  </a:lnTo>
                  <a:lnTo>
                    <a:pt x="4760" y="909"/>
                  </a:lnTo>
                  <a:lnTo>
                    <a:pt x="4780" y="929"/>
                  </a:lnTo>
                  <a:lnTo>
                    <a:pt x="4760" y="969"/>
                  </a:lnTo>
                  <a:lnTo>
                    <a:pt x="4721" y="949"/>
                  </a:lnTo>
                  <a:lnTo>
                    <a:pt x="4741" y="1048"/>
                  </a:lnTo>
                  <a:lnTo>
                    <a:pt x="4741" y="1008"/>
                  </a:lnTo>
                  <a:lnTo>
                    <a:pt x="4760" y="988"/>
                  </a:lnTo>
                  <a:lnTo>
                    <a:pt x="4800" y="969"/>
                  </a:lnTo>
                  <a:lnTo>
                    <a:pt x="4879" y="969"/>
                  </a:lnTo>
                  <a:lnTo>
                    <a:pt x="4938" y="988"/>
                  </a:lnTo>
                  <a:lnTo>
                    <a:pt x="4938" y="969"/>
                  </a:lnTo>
                  <a:lnTo>
                    <a:pt x="4918" y="949"/>
                  </a:lnTo>
                  <a:lnTo>
                    <a:pt x="4839" y="949"/>
                  </a:lnTo>
                  <a:lnTo>
                    <a:pt x="4839" y="929"/>
                  </a:lnTo>
                  <a:lnTo>
                    <a:pt x="4820" y="909"/>
                  </a:lnTo>
                  <a:lnTo>
                    <a:pt x="4899" y="889"/>
                  </a:lnTo>
                  <a:lnTo>
                    <a:pt x="4938" y="850"/>
                  </a:lnTo>
                  <a:lnTo>
                    <a:pt x="4978" y="771"/>
                  </a:lnTo>
                  <a:lnTo>
                    <a:pt x="5017" y="751"/>
                  </a:lnTo>
                  <a:lnTo>
                    <a:pt x="5037" y="712"/>
                  </a:lnTo>
                  <a:lnTo>
                    <a:pt x="4978" y="712"/>
                  </a:lnTo>
                  <a:lnTo>
                    <a:pt x="4958" y="672"/>
                  </a:lnTo>
                  <a:lnTo>
                    <a:pt x="4938" y="652"/>
                  </a:lnTo>
                  <a:lnTo>
                    <a:pt x="4899" y="593"/>
                  </a:lnTo>
                  <a:lnTo>
                    <a:pt x="4859" y="554"/>
                  </a:lnTo>
                  <a:lnTo>
                    <a:pt x="4839" y="534"/>
                  </a:lnTo>
                  <a:lnTo>
                    <a:pt x="4839" y="494"/>
                  </a:lnTo>
                  <a:lnTo>
                    <a:pt x="4820" y="494"/>
                  </a:lnTo>
                  <a:lnTo>
                    <a:pt x="4800" y="514"/>
                  </a:lnTo>
                  <a:lnTo>
                    <a:pt x="4780" y="534"/>
                  </a:lnTo>
                  <a:lnTo>
                    <a:pt x="4741" y="593"/>
                  </a:lnTo>
                  <a:lnTo>
                    <a:pt x="4681" y="554"/>
                  </a:lnTo>
                  <a:lnTo>
                    <a:pt x="4622" y="554"/>
                  </a:lnTo>
                  <a:lnTo>
                    <a:pt x="4563" y="455"/>
                  </a:lnTo>
                  <a:lnTo>
                    <a:pt x="4504" y="356"/>
                  </a:lnTo>
                  <a:lnTo>
                    <a:pt x="4504" y="356"/>
                  </a:lnTo>
                  <a:lnTo>
                    <a:pt x="4543" y="376"/>
                  </a:lnTo>
                  <a:lnTo>
                    <a:pt x="4583" y="396"/>
                  </a:lnTo>
                  <a:lnTo>
                    <a:pt x="4583" y="376"/>
                  </a:lnTo>
                  <a:lnTo>
                    <a:pt x="3713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3" name="Google Shape;7533;p29"/>
            <p:cNvSpPr/>
            <p:nvPr/>
          </p:nvSpPr>
          <p:spPr>
            <a:xfrm>
              <a:off x="-1585372" y="390345"/>
              <a:ext cx="41" cy="869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4" name="Google Shape;7534;p29"/>
            <p:cNvSpPr/>
            <p:nvPr/>
          </p:nvSpPr>
          <p:spPr>
            <a:xfrm>
              <a:off x="-1636876" y="495753"/>
              <a:ext cx="869" cy="1696"/>
            </a:xfrm>
            <a:custGeom>
              <a:rect b="b" l="l" r="r" t="t"/>
              <a:pathLst>
                <a:path extrusionOk="0" h="41" w="21">
                  <a:moveTo>
                    <a:pt x="1" y="1"/>
                  </a:moveTo>
                  <a:lnTo>
                    <a:pt x="1" y="1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5" name="Google Shape;7535;p29"/>
            <p:cNvSpPr/>
            <p:nvPr/>
          </p:nvSpPr>
          <p:spPr>
            <a:xfrm>
              <a:off x="-1304313" y="527648"/>
              <a:ext cx="144662" cy="28626"/>
            </a:xfrm>
            <a:custGeom>
              <a:rect b="b" l="l" r="r" t="t"/>
              <a:pathLst>
                <a:path extrusionOk="0" h="692" w="3497">
                  <a:moveTo>
                    <a:pt x="1" y="0"/>
                  </a:moveTo>
                  <a:lnTo>
                    <a:pt x="1008" y="178"/>
                  </a:lnTo>
                  <a:lnTo>
                    <a:pt x="2410" y="435"/>
                  </a:lnTo>
                  <a:lnTo>
                    <a:pt x="2805" y="494"/>
                  </a:lnTo>
                  <a:lnTo>
                    <a:pt x="3161" y="593"/>
                  </a:lnTo>
                  <a:lnTo>
                    <a:pt x="3497" y="692"/>
                  </a:lnTo>
                  <a:lnTo>
                    <a:pt x="2924" y="297"/>
                  </a:lnTo>
                  <a:lnTo>
                    <a:pt x="2766" y="257"/>
                  </a:lnTo>
                  <a:lnTo>
                    <a:pt x="2371" y="178"/>
                  </a:lnTo>
                  <a:lnTo>
                    <a:pt x="1778" y="99"/>
                  </a:lnTo>
                  <a:lnTo>
                    <a:pt x="1462" y="59"/>
                  </a:lnTo>
                  <a:lnTo>
                    <a:pt x="1107" y="59"/>
                  </a:lnTo>
                  <a:lnTo>
                    <a:pt x="554" y="40"/>
                  </a:lnTo>
                  <a:lnTo>
                    <a:pt x="218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6" name="Google Shape;7536;p29"/>
            <p:cNvSpPr/>
            <p:nvPr/>
          </p:nvSpPr>
          <p:spPr>
            <a:xfrm>
              <a:off x="-2092800" y="129682"/>
              <a:ext cx="507455" cy="585929"/>
            </a:xfrm>
            <a:custGeom>
              <a:rect b="b" l="l" r="r" t="t"/>
              <a:pathLst>
                <a:path extrusionOk="0" h="14164" w="12267">
                  <a:moveTo>
                    <a:pt x="4978" y="1"/>
                  </a:moveTo>
                  <a:lnTo>
                    <a:pt x="4918" y="40"/>
                  </a:lnTo>
                  <a:lnTo>
                    <a:pt x="4859" y="139"/>
                  </a:lnTo>
                  <a:lnTo>
                    <a:pt x="4661" y="515"/>
                  </a:lnTo>
                  <a:lnTo>
                    <a:pt x="4385" y="1087"/>
                  </a:lnTo>
                  <a:lnTo>
                    <a:pt x="4049" y="1858"/>
                  </a:lnTo>
                  <a:lnTo>
                    <a:pt x="3239" y="3774"/>
                  </a:lnTo>
                  <a:lnTo>
                    <a:pt x="2350" y="5946"/>
                  </a:lnTo>
                  <a:lnTo>
                    <a:pt x="731" y="10055"/>
                  </a:lnTo>
                  <a:lnTo>
                    <a:pt x="0" y="11931"/>
                  </a:lnTo>
                  <a:lnTo>
                    <a:pt x="99" y="11971"/>
                  </a:lnTo>
                  <a:lnTo>
                    <a:pt x="316" y="12069"/>
                  </a:lnTo>
                  <a:lnTo>
                    <a:pt x="1086" y="12366"/>
                  </a:lnTo>
                  <a:lnTo>
                    <a:pt x="2173" y="12741"/>
                  </a:lnTo>
                  <a:lnTo>
                    <a:pt x="3417" y="13176"/>
                  </a:lnTo>
                  <a:lnTo>
                    <a:pt x="4681" y="13571"/>
                  </a:lnTo>
                  <a:lnTo>
                    <a:pt x="5827" y="13906"/>
                  </a:lnTo>
                  <a:lnTo>
                    <a:pt x="6301" y="14025"/>
                  </a:lnTo>
                  <a:lnTo>
                    <a:pt x="6676" y="14124"/>
                  </a:lnTo>
                  <a:lnTo>
                    <a:pt x="6953" y="14163"/>
                  </a:lnTo>
                  <a:lnTo>
                    <a:pt x="7111" y="14163"/>
                  </a:lnTo>
                  <a:lnTo>
                    <a:pt x="7190" y="14104"/>
                  </a:lnTo>
                  <a:lnTo>
                    <a:pt x="7249" y="14045"/>
                  </a:lnTo>
                  <a:lnTo>
                    <a:pt x="7308" y="13966"/>
                  </a:lnTo>
                  <a:lnTo>
                    <a:pt x="7368" y="13867"/>
                  </a:lnTo>
                  <a:lnTo>
                    <a:pt x="7447" y="13650"/>
                  </a:lnTo>
                  <a:lnTo>
                    <a:pt x="7506" y="13413"/>
                  </a:lnTo>
                  <a:lnTo>
                    <a:pt x="7585" y="12879"/>
                  </a:lnTo>
                  <a:lnTo>
                    <a:pt x="7644" y="12623"/>
                  </a:lnTo>
                  <a:lnTo>
                    <a:pt x="7703" y="12386"/>
                  </a:lnTo>
                  <a:lnTo>
                    <a:pt x="7743" y="12287"/>
                  </a:lnTo>
                  <a:lnTo>
                    <a:pt x="7802" y="12168"/>
                  </a:lnTo>
                  <a:lnTo>
                    <a:pt x="8000" y="11911"/>
                  </a:lnTo>
                  <a:lnTo>
                    <a:pt x="8513" y="11319"/>
                  </a:lnTo>
                  <a:lnTo>
                    <a:pt x="8790" y="11003"/>
                  </a:lnTo>
                  <a:lnTo>
                    <a:pt x="9027" y="10667"/>
                  </a:lnTo>
                  <a:lnTo>
                    <a:pt x="9125" y="10489"/>
                  </a:lnTo>
                  <a:lnTo>
                    <a:pt x="9204" y="10312"/>
                  </a:lnTo>
                  <a:lnTo>
                    <a:pt x="9264" y="10134"/>
                  </a:lnTo>
                  <a:lnTo>
                    <a:pt x="9323" y="9956"/>
                  </a:lnTo>
                  <a:lnTo>
                    <a:pt x="9422" y="9324"/>
                  </a:lnTo>
                  <a:lnTo>
                    <a:pt x="9540" y="8830"/>
                  </a:lnTo>
                  <a:lnTo>
                    <a:pt x="9599" y="8633"/>
                  </a:lnTo>
                  <a:lnTo>
                    <a:pt x="9678" y="8435"/>
                  </a:lnTo>
                  <a:lnTo>
                    <a:pt x="9758" y="8257"/>
                  </a:lnTo>
                  <a:lnTo>
                    <a:pt x="9876" y="8080"/>
                  </a:lnTo>
                  <a:lnTo>
                    <a:pt x="10014" y="7882"/>
                  </a:lnTo>
                  <a:lnTo>
                    <a:pt x="10192" y="7645"/>
                  </a:lnTo>
                  <a:lnTo>
                    <a:pt x="10646" y="7112"/>
                  </a:lnTo>
                  <a:lnTo>
                    <a:pt x="10864" y="6815"/>
                  </a:lnTo>
                  <a:lnTo>
                    <a:pt x="11061" y="6499"/>
                  </a:lnTo>
                  <a:lnTo>
                    <a:pt x="11140" y="6341"/>
                  </a:lnTo>
                  <a:lnTo>
                    <a:pt x="11199" y="6203"/>
                  </a:lnTo>
                  <a:lnTo>
                    <a:pt x="11259" y="6045"/>
                  </a:lnTo>
                  <a:lnTo>
                    <a:pt x="11298" y="5887"/>
                  </a:lnTo>
                  <a:lnTo>
                    <a:pt x="11357" y="5591"/>
                  </a:lnTo>
                  <a:lnTo>
                    <a:pt x="11456" y="5354"/>
                  </a:lnTo>
                  <a:lnTo>
                    <a:pt x="11575" y="5117"/>
                  </a:lnTo>
                  <a:lnTo>
                    <a:pt x="11693" y="4919"/>
                  </a:lnTo>
                  <a:lnTo>
                    <a:pt x="11930" y="4504"/>
                  </a:lnTo>
                  <a:lnTo>
                    <a:pt x="12049" y="4307"/>
                  </a:lnTo>
                  <a:lnTo>
                    <a:pt x="12128" y="4090"/>
                  </a:lnTo>
                  <a:lnTo>
                    <a:pt x="12187" y="3892"/>
                  </a:lnTo>
                  <a:lnTo>
                    <a:pt x="12227" y="3714"/>
                  </a:lnTo>
                  <a:lnTo>
                    <a:pt x="12266" y="3576"/>
                  </a:lnTo>
                  <a:lnTo>
                    <a:pt x="12266" y="3477"/>
                  </a:lnTo>
                  <a:lnTo>
                    <a:pt x="12246" y="3359"/>
                  </a:lnTo>
                  <a:lnTo>
                    <a:pt x="12246" y="3319"/>
                  </a:lnTo>
                  <a:lnTo>
                    <a:pt x="11160" y="2806"/>
                  </a:lnTo>
                  <a:lnTo>
                    <a:pt x="8730" y="1660"/>
                  </a:lnTo>
                  <a:lnTo>
                    <a:pt x="7427" y="1048"/>
                  </a:lnTo>
                  <a:lnTo>
                    <a:pt x="6261" y="515"/>
                  </a:lnTo>
                  <a:lnTo>
                    <a:pt x="5392" y="139"/>
                  </a:lnTo>
                  <a:lnTo>
                    <a:pt x="5116" y="40"/>
                  </a:lnTo>
                  <a:lnTo>
                    <a:pt x="497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7" name="Google Shape;7537;p29"/>
            <p:cNvSpPr/>
            <p:nvPr/>
          </p:nvSpPr>
          <p:spPr>
            <a:xfrm>
              <a:off x="-843466" y="108459"/>
              <a:ext cx="216600" cy="156121"/>
            </a:xfrm>
            <a:custGeom>
              <a:rect b="b" l="l" r="r" t="t"/>
              <a:pathLst>
                <a:path extrusionOk="0" h="3774" w="5236">
                  <a:moveTo>
                    <a:pt x="4287" y="0"/>
                  </a:moveTo>
                  <a:lnTo>
                    <a:pt x="4030" y="20"/>
                  </a:lnTo>
                  <a:lnTo>
                    <a:pt x="3773" y="60"/>
                  </a:lnTo>
                  <a:lnTo>
                    <a:pt x="3497" y="119"/>
                  </a:lnTo>
                  <a:lnTo>
                    <a:pt x="3220" y="198"/>
                  </a:lnTo>
                  <a:lnTo>
                    <a:pt x="2924" y="277"/>
                  </a:lnTo>
                  <a:lnTo>
                    <a:pt x="2648" y="395"/>
                  </a:lnTo>
                  <a:lnTo>
                    <a:pt x="2351" y="514"/>
                  </a:lnTo>
                  <a:lnTo>
                    <a:pt x="2055" y="632"/>
                  </a:lnTo>
                  <a:lnTo>
                    <a:pt x="1779" y="790"/>
                  </a:lnTo>
                  <a:lnTo>
                    <a:pt x="1502" y="929"/>
                  </a:lnTo>
                  <a:lnTo>
                    <a:pt x="1245" y="1107"/>
                  </a:lnTo>
                  <a:lnTo>
                    <a:pt x="988" y="1284"/>
                  </a:lnTo>
                  <a:lnTo>
                    <a:pt x="771" y="1462"/>
                  </a:lnTo>
                  <a:lnTo>
                    <a:pt x="554" y="1640"/>
                  </a:lnTo>
                  <a:lnTo>
                    <a:pt x="376" y="1837"/>
                  </a:lnTo>
                  <a:lnTo>
                    <a:pt x="258" y="2015"/>
                  </a:lnTo>
                  <a:lnTo>
                    <a:pt x="139" y="2173"/>
                  </a:lnTo>
                  <a:lnTo>
                    <a:pt x="80" y="2331"/>
                  </a:lnTo>
                  <a:lnTo>
                    <a:pt x="21" y="2489"/>
                  </a:lnTo>
                  <a:lnTo>
                    <a:pt x="1" y="2608"/>
                  </a:lnTo>
                  <a:lnTo>
                    <a:pt x="1" y="2726"/>
                  </a:lnTo>
                  <a:lnTo>
                    <a:pt x="21" y="2845"/>
                  </a:lnTo>
                  <a:lnTo>
                    <a:pt x="40" y="2943"/>
                  </a:lnTo>
                  <a:lnTo>
                    <a:pt x="80" y="3022"/>
                  </a:lnTo>
                  <a:lnTo>
                    <a:pt x="159" y="3161"/>
                  </a:lnTo>
                  <a:lnTo>
                    <a:pt x="218" y="3240"/>
                  </a:lnTo>
                  <a:lnTo>
                    <a:pt x="258" y="3279"/>
                  </a:lnTo>
                  <a:lnTo>
                    <a:pt x="277" y="3319"/>
                  </a:lnTo>
                  <a:lnTo>
                    <a:pt x="396" y="3437"/>
                  </a:lnTo>
                  <a:lnTo>
                    <a:pt x="495" y="3516"/>
                  </a:lnTo>
                  <a:lnTo>
                    <a:pt x="593" y="3576"/>
                  </a:lnTo>
                  <a:lnTo>
                    <a:pt x="732" y="3655"/>
                  </a:lnTo>
                  <a:lnTo>
                    <a:pt x="890" y="3714"/>
                  </a:lnTo>
                  <a:lnTo>
                    <a:pt x="1067" y="3753"/>
                  </a:lnTo>
                  <a:lnTo>
                    <a:pt x="1285" y="3773"/>
                  </a:lnTo>
                  <a:lnTo>
                    <a:pt x="1522" y="3753"/>
                  </a:lnTo>
                  <a:lnTo>
                    <a:pt x="1798" y="3714"/>
                  </a:lnTo>
                  <a:lnTo>
                    <a:pt x="2095" y="3635"/>
                  </a:lnTo>
                  <a:lnTo>
                    <a:pt x="2411" y="3516"/>
                  </a:lnTo>
                  <a:lnTo>
                    <a:pt x="2766" y="3358"/>
                  </a:lnTo>
                  <a:lnTo>
                    <a:pt x="3161" y="3121"/>
                  </a:lnTo>
                  <a:lnTo>
                    <a:pt x="3556" y="2864"/>
                  </a:lnTo>
                  <a:lnTo>
                    <a:pt x="3892" y="2608"/>
                  </a:lnTo>
                  <a:lnTo>
                    <a:pt x="4208" y="2351"/>
                  </a:lnTo>
                  <a:lnTo>
                    <a:pt x="4465" y="2094"/>
                  </a:lnTo>
                  <a:lnTo>
                    <a:pt x="4682" y="1837"/>
                  </a:lnTo>
                  <a:lnTo>
                    <a:pt x="4880" y="1581"/>
                  </a:lnTo>
                  <a:lnTo>
                    <a:pt x="5018" y="1344"/>
                  </a:lnTo>
                  <a:lnTo>
                    <a:pt x="5136" y="1107"/>
                  </a:lnTo>
                  <a:lnTo>
                    <a:pt x="5215" y="909"/>
                  </a:lnTo>
                  <a:lnTo>
                    <a:pt x="5235" y="711"/>
                  </a:lnTo>
                  <a:lnTo>
                    <a:pt x="5235" y="534"/>
                  </a:lnTo>
                  <a:lnTo>
                    <a:pt x="5215" y="376"/>
                  </a:lnTo>
                  <a:lnTo>
                    <a:pt x="5136" y="237"/>
                  </a:lnTo>
                  <a:lnTo>
                    <a:pt x="5038" y="139"/>
                  </a:lnTo>
                  <a:lnTo>
                    <a:pt x="4880" y="60"/>
                  </a:lnTo>
                  <a:lnTo>
                    <a:pt x="4702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8" name="Google Shape;7538;p29"/>
            <p:cNvSpPr/>
            <p:nvPr/>
          </p:nvSpPr>
          <p:spPr>
            <a:xfrm>
              <a:off x="-966828" y="218748"/>
              <a:ext cx="145489" cy="210850"/>
            </a:xfrm>
            <a:custGeom>
              <a:rect b="b" l="l" r="r" t="t"/>
              <a:pathLst>
                <a:path extrusionOk="0" h="5097" w="3517">
                  <a:moveTo>
                    <a:pt x="1304" y="1"/>
                  </a:moveTo>
                  <a:lnTo>
                    <a:pt x="1126" y="21"/>
                  </a:lnTo>
                  <a:lnTo>
                    <a:pt x="968" y="40"/>
                  </a:lnTo>
                  <a:lnTo>
                    <a:pt x="790" y="179"/>
                  </a:lnTo>
                  <a:lnTo>
                    <a:pt x="613" y="356"/>
                  </a:lnTo>
                  <a:lnTo>
                    <a:pt x="415" y="574"/>
                  </a:lnTo>
                  <a:lnTo>
                    <a:pt x="336" y="712"/>
                  </a:lnTo>
                  <a:lnTo>
                    <a:pt x="237" y="870"/>
                  </a:lnTo>
                  <a:lnTo>
                    <a:pt x="158" y="1028"/>
                  </a:lnTo>
                  <a:lnTo>
                    <a:pt x="79" y="1206"/>
                  </a:lnTo>
                  <a:lnTo>
                    <a:pt x="40" y="1403"/>
                  </a:lnTo>
                  <a:lnTo>
                    <a:pt x="0" y="1601"/>
                  </a:lnTo>
                  <a:lnTo>
                    <a:pt x="0" y="1818"/>
                  </a:lnTo>
                  <a:lnTo>
                    <a:pt x="20" y="2055"/>
                  </a:lnTo>
                  <a:lnTo>
                    <a:pt x="79" y="2292"/>
                  </a:lnTo>
                  <a:lnTo>
                    <a:pt x="178" y="2549"/>
                  </a:lnTo>
                  <a:lnTo>
                    <a:pt x="297" y="2825"/>
                  </a:lnTo>
                  <a:lnTo>
                    <a:pt x="435" y="3122"/>
                  </a:lnTo>
                  <a:lnTo>
                    <a:pt x="613" y="3398"/>
                  </a:lnTo>
                  <a:lnTo>
                    <a:pt x="810" y="3675"/>
                  </a:lnTo>
                  <a:lnTo>
                    <a:pt x="1008" y="3951"/>
                  </a:lnTo>
                  <a:lnTo>
                    <a:pt x="1225" y="4208"/>
                  </a:lnTo>
                  <a:lnTo>
                    <a:pt x="1462" y="4445"/>
                  </a:lnTo>
                  <a:lnTo>
                    <a:pt x="1679" y="4662"/>
                  </a:lnTo>
                  <a:lnTo>
                    <a:pt x="1916" y="4840"/>
                  </a:lnTo>
                  <a:lnTo>
                    <a:pt x="2134" y="4978"/>
                  </a:lnTo>
                  <a:lnTo>
                    <a:pt x="2351" y="5057"/>
                  </a:lnTo>
                  <a:lnTo>
                    <a:pt x="2469" y="5097"/>
                  </a:lnTo>
                  <a:lnTo>
                    <a:pt x="2766" y="5097"/>
                  </a:lnTo>
                  <a:lnTo>
                    <a:pt x="2864" y="5057"/>
                  </a:lnTo>
                  <a:lnTo>
                    <a:pt x="2943" y="5018"/>
                  </a:lnTo>
                  <a:lnTo>
                    <a:pt x="3022" y="4939"/>
                  </a:lnTo>
                  <a:lnTo>
                    <a:pt x="3101" y="4880"/>
                  </a:lnTo>
                  <a:lnTo>
                    <a:pt x="3220" y="4702"/>
                  </a:lnTo>
                  <a:lnTo>
                    <a:pt x="3319" y="4504"/>
                  </a:lnTo>
                  <a:lnTo>
                    <a:pt x="3398" y="4267"/>
                  </a:lnTo>
                  <a:lnTo>
                    <a:pt x="3457" y="4011"/>
                  </a:lnTo>
                  <a:lnTo>
                    <a:pt x="3496" y="3734"/>
                  </a:lnTo>
                  <a:lnTo>
                    <a:pt x="3516" y="3458"/>
                  </a:lnTo>
                  <a:lnTo>
                    <a:pt x="3496" y="3142"/>
                  </a:lnTo>
                  <a:lnTo>
                    <a:pt x="3477" y="2845"/>
                  </a:lnTo>
                  <a:lnTo>
                    <a:pt x="3437" y="2549"/>
                  </a:lnTo>
                  <a:lnTo>
                    <a:pt x="3378" y="2253"/>
                  </a:lnTo>
                  <a:lnTo>
                    <a:pt x="3299" y="1956"/>
                  </a:lnTo>
                  <a:lnTo>
                    <a:pt x="3200" y="1680"/>
                  </a:lnTo>
                  <a:lnTo>
                    <a:pt x="3101" y="1423"/>
                  </a:lnTo>
                  <a:lnTo>
                    <a:pt x="2963" y="1186"/>
                  </a:lnTo>
                  <a:lnTo>
                    <a:pt x="2825" y="989"/>
                  </a:lnTo>
                  <a:lnTo>
                    <a:pt x="2687" y="811"/>
                  </a:lnTo>
                  <a:lnTo>
                    <a:pt x="2548" y="653"/>
                  </a:lnTo>
                  <a:lnTo>
                    <a:pt x="2390" y="514"/>
                  </a:lnTo>
                  <a:lnTo>
                    <a:pt x="2252" y="396"/>
                  </a:lnTo>
                  <a:lnTo>
                    <a:pt x="2134" y="297"/>
                  </a:lnTo>
                  <a:lnTo>
                    <a:pt x="1995" y="218"/>
                  </a:lnTo>
                  <a:lnTo>
                    <a:pt x="1738" y="100"/>
                  </a:lnTo>
                  <a:lnTo>
                    <a:pt x="1501" y="40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9" name="Google Shape;7539;p29"/>
            <p:cNvSpPr/>
            <p:nvPr/>
          </p:nvSpPr>
          <p:spPr>
            <a:xfrm>
              <a:off x="-916192" y="-26361"/>
              <a:ext cx="104660" cy="205927"/>
            </a:xfrm>
            <a:custGeom>
              <a:rect b="b" l="l" r="r" t="t"/>
              <a:pathLst>
                <a:path extrusionOk="0" h="4978" w="2530">
                  <a:moveTo>
                    <a:pt x="732" y="0"/>
                  </a:moveTo>
                  <a:lnTo>
                    <a:pt x="593" y="20"/>
                  </a:lnTo>
                  <a:lnTo>
                    <a:pt x="534" y="40"/>
                  </a:lnTo>
                  <a:lnTo>
                    <a:pt x="495" y="79"/>
                  </a:lnTo>
                  <a:lnTo>
                    <a:pt x="396" y="178"/>
                  </a:lnTo>
                  <a:lnTo>
                    <a:pt x="317" y="297"/>
                  </a:lnTo>
                  <a:lnTo>
                    <a:pt x="238" y="455"/>
                  </a:lnTo>
                  <a:lnTo>
                    <a:pt x="179" y="613"/>
                  </a:lnTo>
                  <a:lnTo>
                    <a:pt x="139" y="790"/>
                  </a:lnTo>
                  <a:lnTo>
                    <a:pt x="80" y="988"/>
                  </a:lnTo>
                  <a:lnTo>
                    <a:pt x="21" y="1422"/>
                  </a:lnTo>
                  <a:lnTo>
                    <a:pt x="1" y="1877"/>
                  </a:lnTo>
                  <a:lnTo>
                    <a:pt x="21" y="2351"/>
                  </a:lnTo>
                  <a:lnTo>
                    <a:pt x="80" y="2805"/>
                  </a:lnTo>
                  <a:lnTo>
                    <a:pt x="119" y="3022"/>
                  </a:lnTo>
                  <a:lnTo>
                    <a:pt x="179" y="3220"/>
                  </a:lnTo>
                  <a:lnTo>
                    <a:pt x="317" y="3615"/>
                  </a:lnTo>
                  <a:lnTo>
                    <a:pt x="495" y="3970"/>
                  </a:lnTo>
                  <a:lnTo>
                    <a:pt x="672" y="4267"/>
                  </a:lnTo>
                  <a:lnTo>
                    <a:pt x="890" y="4543"/>
                  </a:lnTo>
                  <a:lnTo>
                    <a:pt x="1087" y="4741"/>
                  </a:lnTo>
                  <a:lnTo>
                    <a:pt x="1265" y="4879"/>
                  </a:lnTo>
                  <a:lnTo>
                    <a:pt x="1344" y="4938"/>
                  </a:lnTo>
                  <a:lnTo>
                    <a:pt x="1423" y="4958"/>
                  </a:lnTo>
                  <a:lnTo>
                    <a:pt x="1502" y="4978"/>
                  </a:lnTo>
                  <a:lnTo>
                    <a:pt x="1561" y="4958"/>
                  </a:lnTo>
                  <a:lnTo>
                    <a:pt x="1581" y="4958"/>
                  </a:lnTo>
                  <a:lnTo>
                    <a:pt x="1660" y="4919"/>
                  </a:lnTo>
                  <a:lnTo>
                    <a:pt x="1759" y="4840"/>
                  </a:lnTo>
                  <a:lnTo>
                    <a:pt x="1897" y="4682"/>
                  </a:lnTo>
                  <a:lnTo>
                    <a:pt x="2035" y="4445"/>
                  </a:lnTo>
                  <a:lnTo>
                    <a:pt x="2114" y="4287"/>
                  </a:lnTo>
                  <a:lnTo>
                    <a:pt x="2193" y="4089"/>
                  </a:lnTo>
                  <a:lnTo>
                    <a:pt x="2272" y="3872"/>
                  </a:lnTo>
                  <a:lnTo>
                    <a:pt x="2351" y="3615"/>
                  </a:lnTo>
                  <a:lnTo>
                    <a:pt x="2430" y="3319"/>
                  </a:lnTo>
                  <a:lnTo>
                    <a:pt x="2490" y="3003"/>
                  </a:lnTo>
                  <a:lnTo>
                    <a:pt x="2529" y="2825"/>
                  </a:lnTo>
                  <a:lnTo>
                    <a:pt x="2529" y="2647"/>
                  </a:lnTo>
                  <a:lnTo>
                    <a:pt x="2529" y="2311"/>
                  </a:lnTo>
                  <a:lnTo>
                    <a:pt x="2490" y="1976"/>
                  </a:lnTo>
                  <a:lnTo>
                    <a:pt x="2411" y="1679"/>
                  </a:lnTo>
                  <a:lnTo>
                    <a:pt x="2292" y="1383"/>
                  </a:lnTo>
                  <a:lnTo>
                    <a:pt x="2154" y="1126"/>
                  </a:lnTo>
                  <a:lnTo>
                    <a:pt x="1996" y="869"/>
                  </a:lnTo>
                  <a:lnTo>
                    <a:pt x="1818" y="652"/>
                  </a:lnTo>
                  <a:lnTo>
                    <a:pt x="1621" y="474"/>
                  </a:lnTo>
                  <a:lnTo>
                    <a:pt x="1443" y="297"/>
                  </a:lnTo>
                  <a:lnTo>
                    <a:pt x="1245" y="178"/>
                  </a:lnTo>
                  <a:lnTo>
                    <a:pt x="1068" y="79"/>
                  </a:lnTo>
                  <a:lnTo>
                    <a:pt x="890" y="2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0" name="Google Shape;7540;p29"/>
            <p:cNvSpPr/>
            <p:nvPr/>
          </p:nvSpPr>
          <p:spPr>
            <a:xfrm>
              <a:off x="-533781" y="304547"/>
              <a:ext cx="118518" cy="205141"/>
            </a:xfrm>
            <a:custGeom>
              <a:rect b="b" l="l" r="r" t="t"/>
              <a:pathLst>
                <a:path extrusionOk="0" h="4959" w="2865">
                  <a:moveTo>
                    <a:pt x="890" y="1"/>
                  </a:moveTo>
                  <a:lnTo>
                    <a:pt x="712" y="21"/>
                  </a:lnTo>
                  <a:lnTo>
                    <a:pt x="554" y="40"/>
                  </a:lnTo>
                  <a:lnTo>
                    <a:pt x="376" y="100"/>
                  </a:lnTo>
                  <a:lnTo>
                    <a:pt x="277" y="337"/>
                  </a:lnTo>
                  <a:lnTo>
                    <a:pt x="179" y="574"/>
                  </a:lnTo>
                  <a:lnTo>
                    <a:pt x="80" y="910"/>
                  </a:lnTo>
                  <a:lnTo>
                    <a:pt x="40" y="1087"/>
                  </a:lnTo>
                  <a:lnTo>
                    <a:pt x="21" y="1285"/>
                  </a:lnTo>
                  <a:lnTo>
                    <a:pt x="1" y="1502"/>
                  </a:lnTo>
                  <a:lnTo>
                    <a:pt x="1" y="1719"/>
                  </a:lnTo>
                  <a:lnTo>
                    <a:pt x="21" y="1956"/>
                  </a:lnTo>
                  <a:lnTo>
                    <a:pt x="60" y="2193"/>
                  </a:lnTo>
                  <a:lnTo>
                    <a:pt x="139" y="2430"/>
                  </a:lnTo>
                  <a:lnTo>
                    <a:pt x="218" y="2667"/>
                  </a:lnTo>
                  <a:lnTo>
                    <a:pt x="455" y="3161"/>
                  </a:lnTo>
                  <a:lnTo>
                    <a:pt x="712" y="3616"/>
                  </a:lnTo>
                  <a:lnTo>
                    <a:pt x="988" y="4050"/>
                  </a:lnTo>
                  <a:lnTo>
                    <a:pt x="1127" y="4248"/>
                  </a:lnTo>
                  <a:lnTo>
                    <a:pt x="1285" y="4425"/>
                  </a:lnTo>
                  <a:lnTo>
                    <a:pt x="1423" y="4583"/>
                  </a:lnTo>
                  <a:lnTo>
                    <a:pt x="1581" y="4722"/>
                  </a:lnTo>
                  <a:lnTo>
                    <a:pt x="1719" y="4820"/>
                  </a:lnTo>
                  <a:lnTo>
                    <a:pt x="1858" y="4899"/>
                  </a:lnTo>
                  <a:lnTo>
                    <a:pt x="1996" y="4959"/>
                  </a:lnTo>
                  <a:lnTo>
                    <a:pt x="2114" y="4959"/>
                  </a:lnTo>
                  <a:lnTo>
                    <a:pt x="2253" y="4939"/>
                  </a:lnTo>
                  <a:lnTo>
                    <a:pt x="2351" y="4880"/>
                  </a:lnTo>
                  <a:lnTo>
                    <a:pt x="2450" y="4781"/>
                  </a:lnTo>
                  <a:lnTo>
                    <a:pt x="2549" y="4662"/>
                  </a:lnTo>
                  <a:lnTo>
                    <a:pt x="2628" y="4504"/>
                  </a:lnTo>
                  <a:lnTo>
                    <a:pt x="2707" y="4346"/>
                  </a:lnTo>
                  <a:lnTo>
                    <a:pt x="2766" y="4169"/>
                  </a:lnTo>
                  <a:lnTo>
                    <a:pt x="2806" y="3971"/>
                  </a:lnTo>
                  <a:lnTo>
                    <a:pt x="2845" y="3754"/>
                  </a:lnTo>
                  <a:lnTo>
                    <a:pt x="2865" y="3537"/>
                  </a:lnTo>
                  <a:lnTo>
                    <a:pt x="2865" y="3082"/>
                  </a:lnTo>
                  <a:lnTo>
                    <a:pt x="2845" y="2608"/>
                  </a:lnTo>
                  <a:lnTo>
                    <a:pt x="2806" y="2371"/>
                  </a:lnTo>
                  <a:lnTo>
                    <a:pt x="2766" y="2154"/>
                  </a:lnTo>
                  <a:lnTo>
                    <a:pt x="2707" y="1917"/>
                  </a:lnTo>
                  <a:lnTo>
                    <a:pt x="2628" y="1700"/>
                  </a:lnTo>
                  <a:lnTo>
                    <a:pt x="2549" y="1502"/>
                  </a:lnTo>
                  <a:lnTo>
                    <a:pt x="2450" y="1305"/>
                  </a:lnTo>
                  <a:lnTo>
                    <a:pt x="2351" y="1107"/>
                  </a:lnTo>
                  <a:lnTo>
                    <a:pt x="2233" y="929"/>
                  </a:lnTo>
                  <a:lnTo>
                    <a:pt x="2114" y="751"/>
                  </a:lnTo>
                  <a:lnTo>
                    <a:pt x="1976" y="593"/>
                  </a:lnTo>
                  <a:lnTo>
                    <a:pt x="1838" y="455"/>
                  </a:lnTo>
                  <a:lnTo>
                    <a:pt x="1700" y="337"/>
                  </a:lnTo>
                  <a:lnTo>
                    <a:pt x="1542" y="218"/>
                  </a:lnTo>
                  <a:lnTo>
                    <a:pt x="1384" y="139"/>
                  </a:lnTo>
                  <a:lnTo>
                    <a:pt x="1225" y="80"/>
                  </a:lnTo>
                  <a:lnTo>
                    <a:pt x="1067" y="21"/>
                  </a:lnTo>
                  <a:lnTo>
                    <a:pt x="8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1" name="Google Shape;7541;p29"/>
            <p:cNvSpPr/>
            <p:nvPr/>
          </p:nvSpPr>
          <p:spPr>
            <a:xfrm>
              <a:off x="-501099" y="193431"/>
              <a:ext cx="213332" cy="129977"/>
            </a:xfrm>
            <a:custGeom>
              <a:rect b="b" l="l" r="r" t="t"/>
              <a:pathLst>
                <a:path extrusionOk="0" h="3142" w="5157">
                  <a:moveTo>
                    <a:pt x="1423" y="1"/>
                  </a:moveTo>
                  <a:lnTo>
                    <a:pt x="1206" y="40"/>
                  </a:lnTo>
                  <a:lnTo>
                    <a:pt x="989" y="119"/>
                  </a:lnTo>
                  <a:lnTo>
                    <a:pt x="791" y="198"/>
                  </a:lnTo>
                  <a:lnTo>
                    <a:pt x="633" y="277"/>
                  </a:lnTo>
                  <a:lnTo>
                    <a:pt x="475" y="396"/>
                  </a:lnTo>
                  <a:lnTo>
                    <a:pt x="356" y="494"/>
                  </a:lnTo>
                  <a:lnTo>
                    <a:pt x="238" y="613"/>
                  </a:lnTo>
                  <a:lnTo>
                    <a:pt x="159" y="731"/>
                  </a:lnTo>
                  <a:lnTo>
                    <a:pt x="80" y="850"/>
                  </a:lnTo>
                  <a:lnTo>
                    <a:pt x="40" y="949"/>
                  </a:lnTo>
                  <a:lnTo>
                    <a:pt x="1" y="1047"/>
                  </a:lnTo>
                  <a:lnTo>
                    <a:pt x="1" y="1126"/>
                  </a:lnTo>
                  <a:lnTo>
                    <a:pt x="1" y="1186"/>
                  </a:lnTo>
                  <a:lnTo>
                    <a:pt x="21" y="1225"/>
                  </a:lnTo>
                  <a:lnTo>
                    <a:pt x="40" y="1324"/>
                  </a:lnTo>
                  <a:lnTo>
                    <a:pt x="80" y="1482"/>
                  </a:lnTo>
                  <a:lnTo>
                    <a:pt x="198" y="1699"/>
                  </a:lnTo>
                  <a:lnTo>
                    <a:pt x="277" y="1818"/>
                  </a:lnTo>
                  <a:lnTo>
                    <a:pt x="376" y="1936"/>
                  </a:lnTo>
                  <a:lnTo>
                    <a:pt x="495" y="2075"/>
                  </a:lnTo>
                  <a:lnTo>
                    <a:pt x="653" y="2193"/>
                  </a:lnTo>
                  <a:lnTo>
                    <a:pt x="831" y="2331"/>
                  </a:lnTo>
                  <a:lnTo>
                    <a:pt x="1028" y="2489"/>
                  </a:lnTo>
                  <a:lnTo>
                    <a:pt x="1265" y="2628"/>
                  </a:lnTo>
                  <a:lnTo>
                    <a:pt x="1522" y="2766"/>
                  </a:lnTo>
                  <a:lnTo>
                    <a:pt x="1818" y="2884"/>
                  </a:lnTo>
                  <a:lnTo>
                    <a:pt x="2095" y="2983"/>
                  </a:lnTo>
                  <a:lnTo>
                    <a:pt x="2391" y="3062"/>
                  </a:lnTo>
                  <a:lnTo>
                    <a:pt x="2687" y="3102"/>
                  </a:lnTo>
                  <a:lnTo>
                    <a:pt x="2983" y="3141"/>
                  </a:lnTo>
                  <a:lnTo>
                    <a:pt x="3280" y="3141"/>
                  </a:lnTo>
                  <a:lnTo>
                    <a:pt x="3556" y="3121"/>
                  </a:lnTo>
                  <a:lnTo>
                    <a:pt x="3813" y="3102"/>
                  </a:lnTo>
                  <a:lnTo>
                    <a:pt x="4070" y="3062"/>
                  </a:lnTo>
                  <a:lnTo>
                    <a:pt x="4287" y="3003"/>
                  </a:lnTo>
                  <a:lnTo>
                    <a:pt x="4504" y="2924"/>
                  </a:lnTo>
                  <a:lnTo>
                    <a:pt x="4702" y="2845"/>
                  </a:lnTo>
                  <a:lnTo>
                    <a:pt x="4860" y="2766"/>
                  </a:lnTo>
                  <a:lnTo>
                    <a:pt x="4978" y="2687"/>
                  </a:lnTo>
                  <a:lnTo>
                    <a:pt x="5077" y="2588"/>
                  </a:lnTo>
                  <a:lnTo>
                    <a:pt x="5136" y="2489"/>
                  </a:lnTo>
                  <a:lnTo>
                    <a:pt x="5156" y="2391"/>
                  </a:lnTo>
                  <a:lnTo>
                    <a:pt x="5136" y="2252"/>
                  </a:lnTo>
                  <a:lnTo>
                    <a:pt x="5097" y="2114"/>
                  </a:lnTo>
                  <a:lnTo>
                    <a:pt x="4998" y="1956"/>
                  </a:lnTo>
                  <a:lnTo>
                    <a:pt x="4899" y="1778"/>
                  </a:lnTo>
                  <a:lnTo>
                    <a:pt x="4741" y="1601"/>
                  </a:lnTo>
                  <a:lnTo>
                    <a:pt x="4564" y="1403"/>
                  </a:lnTo>
                  <a:lnTo>
                    <a:pt x="4386" y="1225"/>
                  </a:lnTo>
                  <a:lnTo>
                    <a:pt x="4169" y="1028"/>
                  </a:lnTo>
                  <a:lnTo>
                    <a:pt x="3932" y="850"/>
                  </a:lnTo>
                  <a:lnTo>
                    <a:pt x="3675" y="672"/>
                  </a:lnTo>
                  <a:lnTo>
                    <a:pt x="3398" y="514"/>
                  </a:lnTo>
                  <a:lnTo>
                    <a:pt x="3122" y="376"/>
                  </a:lnTo>
                  <a:lnTo>
                    <a:pt x="2845" y="238"/>
                  </a:lnTo>
                  <a:lnTo>
                    <a:pt x="2549" y="139"/>
                  </a:lnTo>
                  <a:lnTo>
                    <a:pt x="2233" y="60"/>
                  </a:lnTo>
                  <a:lnTo>
                    <a:pt x="1956" y="2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2" name="Google Shape;7542;p29"/>
            <p:cNvSpPr/>
            <p:nvPr/>
          </p:nvSpPr>
          <p:spPr>
            <a:xfrm>
              <a:off x="-577880" y="534184"/>
              <a:ext cx="190415" cy="116863"/>
            </a:xfrm>
            <a:custGeom>
              <a:rect b="b" l="l" r="r" t="t"/>
              <a:pathLst>
                <a:path extrusionOk="0" h="2825" w="4603">
                  <a:moveTo>
                    <a:pt x="2489" y="0"/>
                  </a:moveTo>
                  <a:lnTo>
                    <a:pt x="2252" y="20"/>
                  </a:lnTo>
                  <a:lnTo>
                    <a:pt x="2015" y="40"/>
                  </a:lnTo>
                  <a:lnTo>
                    <a:pt x="1798" y="79"/>
                  </a:lnTo>
                  <a:lnTo>
                    <a:pt x="1561" y="119"/>
                  </a:lnTo>
                  <a:lnTo>
                    <a:pt x="1343" y="178"/>
                  </a:lnTo>
                  <a:lnTo>
                    <a:pt x="1146" y="277"/>
                  </a:lnTo>
                  <a:lnTo>
                    <a:pt x="948" y="376"/>
                  </a:lnTo>
                  <a:lnTo>
                    <a:pt x="771" y="474"/>
                  </a:lnTo>
                  <a:lnTo>
                    <a:pt x="632" y="593"/>
                  </a:lnTo>
                  <a:lnTo>
                    <a:pt x="514" y="731"/>
                  </a:lnTo>
                  <a:lnTo>
                    <a:pt x="395" y="850"/>
                  </a:lnTo>
                  <a:lnTo>
                    <a:pt x="297" y="988"/>
                  </a:lnTo>
                  <a:lnTo>
                    <a:pt x="237" y="1126"/>
                  </a:lnTo>
                  <a:lnTo>
                    <a:pt x="158" y="1245"/>
                  </a:lnTo>
                  <a:lnTo>
                    <a:pt x="79" y="1501"/>
                  </a:lnTo>
                  <a:lnTo>
                    <a:pt x="40" y="1699"/>
                  </a:lnTo>
                  <a:lnTo>
                    <a:pt x="0" y="1877"/>
                  </a:lnTo>
                  <a:lnTo>
                    <a:pt x="20" y="1936"/>
                  </a:lnTo>
                  <a:lnTo>
                    <a:pt x="99" y="2094"/>
                  </a:lnTo>
                  <a:lnTo>
                    <a:pt x="257" y="2311"/>
                  </a:lnTo>
                  <a:lnTo>
                    <a:pt x="356" y="2410"/>
                  </a:lnTo>
                  <a:lnTo>
                    <a:pt x="474" y="2529"/>
                  </a:lnTo>
                  <a:lnTo>
                    <a:pt x="613" y="2627"/>
                  </a:lnTo>
                  <a:lnTo>
                    <a:pt x="771" y="2706"/>
                  </a:lnTo>
                  <a:lnTo>
                    <a:pt x="968" y="2766"/>
                  </a:lnTo>
                  <a:lnTo>
                    <a:pt x="1185" y="2805"/>
                  </a:lnTo>
                  <a:lnTo>
                    <a:pt x="1422" y="2825"/>
                  </a:lnTo>
                  <a:lnTo>
                    <a:pt x="1699" y="2785"/>
                  </a:lnTo>
                  <a:lnTo>
                    <a:pt x="1995" y="2726"/>
                  </a:lnTo>
                  <a:lnTo>
                    <a:pt x="2331" y="2608"/>
                  </a:lnTo>
                  <a:lnTo>
                    <a:pt x="2963" y="2331"/>
                  </a:lnTo>
                  <a:lnTo>
                    <a:pt x="3516" y="2054"/>
                  </a:lnTo>
                  <a:lnTo>
                    <a:pt x="3753" y="1936"/>
                  </a:lnTo>
                  <a:lnTo>
                    <a:pt x="3951" y="1798"/>
                  </a:lnTo>
                  <a:lnTo>
                    <a:pt x="4128" y="1679"/>
                  </a:lnTo>
                  <a:lnTo>
                    <a:pt x="4286" y="1541"/>
                  </a:lnTo>
                  <a:lnTo>
                    <a:pt x="4405" y="1422"/>
                  </a:lnTo>
                  <a:lnTo>
                    <a:pt x="4504" y="1284"/>
                  </a:lnTo>
                  <a:lnTo>
                    <a:pt x="4563" y="1166"/>
                  </a:lnTo>
                  <a:lnTo>
                    <a:pt x="4602" y="1047"/>
                  </a:lnTo>
                  <a:lnTo>
                    <a:pt x="4602" y="929"/>
                  </a:lnTo>
                  <a:lnTo>
                    <a:pt x="4563" y="810"/>
                  </a:lnTo>
                  <a:lnTo>
                    <a:pt x="4504" y="692"/>
                  </a:lnTo>
                  <a:lnTo>
                    <a:pt x="4405" y="593"/>
                  </a:lnTo>
                  <a:lnTo>
                    <a:pt x="4286" y="474"/>
                  </a:lnTo>
                  <a:lnTo>
                    <a:pt x="4128" y="376"/>
                  </a:lnTo>
                  <a:lnTo>
                    <a:pt x="3970" y="297"/>
                  </a:lnTo>
                  <a:lnTo>
                    <a:pt x="3793" y="218"/>
                  </a:lnTo>
                  <a:lnTo>
                    <a:pt x="3595" y="158"/>
                  </a:lnTo>
                  <a:lnTo>
                    <a:pt x="3398" y="99"/>
                  </a:lnTo>
                  <a:lnTo>
                    <a:pt x="3180" y="60"/>
                  </a:lnTo>
                  <a:lnTo>
                    <a:pt x="2943" y="20"/>
                  </a:lnTo>
                  <a:lnTo>
                    <a:pt x="272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3" name="Google Shape;7543;p29"/>
            <p:cNvSpPr/>
            <p:nvPr/>
          </p:nvSpPr>
          <p:spPr>
            <a:xfrm>
              <a:off x="-513344" y="326638"/>
              <a:ext cx="76033" cy="169979"/>
            </a:xfrm>
            <a:custGeom>
              <a:rect b="b" l="l" r="r" t="t"/>
              <a:pathLst>
                <a:path extrusionOk="0" h="4109" w="1838">
                  <a:moveTo>
                    <a:pt x="20" y="0"/>
                  </a:moveTo>
                  <a:lnTo>
                    <a:pt x="1" y="20"/>
                  </a:lnTo>
                  <a:lnTo>
                    <a:pt x="20" y="79"/>
                  </a:lnTo>
                  <a:lnTo>
                    <a:pt x="119" y="277"/>
                  </a:lnTo>
                  <a:lnTo>
                    <a:pt x="494" y="909"/>
                  </a:lnTo>
                  <a:lnTo>
                    <a:pt x="731" y="1324"/>
                  </a:lnTo>
                  <a:lnTo>
                    <a:pt x="969" y="1758"/>
                  </a:lnTo>
                  <a:lnTo>
                    <a:pt x="1166" y="2212"/>
                  </a:lnTo>
                  <a:lnTo>
                    <a:pt x="1245" y="2430"/>
                  </a:lnTo>
                  <a:lnTo>
                    <a:pt x="1324" y="2667"/>
                  </a:lnTo>
                  <a:lnTo>
                    <a:pt x="1660" y="3872"/>
                  </a:lnTo>
                  <a:lnTo>
                    <a:pt x="1699" y="4010"/>
                  </a:lnTo>
                  <a:lnTo>
                    <a:pt x="1739" y="4089"/>
                  </a:lnTo>
                  <a:lnTo>
                    <a:pt x="1759" y="4109"/>
                  </a:lnTo>
                  <a:lnTo>
                    <a:pt x="1778" y="4109"/>
                  </a:lnTo>
                  <a:lnTo>
                    <a:pt x="1818" y="4089"/>
                  </a:lnTo>
                  <a:lnTo>
                    <a:pt x="1818" y="4030"/>
                  </a:lnTo>
                  <a:lnTo>
                    <a:pt x="1838" y="3951"/>
                  </a:lnTo>
                  <a:lnTo>
                    <a:pt x="1818" y="3733"/>
                  </a:lnTo>
                  <a:lnTo>
                    <a:pt x="1778" y="3417"/>
                  </a:lnTo>
                  <a:lnTo>
                    <a:pt x="1699" y="3062"/>
                  </a:lnTo>
                  <a:lnTo>
                    <a:pt x="1601" y="2667"/>
                  </a:lnTo>
                  <a:lnTo>
                    <a:pt x="1482" y="2252"/>
                  </a:lnTo>
                  <a:lnTo>
                    <a:pt x="1344" y="1857"/>
                  </a:lnTo>
                  <a:lnTo>
                    <a:pt x="1186" y="1482"/>
                  </a:lnTo>
                  <a:lnTo>
                    <a:pt x="1008" y="1166"/>
                  </a:lnTo>
                  <a:lnTo>
                    <a:pt x="850" y="869"/>
                  </a:lnTo>
                  <a:lnTo>
                    <a:pt x="672" y="593"/>
                  </a:lnTo>
                  <a:lnTo>
                    <a:pt x="514" y="376"/>
                  </a:lnTo>
                  <a:lnTo>
                    <a:pt x="376" y="198"/>
                  </a:lnTo>
                  <a:lnTo>
                    <a:pt x="238" y="79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4" name="Google Shape;7544;p29"/>
            <p:cNvSpPr/>
            <p:nvPr/>
          </p:nvSpPr>
          <p:spPr>
            <a:xfrm>
              <a:off x="-476568" y="244935"/>
              <a:ext cx="174074" cy="56384"/>
            </a:xfrm>
            <a:custGeom>
              <a:rect b="b" l="l" r="r" t="t"/>
              <a:pathLst>
                <a:path extrusionOk="0" h="1363" w="4208">
                  <a:moveTo>
                    <a:pt x="1" y="0"/>
                  </a:moveTo>
                  <a:lnTo>
                    <a:pt x="178" y="158"/>
                  </a:lnTo>
                  <a:lnTo>
                    <a:pt x="376" y="316"/>
                  </a:lnTo>
                  <a:lnTo>
                    <a:pt x="652" y="494"/>
                  </a:lnTo>
                  <a:lnTo>
                    <a:pt x="988" y="691"/>
                  </a:lnTo>
                  <a:lnTo>
                    <a:pt x="1363" y="889"/>
                  </a:lnTo>
                  <a:lnTo>
                    <a:pt x="1778" y="1067"/>
                  </a:lnTo>
                  <a:lnTo>
                    <a:pt x="1995" y="1126"/>
                  </a:lnTo>
                  <a:lnTo>
                    <a:pt x="2213" y="1185"/>
                  </a:lnTo>
                  <a:lnTo>
                    <a:pt x="2667" y="1264"/>
                  </a:lnTo>
                  <a:lnTo>
                    <a:pt x="3082" y="1323"/>
                  </a:lnTo>
                  <a:lnTo>
                    <a:pt x="3437" y="1363"/>
                  </a:lnTo>
                  <a:lnTo>
                    <a:pt x="3990" y="1363"/>
                  </a:lnTo>
                  <a:lnTo>
                    <a:pt x="4148" y="1323"/>
                  </a:lnTo>
                  <a:lnTo>
                    <a:pt x="4188" y="1304"/>
                  </a:lnTo>
                  <a:lnTo>
                    <a:pt x="4208" y="1284"/>
                  </a:lnTo>
                  <a:lnTo>
                    <a:pt x="4188" y="1264"/>
                  </a:lnTo>
                  <a:lnTo>
                    <a:pt x="4148" y="1225"/>
                  </a:lnTo>
                  <a:lnTo>
                    <a:pt x="3990" y="1165"/>
                  </a:lnTo>
                  <a:lnTo>
                    <a:pt x="3773" y="1106"/>
                  </a:lnTo>
                  <a:lnTo>
                    <a:pt x="3161" y="968"/>
                  </a:lnTo>
                  <a:lnTo>
                    <a:pt x="2805" y="889"/>
                  </a:lnTo>
                  <a:lnTo>
                    <a:pt x="2410" y="770"/>
                  </a:lnTo>
                  <a:lnTo>
                    <a:pt x="1995" y="652"/>
                  </a:lnTo>
                  <a:lnTo>
                    <a:pt x="1581" y="474"/>
                  </a:lnTo>
                  <a:lnTo>
                    <a:pt x="1186" y="316"/>
                  </a:lnTo>
                  <a:lnTo>
                    <a:pt x="850" y="198"/>
                  </a:lnTo>
                  <a:lnTo>
                    <a:pt x="573" y="119"/>
                  </a:lnTo>
                  <a:lnTo>
                    <a:pt x="376" y="59"/>
                  </a:lnTo>
                  <a:lnTo>
                    <a:pt x="99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5" name="Google Shape;7545;p29"/>
            <p:cNvSpPr/>
            <p:nvPr/>
          </p:nvSpPr>
          <p:spPr>
            <a:xfrm>
              <a:off x="-566462" y="577497"/>
              <a:ext cx="164270" cy="38430"/>
            </a:xfrm>
            <a:custGeom>
              <a:rect b="b" l="l" r="r" t="t"/>
              <a:pathLst>
                <a:path extrusionOk="0" h="929" w="3971">
                  <a:moveTo>
                    <a:pt x="3872" y="0"/>
                  </a:moveTo>
                  <a:lnTo>
                    <a:pt x="3675" y="40"/>
                  </a:lnTo>
                  <a:lnTo>
                    <a:pt x="3122" y="158"/>
                  </a:lnTo>
                  <a:lnTo>
                    <a:pt x="1956" y="474"/>
                  </a:lnTo>
                  <a:lnTo>
                    <a:pt x="1739" y="533"/>
                  </a:lnTo>
                  <a:lnTo>
                    <a:pt x="1443" y="573"/>
                  </a:lnTo>
                  <a:lnTo>
                    <a:pt x="771" y="672"/>
                  </a:lnTo>
                  <a:lnTo>
                    <a:pt x="218" y="751"/>
                  </a:lnTo>
                  <a:lnTo>
                    <a:pt x="60" y="790"/>
                  </a:lnTo>
                  <a:lnTo>
                    <a:pt x="21" y="810"/>
                  </a:lnTo>
                  <a:lnTo>
                    <a:pt x="1" y="830"/>
                  </a:lnTo>
                  <a:lnTo>
                    <a:pt x="21" y="849"/>
                  </a:lnTo>
                  <a:lnTo>
                    <a:pt x="60" y="889"/>
                  </a:lnTo>
                  <a:lnTo>
                    <a:pt x="159" y="909"/>
                  </a:lnTo>
                  <a:lnTo>
                    <a:pt x="258" y="928"/>
                  </a:lnTo>
                  <a:lnTo>
                    <a:pt x="435" y="928"/>
                  </a:lnTo>
                  <a:lnTo>
                    <a:pt x="653" y="909"/>
                  </a:lnTo>
                  <a:lnTo>
                    <a:pt x="929" y="889"/>
                  </a:lnTo>
                  <a:lnTo>
                    <a:pt x="1265" y="830"/>
                  </a:lnTo>
                  <a:lnTo>
                    <a:pt x="1680" y="751"/>
                  </a:lnTo>
                  <a:lnTo>
                    <a:pt x="2114" y="632"/>
                  </a:lnTo>
                  <a:lnTo>
                    <a:pt x="2608" y="494"/>
                  </a:lnTo>
                  <a:lnTo>
                    <a:pt x="3398" y="237"/>
                  </a:lnTo>
                  <a:lnTo>
                    <a:pt x="3813" y="119"/>
                  </a:lnTo>
                  <a:lnTo>
                    <a:pt x="3971" y="59"/>
                  </a:lnTo>
                  <a:lnTo>
                    <a:pt x="3971" y="40"/>
                  </a:lnTo>
                  <a:lnTo>
                    <a:pt x="3951" y="20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6" name="Google Shape;7546;p29"/>
            <p:cNvSpPr/>
            <p:nvPr/>
          </p:nvSpPr>
          <p:spPr>
            <a:xfrm>
              <a:off x="-926783" y="235916"/>
              <a:ext cx="68670" cy="172461"/>
            </a:xfrm>
            <a:custGeom>
              <a:rect b="b" l="l" r="r" t="t"/>
              <a:pathLst>
                <a:path extrusionOk="0" h="4169" w="1660">
                  <a:moveTo>
                    <a:pt x="0" y="1"/>
                  </a:moveTo>
                  <a:lnTo>
                    <a:pt x="0" y="20"/>
                  </a:lnTo>
                  <a:lnTo>
                    <a:pt x="0" y="40"/>
                  </a:lnTo>
                  <a:lnTo>
                    <a:pt x="20" y="99"/>
                  </a:lnTo>
                  <a:lnTo>
                    <a:pt x="59" y="218"/>
                  </a:lnTo>
                  <a:lnTo>
                    <a:pt x="514" y="1186"/>
                  </a:lnTo>
                  <a:lnTo>
                    <a:pt x="849" y="2035"/>
                  </a:lnTo>
                  <a:lnTo>
                    <a:pt x="1225" y="3023"/>
                  </a:lnTo>
                  <a:lnTo>
                    <a:pt x="1659" y="4168"/>
                  </a:lnTo>
                  <a:lnTo>
                    <a:pt x="1363" y="2588"/>
                  </a:lnTo>
                  <a:lnTo>
                    <a:pt x="1304" y="2312"/>
                  </a:lnTo>
                  <a:lnTo>
                    <a:pt x="1225" y="2035"/>
                  </a:lnTo>
                  <a:lnTo>
                    <a:pt x="1146" y="1778"/>
                  </a:lnTo>
                  <a:lnTo>
                    <a:pt x="1047" y="1541"/>
                  </a:lnTo>
                  <a:lnTo>
                    <a:pt x="869" y="1127"/>
                  </a:lnTo>
                  <a:lnTo>
                    <a:pt x="672" y="751"/>
                  </a:lnTo>
                  <a:lnTo>
                    <a:pt x="474" y="475"/>
                  </a:lnTo>
                  <a:lnTo>
                    <a:pt x="296" y="258"/>
                  </a:lnTo>
                  <a:lnTo>
                    <a:pt x="158" y="99"/>
                  </a:lnTo>
                  <a:lnTo>
                    <a:pt x="59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7" name="Google Shape;7547;p29"/>
            <p:cNvSpPr/>
            <p:nvPr/>
          </p:nvSpPr>
          <p:spPr>
            <a:xfrm>
              <a:off x="-827912" y="128896"/>
              <a:ext cx="189587" cy="103791"/>
            </a:xfrm>
            <a:custGeom>
              <a:rect b="b" l="l" r="r" t="t"/>
              <a:pathLst>
                <a:path extrusionOk="0" h="2509" w="4583">
                  <a:moveTo>
                    <a:pt x="4563" y="0"/>
                  </a:moveTo>
                  <a:lnTo>
                    <a:pt x="4484" y="20"/>
                  </a:lnTo>
                  <a:lnTo>
                    <a:pt x="4326" y="99"/>
                  </a:lnTo>
                  <a:lnTo>
                    <a:pt x="4109" y="217"/>
                  </a:lnTo>
                  <a:lnTo>
                    <a:pt x="3555" y="593"/>
                  </a:lnTo>
                  <a:lnTo>
                    <a:pt x="2923" y="988"/>
                  </a:lnTo>
                  <a:lnTo>
                    <a:pt x="2607" y="1166"/>
                  </a:lnTo>
                  <a:lnTo>
                    <a:pt x="2331" y="1304"/>
                  </a:lnTo>
                  <a:lnTo>
                    <a:pt x="1640" y="1600"/>
                  </a:lnTo>
                  <a:lnTo>
                    <a:pt x="849" y="1956"/>
                  </a:lnTo>
                  <a:lnTo>
                    <a:pt x="494" y="2133"/>
                  </a:lnTo>
                  <a:lnTo>
                    <a:pt x="217" y="2291"/>
                  </a:lnTo>
                  <a:lnTo>
                    <a:pt x="40" y="2410"/>
                  </a:lnTo>
                  <a:lnTo>
                    <a:pt x="0" y="2449"/>
                  </a:lnTo>
                  <a:lnTo>
                    <a:pt x="0" y="2489"/>
                  </a:lnTo>
                  <a:lnTo>
                    <a:pt x="59" y="2509"/>
                  </a:lnTo>
                  <a:lnTo>
                    <a:pt x="257" y="2509"/>
                  </a:lnTo>
                  <a:lnTo>
                    <a:pt x="375" y="2469"/>
                  </a:lnTo>
                  <a:lnTo>
                    <a:pt x="435" y="2449"/>
                  </a:lnTo>
                  <a:lnTo>
                    <a:pt x="632" y="2390"/>
                  </a:lnTo>
                  <a:lnTo>
                    <a:pt x="869" y="2311"/>
                  </a:lnTo>
                  <a:lnTo>
                    <a:pt x="1185" y="2193"/>
                  </a:lnTo>
                  <a:lnTo>
                    <a:pt x="1561" y="2035"/>
                  </a:lnTo>
                  <a:lnTo>
                    <a:pt x="2015" y="1817"/>
                  </a:lnTo>
                  <a:lnTo>
                    <a:pt x="2489" y="1561"/>
                  </a:lnTo>
                  <a:lnTo>
                    <a:pt x="3022" y="1264"/>
                  </a:lnTo>
                  <a:lnTo>
                    <a:pt x="3496" y="948"/>
                  </a:lnTo>
                  <a:lnTo>
                    <a:pt x="3891" y="672"/>
                  </a:lnTo>
                  <a:lnTo>
                    <a:pt x="4188" y="454"/>
                  </a:lnTo>
                  <a:lnTo>
                    <a:pt x="4385" y="257"/>
                  </a:lnTo>
                  <a:lnTo>
                    <a:pt x="4523" y="138"/>
                  </a:lnTo>
                  <a:lnTo>
                    <a:pt x="4583" y="40"/>
                  </a:lnTo>
                  <a:lnTo>
                    <a:pt x="4583" y="20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8" name="Google Shape;7548;p29"/>
            <p:cNvSpPr/>
            <p:nvPr/>
          </p:nvSpPr>
          <p:spPr>
            <a:xfrm>
              <a:off x="-888393" y="-14943"/>
              <a:ext cx="41698" cy="162657"/>
            </a:xfrm>
            <a:custGeom>
              <a:rect b="b" l="l" r="r" t="t"/>
              <a:pathLst>
                <a:path extrusionOk="0" h="3932" w="1008">
                  <a:moveTo>
                    <a:pt x="0" y="1"/>
                  </a:moveTo>
                  <a:lnTo>
                    <a:pt x="0" y="40"/>
                  </a:lnTo>
                  <a:lnTo>
                    <a:pt x="79" y="297"/>
                  </a:lnTo>
                  <a:lnTo>
                    <a:pt x="238" y="712"/>
                  </a:lnTo>
                  <a:lnTo>
                    <a:pt x="435" y="1285"/>
                  </a:lnTo>
                  <a:lnTo>
                    <a:pt x="534" y="1660"/>
                  </a:lnTo>
                  <a:lnTo>
                    <a:pt x="613" y="2055"/>
                  </a:lnTo>
                  <a:lnTo>
                    <a:pt x="731" y="2924"/>
                  </a:lnTo>
                  <a:lnTo>
                    <a:pt x="810" y="3635"/>
                  </a:lnTo>
                  <a:lnTo>
                    <a:pt x="830" y="3912"/>
                  </a:lnTo>
                  <a:lnTo>
                    <a:pt x="870" y="3931"/>
                  </a:lnTo>
                  <a:lnTo>
                    <a:pt x="909" y="3931"/>
                  </a:lnTo>
                  <a:lnTo>
                    <a:pt x="929" y="3912"/>
                  </a:lnTo>
                  <a:lnTo>
                    <a:pt x="949" y="3852"/>
                  </a:lnTo>
                  <a:lnTo>
                    <a:pt x="988" y="3714"/>
                  </a:lnTo>
                  <a:lnTo>
                    <a:pt x="1008" y="3477"/>
                  </a:lnTo>
                  <a:lnTo>
                    <a:pt x="1008" y="3201"/>
                  </a:lnTo>
                  <a:lnTo>
                    <a:pt x="968" y="2865"/>
                  </a:lnTo>
                  <a:lnTo>
                    <a:pt x="909" y="2470"/>
                  </a:lnTo>
                  <a:lnTo>
                    <a:pt x="830" y="2055"/>
                  </a:lnTo>
                  <a:lnTo>
                    <a:pt x="731" y="1640"/>
                  </a:lnTo>
                  <a:lnTo>
                    <a:pt x="633" y="1265"/>
                  </a:lnTo>
                  <a:lnTo>
                    <a:pt x="514" y="929"/>
                  </a:lnTo>
                  <a:lnTo>
                    <a:pt x="415" y="633"/>
                  </a:lnTo>
                  <a:lnTo>
                    <a:pt x="297" y="396"/>
                  </a:lnTo>
                  <a:lnTo>
                    <a:pt x="198" y="198"/>
                  </a:lnTo>
                  <a:lnTo>
                    <a:pt x="119" y="8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9" name="Google Shape;7549;p29"/>
            <p:cNvSpPr/>
            <p:nvPr/>
          </p:nvSpPr>
          <p:spPr>
            <a:xfrm>
              <a:off x="-647338" y="248203"/>
              <a:ext cx="51503" cy="67843"/>
            </a:xfrm>
            <a:custGeom>
              <a:rect b="b" l="l" r="r" t="t"/>
              <a:pathLst>
                <a:path extrusionOk="0" h="1640" w="1245">
                  <a:moveTo>
                    <a:pt x="652" y="0"/>
                  </a:moveTo>
                  <a:lnTo>
                    <a:pt x="494" y="20"/>
                  </a:lnTo>
                  <a:lnTo>
                    <a:pt x="376" y="59"/>
                  </a:lnTo>
                  <a:lnTo>
                    <a:pt x="257" y="119"/>
                  </a:lnTo>
                  <a:lnTo>
                    <a:pt x="178" y="198"/>
                  </a:lnTo>
                  <a:lnTo>
                    <a:pt x="99" y="316"/>
                  </a:lnTo>
                  <a:lnTo>
                    <a:pt x="40" y="415"/>
                  </a:lnTo>
                  <a:lnTo>
                    <a:pt x="20" y="514"/>
                  </a:lnTo>
                  <a:lnTo>
                    <a:pt x="0" y="632"/>
                  </a:lnTo>
                  <a:lnTo>
                    <a:pt x="0" y="849"/>
                  </a:lnTo>
                  <a:lnTo>
                    <a:pt x="20" y="1086"/>
                  </a:lnTo>
                  <a:lnTo>
                    <a:pt x="60" y="1185"/>
                  </a:lnTo>
                  <a:lnTo>
                    <a:pt x="99" y="1304"/>
                  </a:lnTo>
                  <a:lnTo>
                    <a:pt x="178" y="1402"/>
                  </a:lnTo>
                  <a:lnTo>
                    <a:pt x="257" y="1501"/>
                  </a:lnTo>
                  <a:lnTo>
                    <a:pt x="336" y="1580"/>
                  </a:lnTo>
                  <a:lnTo>
                    <a:pt x="455" y="1620"/>
                  </a:lnTo>
                  <a:lnTo>
                    <a:pt x="593" y="1639"/>
                  </a:lnTo>
                  <a:lnTo>
                    <a:pt x="731" y="1620"/>
                  </a:lnTo>
                  <a:lnTo>
                    <a:pt x="869" y="1560"/>
                  </a:lnTo>
                  <a:lnTo>
                    <a:pt x="988" y="1462"/>
                  </a:lnTo>
                  <a:lnTo>
                    <a:pt x="1087" y="1383"/>
                  </a:lnTo>
                  <a:lnTo>
                    <a:pt x="1126" y="1304"/>
                  </a:lnTo>
                  <a:lnTo>
                    <a:pt x="1166" y="1205"/>
                  </a:lnTo>
                  <a:lnTo>
                    <a:pt x="1205" y="1106"/>
                  </a:lnTo>
                  <a:lnTo>
                    <a:pt x="1225" y="988"/>
                  </a:lnTo>
                  <a:lnTo>
                    <a:pt x="1245" y="770"/>
                  </a:lnTo>
                  <a:lnTo>
                    <a:pt x="1245" y="652"/>
                  </a:lnTo>
                  <a:lnTo>
                    <a:pt x="1225" y="553"/>
                  </a:lnTo>
                  <a:lnTo>
                    <a:pt x="1205" y="435"/>
                  </a:lnTo>
                  <a:lnTo>
                    <a:pt x="1146" y="336"/>
                  </a:lnTo>
                  <a:lnTo>
                    <a:pt x="1087" y="257"/>
                  </a:lnTo>
                  <a:lnTo>
                    <a:pt x="1027" y="178"/>
                  </a:lnTo>
                  <a:lnTo>
                    <a:pt x="929" y="99"/>
                  </a:lnTo>
                  <a:lnTo>
                    <a:pt x="850" y="59"/>
                  </a:lnTo>
                  <a:lnTo>
                    <a:pt x="751" y="2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0" name="Google Shape;7550;p29"/>
            <p:cNvSpPr/>
            <p:nvPr/>
          </p:nvSpPr>
          <p:spPr>
            <a:xfrm>
              <a:off x="-689037" y="312738"/>
              <a:ext cx="52371" cy="45794"/>
            </a:xfrm>
            <a:custGeom>
              <a:rect b="b" l="l" r="r" t="t"/>
              <a:pathLst>
                <a:path extrusionOk="0" h="1107" w="1266">
                  <a:moveTo>
                    <a:pt x="515" y="0"/>
                  </a:moveTo>
                  <a:lnTo>
                    <a:pt x="376" y="20"/>
                  </a:lnTo>
                  <a:lnTo>
                    <a:pt x="297" y="40"/>
                  </a:lnTo>
                  <a:lnTo>
                    <a:pt x="238" y="60"/>
                  </a:lnTo>
                  <a:lnTo>
                    <a:pt x="139" y="119"/>
                  </a:lnTo>
                  <a:lnTo>
                    <a:pt x="80" y="198"/>
                  </a:lnTo>
                  <a:lnTo>
                    <a:pt x="40" y="257"/>
                  </a:lnTo>
                  <a:lnTo>
                    <a:pt x="21" y="336"/>
                  </a:lnTo>
                  <a:lnTo>
                    <a:pt x="1" y="415"/>
                  </a:lnTo>
                  <a:lnTo>
                    <a:pt x="1" y="514"/>
                  </a:lnTo>
                  <a:lnTo>
                    <a:pt x="21" y="593"/>
                  </a:lnTo>
                  <a:lnTo>
                    <a:pt x="40" y="672"/>
                  </a:lnTo>
                  <a:lnTo>
                    <a:pt x="119" y="791"/>
                  </a:lnTo>
                  <a:lnTo>
                    <a:pt x="179" y="870"/>
                  </a:lnTo>
                  <a:lnTo>
                    <a:pt x="297" y="949"/>
                  </a:lnTo>
                  <a:lnTo>
                    <a:pt x="416" y="1028"/>
                  </a:lnTo>
                  <a:lnTo>
                    <a:pt x="534" y="1067"/>
                  </a:lnTo>
                  <a:lnTo>
                    <a:pt x="653" y="1087"/>
                  </a:lnTo>
                  <a:lnTo>
                    <a:pt x="732" y="1107"/>
                  </a:lnTo>
                  <a:lnTo>
                    <a:pt x="890" y="1107"/>
                  </a:lnTo>
                  <a:lnTo>
                    <a:pt x="969" y="1087"/>
                  </a:lnTo>
                  <a:lnTo>
                    <a:pt x="1048" y="1047"/>
                  </a:lnTo>
                  <a:lnTo>
                    <a:pt x="1127" y="1008"/>
                  </a:lnTo>
                  <a:lnTo>
                    <a:pt x="1147" y="968"/>
                  </a:lnTo>
                  <a:lnTo>
                    <a:pt x="1206" y="889"/>
                  </a:lnTo>
                  <a:lnTo>
                    <a:pt x="1245" y="810"/>
                  </a:lnTo>
                  <a:lnTo>
                    <a:pt x="1265" y="712"/>
                  </a:lnTo>
                  <a:lnTo>
                    <a:pt x="1265" y="632"/>
                  </a:lnTo>
                  <a:lnTo>
                    <a:pt x="1265" y="553"/>
                  </a:lnTo>
                  <a:lnTo>
                    <a:pt x="1206" y="415"/>
                  </a:lnTo>
                  <a:lnTo>
                    <a:pt x="1127" y="277"/>
                  </a:lnTo>
                  <a:lnTo>
                    <a:pt x="1028" y="178"/>
                  </a:lnTo>
                  <a:lnTo>
                    <a:pt x="910" y="99"/>
                  </a:lnTo>
                  <a:lnTo>
                    <a:pt x="771" y="40"/>
                  </a:lnTo>
                  <a:lnTo>
                    <a:pt x="653" y="20"/>
                  </a:lnTo>
                  <a:lnTo>
                    <a:pt x="5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1" name="Google Shape;7551;p29"/>
            <p:cNvSpPr/>
            <p:nvPr/>
          </p:nvSpPr>
          <p:spPr>
            <a:xfrm>
              <a:off x="-599970" y="311910"/>
              <a:ext cx="63789" cy="48276"/>
            </a:xfrm>
            <a:custGeom>
              <a:rect b="b" l="l" r="r" t="t"/>
              <a:pathLst>
                <a:path extrusionOk="0" h="1167" w="1542">
                  <a:moveTo>
                    <a:pt x="594" y="1"/>
                  </a:moveTo>
                  <a:lnTo>
                    <a:pt x="416" y="20"/>
                  </a:lnTo>
                  <a:lnTo>
                    <a:pt x="258" y="80"/>
                  </a:lnTo>
                  <a:lnTo>
                    <a:pt x="198" y="119"/>
                  </a:lnTo>
                  <a:lnTo>
                    <a:pt x="139" y="178"/>
                  </a:lnTo>
                  <a:lnTo>
                    <a:pt x="80" y="257"/>
                  </a:lnTo>
                  <a:lnTo>
                    <a:pt x="40" y="317"/>
                  </a:lnTo>
                  <a:lnTo>
                    <a:pt x="1" y="396"/>
                  </a:lnTo>
                  <a:lnTo>
                    <a:pt x="1" y="494"/>
                  </a:lnTo>
                  <a:lnTo>
                    <a:pt x="21" y="633"/>
                  </a:lnTo>
                  <a:lnTo>
                    <a:pt x="80" y="771"/>
                  </a:lnTo>
                  <a:lnTo>
                    <a:pt x="159" y="890"/>
                  </a:lnTo>
                  <a:lnTo>
                    <a:pt x="258" y="988"/>
                  </a:lnTo>
                  <a:lnTo>
                    <a:pt x="376" y="1067"/>
                  </a:lnTo>
                  <a:lnTo>
                    <a:pt x="515" y="1127"/>
                  </a:lnTo>
                  <a:lnTo>
                    <a:pt x="633" y="1146"/>
                  </a:lnTo>
                  <a:lnTo>
                    <a:pt x="752" y="1166"/>
                  </a:lnTo>
                  <a:lnTo>
                    <a:pt x="969" y="1166"/>
                  </a:lnTo>
                  <a:lnTo>
                    <a:pt x="1147" y="1127"/>
                  </a:lnTo>
                  <a:lnTo>
                    <a:pt x="1245" y="1087"/>
                  </a:lnTo>
                  <a:lnTo>
                    <a:pt x="1344" y="1028"/>
                  </a:lnTo>
                  <a:lnTo>
                    <a:pt x="1423" y="949"/>
                  </a:lnTo>
                  <a:lnTo>
                    <a:pt x="1482" y="850"/>
                  </a:lnTo>
                  <a:lnTo>
                    <a:pt x="1522" y="751"/>
                  </a:lnTo>
                  <a:lnTo>
                    <a:pt x="1542" y="633"/>
                  </a:lnTo>
                  <a:lnTo>
                    <a:pt x="1522" y="514"/>
                  </a:lnTo>
                  <a:lnTo>
                    <a:pt x="1482" y="396"/>
                  </a:lnTo>
                  <a:lnTo>
                    <a:pt x="1423" y="317"/>
                  </a:lnTo>
                  <a:lnTo>
                    <a:pt x="1344" y="238"/>
                  </a:lnTo>
                  <a:lnTo>
                    <a:pt x="1265" y="178"/>
                  </a:lnTo>
                  <a:lnTo>
                    <a:pt x="1186" y="119"/>
                  </a:lnTo>
                  <a:lnTo>
                    <a:pt x="989" y="40"/>
                  </a:lnTo>
                  <a:lnTo>
                    <a:pt x="7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2" name="Google Shape;7552;p29"/>
            <p:cNvSpPr/>
            <p:nvPr/>
          </p:nvSpPr>
          <p:spPr>
            <a:xfrm>
              <a:off x="-589339" y="222844"/>
              <a:ext cx="57253" cy="66229"/>
            </a:xfrm>
            <a:custGeom>
              <a:rect b="b" l="l" r="r" t="t"/>
              <a:pathLst>
                <a:path extrusionOk="0" h="1601" w="1384">
                  <a:moveTo>
                    <a:pt x="633" y="1"/>
                  </a:moveTo>
                  <a:lnTo>
                    <a:pt x="534" y="40"/>
                  </a:lnTo>
                  <a:lnTo>
                    <a:pt x="455" y="80"/>
                  </a:lnTo>
                  <a:lnTo>
                    <a:pt x="356" y="119"/>
                  </a:lnTo>
                  <a:lnTo>
                    <a:pt x="277" y="178"/>
                  </a:lnTo>
                  <a:lnTo>
                    <a:pt x="218" y="257"/>
                  </a:lnTo>
                  <a:lnTo>
                    <a:pt x="99" y="435"/>
                  </a:lnTo>
                  <a:lnTo>
                    <a:pt x="20" y="633"/>
                  </a:lnTo>
                  <a:lnTo>
                    <a:pt x="1" y="732"/>
                  </a:lnTo>
                  <a:lnTo>
                    <a:pt x="1" y="830"/>
                  </a:lnTo>
                  <a:lnTo>
                    <a:pt x="1" y="949"/>
                  </a:lnTo>
                  <a:lnTo>
                    <a:pt x="1" y="1048"/>
                  </a:lnTo>
                  <a:lnTo>
                    <a:pt x="40" y="1146"/>
                  </a:lnTo>
                  <a:lnTo>
                    <a:pt x="80" y="1245"/>
                  </a:lnTo>
                  <a:lnTo>
                    <a:pt x="159" y="1364"/>
                  </a:lnTo>
                  <a:lnTo>
                    <a:pt x="238" y="1443"/>
                  </a:lnTo>
                  <a:lnTo>
                    <a:pt x="337" y="1522"/>
                  </a:lnTo>
                  <a:lnTo>
                    <a:pt x="455" y="1581"/>
                  </a:lnTo>
                  <a:lnTo>
                    <a:pt x="574" y="1601"/>
                  </a:lnTo>
                  <a:lnTo>
                    <a:pt x="850" y="1601"/>
                  </a:lnTo>
                  <a:lnTo>
                    <a:pt x="909" y="1581"/>
                  </a:lnTo>
                  <a:lnTo>
                    <a:pt x="988" y="1541"/>
                  </a:lnTo>
                  <a:lnTo>
                    <a:pt x="1087" y="1462"/>
                  </a:lnTo>
                  <a:lnTo>
                    <a:pt x="1186" y="1383"/>
                  </a:lnTo>
                  <a:lnTo>
                    <a:pt x="1245" y="1265"/>
                  </a:lnTo>
                  <a:lnTo>
                    <a:pt x="1304" y="1146"/>
                  </a:lnTo>
                  <a:lnTo>
                    <a:pt x="1344" y="1048"/>
                  </a:lnTo>
                  <a:lnTo>
                    <a:pt x="1364" y="929"/>
                  </a:lnTo>
                  <a:lnTo>
                    <a:pt x="1383" y="811"/>
                  </a:lnTo>
                  <a:lnTo>
                    <a:pt x="1383" y="692"/>
                  </a:lnTo>
                  <a:lnTo>
                    <a:pt x="1364" y="534"/>
                  </a:lnTo>
                  <a:lnTo>
                    <a:pt x="1324" y="396"/>
                  </a:lnTo>
                  <a:lnTo>
                    <a:pt x="1265" y="277"/>
                  </a:lnTo>
                  <a:lnTo>
                    <a:pt x="1166" y="178"/>
                  </a:lnTo>
                  <a:lnTo>
                    <a:pt x="1067" y="99"/>
                  </a:lnTo>
                  <a:lnTo>
                    <a:pt x="969" y="40"/>
                  </a:lnTo>
                  <a:lnTo>
                    <a:pt x="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3" name="Google Shape;7553;p29"/>
            <p:cNvSpPr/>
            <p:nvPr/>
          </p:nvSpPr>
          <p:spPr>
            <a:xfrm>
              <a:off x="-592607" y="387077"/>
              <a:ext cx="48276" cy="50717"/>
            </a:xfrm>
            <a:custGeom>
              <a:rect b="b" l="l" r="r" t="t"/>
              <a:pathLst>
                <a:path extrusionOk="0" h="1226" w="1167">
                  <a:moveTo>
                    <a:pt x="416" y="1"/>
                  </a:moveTo>
                  <a:lnTo>
                    <a:pt x="297" y="21"/>
                  </a:lnTo>
                  <a:lnTo>
                    <a:pt x="218" y="60"/>
                  </a:lnTo>
                  <a:lnTo>
                    <a:pt x="159" y="100"/>
                  </a:lnTo>
                  <a:lnTo>
                    <a:pt x="99" y="159"/>
                  </a:lnTo>
                  <a:lnTo>
                    <a:pt x="60" y="218"/>
                  </a:lnTo>
                  <a:lnTo>
                    <a:pt x="20" y="337"/>
                  </a:lnTo>
                  <a:lnTo>
                    <a:pt x="1" y="455"/>
                  </a:lnTo>
                  <a:lnTo>
                    <a:pt x="1" y="574"/>
                  </a:lnTo>
                  <a:lnTo>
                    <a:pt x="40" y="692"/>
                  </a:lnTo>
                  <a:lnTo>
                    <a:pt x="80" y="811"/>
                  </a:lnTo>
                  <a:lnTo>
                    <a:pt x="159" y="929"/>
                  </a:lnTo>
                  <a:lnTo>
                    <a:pt x="257" y="1028"/>
                  </a:lnTo>
                  <a:lnTo>
                    <a:pt x="376" y="1127"/>
                  </a:lnTo>
                  <a:lnTo>
                    <a:pt x="514" y="1186"/>
                  </a:lnTo>
                  <a:lnTo>
                    <a:pt x="653" y="1225"/>
                  </a:lnTo>
                  <a:lnTo>
                    <a:pt x="751" y="1206"/>
                  </a:lnTo>
                  <a:lnTo>
                    <a:pt x="830" y="1186"/>
                  </a:lnTo>
                  <a:lnTo>
                    <a:pt x="909" y="1146"/>
                  </a:lnTo>
                  <a:lnTo>
                    <a:pt x="988" y="1107"/>
                  </a:lnTo>
                  <a:lnTo>
                    <a:pt x="1067" y="1028"/>
                  </a:lnTo>
                  <a:lnTo>
                    <a:pt x="1107" y="949"/>
                  </a:lnTo>
                  <a:lnTo>
                    <a:pt x="1146" y="870"/>
                  </a:lnTo>
                  <a:lnTo>
                    <a:pt x="1166" y="771"/>
                  </a:lnTo>
                  <a:lnTo>
                    <a:pt x="1166" y="751"/>
                  </a:lnTo>
                  <a:lnTo>
                    <a:pt x="1166" y="672"/>
                  </a:lnTo>
                  <a:lnTo>
                    <a:pt x="1166" y="593"/>
                  </a:lnTo>
                  <a:lnTo>
                    <a:pt x="1146" y="495"/>
                  </a:lnTo>
                  <a:lnTo>
                    <a:pt x="1127" y="416"/>
                  </a:lnTo>
                  <a:lnTo>
                    <a:pt x="1067" y="337"/>
                  </a:lnTo>
                  <a:lnTo>
                    <a:pt x="988" y="258"/>
                  </a:lnTo>
                  <a:lnTo>
                    <a:pt x="929" y="179"/>
                  </a:lnTo>
                  <a:lnTo>
                    <a:pt x="830" y="119"/>
                  </a:lnTo>
                  <a:lnTo>
                    <a:pt x="692" y="40"/>
                  </a:lnTo>
                  <a:lnTo>
                    <a:pt x="57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4" name="Google Shape;7554;p29"/>
            <p:cNvSpPr/>
            <p:nvPr/>
          </p:nvSpPr>
          <p:spPr>
            <a:xfrm>
              <a:off x="-725773" y="376487"/>
              <a:ext cx="51503" cy="41698"/>
            </a:xfrm>
            <a:custGeom>
              <a:rect b="b" l="l" r="r" t="t"/>
              <a:pathLst>
                <a:path extrusionOk="0" h="1008" w="1245">
                  <a:moveTo>
                    <a:pt x="691" y="0"/>
                  </a:moveTo>
                  <a:lnTo>
                    <a:pt x="573" y="20"/>
                  </a:lnTo>
                  <a:lnTo>
                    <a:pt x="395" y="99"/>
                  </a:lnTo>
                  <a:lnTo>
                    <a:pt x="217" y="198"/>
                  </a:lnTo>
                  <a:lnTo>
                    <a:pt x="138" y="277"/>
                  </a:lnTo>
                  <a:lnTo>
                    <a:pt x="59" y="356"/>
                  </a:lnTo>
                  <a:lnTo>
                    <a:pt x="20" y="454"/>
                  </a:lnTo>
                  <a:lnTo>
                    <a:pt x="0" y="553"/>
                  </a:lnTo>
                  <a:lnTo>
                    <a:pt x="0" y="632"/>
                  </a:lnTo>
                  <a:lnTo>
                    <a:pt x="20" y="691"/>
                  </a:lnTo>
                  <a:lnTo>
                    <a:pt x="40" y="751"/>
                  </a:lnTo>
                  <a:lnTo>
                    <a:pt x="79" y="810"/>
                  </a:lnTo>
                  <a:lnTo>
                    <a:pt x="178" y="909"/>
                  </a:lnTo>
                  <a:lnTo>
                    <a:pt x="296" y="988"/>
                  </a:lnTo>
                  <a:lnTo>
                    <a:pt x="395" y="1007"/>
                  </a:lnTo>
                  <a:lnTo>
                    <a:pt x="474" y="1007"/>
                  </a:lnTo>
                  <a:lnTo>
                    <a:pt x="573" y="988"/>
                  </a:lnTo>
                  <a:lnTo>
                    <a:pt x="672" y="968"/>
                  </a:lnTo>
                  <a:lnTo>
                    <a:pt x="790" y="948"/>
                  </a:lnTo>
                  <a:lnTo>
                    <a:pt x="909" y="909"/>
                  </a:lnTo>
                  <a:lnTo>
                    <a:pt x="1007" y="830"/>
                  </a:lnTo>
                  <a:lnTo>
                    <a:pt x="1106" y="751"/>
                  </a:lnTo>
                  <a:lnTo>
                    <a:pt x="1185" y="632"/>
                  </a:lnTo>
                  <a:lnTo>
                    <a:pt x="1225" y="573"/>
                  </a:lnTo>
                  <a:lnTo>
                    <a:pt x="1245" y="494"/>
                  </a:lnTo>
                  <a:lnTo>
                    <a:pt x="1245" y="415"/>
                  </a:lnTo>
                  <a:lnTo>
                    <a:pt x="1245" y="336"/>
                  </a:lnTo>
                  <a:lnTo>
                    <a:pt x="1225" y="257"/>
                  </a:lnTo>
                  <a:lnTo>
                    <a:pt x="1185" y="178"/>
                  </a:lnTo>
                  <a:lnTo>
                    <a:pt x="1126" y="119"/>
                  </a:lnTo>
                  <a:lnTo>
                    <a:pt x="1047" y="79"/>
                  </a:lnTo>
                  <a:lnTo>
                    <a:pt x="948" y="20"/>
                  </a:lnTo>
                  <a:lnTo>
                    <a:pt x="81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5" name="Google Shape;7555;p29"/>
            <p:cNvSpPr/>
            <p:nvPr/>
          </p:nvSpPr>
          <p:spPr>
            <a:xfrm>
              <a:off x="-735577" y="235916"/>
              <a:ext cx="44139" cy="50717"/>
            </a:xfrm>
            <a:custGeom>
              <a:rect b="b" l="l" r="r" t="t"/>
              <a:pathLst>
                <a:path extrusionOk="0" h="1226" w="1067">
                  <a:moveTo>
                    <a:pt x="474" y="1"/>
                  </a:moveTo>
                  <a:lnTo>
                    <a:pt x="395" y="20"/>
                  </a:lnTo>
                  <a:lnTo>
                    <a:pt x="316" y="40"/>
                  </a:lnTo>
                  <a:lnTo>
                    <a:pt x="257" y="80"/>
                  </a:lnTo>
                  <a:lnTo>
                    <a:pt x="198" y="119"/>
                  </a:lnTo>
                  <a:lnTo>
                    <a:pt x="138" y="178"/>
                  </a:lnTo>
                  <a:lnTo>
                    <a:pt x="79" y="238"/>
                  </a:lnTo>
                  <a:lnTo>
                    <a:pt x="40" y="396"/>
                  </a:lnTo>
                  <a:lnTo>
                    <a:pt x="0" y="534"/>
                  </a:lnTo>
                  <a:lnTo>
                    <a:pt x="20" y="692"/>
                  </a:lnTo>
                  <a:lnTo>
                    <a:pt x="59" y="850"/>
                  </a:lnTo>
                  <a:lnTo>
                    <a:pt x="119" y="988"/>
                  </a:lnTo>
                  <a:lnTo>
                    <a:pt x="217" y="1107"/>
                  </a:lnTo>
                  <a:lnTo>
                    <a:pt x="296" y="1146"/>
                  </a:lnTo>
                  <a:lnTo>
                    <a:pt x="356" y="1186"/>
                  </a:lnTo>
                  <a:lnTo>
                    <a:pt x="435" y="1206"/>
                  </a:lnTo>
                  <a:lnTo>
                    <a:pt x="533" y="1225"/>
                  </a:lnTo>
                  <a:lnTo>
                    <a:pt x="612" y="1206"/>
                  </a:lnTo>
                  <a:lnTo>
                    <a:pt x="691" y="1186"/>
                  </a:lnTo>
                  <a:lnTo>
                    <a:pt x="790" y="1127"/>
                  </a:lnTo>
                  <a:lnTo>
                    <a:pt x="869" y="1067"/>
                  </a:lnTo>
                  <a:lnTo>
                    <a:pt x="928" y="1028"/>
                  </a:lnTo>
                  <a:lnTo>
                    <a:pt x="968" y="969"/>
                  </a:lnTo>
                  <a:lnTo>
                    <a:pt x="1027" y="830"/>
                  </a:lnTo>
                  <a:lnTo>
                    <a:pt x="1067" y="672"/>
                  </a:lnTo>
                  <a:lnTo>
                    <a:pt x="1047" y="534"/>
                  </a:lnTo>
                  <a:lnTo>
                    <a:pt x="1027" y="396"/>
                  </a:lnTo>
                  <a:lnTo>
                    <a:pt x="968" y="277"/>
                  </a:lnTo>
                  <a:lnTo>
                    <a:pt x="869" y="178"/>
                  </a:lnTo>
                  <a:lnTo>
                    <a:pt x="770" y="80"/>
                  </a:lnTo>
                  <a:lnTo>
                    <a:pt x="711" y="40"/>
                  </a:lnTo>
                  <a:lnTo>
                    <a:pt x="632" y="20"/>
                  </a:lnTo>
                  <a:lnTo>
                    <a:pt x="5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6" name="Google Shape;7556;p29"/>
            <p:cNvSpPr/>
            <p:nvPr/>
          </p:nvSpPr>
          <p:spPr>
            <a:xfrm>
              <a:off x="-624461" y="103537"/>
              <a:ext cx="59693" cy="48276"/>
            </a:xfrm>
            <a:custGeom>
              <a:rect b="b" l="l" r="r" t="t"/>
              <a:pathLst>
                <a:path extrusionOk="0" h="1167" w="1443">
                  <a:moveTo>
                    <a:pt x="395" y="1"/>
                  </a:moveTo>
                  <a:lnTo>
                    <a:pt x="297" y="40"/>
                  </a:lnTo>
                  <a:lnTo>
                    <a:pt x="218" y="80"/>
                  </a:lnTo>
                  <a:lnTo>
                    <a:pt x="139" y="139"/>
                  </a:lnTo>
                  <a:lnTo>
                    <a:pt x="79" y="218"/>
                  </a:lnTo>
                  <a:lnTo>
                    <a:pt x="40" y="297"/>
                  </a:lnTo>
                  <a:lnTo>
                    <a:pt x="20" y="396"/>
                  </a:lnTo>
                  <a:lnTo>
                    <a:pt x="0" y="495"/>
                  </a:lnTo>
                  <a:lnTo>
                    <a:pt x="20" y="593"/>
                  </a:lnTo>
                  <a:lnTo>
                    <a:pt x="40" y="653"/>
                  </a:lnTo>
                  <a:lnTo>
                    <a:pt x="79" y="732"/>
                  </a:lnTo>
                  <a:lnTo>
                    <a:pt x="178" y="870"/>
                  </a:lnTo>
                  <a:lnTo>
                    <a:pt x="316" y="969"/>
                  </a:lnTo>
                  <a:lnTo>
                    <a:pt x="455" y="1048"/>
                  </a:lnTo>
                  <a:lnTo>
                    <a:pt x="613" y="1107"/>
                  </a:lnTo>
                  <a:lnTo>
                    <a:pt x="771" y="1147"/>
                  </a:lnTo>
                  <a:lnTo>
                    <a:pt x="929" y="1166"/>
                  </a:lnTo>
                  <a:lnTo>
                    <a:pt x="1087" y="1147"/>
                  </a:lnTo>
                  <a:lnTo>
                    <a:pt x="1186" y="1127"/>
                  </a:lnTo>
                  <a:lnTo>
                    <a:pt x="1265" y="1067"/>
                  </a:lnTo>
                  <a:lnTo>
                    <a:pt x="1344" y="1008"/>
                  </a:lnTo>
                  <a:lnTo>
                    <a:pt x="1383" y="929"/>
                  </a:lnTo>
                  <a:lnTo>
                    <a:pt x="1423" y="850"/>
                  </a:lnTo>
                  <a:lnTo>
                    <a:pt x="1442" y="751"/>
                  </a:lnTo>
                  <a:lnTo>
                    <a:pt x="1423" y="653"/>
                  </a:lnTo>
                  <a:lnTo>
                    <a:pt x="1403" y="554"/>
                  </a:lnTo>
                  <a:lnTo>
                    <a:pt x="1344" y="455"/>
                  </a:lnTo>
                  <a:lnTo>
                    <a:pt x="1284" y="376"/>
                  </a:lnTo>
                  <a:lnTo>
                    <a:pt x="1284" y="356"/>
                  </a:lnTo>
                  <a:lnTo>
                    <a:pt x="1245" y="297"/>
                  </a:lnTo>
                  <a:lnTo>
                    <a:pt x="1186" y="218"/>
                  </a:lnTo>
                  <a:lnTo>
                    <a:pt x="1047" y="119"/>
                  </a:lnTo>
                  <a:lnTo>
                    <a:pt x="889" y="60"/>
                  </a:lnTo>
                  <a:lnTo>
                    <a:pt x="7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557" name="Google Shape;7557;p29"/>
          <p:cNvGrpSpPr/>
          <p:nvPr/>
        </p:nvGrpSpPr>
        <p:grpSpPr>
          <a:xfrm flipH="1">
            <a:off x="-18265" y="1260505"/>
            <a:ext cx="679382" cy="871990"/>
            <a:chOff x="8619938" y="2813305"/>
            <a:chExt cx="679382" cy="871990"/>
          </a:xfrm>
        </p:grpSpPr>
        <p:sp>
          <p:nvSpPr>
            <p:cNvPr id="7558" name="Google Shape;7558;p29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9" name="Google Shape;7559;p29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0" name="Google Shape;7560;p29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1" name="Google Shape;7561;p29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2" name="Google Shape;7562;p29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3" name="Google Shape;7563;p29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4" name="Google Shape;7564;p29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5" name="Google Shape;7565;p29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6" name="Google Shape;7566;p29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7" name="Google Shape;7567;p29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8" name="Google Shape;7568;p29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9" name="Google Shape;7569;p29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0" name="Google Shape;7570;p29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1" name="Google Shape;7571;p29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2" name="Google Shape;7572;p29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3" name="Google Shape;7573;p29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4" name="Google Shape;7574;p29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5" name="Google Shape;7575;p29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6" name="Google Shape;7576;p29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7" name="Google Shape;7577;p29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8" name="Google Shape;7578;p29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9" name="Google Shape;7579;p29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0" name="Google Shape;7580;p29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1" name="Google Shape;7581;p29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2" name="Google Shape;7582;p29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3" name="Google Shape;7583;p29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4" name="Google Shape;7584;p29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5" name="Google Shape;7585;p29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586" name="Google Shape;7586;p29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7587" name="Google Shape;7587;p29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88" name="Google Shape;7588;p29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589" name="Google Shape;7589;p29"/>
          <p:cNvGrpSpPr/>
          <p:nvPr/>
        </p:nvGrpSpPr>
        <p:grpSpPr>
          <a:xfrm flipH="1">
            <a:off x="7477155" y="3921240"/>
            <a:ext cx="1973759" cy="1718179"/>
            <a:chOff x="-1914575" y="2967750"/>
            <a:chExt cx="1540675" cy="1341175"/>
          </a:xfrm>
        </p:grpSpPr>
        <p:sp>
          <p:nvSpPr>
            <p:cNvPr id="7590" name="Google Shape;7590;p29"/>
            <p:cNvSpPr/>
            <p:nvPr/>
          </p:nvSpPr>
          <p:spPr>
            <a:xfrm>
              <a:off x="-484050" y="3675375"/>
              <a:ext cx="53850" cy="59775"/>
            </a:xfrm>
            <a:custGeom>
              <a:rect b="b" l="l" r="r" t="t"/>
              <a:pathLst>
                <a:path extrusionOk="0" h="2391" w="2154">
                  <a:moveTo>
                    <a:pt x="1186" y="0"/>
                  </a:moveTo>
                  <a:lnTo>
                    <a:pt x="1048" y="20"/>
                  </a:lnTo>
                  <a:lnTo>
                    <a:pt x="890" y="59"/>
                  </a:lnTo>
                  <a:lnTo>
                    <a:pt x="712" y="119"/>
                  </a:lnTo>
                  <a:lnTo>
                    <a:pt x="534" y="217"/>
                  </a:lnTo>
                  <a:lnTo>
                    <a:pt x="356" y="356"/>
                  </a:lnTo>
                  <a:lnTo>
                    <a:pt x="258" y="435"/>
                  </a:lnTo>
                  <a:lnTo>
                    <a:pt x="179" y="533"/>
                  </a:lnTo>
                  <a:lnTo>
                    <a:pt x="119" y="632"/>
                  </a:lnTo>
                  <a:lnTo>
                    <a:pt x="60" y="751"/>
                  </a:lnTo>
                  <a:lnTo>
                    <a:pt x="40" y="889"/>
                  </a:lnTo>
                  <a:lnTo>
                    <a:pt x="1" y="1007"/>
                  </a:lnTo>
                  <a:lnTo>
                    <a:pt x="1" y="1146"/>
                  </a:lnTo>
                  <a:lnTo>
                    <a:pt x="1" y="1264"/>
                  </a:lnTo>
                  <a:lnTo>
                    <a:pt x="21" y="1402"/>
                  </a:lnTo>
                  <a:lnTo>
                    <a:pt x="60" y="1521"/>
                  </a:lnTo>
                  <a:lnTo>
                    <a:pt x="119" y="1639"/>
                  </a:lnTo>
                  <a:lnTo>
                    <a:pt x="179" y="1758"/>
                  </a:lnTo>
                  <a:lnTo>
                    <a:pt x="258" y="1857"/>
                  </a:lnTo>
                  <a:lnTo>
                    <a:pt x="356" y="1956"/>
                  </a:lnTo>
                  <a:lnTo>
                    <a:pt x="475" y="2054"/>
                  </a:lnTo>
                  <a:lnTo>
                    <a:pt x="593" y="2133"/>
                  </a:lnTo>
                  <a:lnTo>
                    <a:pt x="732" y="2212"/>
                  </a:lnTo>
                  <a:lnTo>
                    <a:pt x="890" y="2272"/>
                  </a:lnTo>
                  <a:lnTo>
                    <a:pt x="1048" y="2331"/>
                  </a:lnTo>
                  <a:lnTo>
                    <a:pt x="1225" y="2370"/>
                  </a:lnTo>
                  <a:lnTo>
                    <a:pt x="1403" y="2390"/>
                  </a:lnTo>
                  <a:lnTo>
                    <a:pt x="1561" y="2370"/>
                  </a:lnTo>
                  <a:lnTo>
                    <a:pt x="1680" y="2331"/>
                  </a:lnTo>
                  <a:lnTo>
                    <a:pt x="1798" y="2272"/>
                  </a:lnTo>
                  <a:lnTo>
                    <a:pt x="1897" y="2193"/>
                  </a:lnTo>
                  <a:lnTo>
                    <a:pt x="1956" y="2094"/>
                  </a:lnTo>
                  <a:lnTo>
                    <a:pt x="2016" y="1995"/>
                  </a:lnTo>
                  <a:lnTo>
                    <a:pt x="2075" y="1877"/>
                  </a:lnTo>
                  <a:lnTo>
                    <a:pt x="2134" y="1659"/>
                  </a:lnTo>
                  <a:lnTo>
                    <a:pt x="2154" y="1462"/>
                  </a:lnTo>
                  <a:lnTo>
                    <a:pt x="2154" y="1264"/>
                  </a:lnTo>
                  <a:lnTo>
                    <a:pt x="2035" y="1304"/>
                  </a:lnTo>
                  <a:lnTo>
                    <a:pt x="1897" y="1323"/>
                  </a:lnTo>
                  <a:lnTo>
                    <a:pt x="1739" y="1343"/>
                  </a:lnTo>
                  <a:lnTo>
                    <a:pt x="1561" y="1363"/>
                  </a:lnTo>
                  <a:lnTo>
                    <a:pt x="1383" y="1323"/>
                  </a:lnTo>
                  <a:lnTo>
                    <a:pt x="1304" y="1304"/>
                  </a:lnTo>
                  <a:lnTo>
                    <a:pt x="1225" y="1244"/>
                  </a:lnTo>
                  <a:lnTo>
                    <a:pt x="1146" y="1205"/>
                  </a:lnTo>
                  <a:lnTo>
                    <a:pt x="1087" y="1126"/>
                  </a:lnTo>
                  <a:lnTo>
                    <a:pt x="1048" y="1047"/>
                  </a:lnTo>
                  <a:lnTo>
                    <a:pt x="1008" y="968"/>
                  </a:lnTo>
                  <a:lnTo>
                    <a:pt x="988" y="770"/>
                  </a:lnTo>
                  <a:lnTo>
                    <a:pt x="988" y="593"/>
                  </a:lnTo>
                  <a:lnTo>
                    <a:pt x="1028" y="395"/>
                  </a:lnTo>
                  <a:lnTo>
                    <a:pt x="1067" y="237"/>
                  </a:lnTo>
                  <a:lnTo>
                    <a:pt x="1127" y="119"/>
                  </a:lnTo>
                  <a:lnTo>
                    <a:pt x="11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1" name="Google Shape;7591;p29"/>
            <p:cNvSpPr/>
            <p:nvPr/>
          </p:nvSpPr>
          <p:spPr>
            <a:xfrm>
              <a:off x="-1182275" y="2967750"/>
              <a:ext cx="808375" cy="740725"/>
            </a:xfrm>
            <a:custGeom>
              <a:rect b="b" l="l" r="r" t="t"/>
              <a:pathLst>
                <a:path extrusionOk="0" h="29629" w="32335">
                  <a:moveTo>
                    <a:pt x="2706" y="0"/>
                  </a:moveTo>
                  <a:lnTo>
                    <a:pt x="2529" y="20"/>
                  </a:lnTo>
                  <a:lnTo>
                    <a:pt x="2331" y="40"/>
                  </a:lnTo>
                  <a:lnTo>
                    <a:pt x="1956" y="139"/>
                  </a:lnTo>
                  <a:lnTo>
                    <a:pt x="1581" y="277"/>
                  </a:lnTo>
                  <a:lnTo>
                    <a:pt x="1245" y="395"/>
                  </a:lnTo>
                  <a:lnTo>
                    <a:pt x="968" y="514"/>
                  </a:lnTo>
                  <a:lnTo>
                    <a:pt x="731" y="632"/>
                  </a:lnTo>
                  <a:lnTo>
                    <a:pt x="0" y="7309"/>
                  </a:lnTo>
                  <a:lnTo>
                    <a:pt x="4958" y="10943"/>
                  </a:lnTo>
                  <a:lnTo>
                    <a:pt x="10034" y="14637"/>
                  </a:lnTo>
                  <a:lnTo>
                    <a:pt x="15881" y="18844"/>
                  </a:lnTo>
                  <a:lnTo>
                    <a:pt x="18864" y="20957"/>
                  </a:lnTo>
                  <a:lnTo>
                    <a:pt x="21767" y="23012"/>
                  </a:lnTo>
                  <a:lnTo>
                    <a:pt x="24473" y="24888"/>
                  </a:lnTo>
                  <a:lnTo>
                    <a:pt x="26922" y="26547"/>
                  </a:lnTo>
                  <a:lnTo>
                    <a:pt x="28009" y="27278"/>
                  </a:lnTo>
                  <a:lnTo>
                    <a:pt x="29016" y="27930"/>
                  </a:lnTo>
                  <a:lnTo>
                    <a:pt x="29885" y="28483"/>
                  </a:lnTo>
                  <a:lnTo>
                    <a:pt x="30636" y="28937"/>
                  </a:lnTo>
                  <a:lnTo>
                    <a:pt x="31248" y="29293"/>
                  </a:lnTo>
                  <a:lnTo>
                    <a:pt x="31722" y="29530"/>
                  </a:lnTo>
                  <a:lnTo>
                    <a:pt x="31900" y="29589"/>
                  </a:lnTo>
                  <a:lnTo>
                    <a:pt x="32038" y="29628"/>
                  </a:lnTo>
                  <a:lnTo>
                    <a:pt x="32157" y="29628"/>
                  </a:lnTo>
                  <a:lnTo>
                    <a:pt x="32176" y="29609"/>
                  </a:lnTo>
                  <a:lnTo>
                    <a:pt x="32256" y="29411"/>
                  </a:lnTo>
                  <a:lnTo>
                    <a:pt x="32295" y="29194"/>
                  </a:lnTo>
                  <a:lnTo>
                    <a:pt x="32335" y="28996"/>
                  </a:lnTo>
                  <a:lnTo>
                    <a:pt x="32335" y="28799"/>
                  </a:lnTo>
                  <a:lnTo>
                    <a:pt x="32315" y="28582"/>
                  </a:lnTo>
                  <a:lnTo>
                    <a:pt x="32256" y="28384"/>
                  </a:lnTo>
                  <a:lnTo>
                    <a:pt x="32196" y="28187"/>
                  </a:lnTo>
                  <a:lnTo>
                    <a:pt x="32137" y="27969"/>
                  </a:lnTo>
                  <a:lnTo>
                    <a:pt x="32038" y="27792"/>
                  </a:lnTo>
                  <a:lnTo>
                    <a:pt x="31939" y="27594"/>
                  </a:lnTo>
                  <a:lnTo>
                    <a:pt x="31722" y="27238"/>
                  </a:lnTo>
                  <a:lnTo>
                    <a:pt x="31485" y="26942"/>
                  </a:lnTo>
                  <a:lnTo>
                    <a:pt x="31248" y="26685"/>
                  </a:lnTo>
                  <a:lnTo>
                    <a:pt x="31090" y="26547"/>
                  </a:lnTo>
                  <a:lnTo>
                    <a:pt x="30833" y="26369"/>
                  </a:lnTo>
                  <a:lnTo>
                    <a:pt x="30162" y="25915"/>
                  </a:lnTo>
                  <a:lnTo>
                    <a:pt x="29293" y="25362"/>
                  </a:lnTo>
                  <a:lnTo>
                    <a:pt x="28364" y="24809"/>
                  </a:lnTo>
                  <a:lnTo>
                    <a:pt x="26685" y="23802"/>
                  </a:lnTo>
                  <a:lnTo>
                    <a:pt x="25935" y="23367"/>
                  </a:lnTo>
                  <a:lnTo>
                    <a:pt x="26824" y="21096"/>
                  </a:lnTo>
                  <a:lnTo>
                    <a:pt x="27614" y="19061"/>
                  </a:lnTo>
                  <a:lnTo>
                    <a:pt x="28364" y="17185"/>
                  </a:lnTo>
                  <a:lnTo>
                    <a:pt x="28443" y="16967"/>
                  </a:lnTo>
                  <a:lnTo>
                    <a:pt x="28483" y="16770"/>
                  </a:lnTo>
                  <a:lnTo>
                    <a:pt x="28503" y="16572"/>
                  </a:lnTo>
                  <a:lnTo>
                    <a:pt x="28503" y="16355"/>
                  </a:lnTo>
                  <a:lnTo>
                    <a:pt x="28463" y="16158"/>
                  </a:lnTo>
                  <a:lnTo>
                    <a:pt x="28424" y="15960"/>
                  </a:lnTo>
                  <a:lnTo>
                    <a:pt x="28364" y="15762"/>
                  </a:lnTo>
                  <a:lnTo>
                    <a:pt x="28266" y="15545"/>
                  </a:lnTo>
                  <a:lnTo>
                    <a:pt x="28167" y="15348"/>
                  </a:lnTo>
                  <a:lnTo>
                    <a:pt x="28048" y="15150"/>
                  </a:lnTo>
                  <a:lnTo>
                    <a:pt x="27910" y="14972"/>
                  </a:lnTo>
                  <a:lnTo>
                    <a:pt x="27752" y="14775"/>
                  </a:lnTo>
                  <a:lnTo>
                    <a:pt x="27416" y="14400"/>
                  </a:lnTo>
                  <a:lnTo>
                    <a:pt x="27041" y="14024"/>
                  </a:lnTo>
                  <a:lnTo>
                    <a:pt x="26626" y="13689"/>
                  </a:lnTo>
                  <a:lnTo>
                    <a:pt x="26192" y="13353"/>
                  </a:lnTo>
                  <a:lnTo>
                    <a:pt x="25737" y="13037"/>
                  </a:lnTo>
                  <a:lnTo>
                    <a:pt x="25283" y="12740"/>
                  </a:lnTo>
                  <a:lnTo>
                    <a:pt x="24848" y="12464"/>
                  </a:lnTo>
                  <a:lnTo>
                    <a:pt x="24394" y="12207"/>
                  </a:lnTo>
                  <a:lnTo>
                    <a:pt x="23604" y="11773"/>
                  </a:lnTo>
                  <a:lnTo>
                    <a:pt x="23071" y="11476"/>
                  </a:lnTo>
                  <a:lnTo>
                    <a:pt x="22202" y="10982"/>
                  </a:lnTo>
                  <a:lnTo>
                    <a:pt x="19693" y="9541"/>
                  </a:lnTo>
                  <a:lnTo>
                    <a:pt x="12899" y="5570"/>
                  </a:lnTo>
                  <a:lnTo>
                    <a:pt x="9383" y="3536"/>
                  </a:lnTo>
                  <a:lnTo>
                    <a:pt x="6301" y="1778"/>
                  </a:lnTo>
                  <a:lnTo>
                    <a:pt x="5057" y="1067"/>
                  </a:lnTo>
                  <a:lnTo>
                    <a:pt x="4050" y="514"/>
                  </a:lnTo>
                  <a:lnTo>
                    <a:pt x="3358" y="158"/>
                  </a:lnTo>
                  <a:lnTo>
                    <a:pt x="3141" y="60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2" name="Google Shape;7592;p29"/>
            <p:cNvSpPr/>
            <p:nvPr/>
          </p:nvSpPr>
          <p:spPr>
            <a:xfrm>
              <a:off x="-1370425" y="2977625"/>
              <a:ext cx="991100" cy="806900"/>
            </a:xfrm>
            <a:custGeom>
              <a:rect b="b" l="l" r="r" t="t"/>
              <a:pathLst>
                <a:path extrusionOk="0" h="32276" w="39644">
                  <a:moveTo>
                    <a:pt x="36858" y="28068"/>
                  </a:moveTo>
                  <a:lnTo>
                    <a:pt x="36977" y="28108"/>
                  </a:lnTo>
                  <a:lnTo>
                    <a:pt x="37075" y="28147"/>
                  </a:lnTo>
                  <a:lnTo>
                    <a:pt x="37174" y="28206"/>
                  </a:lnTo>
                  <a:lnTo>
                    <a:pt x="37273" y="28266"/>
                  </a:lnTo>
                  <a:lnTo>
                    <a:pt x="37352" y="28345"/>
                  </a:lnTo>
                  <a:lnTo>
                    <a:pt x="37431" y="28424"/>
                  </a:lnTo>
                  <a:lnTo>
                    <a:pt x="37490" y="28522"/>
                  </a:lnTo>
                  <a:lnTo>
                    <a:pt x="37530" y="28621"/>
                  </a:lnTo>
                  <a:lnTo>
                    <a:pt x="37550" y="28740"/>
                  </a:lnTo>
                  <a:lnTo>
                    <a:pt x="37569" y="28957"/>
                  </a:lnTo>
                  <a:lnTo>
                    <a:pt x="37550" y="29154"/>
                  </a:lnTo>
                  <a:lnTo>
                    <a:pt x="37490" y="29332"/>
                  </a:lnTo>
                  <a:lnTo>
                    <a:pt x="37411" y="29510"/>
                  </a:lnTo>
                  <a:lnTo>
                    <a:pt x="37313" y="29648"/>
                  </a:lnTo>
                  <a:lnTo>
                    <a:pt x="37194" y="29747"/>
                  </a:lnTo>
                  <a:lnTo>
                    <a:pt x="37056" y="29826"/>
                  </a:lnTo>
                  <a:lnTo>
                    <a:pt x="36898" y="29866"/>
                  </a:lnTo>
                  <a:lnTo>
                    <a:pt x="36759" y="29885"/>
                  </a:lnTo>
                  <a:lnTo>
                    <a:pt x="36621" y="29866"/>
                  </a:lnTo>
                  <a:lnTo>
                    <a:pt x="36483" y="29826"/>
                  </a:lnTo>
                  <a:lnTo>
                    <a:pt x="36384" y="29806"/>
                  </a:lnTo>
                  <a:lnTo>
                    <a:pt x="36226" y="29727"/>
                  </a:lnTo>
                  <a:lnTo>
                    <a:pt x="36167" y="29688"/>
                  </a:lnTo>
                  <a:lnTo>
                    <a:pt x="36048" y="29569"/>
                  </a:lnTo>
                  <a:lnTo>
                    <a:pt x="35950" y="29431"/>
                  </a:lnTo>
                  <a:lnTo>
                    <a:pt x="35851" y="29273"/>
                  </a:lnTo>
                  <a:lnTo>
                    <a:pt x="35811" y="29174"/>
                  </a:lnTo>
                  <a:lnTo>
                    <a:pt x="35792" y="29056"/>
                  </a:lnTo>
                  <a:lnTo>
                    <a:pt x="35772" y="28957"/>
                  </a:lnTo>
                  <a:lnTo>
                    <a:pt x="35772" y="28838"/>
                  </a:lnTo>
                  <a:lnTo>
                    <a:pt x="35792" y="28720"/>
                  </a:lnTo>
                  <a:lnTo>
                    <a:pt x="35831" y="28601"/>
                  </a:lnTo>
                  <a:lnTo>
                    <a:pt x="35910" y="28483"/>
                  </a:lnTo>
                  <a:lnTo>
                    <a:pt x="36009" y="28364"/>
                  </a:lnTo>
                  <a:lnTo>
                    <a:pt x="36127" y="28266"/>
                  </a:lnTo>
                  <a:lnTo>
                    <a:pt x="36246" y="28187"/>
                  </a:lnTo>
                  <a:lnTo>
                    <a:pt x="36364" y="28127"/>
                  </a:lnTo>
                  <a:lnTo>
                    <a:pt x="36483" y="28088"/>
                  </a:lnTo>
                  <a:lnTo>
                    <a:pt x="36601" y="28068"/>
                  </a:lnTo>
                  <a:close/>
                  <a:moveTo>
                    <a:pt x="8949" y="0"/>
                  </a:moveTo>
                  <a:lnTo>
                    <a:pt x="8731" y="40"/>
                  </a:lnTo>
                  <a:lnTo>
                    <a:pt x="8514" y="99"/>
                  </a:lnTo>
                  <a:lnTo>
                    <a:pt x="8317" y="178"/>
                  </a:lnTo>
                  <a:lnTo>
                    <a:pt x="8119" y="277"/>
                  </a:lnTo>
                  <a:lnTo>
                    <a:pt x="7902" y="395"/>
                  </a:lnTo>
                  <a:lnTo>
                    <a:pt x="7704" y="553"/>
                  </a:lnTo>
                  <a:lnTo>
                    <a:pt x="7487" y="771"/>
                  </a:lnTo>
                  <a:lnTo>
                    <a:pt x="7210" y="1106"/>
                  </a:lnTo>
                  <a:lnTo>
                    <a:pt x="6894" y="1502"/>
                  </a:lnTo>
                  <a:lnTo>
                    <a:pt x="6559" y="1995"/>
                  </a:lnTo>
                  <a:lnTo>
                    <a:pt x="5808" y="3121"/>
                  </a:lnTo>
                  <a:lnTo>
                    <a:pt x="5038" y="4346"/>
                  </a:lnTo>
                  <a:lnTo>
                    <a:pt x="4307" y="5511"/>
                  </a:lnTo>
                  <a:lnTo>
                    <a:pt x="3695" y="6519"/>
                  </a:lnTo>
                  <a:lnTo>
                    <a:pt x="3122" y="7486"/>
                  </a:lnTo>
                  <a:lnTo>
                    <a:pt x="2964" y="7802"/>
                  </a:lnTo>
                  <a:lnTo>
                    <a:pt x="2529" y="8672"/>
                  </a:lnTo>
                  <a:lnTo>
                    <a:pt x="1956" y="9916"/>
                  </a:lnTo>
                  <a:lnTo>
                    <a:pt x="1621" y="10627"/>
                  </a:lnTo>
                  <a:lnTo>
                    <a:pt x="1305" y="11378"/>
                  </a:lnTo>
                  <a:lnTo>
                    <a:pt x="989" y="12148"/>
                  </a:lnTo>
                  <a:lnTo>
                    <a:pt x="692" y="12918"/>
                  </a:lnTo>
                  <a:lnTo>
                    <a:pt x="435" y="13669"/>
                  </a:lnTo>
                  <a:lnTo>
                    <a:pt x="238" y="14360"/>
                  </a:lnTo>
                  <a:lnTo>
                    <a:pt x="159" y="14676"/>
                  </a:lnTo>
                  <a:lnTo>
                    <a:pt x="80" y="14992"/>
                  </a:lnTo>
                  <a:lnTo>
                    <a:pt x="40" y="15288"/>
                  </a:lnTo>
                  <a:lnTo>
                    <a:pt x="21" y="15545"/>
                  </a:lnTo>
                  <a:lnTo>
                    <a:pt x="1" y="15782"/>
                  </a:lnTo>
                  <a:lnTo>
                    <a:pt x="21" y="16000"/>
                  </a:lnTo>
                  <a:lnTo>
                    <a:pt x="80" y="16177"/>
                  </a:lnTo>
                  <a:lnTo>
                    <a:pt x="139" y="16316"/>
                  </a:lnTo>
                  <a:lnTo>
                    <a:pt x="277" y="16474"/>
                  </a:lnTo>
                  <a:lnTo>
                    <a:pt x="495" y="16671"/>
                  </a:lnTo>
                  <a:lnTo>
                    <a:pt x="791" y="16928"/>
                  </a:lnTo>
                  <a:lnTo>
                    <a:pt x="1186" y="17224"/>
                  </a:lnTo>
                  <a:lnTo>
                    <a:pt x="2154" y="17935"/>
                  </a:lnTo>
                  <a:lnTo>
                    <a:pt x="3398" y="18785"/>
                  </a:lnTo>
                  <a:lnTo>
                    <a:pt x="4820" y="19733"/>
                  </a:lnTo>
                  <a:lnTo>
                    <a:pt x="6401" y="20760"/>
                  </a:lnTo>
                  <a:lnTo>
                    <a:pt x="9837" y="22952"/>
                  </a:lnTo>
                  <a:lnTo>
                    <a:pt x="13314" y="25125"/>
                  </a:lnTo>
                  <a:lnTo>
                    <a:pt x="16494" y="27080"/>
                  </a:lnTo>
                  <a:lnTo>
                    <a:pt x="20385" y="29490"/>
                  </a:lnTo>
                  <a:lnTo>
                    <a:pt x="21175" y="29984"/>
                  </a:lnTo>
                  <a:lnTo>
                    <a:pt x="22024" y="30537"/>
                  </a:lnTo>
                  <a:lnTo>
                    <a:pt x="22894" y="31070"/>
                  </a:lnTo>
                  <a:lnTo>
                    <a:pt x="23328" y="31327"/>
                  </a:lnTo>
                  <a:lnTo>
                    <a:pt x="23743" y="31564"/>
                  </a:lnTo>
                  <a:lnTo>
                    <a:pt x="24177" y="31762"/>
                  </a:lnTo>
                  <a:lnTo>
                    <a:pt x="24592" y="31939"/>
                  </a:lnTo>
                  <a:lnTo>
                    <a:pt x="25007" y="32098"/>
                  </a:lnTo>
                  <a:lnTo>
                    <a:pt x="25402" y="32196"/>
                  </a:lnTo>
                  <a:lnTo>
                    <a:pt x="25777" y="32256"/>
                  </a:lnTo>
                  <a:lnTo>
                    <a:pt x="25955" y="32275"/>
                  </a:lnTo>
                  <a:lnTo>
                    <a:pt x="26133" y="32275"/>
                  </a:lnTo>
                  <a:lnTo>
                    <a:pt x="26311" y="32256"/>
                  </a:lnTo>
                  <a:lnTo>
                    <a:pt x="26469" y="32216"/>
                  </a:lnTo>
                  <a:lnTo>
                    <a:pt x="26627" y="32177"/>
                  </a:lnTo>
                  <a:lnTo>
                    <a:pt x="26785" y="32117"/>
                  </a:lnTo>
                  <a:lnTo>
                    <a:pt x="26943" y="32019"/>
                  </a:lnTo>
                  <a:lnTo>
                    <a:pt x="27081" y="31939"/>
                  </a:lnTo>
                  <a:lnTo>
                    <a:pt x="27397" y="31702"/>
                  </a:lnTo>
                  <a:lnTo>
                    <a:pt x="27713" y="31406"/>
                  </a:lnTo>
                  <a:lnTo>
                    <a:pt x="28029" y="31070"/>
                  </a:lnTo>
                  <a:lnTo>
                    <a:pt x="28345" y="30715"/>
                  </a:lnTo>
                  <a:lnTo>
                    <a:pt x="28641" y="30320"/>
                  </a:lnTo>
                  <a:lnTo>
                    <a:pt x="28938" y="29925"/>
                  </a:lnTo>
                  <a:lnTo>
                    <a:pt x="29214" y="29530"/>
                  </a:lnTo>
                  <a:lnTo>
                    <a:pt x="29708" y="28779"/>
                  </a:lnTo>
                  <a:lnTo>
                    <a:pt x="30103" y="28127"/>
                  </a:lnTo>
                  <a:lnTo>
                    <a:pt x="30459" y="27515"/>
                  </a:lnTo>
                  <a:lnTo>
                    <a:pt x="32750" y="29194"/>
                  </a:lnTo>
                  <a:lnTo>
                    <a:pt x="34468" y="30438"/>
                  </a:lnTo>
                  <a:lnTo>
                    <a:pt x="35535" y="31189"/>
                  </a:lnTo>
                  <a:lnTo>
                    <a:pt x="35792" y="31367"/>
                  </a:lnTo>
                  <a:lnTo>
                    <a:pt x="36127" y="31525"/>
                  </a:lnTo>
                  <a:lnTo>
                    <a:pt x="36285" y="31604"/>
                  </a:lnTo>
                  <a:lnTo>
                    <a:pt x="36483" y="31663"/>
                  </a:lnTo>
                  <a:lnTo>
                    <a:pt x="36680" y="31702"/>
                  </a:lnTo>
                  <a:lnTo>
                    <a:pt x="36878" y="31742"/>
                  </a:lnTo>
                  <a:lnTo>
                    <a:pt x="37075" y="31762"/>
                  </a:lnTo>
                  <a:lnTo>
                    <a:pt x="37510" y="31762"/>
                  </a:lnTo>
                  <a:lnTo>
                    <a:pt x="37727" y="31702"/>
                  </a:lnTo>
                  <a:lnTo>
                    <a:pt x="37945" y="31643"/>
                  </a:lnTo>
                  <a:lnTo>
                    <a:pt x="38162" y="31544"/>
                  </a:lnTo>
                  <a:lnTo>
                    <a:pt x="38379" y="31426"/>
                  </a:lnTo>
                  <a:lnTo>
                    <a:pt x="38596" y="31268"/>
                  </a:lnTo>
                  <a:lnTo>
                    <a:pt x="38794" y="31090"/>
                  </a:lnTo>
                  <a:lnTo>
                    <a:pt x="38972" y="30893"/>
                  </a:lnTo>
                  <a:lnTo>
                    <a:pt x="39130" y="30675"/>
                  </a:lnTo>
                  <a:lnTo>
                    <a:pt x="39248" y="30438"/>
                  </a:lnTo>
                  <a:lnTo>
                    <a:pt x="39367" y="30201"/>
                  </a:lnTo>
                  <a:lnTo>
                    <a:pt x="39465" y="29964"/>
                  </a:lnTo>
                  <a:lnTo>
                    <a:pt x="39525" y="29708"/>
                  </a:lnTo>
                  <a:lnTo>
                    <a:pt x="39584" y="29470"/>
                  </a:lnTo>
                  <a:lnTo>
                    <a:pt x="39623" y="29214"/>
                  </a:lnTo>
                  <a:lnTo>
                    <a:pt x="39643" y="28977"/>
                  </a:lnTo>
                  <a:lnTo>
                    <a:pt x="39643" y="28759"/>
                  </a:lnTo>
                  <a:lnTo>
                    <a:pt x="39623" y="28542"/>
                  </a:lnTo>
                  <a:lnTo>
                    <a:pt x="39604" y="28345"/>
                  </a:lnTo>
                  <a:lnTo>
                    <a:pt x="39564" y="28167"/>
                  </a:lnTo>
                  <a:lnTo>
                    <a:pt x="39525" y="28009"/>
                  </a:lnTo>
                  <a:lnTo>
                    <a:pt x="39446" y="27871"/>
                  </a:lnTo>
                  <a:lnTo>
                    <a:pt x="39406" y="27811"/>
                  </a:lnTo>
                  <a:lnTo>
                    <a:pt x="39327" y="27713"/>
                  </a:lnTo>
                  <a:lnTo>
                    <a:pt x="39070" y="27515"/>
                  </a:lnTo>
                  <a:lnTo>
                    <a:pt x="38735" y="27258"/>
                  </a:lnTo>
                  <a:lnTo>
                    <a:pt x="38300" y="26942"/>
                  </a:lnTo>
                  <a:lnTo>
                    <a:pt x="37273" y="26271"/>
                  </a:lnTo>
                  <a:lnTo>
                    <a:pt x="36127" y="25560"/>
                  </a:lnTo>
                  <a:lnTo>
                    <a:pt x="35002" y="24868"/>
                  </a:lnTo>
                  <a:lnTo>
                    <a:pt x="34034" y="24276"/>
                  </a:lnTo>
                  <a:lnTo>
                    <a:pt x="33086" y="23723"/>
                  </a:lnTo>
                  <a:lnTo>
                    <a:pt x="33441" y="23051"/>
                  </a:lnTo>
                  <a:lnTo>
                    <a:pt x="34231" y="21451"/>
                  </a:lnTo>
                  <a:lnTo>
                    <a:pt x="34685" y="20464"/>
                  </a:lnTo>
                  <a:lnTo>
                    <a:pt x="35120" y="19476"/>
                  </a:lnTo>
                  <a:lnTo>
                    <a:pt x="35515" y="18548"/>
                  </a:lnTo>
                  <a:lnTo>
                    <a:pt x="35673" y="18113"/>
                  </a:lnTo>
                  <a:lnTo>
                    <a:pt x="35811" y="17738"/>
                  </a:lnTo>
                  <a:lnTo>
                    <a:pt x="35890" y="17382"/>
                  </a:lnTo>
                  <a:lnTo>
                    <a:pt x="35930" y="17066"/>
                  </a:lnTo>
                  <a:lnTo>
                    <a:pt x="35930" y="16750"/>
                  </a:lnTo>
                  <a:lnTo>
                    <a:pt x="35890" y="16474"/>
                  </a:lnTo>
                  <a:lnTo>
                    <a:pt x="35831" y="16217"/>
                  </a:lnTo>
                  <a:lnTo>
                    <a:pt x="35732" y="15960"/>
                  </a:lnTo>
                  <a:lnTo>
                    <a:pt x="35594" y="15723"/>
                  </a:lnTo>
                  <a:lnTo>
                    <a:pt x="35456" y="15506"/>
                  </a:lnTo>
                  <a:lnTo>
                    <a:pt x="35278" y="15308"/>
                  </a:lnTo>
                  <a:lnTo>
                    <a:pt x="35081" y="15111"/>
                  </a:lnTo>
                  <a:lnTo>
                    <a:pt x="34883" y="14933"/>
                  </a:lnTo>
                  <a:lnTo>
                    <a:pt x="34666" y="14755"/>
                  </a:lnTo>
                  <a:lnTo>
                    <a:pt x="34231" y="14439"/>
                  </a:lnTo>
                  <a:lnTo>
                    <a:pt x="33797" y="14143"/>
                  </a:lnTo>
                  <a:lnTo>
                    <a:pt x="32592" y="13373"/>
                  </a:lnTo>
                  <a:lnTo>
                    <a:pt x="30103" y="11812"/>
                  </a:lnTo>
                  <a:lnTo>
                    <a:pt x="26745" y="9758"/>
                  </a:lnTo>
                  <a:lnTo>
                    <a:pt x="22953" y="7427"/>
                  </a:lnTo>
                  <a:lnTo>
                    <a:pt x="19141" y="5096"/>
                  </a:lnTo>
                  <a:lnTo>
                    <a:pt x="15704" y="3042"/>
                  </a:lnTo>
                  <a:lnTo>
                    <a:pt x="13077" y="1482"/>
                  </a:lnTo>
                  <a:lnTo>
                    <a:pt x="12188" y="988"/>
                  </a:lnTo>
                  <a:lnTo>
                    <a:pt x="11655" y="711"/>
                  </a:lnTo>
                  <a:lnTo>
                    <a:pt x="11003" y="435"/>
                  </a:lnTo>
                  <a:lnTo>
                    <a:pt x="10430" y="218"/>
                  </a:lnTo>
                  <a:lnTo>
                    <a:pt x="10153" y="139"/>
                  </a:lnTo>
                  <a:lnTo>
                    <a:pt x="9897" y="79"/>
                  </a:lnTo>
                  <a:lnTo>
                    <a:pt x="9640" y="20"/>
                  </a:lnTo>
                  <a:lnTo>
                    <a:pt x="94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3" name="Google Shape;7593;p29"/>
            <p:cNvSpPr/>
            <p:nvPr/>
          </p:nvSpPr>
          <p:spPr>
            <a:xfrm>
              <a:off x="-1246975" y="3112925"/>
              <a:ext cx="4975" cy="3475"/>
            </a:xfrm>
            <a:custGeom>
              <a:rect b="b" l="l" r="r" t="t"/>
              <a:pathLst>
                <a:path extrusionOk="0" h="139" w="199">
                  <a:moveTo>
                    <a:pt x="198" y="0"/>
                  </a:moveTo>
                  <a:lnTo>
                    <a:pt x="1" y="139"/>
                  </a:lnTo>
                  <a:lnTo>
                    <a:pt x="1" y="139"/>
                  </a:lnTo>
                  <a:lnTo>
                    <a:pt x="80" y="99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4" name="Google Shape;7594;p29"/>
            <p:cNvSpPr/>
            <p:nvPr/>
          </p:nvSpPr>
          <p:spPr>
            <a:xfrm>
              <a:off x="-1235125" y="3112925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5" name="Google Shape;7595;p29"/>
            <p:cNvSpPr/>
            <p:nvPr/>
          </p:nvSpPr>
          <p:spPr>
            <a:xfrm>
              <a:off x="-905750" y="3252175"/>
              <a:ext cx="3975" cy="1025"/>
            </a:xfrm>
            <a:custGeom>
              <a:rect b="b" l="l" r="r" t="t"/>
              <a:pathLst>
                <a:path extrusionOk="0" h="41" w="159">
                  <a:moveTo>
                    <a:pt x="1" y="1"/>
                  </a:moveTo>
                  <a:lnTo>
                    <a:pt x="99" y="40"/>
                  </a:lnTo>
                  <a:lnTo>
                    <a:pt x="159" y="40"/>
                  </a:lnTo>
                  <a:lnTo>
                    <a:pt x="6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6" name="Google Shape;7596;p29"/>
            <p:cNvSpPr/>
            <p:nvPr/>
          </p:nvSpPr>
          <p:spPr>
            <a:xfrm>
              <a:off x="-582300" y="3332175"/>
              <a:ext cx="1000" cy="525"/>
            </a:xfrm>
            <a:custGeom>
              <a:rect b="b" l="l" r="r" t="t"/>
              <a:pathLst>
                <a:path extrusionOk="0" h="21" w="40">
                  <a:moveTo>
                    <a:pt x="0" y="0"/>
                  </a:move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7" name="Google Shape;7597;p29"/>
            <p:cNvSpPr/>
            <p:nvPr/>
          </p:nvSpPr>
          <p:spPr>
            <a:xfrm>
              <a:off x="-1286950" y="3160825"/>
              <a:ext cx="2000" cy="2500"/>
            </a:xfrm>
            <a:custGeom>
              <a:rect b="b" l="l" r="r" t="t"/>
              <a:pathLst>
                <a:path extrusionOk="0" h="100" w="80">
                  <a:moveTo>
                    <a:pt x="59" y="0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0" y="99"/>
                  </a:lnTo>
                  <a:lnTo>
                    <a:pt x="79" y="20"/>
                  </a:lnTo>
                  <a:lnTo>
                    <a:pt x="59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8" name="Google Shape;7598;p29"/>
            <p:cNvSpPr/>
            <p:nvPr/>
          </p:nvSpPr>
          <p:spPr>
            <a:xfrm>
              <a:off x="-968950" y="3215150"/>
              <a:ext cx="1000" cy="500"/>
            </a:xfrm>
            <a:custGeom>
              <a:rect b="b" l="l" r="r" t="t"/>
              <a:pathLst>
                <a:path extrusionOk="0" h="20" w="40">
                  <a:moveTo>
                    <a:pt x="40" y="0"/>
                  </a:moveTo>
                  <a:lnTo>
                    <a:pt x="4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9" name="Google Shape;7599;p29"/>
            <p:cNvSpPr/>
            <p:nvPr/>
          </p:nvSpPr>
          <p:spPr>
            <a:xfrm>
              <a:off x="-1299300" y="3366250"/>
              <a:ext cx="1500" cy="2000"/>
            </a:xfrm>
            <a:custGeom>
              <a:rect b="b" l="l" r="r" t="t"/>
              <a:pathLst>
                <a:path extrusionOk="0" h="80" w="60">
                  <a:moveTo>
                    <a:pt x="59" y="79"/>
                  </a:moveTo>
                  <a:lnTo>
                    <a:pt x="59" y="79"/>
                  </a:lnTo>
                  <a:lnTo>
                    <a:pt x="0" y="0"/>
                  </a:lnTo>
                  <a:lnTo>
                    <a:pt x="0" y="0"/>
                  </a:lnTo>
                  <a:lnTo>
                    <a:pt x="59" y="79"/>
                  </a:lnTo>
                  <a:lnTo>
                    <a:pt x="59" y="79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0" name="Google Shape;7600;p29"/>
            <p:cNvSpPr/>
            <p:nvPr/>
          </p:nvSpPr>
          <p:spPr>
            <a:xfrm>
              <a:off x="-621825" y="3419575"/>
              <a:ext cx="1525" cy="525"/>
            </a:xfrm>
            <a:custGeom>
              <a:rect b="b" l="l" r="r" t="t"/>
              <a:pathLst>
                <a:path extrusionOk="0" h="21" w="61">
                  <a:moveTo>
                    <a:pt x="60" y="0"/>
                  </a:moveTo>
                  <a:lnTo>
                    <a:pt x="6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1" name="Google Shape;7601;p29"/>
            <p:cNvSpPr/>
            <p:nvPr/>
          </p:nvSpPr>
          <p:spPr>
            <a:xfrm>
              <a:off x="-1302275" y="316575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2" name="Google Shape;7602;p29"/>
            <p:cNvSpPr/>
            <p:nvPr/>
          </p:nvSpPr>
          <p:spPr>
            <a:xfrm>
              <a:off x="-1336825" y="3072925"/>
              <a:ext cx="793050" cy="646900"/>
            </a:xfrm>
            <a:custGeom>
              <a:rect b="b" l="l" r="r" t="t"/>
              <a:pathLst>
                <a:path extrusionOk="0" h="25876" w="31722">
                  <a:moveTo>
                    <a:pt x="3773" y="889"/>
                  </a:moveTo>
                  <a:lnTo>
                    <a:pt x="3733" y="909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889"/>
                  </a:lnTo>
                  <a:close/>
                  <a:moveTo>
                    <a:pt x="13115" y="3971"/>
                  </a:moveTo>
                  <a:lnTo>
                    <a:pt x="13115" y="3971"/>
                  </a:lnTo>
                  <a:lnTo>
                    <a:pt x="13115" y="3971"/>
                  </a:lnTo>
                  <a:close/>
                  <a:moveTo>
                    <a:pt x="13115" y="3971"/>
                  </a:moveTo>
                  <a:lnTo>
                    <a:pt x="13135" y="3990"/>
                  </a:lnTo>
                  <a:lnTo>
                    <a:pt x="13135" y="3990"/>
                  </a:lnTo>
                  <a:lnTo>
                    <a:pt x="13115" y="3971"/>
                  </a:lnTo>
                  <a:close/>
                  <a:moveTo>
                    <a:pt x="0" y="7566"/>
                  </a:moveTo>
                  <a:lnTo>
                    <a:pt x="20" y="7803"/>
                  </a:lnTo>
                  <a:lnTo>
                    <a:pt x="79" y="7980"/>
                  </a:lnTo>
                  <a:lnTo>
                    <a:pt x="158" y="8119"/>
                  </a:lnTo>
                  <a:lnTo>
                    <a:pt x="237" y="8217"/>
                  </a:lnTo>
                  <a:lnTo>
                    <a:pt x="395" y="8375"/>
                  </a:lnTo>
                  <a:lnTo>
                    <a:pt x="564" y="8525"/>
                  </a:lnTo>
                  <a:lnTo>
                    <a:pt x="564" y="8525"/>
                  </a:lnTo>
                  <a:lnTo>
                    <a:pt x="553" y="8494"/>
                  </a:lnTo>
                  <a:lnTo>
                    <a:pt x="454" y="8237"/>
                  </a:lnTo>
                  <a:lnTo>
                    <a:pt x="494" y="8237"/>
                  </a:lnTo>
                  <a:lnTo>
                    <a:pt x="296" y="8079"/>
                  </a:lnTo>
                  <a:lnTo>
                    <a:pt x="316" y="8277"/>
                  </a:lnTo>
                  <a:lnTo>
                    <a:pt x="217" y="8138"/>
                  </a:lnTo>
                  <a:lnTo>
                    <a:pt x="119" y="7941"/>
                  </a:lnTo>
                  <a:lnTo>
                    <a:pt x="20" y="7724"/>
                  </a:lnTo>
                  <a:lnTo>
                    <a:pt x="0" y="7566"/>
                  </a:lnTo>
                  <a:close/>
                  <a:moveTo>
                    <a:pt x="564" y="8525"/>
                  </a:moveTo>
                  <a:lnTo>
                    <a:pt x="576" y="8562"/>
                  </a:lnTo>
                  <a:lnTo>
                    <a:pt x="573" y="8533"/>
                  </a:lnTo>
                  <a:lnTo>
                    <a:pt x="564" y="8525"/>
                  </a:lnTo>
                  <a:close/>
                  <a:moveTo>
                    <a:pt x="4800" y="13432"/>
                  </a:moveTo>
                  <a:lnTo>
                    <a:pt x="4820" y="13452"/>
                  </a:lnTo>
                  <a:lnTo>
                    <a:pt x="4820" y="13447"/>
                  </a:lnTo>
                  <a:lnTo>
                    <a:pt x="4800" y="13432"/>
                  </a:lnTo>
                  <a:close/>
                  <a:moveTo>
                    <a:pt x="29253" y="16000"/>
                  </a:moveTo>
                  <a:lnTo>
                    <a:pt x="29253" y="16059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53" y="16000"/>
                  </a:lnTo>
                  <a:close/>
                  <a:moveTo>
                    <a:pt x="9501" y="988"/>
                  </a:moveTo>
                  <a:lnTo>
                    <a:pt x="9481" y="1028"/>
                  </a:lnTo>
                  <a:lnTo>
                    <a:pt x="9422" y="1067"/>
                  </a:lnTo>
                  <a:lnTo>
                    <a:pt x="9303" y="1087"/>
                  </a:lnTo>
                  <a:lnTo>
                    <a:pt x="9481" y="1126"/>
                  </a:lnTo>
                  <a:lnTo>
                    <a:pt x="9600" y="1186"/>
                  </a:lnTo>
                  <a:lnTo>
                    <a:pt x="9639" y="1205"/>
                  </a:lnTo>
                  <a:lnTo>
                    <a:pt x="9659" y="1245"/>
                  </a:lnTo>
                  <a:lnTo>
                    <a:pt x="9442" y="1265"/>
                  </a:lnTo>
                  <a:lnTo>
                    <a:pt x="9343" y="1284"/>
                  </a:lnTo>
                  <a:lnTo>
                    <a:pt x="9244" y="1324"/>
                  </a:lnTo>
                  <a:lnTo>
                    <a:pt x="9442" y="1383"/>
                  </a:lnTo>
                  <a:lnTo>
                    <a:pt x="9442" y="1403"/>
                  </a:lnTo>
                  <a:lnTo>
                    <a:pt x="9442" y="1423"/>
                  </a:lnTo>
                  <a:lnTo>
                    <a:pt x="9422" y="1442"/>
                  </a:lnTo>
                  <a:lnTo>
                    <a:pt x="9402" y="1462"/>
                  </a:lnTo>
                  <a:lnTo>
                    <a:pt x="9422" y="1502"/>
                  </a:lnTo>
                  <a:lnTo>
                    <a:pt x="9461" y="1541"/>
                  </a:lnTo>
                  <a:lnTo>
                    <a:pt x="9461" y="1482"/>
                  </a:lnTo>
                  <a:lnTo>
                    <a:pt x="9521" y="1462"/>
                  </a:lnTo>
                  <a:lnTo>
                    <a:pt x="9679" y="1462"/>
                  </a:lnTo>
                  <a:lnTo>
                    <a:pt x="9876" y="1521"/>
                  </a:lnTo>
                  <a:lnTo>
                    <a:pt x="10093" y="1561"/>
                  </a:lnTo>
                  <a:lnTo>
                    <a:pt x="10074" y="1581"/>
                  </a:lnTo>
                  <a:lnTo>
                    <a:pt x="10054" y="1600"/>
                  </a:lnTo>
                  <a:lnTo>
                    <a:pt x="9995" y="1600"/>
                  </a:lnTo>
                  <a:lnTo>
                    <a:pt x="9916" y="1581"/>
                  </a:lnTo>
                  <a:lnTo>
                    <a:pt x="9837" y="1581"/>
                  </a:lnTo>
                  <a:lnTo>
                    <a:pt x="9975" y="1719"/>
                  </a:lnTo>
                  <a:lnTo>
                    <a:pt x="10093" y="1798"/>
                  </a:lnTo>
                  <a:lnTo>
                    <a:pt x="10232" y="1837"/>
                  </a:lnTo>
                  <a:lnTo>
                    <a:pt x="10350" y="1857"/>
                  </a:lnTo>
                  <a:lnTo>
                    <a:pt x="10508" y="1877"/>
                  </a:lnTo>
                  <a:lnTo>
                    <a:pt x="10666" y="1897"/>
                  </a:lnTo>
                  <a:lnTo>
                    <a:pt x="10844" y="1936"/>
                  </a:lnTo>
                  <a:lnTo>
                    <a:pt x="11022" y="2035"/>
                  </a:lnTo>
                  <a:lnTo>
                    <a:pt x="10883" y="2035"/>
                  </a:lnTo>
                  <a:lnTo>
                    <a:pt x="10982" y="2055"/>
                  </a:lnTo>
                  <a:lnTo>
                    <a:pt x="11061" y="2114"/>
                  </a:lnTo>
                  <a:lnTo>
                    <a:pt x="11199" y="2213"/>
                  </a:lnTo>
                  <a:lnTo>
                    <a:pt x="11318" y="2312"/>
                  </a:lnTo>
                  <a:lnTo>
                    <a:pt x="11377" y="2331"/>
                  </a:lnTo>
                  <a:lnTo>
                    <a:pt x="11456" y="2331"/>
                  </a:lnTo>
                  <a:lnTo>
                    <a:pt x="11496" y="2391"/>
                  </a:lnTo>
                  <a:lnTo>
                    <a:pt x="11535" y="2450"/>
                  </a:lnTo>
                  <a:lnTo>
                    <a:pt x="11535" y="2529"/>
                  </a:lnTo>
                  <a:lnTo>
                    <a:pt x="11535" y="2588"/>
                  </a:lnTo>
                  <a:lnTo>
                    <a:pt x="11555" y="2628"/>
                  </a:lnTo>
                  <a:lnTo>
                    <a:pt x="11614" y="2687"/>
                  </a:lnTo>
                  <a:lnTo>
                    <a:pt x="11713" y="2766"/>
                  </a:lnTo>
                  <a:lnTo>
                    <a:pt x="11713" y="2726"/>
                  </a:lnTo>
                  <a:lnTo>
                    <a:pt x="11733" y="2707"/>
                  </a:lnTo>
                  <a:lnTo>
                    <a:pt x="11772" y="2707"/>
                  </a:lnTo>
                  <a:lnTo>
                    <a:pt x="11832" y="2746"/>
                  </a:lnTo>
                  <a:lnTo>
                    <a:pt x="11911" y="2805"/>
                  </a:lnTo>
                  <a:lnTo>
                    <a:pt x="11990" y="2865"/>
                  </a:lnTo>
                  <a:lnTo>
                    <a:pt x="12069" y="2904"/>
                  </a:lnTo>
                  <a:lnTo>
                    <a:pt x="12148" y="2924"/>
                  </a:lnTo>
                  <a:lnTo>
                    <a:pt x="12167" y="2924"/>
                  </a:lnTo>
                  <a:lnTo>
                    <a:pt x="12207" y="2904"/>
                  </a:lnTo>
                  <a:lnTo>
                    <a:pt x="12365" y="3200"/>
                  </a:lnTo>
                  <a:lnTo>
                    <a:pt x="12444" y="3200"/>
                  </a:lnTo>
                  <a:lnTo>
                    <a:pt x="12523" y="3181"/>
                  </a:lnTo>
                  <a:lnTo>
                    <a:pt x="12622" y="3102"/>
                  </a:lnTo>
                  <a:lnTo>
                    <a:pt x="12661" y="3062"/>
                  </a:lnTo>
                  <a:lnTo>
                    <a:pt x="12740" y="3062"/>
                  </a:lnTo>
                  <a:lnTo>
                    <a:pt x="12839" y="3102"/>
                  </a:lnTo>
                  <a:lnTo>
                    <a:pt x="12977" y="3220"/>
                  </a:lnTo>
                  <a:lnTo>
                    <a:pt x="13056" y="3339"/>
                  </a:lnTo>
                  <a:lnTo>
                    <a:pt x="13076" y="3398"/>
                  </a:lnTo>
                  <a:lnTo>
                    <a:pt x="13076" y="3437"/>
                  </a:lnTo>
                  <a:lnTo>
                    <a:pt x="13056" y="3457"/>
                  </a:lnTo>
                  <a:lnTo>
                    <a:pt x="13036" y="3497"/>
                  </a:lnTo>
                  <a:lnTo>
                    <a:pt x="12977" y="3516"/>
                  </a:lnTo>
                  <a:lnTo>
                    <a:pt x="12898" y="3556"/>
                  </a:lnTo>
                  <a:lnTo>
                    <a:pt x="12839" y="3595"/>
                  </a:lnTo>
                  <a:lnTo>
                    <a:pt x="12819" y="3615"/>
                  </a:lnTo>
                  <a:lnTo>
                    <a:pt x="12819" y="3655"/>
                  </a:lnTo>
                  <a:lnTo>
                    <a:pt x="12819" y="3694"/>
                  </a:lnTo>
                  <a:lnTo>
                    <a:pt x="12839" y="3734"/>
                  </a:lnTo>
                  <a:lnTo>
                    <a:pt x="13017" y="3753"/>
                  </a:lnTo>
                  <a:lnTo>
                    <a:pt x="13135" y="3990"/>
                  </a:lnTo>
                  <a:lnTo>
                    <a:pt x="13214" y="4069"/>
                  </a:lnTo>
                  <a:lnTo>
                    <a:pt x="13333" y="4168"/>
                  </a:lnTo>
                  <a:lnTo>
                    <a:pt x="13412" y="4287"/>
                  </a:lnTo>
                  <a:lnTo>
                    <a:pt x="13412" y="4326"/>
                  </a:lnTo>
                  <a:lnTo>
                    <a:pt x="13412" y="4346"/>
                  </a:lnTo>
                  <a:lnTo>
                    <a:pt x="13352" y="4346"/>
                  </a:lnTo>
                  <a:lnTo>
                    <a:pt x="13293" y="4306"/>
                  </a:lnTo>
                  <a:lnTo>
                    <a:pt x="13214" y="4267"/>
                  </a:lnTo>
                  <a:lnTo>
                    <a:pt x="13175" y="4247"/>
                  </a:lnTo>
                  <a:lnTo>
                    <a:pt x="13214" y="4287"/>
                  </a:lnTo>
                  <a:lnTo>
                    <a:pt x="13273" y="4326"/>
                  </a:lnTo>
                  <a:lnTo>
                    <a:pt x="13392" y="4464"/>
                  </a:lnTo>
                  <a:lnTo>
                    <a:pt x="13668" y="4820"/>
                  </a:lnTo>
                  <a:lnTo>
                    <a:pt x="13826" y="4978"/>
                  </a:lnTo>
                  <a:lnTo>
                    <a:pt x="14004" y="5136"/>
                  </a:lnTo>
                  <a:lnTo>
                    <a:pt x="14103" y="5195"/>
                  </a:lnTo>
                  <a:lnTo>
                    <a:pt x="14202" y="5235"/>
                  </a:lnTo>
                  <a:lnTo>
                    <a:pt x="14281" y="5255"/>
                  </a:lnTo>
                  <a:lnTo>
                    <a:pt x="14380" y="5255"/>
                  </a:lnTo>
                  <a:lnTo>
                    <a:pt x="14518" y="5373"/>
                  </a:lnTo>
                  <a:lnTo>
                    <a:pt x="14656" y="5511"/>
                  </a:lnTo>
                  <a:lnTo>
                    <a:pt x="14755" y="5610"/>
                  </a:lnTo>
                  <a:lnTo>
                    <a:pt x="14775" y="5650"/>
                  </a:lnTo>
                  <a:lnTo>
                    <a:pt x="14755" y="5689"/>
                  </a:lnTo>
                  <a:lnTo>
                    <a:pt x="14854" y="5689"/>
                  </a:lnTo>
                  <a:lnTo>
                    <a:pt x="14972" y="5748"/>
                  </a:lnTo>
                  <a:lnTo>
                    <a:pt x="15249" y="5887"/>
                  </a:lnTo>
                  <a:lnTo>
                    <a:pt x="15505" y="6045"/>
                  </a:lnTo>
                  <a:lnTo>
                    <a:pt x="15624" y="6104"/>
                  </a:lnTo>
                  <a:lnTo>
                    <a:pt x="15742" y="6124"/>
                  </a:lnTo>
                  <a:lnTo>
                    <a:pt x="15723" y="6143"/>
                  </a:lnTo>
                  <a:lnTo>
                    <a:pt x="15742" y="6183"/>
                  </a:lnTo>
                  <a:lnTo>
                    <a:pt x="15802" y="6242"/>
                  </a:lnTo>
                  <a:lnTo>
                    <a:pt x="15900" y="6321"/>
                  </a:lnTo>
                  <a:lnTo>
                    <a:pt x="16019" y="6361"/>
                  </a:lnTo>
                  <a:lnTo>
                    <a:pt x="15960" y="6321"/>
                  </a:lnTo>
                  <a:lnTo>
                    <a:pt x="15940" y="6282"/>
                  </a:lnTo>
                  <a:lnTo>
                    <a:pt x="15940" y="6262"/>
                  </a:lnTo>
                  <a:lnTo>
                    <a:pt x="15960" y="6242"/>
                  </a:lnTo>
                  <a:lnTo>
                    <a:pt x="16039" y="6222"/>
                  </a:lnTo>
                  <a:lnTo>
                    <a:pt x="16157" y="6203"/>
                  </a:lnTo>
                  <a:lnTo>
                    <a:pt x="16216" y="6282"/>
                  </a:lnTo>
                  <a:lnTo>
                    <a:pt x="16315" y="6341"/>
                  </a:lnTo>
                  <a:lnTo>
                    <a:pt x="16513" y="6459"/>
                  </a:lnTo>
                  <a:lnTo>
                    <a:pt x="16612" y="6519"/>
                  </a:lnTo>
                  <a:lnTo>
                    <a:pt x="16691" y="6578"/>
                  </a:lnTo>
                  <a:lnTo>
                    <a:pt x="16750" y="6637"/>
                  </a:lnTo>
                  <a:lnTo>
                    <a:pt x="16750" y="6716"/>
                  </a:lnTo>
                  <a:lnTo>
                    <a:pt x="16849" y="6716"/>
                  </a:lnTo>
                  <a:lnTo>
                    <a:pt x="16908" y="6696"/>
                  </a:lnTo>
                  <a:lnTo>
                    <a:pt x="16967" y="6677"/>
                  </a:lnTo>
                  <a:lnTo>
                    <a:pt x="16987" y="6637"/>
                  </a:lnTo>
                  <a:lnTo>
                    <a:pt x="17046" y="6578"/>
                  </a:lnTo>
                  <a:lnTo>
                    <a:pt x="17105" y="6499"/>
                  </a:lnTo>
                  <a:lnTo>
                    <a:pt x="17165" y="6558"/>
                  </a:lnTo>
                  <a:lnTo>
                    <a:pt x="17224" y="6637"/>
                  </a:lnTo>
                  <a:lnTo>
                    <a:pt x="17382" y="6775"/>
                  </a:lnTo>
                  <a:lnTo>
                    <a:pt x="17441" y="6854"/>
                  </a:lnTo>
                  <a:lnTo>
                    <a:pt x="17500" y="6933"/>
                  </a:lnTo>
                  <a:lnTo>
                    <a:pt x="17500" y="6993"/>
                  </a:lnTo>
                  <a:lnTo>
                    <a:pt x="17481" y="7013"/>
                  </a:lnTo>
                  <a:lnTo>
                    <a:pt x="17461" y="7032"/>
                  </a:lnTo>
                  <a:lnTo>
                    <a:pt x="17362" y="6953"/>
                  </a:lnTo>
                  <a:lnTo>
                    <a:pt x="17244" y="6874"/>
                  </a:lnTo>
                  <a:lnTo>
                    <a:pt x="17184" y="6854"/>
                  </a:lnTo>
                  <a:lnTo>
                    <a:pt x="17125" y="6854"/>
                  </a:lnTo>
                  <a:lnTo>
                    <a:pt x="17105" y="6914"/>
                  </a:lnTo>
                  <a:lnTo>
                    <a:pt x="17184" y="6993"/>
                  </a:lnTo>
                  <a:lnTo>
                    <a:pt x="17244" y="6993"/>
                  </a:lnTo>
                  <a:lnTo>
                    <a:pt x="17303" y="6973"/>
                  </a:lnTo>
                  <a:lnTo>
                    <a:pt x="17342" y="6973"/>
                  </a:lnTo>
                  <a:lnTo>
                    <a:pt x="17402" y="7013"/>
                  </a:lnTo>
                  <a:lnTo>
                    <a:pt x="17402" y="7052"/>
                  </a:lnTo>
                  <a:lnTo>
                    <a:pt x="17421" y="7111"/>
                  </a:lnTo>
                  <a:lnTo>
                    <a:pt x="17421" y="7171"/>
                  </a:lnTo>
                  <a:lnTo>
                    <a:pt x="17421" y="7210"/>
                  </a:lnTo>
                  <a:lnTo>
                    <a:pt x="17402" y="7210"/>
                  </a:lnTo>
                  <a:lnTo>
                    <a:pt x="17619" y="7348"/>
                  </a:lnTo>
                  <a:lnTo>
                    <a:pt x="17876" y="7566"/>
                  </a:lnTo>
                  <a:lnTo>
                    <a:pt x="17816" y="7467"/>
                  </a:lnTo>
                  <a:lnTo>
                    <a:pt x="17797" y="7427"/>
                  </a:lnTo>
                  <a:lnTo>
                    <a:pt x="17895" y="7427"/>
                  </a:lnTo>
                  <a:lnTo>
                    <a:pt x="18014" y="7447"/>
                  </a:lnTo>
                  <a:lnTo>
                    <a:pt x="18034" y="7447"/>
                  </a:lnTo>
                  <a:lnTo>
                    <a:pt x="18034" y="7427"/>
                  </a:lnTo>
                  <a:lnTo>
                    <a:pt x="18014" y="7388"/>
                  </a:lnTo>
                  <a:lnTo>
                    <a:pt x="17639" y="7309"/>
                  </a:lnTo>
                  <a:lnTo>
                    <a:pt x="17560" y="7250"/>
                  </a:lnTo>
                  <a:lnTo>
                    <a:pt x="17500" y="7210"/>
                  </a:lnTo>
                  <a:lnTo>
                    <a:pt x="17500" y="7171"/>
                  </a:lnTo>
                  <a:lnTo>
                    <a:pt x="17520" y="7151"/>
                  </a:lnTo>
                  <a:lnTo>
                    <a:pt x="17560" y="7111"/>
                  </a:lnTo>
                  <a:lnTo>
                    <a:pt x="17560" y="7092"/>
                  </a:lnTo>
                  <a:lnTo>
                    <a:pt x="17560" y="7052"/>
                  </a:lnTo>
                  <a:lnTo>
                    <a:pt x="17737" y="7151"/>
                  </a:lnTo>
                  <a:lnTo>
                    <a:pt x="17895" y="7210"/>
                  </a:lnTo>
                  <a:lnTo>
                    <a:pt x="18034" y="7250"/>
                  </a:lnTo>
                  <a:lnTo>
                    <a:pt x="18152" y="7269"/>
                  </a:lnTo>
                  <a:lnTo>
                    <a:pt x="18429" y="7329"/>
                  </a:lnTo>
                  <a:lnTo>
                    <a:pt x="18606" y="7368"/>
                  </a:lnTo>
                  <a:lnTo>
                    <a:pt x="18843" y="7467"/>
                  </a:lnTo>
                  <a:lnTo>
                    <a:pt x="19081" y="7645"/>
                  </a:lnTo>
                  <a:lnTo>
                    <a:pt x="19278" y="7783"/>
                  </a:lnTo>
                  <a:lnTo>
                    <a:pt x="19179" y="7743"/>
                  </a:lnTo>
                  <a:lnTo>
                    <a:pt x="19120" y="7743"/>
                  </a:lnTo>
                  <a:lnTo>
                    <a:pt x="19081" y="7763"/>
                  </a:lnTo>
                  <a:lnTo>
                    <a:pt x="19041" y="7803"/>
                  </a:lnTo>
                  <a:lnTo>
                    <a:pt x="19041" y="7842"/>
                  </a:lnTo>
                  <a:lnTo>
                    <a:pt x="19041" y="7882"/>
                  </a:lnTo>
                  <a:lnTo>
                    <a:pt x="19081" y="7921"/>
                  </a:lnTo>
                  <a:lnTo>
                    <a:pt x="19120" y="7961"/>
                  </a:lnTo>
                  <a:lnTo>
                    <a:pt x="19298" y="8000"/>
                  </a:lnTo>
                  <a:lnTo>
                    <a:pt x="19436" y="8040"/>
                  </a:lnTo>
                  <a:lnTo>
                    <a:pt x="19594" y="8099"/>
                  </a:lnTo>
                  <a:lnTo>
                    <a:pt x="19713" y="8178"/>
                  </a:lnTo>
                  <a:lnTo>
                    <a:pt x="19950" y="8336"/>
                  </a:lnTo>
                  <a:lnTo>
                    <a:pt x="20068" y="8415"/>
                  </a:lnTo>
                  <a:lnTo>
                    <a:pt x="20206" y="8474"/>
                  </a:lnTo>
                  <a:lnTo>
                    <a:pt x="20206" y="8474"/>
                  </a:lnTo>
                  <a:lnTo>
                    <a:pt x="20108" y="8415"/>
                  </a:lnTo>
                  <a:lnTo>
                    <a:pt x="20068" y="8375"/>
                  </a:lnTo>
                  <a:lnTo>
                    <a:pt x="20048" y="8356"/>
                  </a:lnTo>
                  <a:lnTo>
                    <a:pt x="20048" y="8316"/>
                  </a:lnTo>
                  <a:lnTo>
                    <a:pt x="20088" y="8296"/>
                  </a:lnTo>
                  <a:lnTo>
                    <a:pt x="20127" y="8277"/>
                  </a:lnTo>
                  <a:lnTo>
                    <a:pt x="20226" y="8257"/>
                  </a:lnTo>
                  <a:lnTo>
                    <a:pt x="20443" y="8277"/>
                  </a:lnTo>
                  <a:lnTo>
                    <a:pt x="20562" y="8296"/>
                  </a:lnTo>
                  <a:lnTo>
                    <a:pt x="20621" y="8316"/>
                  </a:lnTo>
                  <a:lnTo>
                    <a:pt x="20641" y="8356"/>
                  </a:lnTo>
                  <a:lnTo>
                    <a:pt x="20641" y="8435"/>
                  </a:lnTo>
                  <a:lnTo>
                    <a:pt x="20680" y="8474"/>
                  </a:lnTo>
                  <a:lnTo>
                    <a:pt x="20740" y="8533"/>
                  </a:lnTo>
                  <a:lnTo>
                    <a:pt x="21115" y="8612"/>
                  </a:lnTo>
                  <a:lnTo>
                    <a:pt x="21411" y="8691"/>
                  </a:lnTo>
                  <a:lnTo>
                    <a:pt x="21984" y="8869"/>
                  </a:lnTo>
                  <a:lnTo>
                    <a:pt x="22241" y="8948"/>
                  </a:lnTo>
                  <a:lnTo>
                    <a:pt x="22498" y="9007"/>
                  </a:lnTo>
                  <a:lnTo>
                    <a:pt x="22774" y="9047"/>
                  </a:lnTo>
                  <a:lnTo>
                    <a:pt x="23051" y="9067"/>
                  </a:lnTo>
                  <a:lnTo>
                    <a:pt x="23051" y="9067"/>
                  </a:lnTo>
                  <a:lnTo>
                    <a:pt x="22735" y="8830"/>
                  </a:lnTo>
                  <a:lnTo>
                    <a:pt x="22577" y="8968"/>
                  </a:lnTo>
                  <a:lnTo>
                    <a:pt x="22517" y="8909"/>
                  </a:lnTo>
                  <a:lnTo>
                    <a:pt x="22498" y="8849"/>
                  </a:lnTo>
                  <a:lnTo>
                    <a:pt x="22517" y="8770"/>
                  </a:lnTo>
                  <a:lnTo>
                    <a:pt x="22557" y="8731"/>
                  </a:lnTo>
                  <a:lnTo>
                    <a:pt x="22636" y="8672"/>
                  </a:lnTo>
                  <a:lnTo>
                    <a:pt x="22715" y="8612"/>
                  </a:lnTo>
                  <a:lnTo>
                    <a:pt x="22873" y="8553"/>
                  </a:lnTo>
                  <a:lnTo>
                    <a:pt x="22912" y="8573"/>
                  </a:lnTo>
                  <a:lnTo>
                    <a:pt x="22972" y="8593"/>
                  </a:lnTo>
                  <a:lnTo>
                    <a:pt x="23110" y="8632"/>
                  </a:lnTo>
                  <a:lnTo>
                    <a:pt x="23209" y="8691"/>
                  </a:lnTo>
                  <a:lnTo>
                    <a:pt x="23228" y="8711"/>
                  </a:lnTo>
                  <a:lnTo>
                    <a:pt x="23169" y="8731"/>
                  </a:lnTo>
                  <a:lnTo>
                    <a:pt x="23643" y="8731"/>
                  </a:lnTo>
                  <a:lnTo>
                    <a:pt x="23604" y="8711"/>
                  </a:lnTo>
                  <a:lnTo>
                    <a:pt x="23564" y="8691"/>
                  </a:lnTo>
                  <a:lnTo>
                    <a:pt x="23465" y="8652"/>
                  </a:lnTo>
                  <a:lnTo>
                    <a:pt x="23446" y="8632"/>
                  </a:lnTo>
                  <a:lnTo>
                    <a:pt x="23426" y="8612"/>
                  </a:lnTo>
                  <a:lnTo>
                    <a:pt x="23446" y="8612"/>
                  </a:lnTo>
                  <a:lnTo>
                    <a:pt x="23505" y="8593"/>
                  </a:lnTo>
                  <a:lnTo>
                    <a:pt x="23663" y="8652"/>
                  </a:lnTo>
                  <a:lnTo>
                    <a:pt x="23821" y="8731"/>
                  </a:lnTo>
                  <a:lnTo>
                    <a:pt x="23880" y="8770"/>
                  </a:lnTo>
                  <a:lnTo>
                    <a:pt x="23900" y="8790"/>
                  </a:lnTo>
                  <a:lnTo>
                    <a:pt x="23880" y="8810"/>
                  </a:lnTo>
                  <a:lnTo>
                    <a:pt x="23801" y="8830"/>
                  </a:lnTo>
                  <a:lnTo>
                    <a:pt x="23979" y="8869"/>
                  </a:lnTo>
                  <a:lnTo>
                    <a:pt x="24236" y="8869"/>
                  </a:lnTo>
                  <a:lnTo>
                    <a:pt x="24295" y="8849"/>
                  </a:lnTo>
                  <a:lnTo>
                    <a:pt x="24315" y="8830"/>
                  </a:lnTo>
                  <a:lnTo>
                    <a:pt x="24315" y="8790"/>
                  </a:lnTo>
                  <a:lnTo>
                    <a:pt x="24433" y="8810"/>
                  </a:lnTo>
                  <a:lnTo>
                    <a:pt x="24473" y="8849"/>
                  </a:lnTo>
                  <a:lnTo>
                    <a:pt x="24453" y="8869"/>
                  </a:lnTo>
                  <a:lnTo>
                    <a:pt x="24394" y="8909"/>
                  </a:lnTo>
                  <a:lnTo>
                    <a:pt x="24236" y="8968"/>
                  </a:lnTo>
                  <a:lnTo>
                    <a:pt x="24058" y="9007"/>
                  </a:lnTo>
                  <a:lnTo>
                    <a:pt x="24157" y="9047"/>
                  </a:lnTo>
                  <a:lnTo>
                    <a:pt x="24216" y="9067"/>
                  </a:lnTo>
                  <a:lnTo>
                    <a:pt x="24256" y="9106"/>
                  </a:lnTo>
                  <a:lnTo>
                    <a:pt x="24275" y="9146"/>
                  </a:lnTo>
                  <a:lnTo>
                    <a:pt x="24275" y="9185"/>
                  </a:lnTo>
                  <a:lnTo>
                    <a:pt x="24256" y="9205"/>
                  </a:lnTo>
                  <a:lnTo>
                    <a:pt x="24196" y="9244"/>
                  </a:lnTo>
                  <a:lnTo>
                    <a:pt x="24611" y="9304"/>
                  </a:lnTo>
                  <a:lnTo>
                    <a:pt x="24552" y="9323"/>
                  </a:lnTo>
                  <a:lnTo>
                    <a:pt x="24512" y="9363"/>
                  </a:lnTo>
                  <a:lnTo>
                    <a:pt x="24453" y="9403"/>
                  </a:lnTo>
                  <a:lnTo>
                    <a:pt x="24394" y="9422"/>
                  </a:lnTo>
                  <a:lnTo>
                    <a:pt x="24493" y="9462"/>
                  </a:lnTo>
                  <a:lnTo>
                    <a:pt x="24769" y="9462"/>
                  </a:lnTo>
                  <a:lnTo>
                    <a:pt x="24848" y="9482"/>
                  </a:lnTo>
                  <a:lnTo>
                    <a:pt x="24927" y="9482"/>
                  </a:lnTo>
                  <a:lnTo>
                    <a:pt x="24986" y="9521"/>
                  </a:lnTo>
                  <a:lnTo>
                    <a:pt x="25065" y="9580"/>
                  </a:lnTo>
                  <a:lnTo>
                    <a:pt x="25184" y="9462"/>
                  </a:lnTo>
                  <a:lnTo>
                    <a:pt x="25539" y="9620"/>
                  </a:lnTo>
                  <a:lnTo>
                    <a:pt x="25757" y="9719"/>
                  </a:lnTo>
                  <a:lnTo>
                    <a:pt x="26231" y="9936"/>
                  </a:lnTo>
                  <a:lnTo>
                    <a:pt x="26191" y="9817"/>
                  </a:lnTo>
                  <a:lnTo>
                    <a:pt x="26330" y="9817"/>
                  </a:lnTo>
                  <a:lnTo>
                    <a:pt x="26409" y="9857"/>
                  </a:lnTo>
                  <a:lnTo>
                    <a:pt x="26468" y="9916"/>
                  </a:lnTo>
                  <a:lnTo>
                    <a:pt x="26507" y="9975"/>
                  </a:lnTo>
                  <a:lnTo>
                    <a:pt x="26547" y="10035"/>
                  </a:lnTo>
                  <a:lnTo>
                    <a:pt x="26586" y="10114"/>
                  </a:lnTo>
                  <a:lnTo>
                    <a:pt x="26665" y="10173"/>
                  </a:lnTo>
                  <a:lnTo>
                    <a:pt x="26784" y="10252"/>
                  </a:lnTo>
                  <a:lnTo>
                    <a:pt x="26942" y="10311"/>
                  </a:lnTo>
                  <a:lnTo>
                    <a:pt x="27060" y="10351"/>
                  </a:lnTo>
                  <a:lnTo>
                    <a:pt x="27120" y="10370"/>
                  </a:lnTo>
                  <a:lnTo>
                    <a:pt x="27159" y="10351"/>
                  </a:lnTo>
                  <a:lnTo>
                    <a:pt x="27199" y="10331"/>
                  </a:lnTo>
                  <a:lnTo>
                    <a:pt x="27238" y="10291"/>
                  </a:lnTo>
                  <a:lnTo>
                    <a:pt x="27317" y="10351"/>
                  </a:lnTo>
                  <a:lnTo>
                    <a:pt x="27337" y="10410"/>
                  </a:lnTo>
                  <a:lnTo>
                    <a:pt x="27337" y="10469"/>
                  </a:lnTo>
                  <a:lnTo>
                    <a:pt x="27317" y="10528"/>
                  </a:lnTo>
                  <a:lnTo>
                    <a:pt x="27436" y="10548"/>
                  </a:lnTo>
                  <a:lnTo>
                    <a:pt x="27554" y="10607"/>
                  </a:lnTo>
                  <a:lnTo>
                    <a:pt x="27613" y="10667"/>
                  </a:lnTo>
                  <a:lnTo>
                    <a:pt x="27633" y="10706"/>
                  </a:lnTo>
                  <a:lnTo>
                    <a:pt x="27653" y="10765"/>
                  </a:lnTo>
                  <a:lnTo>
                    <a:pt x="27653" y="10825"/>
                  </a:lnTo>
                  <a:lnTo>
                    <a:pt x="27436" y="10647"/>
                  </a:lnTo>
                  <a:lnTo>
                    <a:pt x="27416" y="10686"/>
                  </a:lnTo>
                  <a:lnTo>
                    <a:pt x="27396" y="10726"/>
                  </a:lnTo>
                  <a:lnTo>
                    <a:pt x="27436" y="10825"/>
                  </a:lnTo>
                  <a:lnTo>
                    <a:pt x="27475" y="10923"/>
                  </a:lnTo>
                  <a:lnTo>
                    <a:pt x="27475" y="10963"/>
                  </a:lnTo>
                  <a:lnTo>
                    <a:pt x="27455" y="11002"/>
                  </a:lnTo>
                  <a:lnTo>
                    <a:pt x="27495" y="11042"/>
                  </a:lnTo>
                  <a:lnTo>
                    <a:pt x="27515" y="11101"/>
                  </a:lnTo>
                  <a:lnTo>
                    <a:pt x="27574" y="11200"/>
                  </a:lnTo>
                  <a:lnTo>
                    <a:pt x="27613" y="11338"/>
                  </a:lnTo>
                  <a:lnTo>
                    <a:pt x="27673" y="11595"/>
                  </a:lnTo>
                  <a:lnTo>
                    <a:pt x="27771" y="11852"/>
                  </a:lnTo>
                  <a:lnTo>
                    <a:pt x="27870" y="12089"/>
                  </a:lnTo>
                  <a:lnTo>
                    <a:pt x="28008" y="12326"/>
                  </a:lnTo>
                  <a:lnTo>
                    <a:pt x="28166" y="12523"/>
                  </a:lnTo>
                  <a:lnTo>
                    <a:pt x="28324" y="12681"/>
                  </a:lnTo>
                  <a:lnTo>
                    <a:pt x="28305" y="12583"/>
                  </a:lnTo>
                  <a:lnTo>
                    <a:pt x="28344" y="12523"/>
                  </a:lnTo>
                  <a:lnTo>
                    <a:pt x="28384" y="12484"/>
                  </a:lnTo>
                  <a:lnTo>
                    <a:pt x="28443" y="12464"/>
                  </a:lnTo>
                  <a:lnTo>
                    <a:pt x="28542" y="12484"/>
                  </a:lnTo>
                  <a:lnTo>
                    <a:pt x="28641" y="12543"/>
                  </a:lnTo>
                  <a:lnTo>
                    <a:pt x="28917" y="12721"/>
                  </a:lnTo>
                  <a:lnTo>
                    <a:pt x="28897" y="12721"/>
                  </a:lnTo>
                  <a:lnTo>
                    <a:pt x="28897" y="12741"/>
                  </a:lnTo>
                  <a:lnTo>
                    <a:pt x="28917" y="12820"/>
                  </a:lnTo>
                  <a:lnTo>
                    <a:pt x="29055" y="13017"/>
                  </a:lnTo>
                  <a:lnTo>
                    <a:pt x="29194" y="13195"/>
                  </a:lnTo>
                  <a:lnTo>
                    <a:pt x="29253" y="13274"/>
                  </a:lnTo>
                  <a:lnTo>
                    <a:pt x="29273" y="13353"/>
                  </a:lnTo>
                  <a:lnTo>
                    <a:pt x="29233" y="13373"/>
                  </a:lnTo>
                  <a:lnTo>
                    <a:pt x="29213" y="13412"/>
                  </a:lnTo>
                  <a:lnTo>
                    <a:pt x="29194" y="13511"/>
                  </a:lnTo>
                  <a:lnTo>
                    <a:pt x="29174" y="13550"/>
                  </a:lnTo>
                  <a:lnTo>
                    <a:pt x="29154" y="13570"/>
                  </a:lnTo>
                  <a:lnTo>
                    <a:pt x="29115" y="13570"/>
                  </a:lnTo>
                  <a:lnTo>
                    <a:pt x="29055" y="13531"/>
                  </a:lnTo>
                  <a:lnTo>
                    <a:pt x="29075" y="13373"/>
                  </a:lnTo>
                  <a:lnTo>
                    <a:pt x="29055" y="13333"/>
                  </a:lnTo>
                  <a:lnTo>
                    <a:pt x="29036" y="13294"/>
                  </a:lnTo>
                  <a:lnTo>
                    <a:pt x="29016" y="13254"/>
                  </a:lnTo>
                  <a:lnTo>
                    <a:pt x="28957" y="13215"/>
                  </a:lnTo>
                  <a:lnTo>
                    <a:pt x="28976" y="13353"/>
                  </a:lnTo>
                  <a:lnTo>
                    <a:pt x="29016" y="13511"/>
                  </a:lnTo>
                  <a:lnTo>
                    <a:pt x="29016" y="13570"/>
                  </a:lnTo>
                  <a:lnTo>
                    <a:pt x="29016" y="13629"/>
                  </a:lnTo>
                  <a:lnTo>
                    <a:pt x="28996" y="13728"/>
                  </a:lnTo>
                  <a:lnTo>
                    <a:pt x="28858" y="13728"/>
                  </a:lnTo>
                  <a:lnTo>
                    <a:pt x="28838" y="13708"/>
                  </a:lnTo>
                  <a:lnTo>
                    <a:pt x="28897" y="13689"/>
                  </a:lnTo>
                  <a:lnTo>
                    <a:pt x="28937" y="13649"/>
                  </a:lnTo>
                  <a:lnTo>
                    <a:pt x="28838" y="13610"/>
                  </a:lnTo>
                  <a:lnTo>
                    <a:pt x="28779" y="13610"/>
                  </a:lnTo>
                  <a:lnTo>
                    <a:pt x="28759" y="13629"/>
                  </a:lnTo>
                  <a:lnTo>
                    <a:pt x="28759" y="13649"/>
                  </a:lnTo>
                  <a:lnTo>
                    <a:pt x="28739" y="13708"/>
                  </a:lnTo>
                  <a:lnTo>
                    <a:pt x="28739" y="13748"/>
                  </a:lnTo>
                  <a:lnTo>
                    <a:pt x="28720" y="13807"/>
                  </a:lnTo>
                  <a:lnTo>
                    <a:pt x="28660" y="13866"/>
                  </a:lnTo>
                  <a:lnTo>
                    <a:pt x="28680" y="13866"/>
                  </a:lnTo>
                  <a:lnTo>
                    <a:pt x="28700" y="13886"/>
                  </a:lnTo>
                  <a:lnTo>
                    <a:pt x="28720" y="13886"/>
                  </a:lnTo>
                  <a:lnTo>
                    <a:pt x="28759" y="13847"/>
                  </a:lnTo>
                  <a:lnTo>
                    <a:pt x="28720" y="13906"/>
                  </a:lnTo>
                  <a:lnTo>
                    <a:pt x="28720" y="13965"/>
                  </a:lnTo>
                  <a:lnTo>
                    <a:pt x="28739" y="14024"/>
                  </a:lnTo>
                  <a:lnTo>
                    <a:pt x="28799" y="14104"/>
                  </a:lnTo>
                  <a:lnTo>
                    <a:pt x="28838" y="14202"/>
                  </a:lnTo>
                  <a:lnTo>
                    <a:pt x="28878" y="14321"/>
                  </a:lnTo>
                  <a:lnTo>
                    <a:pt x="28878" y="14439"/>
                  </a:lnTo>
                  <a:lnTo>
                    <a:pt x="28858" y="14499"/>
                  </a:lnTo>
                  <a:lnTo>
                    <a:pt x="28838" y="14558"/>
                  </a:lnTo>
                  <a:lnTo>
                    <a:pt x="28858" y="14538"/>
                  </a:lnTo>
                  <a:lnTo>
                    <a:pt x="28897" y="14499"/>
                  </a:lnTo>
                  <a:lnTo>
                    <a:pt x="28957" y="14499"/>
                  </a:lnTo>
                  <a:lnTo>
                    <a:pt x="28976" y="14538"/>
                  </a:lnTo>
                  <a:lnTo>
                    <a:pt x="28996" y="14578"/>
                  </a:lnTo>
                  <a:lnTo>
                    <a:pt x="29016" y="14696"/>
                  </a:lnTo>
                  <a:lnTo>
                    <a:pt x="29016" y="14775"/>
                  </a:lnTo>
                  <a:lnTo>
                    <a:pt x="28996" y="14834"/>
                  </a:lnTo>
                  <a:lnTo>
                    <a:pt x="28976" y="14874"/>
                  </a:lnTo>
                  <a:lnTo>
                    <a:pt x="28917" y="14953"/>
                  </a:lnTo>
                  <a:lnTo>
                    <a:pt x="28878" y="15032"/>
                  </a:lnTo>
                  <a:lnTo>
                    <a:pt x="28897" y="15091"/>
                  </a:lnTo>
                  <a:lnTo>
                    <a:pt x="28937" y="15170"/>
                  </a:lnTo>
                  <a:lnTo>
                    <a:pt x="28957" y="15368"/>
                  </a:lnTo>
                  <a:lnTo>
                    <a:pt x="28976" y="15545"/>
                  </a:lnTo>
                  <a:lnTo>
                    <a:pt x="28976" y="15585"/>
                  </a:lnTo>
                  <a:lnTo>
                    <a:pt x="28996" y="15644"/>
                  </a:lnTo>
                  <a:lnTo>
                    <a:pt x="29036" y="15664"/>
                  </a:lnTo>
                  <a:lnTo>
                    <a:pt x="29075" y="15624"/>
                  </a:lnTo>
                  <a:lnTo>
                    <a:pt x="29134" y="15605"/>
                  </a:lnTo>
                  <a:lnTo>
                    <a:pt x="29174" y="15565"/>
                  </a:lnTo>
                  <a:lnTo>
                    <a:pt x="29233" y="15565"/>
                  </a:lnTo>
                  <a:lnTo>
                    <a:pt x="29273" y="15585"/>
                  </a:lnTo>
                  <a:lnTo>
                    <a:pt x="29312" y="15664"/>
                  </a:lnTo>
                  <a:lnTo>
                    <a:pt x="29371" y="15763"/>
                  </a:lnTo>
                  <a:lnTo>
                    <a:pt x="29391" y="15842"/>
                  </a:lnTo>
                  <a:lnTo>
                    <a:pt x="29391" y="15940"/>
                  </a:lnTo>
                  <a:lnTo>
                    <a:pt x="29391" y="16039"/>
                  </a:lnTo>
                  <a:lnTo>
                    <a:pt x="29371" y="16237"/>
                  </a:lnTo>
                  <a:lnTo>
                    <a:pt x="29371" y="16335"/>
                  </a:lnTo>
                  <a:lnTo>
                    <a:pt x="29371" y="16434"/>
                  </a:lnTo>
                  <a:lnTo>
                    <a:pt x="29332" y="16494"/>
                  </a:lnTo>
                  <a:lnTo>
                    <a:pt x="29312" y="16513"/>
                  </a:lnTo>
                  <a:lnTo>
                    <a:pt x="29292" y="16494"/>
                  </a:lnTo>
                  <a:lnTo>
                    <a:pt x="29292" y="16454"/>
                  </a:lnTo>
                  <a:lnTo>
                    <a:pt x="29273" y="16375"/>
                  </a:lnTo>
                  <a:lnTo>
                    <a:pt x="29273" y="16158"/>
                  </a:lnTo>
                  <a:lnTo>
                    <a:pt x="29257" y="16077"/>
                  </a:lnTo>
                  <a:lnTo>
                    <a:pt x="29257" y="16077"/>
                  </a:lnTo>
                  <a:lnTo>
                    <a:pt x="29273" y="16415"/>
                  </a:lnTo>
                  <a:lnTo>
                    <a:pt x="29273" y="16849"/>
                  </a:lnTo>
                  <a:lnTo>
                    <a:pt x="29233" y="16908"/>
                  </a:lnTo>
                  <a:lnTo>
                    <a:pt x="29213" y="16928"/>
                  </a:lnTo>
                  <a:lnTo>
                    <a:pt x="29174" y="16908"/>
                  </a:lnTo>
                  <a:lnTo>
                    <a:pt x="29154" y="16849"/>
                  </a:lnTo>
                  <a:lnTo>
                    <a:pt x="29154" y="16671"/>
                  </a:lnTo>
                  <a:lnTo>
                    <a:pt x="29154" y="16474"/>
                  </a:lnTo>
                  <a:lnTo>
                    <a:pt x="29115" y="16612"/>
                  </a:lnTo>
                  <a:lnTo>
                    <a:pt x="29095" y="16731"/>
                  </a:lnTo>
                  <a:lnTo>
                    <a:pt x="29095" y="16869"/>
                  </a:lnTo>
                  <a:lnTo>
                    <a:pt x="29095" y="16987"/>
                  </a:lnTo>
                  <a:lnTo>
                    <a:pt x="29115" y="17106"/>
                  </a:lnTo>
                  <a:lnTo>
                    <a:pt x="29134" y="17205"/>
                  </a:lnTo>
                  <a:lnTo>
                    <a:pt x="29174" y="17303"/>
                  </a:lnTo>
                  <a:lnTo>
                    <a:pt x="29213" y="17343"/>
                  </a:lnTo>
                  <a:lnTo>
                    <a:pt x="29174" y="17481"/>
                  </a:lnTo>
                  <a:lnTo>
                    <a:pt x="29154" y="17600"/>
                  </a:lnTo>
                  <a:lnTo>
                    <a:pt x="29134" y="17718"/>
                  </a:lnTo>
                  <a:lnTo>
                    <a:pt x="29075" y="17856"/>
                  </a:lnTo>
                  <a:lnTo>
                    <a:pt x="29055" y="17777"/>
                  </a:lnTo>
                  <a:lnTo>
                    <a:pt x="29016" y="17718"/>
                  </a:lnTo>
                  <a:lnTo>
                    <a:pt x="28917" y="17619"/>
                  </a:lnTo>
                  <a:lnTo>
                    <a:pt x="28878" y="17560"/>
                  </a:lnTo>
                  <a:lnTo>
                    <a:pt x="28838" y="17501"/>
                  </a:lnTo>
                  <a:lnTo>
                    <a:pt x="28799" y="17422"/>
                  </a:lnTo>
                  <a:lnTo>
                    <a:pt x="28799" y="17323"/>
                  </a:lnTo>
                  <a:lnTo>
                    <a:pt x="28818" y="17185"/>
                  </a:lnTo>
                  <a:lnTo>
                    <a:pt x="28858" y="17145"/>
                  </a:lnTo>
                  <a:lnTo>
                    <a:pt x="28878" y="17145"/>
                  </a:lnTo>
                  <a:lnTo>
                    <a:pt x="28917" y="17185"/>
                  </a:lnTo>
                  <a:lnTo>
                    <a:pt x="28937" y="17224"/>
                  </a:lnTo>
                  <a:lnTo>
                    <a:pt x="28976" y="17244"/>
                  </a:lnTo>
                  <a:lnTo>
                    <a:pt x="28996" y="17244"/>
                  </a:lnTo>
                  <a:lnTo>
                    <a:pt x="29016" y="17224"/>
                  </a:lnTo>
                  <a:lnTo>
                    <a:pt x="29036" y="17106"/>
                  </a:lnTo>
                  <a:lnTo>
                    <a:pt x="28897" y="17066"/>
                  </a:lnTo>
                  <a:lnTo>
                    <a:pt x="28937" y="16987"/>
                  </a:lnTo>
                  <a:lnTo>
                    <a:pt x="28937" y="16928"/>
                  </a:lnTo>
                  <a:lnTo>
                    <a:pt x="28937" y="16810"/>
                  </a:lnTo>
                  <a:lnTo>
                    <a:pt x="28917" y="16671"/>
                  </a:lnTo>
                  <a:lnTo>
                    <a:pt x="28917" y="16533"/>
                  </a:lnTo>
                  <a:lnTo>
                    <a:pt x="28937" y="16494"/>
                  </a:lnTo>
                  <a:lnTo>
                    <a:pt x="28957" y="16513"/>
                  </a:lnTo>
                  <a:lnTo>
                    <a:pt x="28976" y="16632"/>
                  </a:lnTo>
                  <a:lnTo>
                    <a:pt x="29016" y="16158"/>
                  </a:lnTo>
                  <a:lnTo>
                    <a:pt x="29016" y="16039"/>
                  </a:lnTo>
                  <a:lnTo>
                    <a:pt x="28996" y="15940"/>
                  </a:lnTo>
                  <a:lnTo>
                    <a:pt x="28957" y="15822"/>
                  </a:lnTo>
                  <a:lnTo>
                    <a:pt x="28917" y="15723"/>
                  </a:lnTo>
                  <a:lnTo>
                    <a:pt x="28878" y="15921"/>
                  </a:lnTo>
                  <a:lnTo>
                    <a:pt x="28858" y="16118"/>
                  </a:lnTo>
                  <a:lnTo>
                    <a:pt x="28838" y="16533"/>
                  </a:lnTo>
                  <a:lnTo>
                    <a:pt x="28838" y="16711"/>
                  </a:lnTo>
                  <a:lnTo>
                    <a:pt x="28818" y="16889"/>
                  </a:lnTo>
                  <a:lnTo>
                    <a:pt x="28779" y="17027"/>
                  </a:lnTo>
                  <a:lnTo>
                    <a:pt x="28759" y="17066"/>
                  </a:lnTo>
                  <a:lnTo>
                    <a:pt x="28720" y="17106"/>
                  </a:lnTo>
                  <a:lnTo>
                    <a:pt x="28759" y="17580"/>
                  </a:lnTo>
                  <a:lnTo>
                    <a:pt x="28779" y="18054"/>
                  </a:lnTo>
                  <a:lnTo>
                    <a:pt x="28799" y="18034"/>
                  </a:lnTo>
                  <a:lnTo>
                    <a:pt x="28838" y="18014"/>
                  </a:lnTo>
                  <a:lnTo>
                    <a:pt x="28917" y="17955"/>
                  </a:lnTo>
                  <a:lnTo>
                    <a:pt x="28957" y="17935"/>
                  </a:lnTo>
                  <a:lnTo>
                    <a:pt x="28996" y="17935"/>
                  </a:lnTo>
                  <a:lnTo>
                    <a:pt x="29036" y="17955"/>
                  </a:lnTo>
                  <a:lnTo>
                    <a:pt x="29055" y="18034"/>
                  </a:lnTo>
                  <a:lnTo>
                    <a:pt x="28976" y="18074"/>
                  </a:lnTo>
                  <a:lnTo>
                    <a:pt x="28917" y="18133"/>
                  </a:lnTo>
                  <a:lnTo>
                    <a:pt x="28818" y="18271"/>
                  </a:lnTo>
                  <a:lnTo>
                    <a:pt x="28700" y="18469"/>
                  </a:lnTo>
                  <a:lnTo>
                    <a:pt x="28621" y="18686"/>
                  </a:lnTo>
                  <a:lnTo>
                    <a:pt x="28660" y="18686"/>
                  </a:lnTo>
                  <a:lnTo>
                    <a:pt x="28680" y="18706"/>
                  </a:lnTo>
                  <a:lnTo>
                    <a:pt x="28720" y="18745"/>
                  </a:lnTo>
                  <a:lnTo>
                    <a:pt x="28720" y="18844"/>
                  </a:lnTo>
                  <a:lnTo>
                    <a:pt x="28720" y="18943"/>
                  </a:lnTo>
                  <a:lnTo>
                    <a:pt x="28720" y="19042"/>
                  </a:lnTo>
                  <a:lnTo>
                    <a:pt x="28720" y="19121"/>
                  </a:lnTo>
                  <a:lnTo>
                    <a:pt x="28759" y="19160"/>
                  </a:lnTo>
                  <a:lnTo>
                    <a:pt x="28799" y="19160"/>
                  </a:lnTo>
                  <a:lnTo>
                    <a:pt x="28799" y="19081"/>
                  </a:lnTo>
                  <a:lnTo>
                    <a:pt x="28818" y="19042"/>
                  </a:lnTo>
                  <a:lnTo>
                    <a:pt x="28838" y="19002"/>
                  </a:lnTo>
                  <a:lnTo>
                    <a:pt x="28858" y="18963"/>
                  </a:lnTo>
                  <a:lnTo>
                    <a:pt x="28917" y="18923"/>
                  </a:lnTo>
                  <a:lnTo>
                    <a:pt x="28957" y="18903"/>
                  </a:lnTo>
                  <a:lnTo>
                    <a:pt x="28937" y="19022"/>
                  </a:lnTo>
                  <a:lnTo>
                    <a:pt x="28937" y="19081"/>
                  </a:lnTo>
                  <a:lnTo>
                    <a:pt x="28957" y="19101"/>
                  </a:lnTo>
                  <a:lnTo>
                    <a:pt x="28996" y="19101"/>
                  </a:lnTo>
                  <a:lnTo>
                    <a:pt x="29055" y="19121"/>
                  </a:lnTo>
                  <a:lnTo>
                    <a:pt x="29055" y="19140"/>
                  </a:lnTo>
                  <a:lnTo>
                    <a:pt x="29055" y="19200"/>
                  </a:lnTo>
                  <a:lnTo>
                    <a:pt x="28976" y="19358"/>
                  </a:lnTo>
                  <a:lnTo>
                    <a:pt x="28937" y="19437"/>
                  </a:lnTo>
                  <a:lnTo>
                    <a:pt x="28897" y="19476"/>
                  </a:lnTo>
                  <a:lnTo>
                    <a:pt x="28878" y="19456"/>
                  </a:lnTo>
                  <a:lnTo>
                    <a:pt x="28858" y="19456"/>
                  </a:lnTo>
                  <a:lnTo>
                    <a:pt x="28818" y="19476"/>
                  </a:lnTo>
                  <a:lnTo>
                    <a:pt x="28759" y="19535"/>
                  </a:lnTo>
                  <a:lnTo>
                    <a:pt x="28680" y="19693"/>
                  </a:lnTo>
                  <a:lnTo>
                    <a:pt x="28641" y="19338"/>
                  </a:lnTo>
                  <a:lnTo>
                    <a:pt x="28621" y="19101"/>
                  </a:lnTo>
                  <a:lnTo>
                    <a:pt x="28621" y="18844"/>
                  </a:lnTo>
                  <a:lnTo>
                    <a:pt x="28581" y="18844"/>
                  </a:lnTo>
                  <a:lnTo>
                    <a:pt x="28561" y="18884"/>
                  </a:lnTo>
                  <a:lnTo>
                    <a:pt x="28522" y="19002"/>
                  </a:lnTo>
                  <a:lnTo>
                    <a:pt x="28482" y="19160"/>
                  </a:lnTo>
                  <a:lnTo>
                    <a:pt x="28443" y="19219"/>
                  </a:lnTo>
                  <a:lnTo>
                    <a:pt x="28482" y="19219"/>
                  </a:lnTo>
                  <a:lnTo>
                    <a:pt x="28502" y="19239"/>
                  </a:lnTo>
                  <a:lnTo>
                    <a:pt x="28522" y="19279"/>
                  </a:lnTo>
                  <a:lnTo>
                    <a:pt x="28561" y="19338"/>
                  </a:lnTo>
                  <a:lnTo>
                    <a:pt x="28581" y="19338"/>
                  </a:lnTo>
                  <a:lnTo>
                    <a:pt x="28601" y="19298"/>
                  </a:lnTo>
                  <a:lnTo>
                    <a:pt x="28542" y="19693"/>
                  </a:lnTo>
                  <a:lnTo>
                    <a:pt x="28463" y="20088"/>
                  </a:lnTo>
                  <a:lnTo>
                    <a:pt x="28403" y="20306"/>
                  </a:lnTo>
                  <a:lnTo>
                    <a:pt x="28344" y="20503"/>
                  </a:lnTo>
                  <a:lnTo>
                    <a:pt x="28265" y="20720"/>
                  </a:lnTo>
                  <a:lnTo>
                    <a:pt x="28166" y="20918"/>
                  </a:lnTo>
                  <a:lnTo>
                    <a:pt x="28127" y="20859"/>
                  </a:lnTo>
                  <a:lnTo>
                    <a:pt x="28127" y="20799"/>
                  </a:lnTo>
                  <a:lnTo>
                    <a:pt x="28127" y="20661"/>
                  </a:lnTo>
                  <a:lnTo>
                    <a:pt x="28206" y="20365"/>
                  </a:lnTo>
                  <a:lnTo>
                    <a:pt x="28226" y="20207"/>
                  </a:lnTo>
                  <a:lnTo>
                    <a:pt x="28245" y="20088"/>
                  </a:lnTo>
                  <a:lnTo>
                    <a:pt x="28226" y="20029"/>
                  </a:lnTo>
                  <a:lnTo>
                    <a:pt x="28186" y="19990"/>
                  </a:lnTo>
                  <a:lnTo>
                    <a:pt x="28147" y="19970"/>
                  </a:lnTo>
                  <a:lnTo>
                    <a:pt x="28087" y="19970"/>
                  </a:lnTo>
                  <a:lnTo>
                    <a:pt x="28048" y="20148"/>
                  </a:lnTo>
                  <a:lnTo>
                    <a:pt x="28048" y="20266"/>
                  </a:lnTo>
                  <a:lnTo>
                    <a:pt x="28048" y="20365"/>
                  </a:lnTo>
                  <a:lnTo>
                    <a:pt x="28028" y="20404"/>
                  </a:lnTo>
                  <a:lnTo>
                    <a:pt x="27989" y="20483"/>
                  </a:lnTo>
                  <a:lnTo>
                    <a:pt x="27910" y="20523"/>
                  </a:lnTo>
                  <a:lnTo>
                    <a:pt x="27831" y="20602"/>
                  </a:lnTo>
                  <a:lnTo>
                    <a:pt x="27771" y="20701"/>
                  </a:lnTo>
                  <a:lnTo>
                    <a:pt x="27692" y="20799"/>
                  </a:lnTo>
                  <a:lnTo>
                    <a:pt x="27554" y="21056"/>
                  </a:lnTo>
                  <a:lnTo>
                    <a:pt x="27475" y="21175"/>
                  </a:lnTo>
                  <a:lnTo>
                    <a:pt x="27396" y="21293"/>
                  </a:lnTo>
                  <a:lnTo>
                    <a:pt x="27554" y="21214"/>
                  </a:lnTo>
                  <a:lnTo>
                    <a:pt x="27534" y="21274"/>
                  </a:lnTo>
                  <a:lnTo>
                    <a:pt x="27495" y="21333"/>
                  </a:lnTo>
                  <a:lnTo>
                    <a:pt x="27396" y="21451"/>
                  </a:lnTo>
                  <a:lnTo>
                    <a:pt x="27179" y="21649"/>
                  </a:lnTo>
                  <a:lnTo>
                    <a:pt x="27179" y="21590"/>
                  </a:lnTo>
                  <a:lnTo>
                    <a:pt x="27100" y="21748"/>
                  </a:lnTo>
                  <a:lnTo>
                    <a:pt x="27060" y="21748"/>
                  </a:lnTo>
                  <a:lnTo>
                    <a:pt x="27021" y="21807"/>
                  </a:lnTo>
                  <a:lnTo>
                    <a:pt x="26962" y="21886"/>
                  </a:lnTo>
                  <a:lnTo>
                    <a:pt x="26764" y="22064"/>
                  </a:lnTo>
                  <a:lnTo>
                    <a:pt x="26547" y="22222"/>
                  </a:lnTo>
                  <a:lnTo>
                    <a:pt x="26349" y="22399"/>
                  </a:lnTo>
                  <a:lnTo>
                    <a:pt x="26369" y="22419"/>
                  </a:lnTo>
                  <a:lnTo>
                    <a:pt x="26409" y="22399"/>
                  </a:lnTo>
                  <a:lnTo>
                    <a:pt x="26527" y="22320"/>
                  </a:lnTo>
                  <a:lnTo>
                    <a:pt x="26646" y="22202"/>
                  </a:lnTo>
                  <a:lnTo>
                    <a:pt x="26764" y="22103"/>
                  </a:lnTo>
                  <a:lnTo>
                    <a:pt x="26942" y="22044"/>
                  </a:lnTo>
                  <a:lnTo>
                    <a:pt x="26981" y="22024"/>
                  </a:lnTo>
                  <a:lnTo>
                    <a:pt x="27021" y="22044"/>
                  </a:lnTo>
                  <a:lnTo>
                    <a:pt x="27041" y="22064"/>
                  </a:lnTo>
                  <a:lnTo>
                    <a:pt x="27041" y="22103"/>
                  </a:lnTo>
                  <a:lnTo>
                    <a:pt x="26804" y="22320"/>
                  </a:lnTo>
                  <a:lnTo>
                    <a:pt x="26606" y="22538"/>
                  </a:lnTo>
                  <a:lnTo>
                    <a:pt x="26389" y="22755"/>
                  </a:lnTo>
                  <a:lnTo>
                    <a:pt x="26251" y="22854"/>
                  </a:lnTo>
                  <a:lnTo>
                    <a:pt x="26092" y="22952"/>
                  </a:lnTo>
                  <a:lnTo>
                    <a:pt x="26092" y="22952"/>
                  </a:lnTo>
                  <a:lnTo>
                    <a:pt x="26251" y="22913"/>
                  </a:lnTo>
                  <a:lnTo>
                    <a:pt x="26211" y="22972"/>
                  </a:lnTo>
                  <a:lnTo>
                    <a:pt x="26152" y="23012"/>
                  </a:lnTo>
                  <a:lnTo>
                    <a:pt x="26033" y="23091"/>
                  </a:lnTo>
                  <a:lnTo>
                    <a:pt x="25717" y="23229"/>
                  </a:lnTo>
                  <a:lnTo>
                    <a:pt x="25599" y="23249"/>
                  </a:lnTo>
                  <a:lnTo>
                    <a:pt x="25579" y="23229"/>
                  </a:lnTo>
                  <a:lnTo>
                    <a:pt x="25559" y="23209"/>
                  </a:lnTo>
                  <a:lnTo>
                    <a:pt x="25579" y="23170"/>
                  </a:lnTo>
                  <a:lnTo>
                    <a:pt x="25638" y="23110"/>
                  </a:lnTo>
                  <a:lnTo>
                    <a:pt x="25717" y="23012"/>
                  </a:lnTo>
                  <a:lnTo>
                    <a:pt x="25737" y="22992"/>
                  </a:lnTo>
                  <a:lnTo>
                    <a:pt x="25717" y="22972"/>
                  </a:lnTo>
                  <a:lnTo>
                    <a:pt x="25658" y="22972"/>
                  </a:lnTo>
                  <a:lnTo>
                    <a:pt x="25717" y="22913"/>
                  </a:lnTo>
                  <a:lnTo>
                    <a:pt x="25776" y="22873"/>
                  </a:lnTo>
                  <a:lnTo>
                    <a:pt x="25895" y="22794"/>
                  </a:lnTo>
                  <a:lnTo>
                    <a:pt x="25954" y="22755"/>
                  </a:lnTo>
                  <a:lnTo>
                    <a:pt x="26013" y="22715"/>
                  </a:lnTo>
                  <a:lnTo>
                    <a:pt x="26033" y="22676"/>
                  </a:lnTo>
                  <a:lnTo>
                    <a:pt x="26033" y="22617"/>
                  </a:lnTo>
                  <a:lnTo>
                    <a:pt x="25875" y="22597"/>
                  </a:lnTo>
                  <a:lnTo>
                    <a:pt x="25717" y="22577"/>
                  </a:lnTo>
                  <a:lnTo>
                    <a:pt x="25678" y="22636"/>
                  </a:lnTo>
                  <a:lnTo>
                    <a:pt x="25599" y="22676"/>
                  </a:lnTo>
                  <a:lnTo>
                    <a:pt x="25441" y="22715"/>
                  </a:lnTo>
                  <a:lnTo>
                    <a:pt x="25302" y="22735"/>
                  </a:lnTo>
                  <a:lnTo>
                    <a:pt x="25243" y="22735"/>
                  </a:lnTo>
                  <a:lnTo>
                    <a:pt x="25184" y="22755"/>
                  </a:lnTo>
                  <a:lnTo>
                    <a:pt x="25362" y="22794"/>
                  </a:lnTo>
                  <a:lnTo>
                    <a:pt x="25362" y="22834"/>
                  </a:lnTo>
                  <a:lnTo>
                    <a:pt x="25342" y="22873"/>
                  </a:lnTo>
                  <a:lnTo>
                    <a:pt x="25322" y="22873"/>
                  </a:lnTo>
                  <a:lnTo>
                    <a:pt x="25283" y="22893"/>
                  </a:lnTo>
                  <a:lnTo>
                    <a:pt x="25144" y="22873"/>
                  </a:lnTo>
                  <a:lnTo>
                    <a:pt x="25302" y="23051"/>
                  </a:lnTo>
                  <a:lnTo>
                    <a:pt x="25381" y="23031"/>
                  </a:lnTo>
                  <a:lnTo>
                    <a:pt x="25460" y="22992"/>
                  </a:lnTo>
                  <a:lnTo>
                    <a:pt x="25579" y="22893"/>
                  </a:lnTo>
                  <a:lnTo>
                    <a:pt x="25618" y="22854"/>
                  </a:lnTo>
                  <a:lnTo>
                    <a:pt x="25678" y="22814"/>
                  </a:lnTo>
                  <a:lnTo>
                    <a:pt x="25737" y="22794"/>
                  </a:lnTo>
                  <a:lnTo>
                    <a:pt x="25816" y="22794"/>
                  </a:lnTo>
                  <a:lnTo>
                    <a:pt x="25618" y="22952"/>
                  </a:lnTo>
                  <a:lnTo>
                    <a:pt x="25520" y="23091"/>
                  </a:lnTo>
                  <a:lnTo>
                    <a:pt x="25460" y="23150"/>
                  </a:lnTo>
                  <a:lnTo>
                    <a:pt x="25381" y="23209"/>
                  </a:lnTo>
                  <a:lnTo>
                    <a:pt x="25283" y="23268"/>
                  </a:lnTo>
                  <a:lnTo>
                    <a:pt x="25105" y="23328"/>
                  </a:lnTo>
                  <a:lnTo>
                    <a:pt x="25105" y="23308"/>
                  </a:lnTo>
                  <a:lnTo>
                    <a:pt x="25105" y="23288"/>
                  </a:lnTo>
                  <a:lnTo>
                    <a:pt x="25144" y="23268"/>
                  </a:lnTo>
                  <a:lnTo>
                    <a:pt x="25204" y="23249"/>
                  </a:lnTo>
                  <a:lnTo>
                    <a:pt x="25243" y="23189"/>
                  </a:lnTo>
                  <a:lnTo>
                    <a:pt x="25243" y="23189"/>
                  </a:lnTo>
                  <a:lnTo>
                    <a:pt x="25164" y="23209"/>
                  </a:lnTo>
                  <a:lnTo>
                    <a:pt x="25105" y="23229"/>
                  </a:lnTo>
                  <a:lnTo>
                    <a:pt x="24967" y="23288"/>
                  </a:lnTo>
                  <a:lnTo>
                    <a:pt x="24888" y="23328"/>
                  </a:lnTo>
                  <a:lnTo>
                    <a:pt x="24809" y="23367"/>
                  </a:lnTo>
                  <a:lnTo>
                    <a:pt x="24730" y="23387"/>
                  </a:lnTo>
                  <a:lnTo>
                    <a:pt x="24611" y="23387"/>
                  </a:lnTo>
                  <a:lnTo>
                    <a:pt x="24749" y="23328"/>
                  </a:lnTo>
                  <a:lnTo>
                    <a:pt x="24848" y="23249"/>
                  </a:lnTo>
                  <a:lnTo>
                    <a:pt x="24868" y="23209"/>
                  </a:lnTo>
                  <a:lnTo>
                    <a:pt x="24868" y="23170"/>
                  </a:lnTo>
                  <a:lnTo>
                    <a:pt x="24848" y="23130"/>
                  </a:lnTo>
                  <a:lnTo>
                    <a:pt x="24789" y="23110"/>
                  </a:lnTo>
                  <a:lnTo>
                    <a:pt x="24670" y="23288"/>
                  </a:lnTo>
                  <a:lnTo>
                    <a:pt x="24591" y="23288"/>
                  </a:lnTo>
                  <a:lnTo>
                    <a:pt x="24572" y="23249"/>
                  </a:lnTo>
                  <a:lnTo>
                    <a:pt x="24552" y="23229"/>
                  </a:lnTo>
                  <a:lnTo>
                    <a:pt x="24473" y="23229"/>
                  </a:lnTo>
                  <a:lnTo>
                    <a:pt x="24453" y="23249"/>
                  </a:lnTo>
                  <a:lnTo>
                    <a:pt x="24453" y="23308"/>
                  </a:lnTo>
                  <a:lnTo>
                    <a:pt x="24453" y="23328"/>
                  </a:lnTo>
                  <a:lnTo>
                    <a:pt x="24433" y="23347"/>
                  </a:lnTo>
                  <a:lnTo>
                    <a:pt x="24394" y="23367"/>
                  </a:lnTo>
                  <a:lnTo>
                    <a:pt x="24295" y="23367"/>
                  </a:lnTo>
                  <a:lnTo>
                    <a:pt x="24216" y="23328"/>
                  </a:lnTo>
                  <a:lnTo>
                    <a:pt x="24196" y="23308"/>
                  </a:lnTo>
                  <a:lnTo>
                    <a:pt x="24196" y="23288"/>
                  </a:lnTo>
                  <a:lnTo>
                    <a:pt x="24038" y="23288"/>
                  </a:lnTo>
                  <a:lnTo>
                    <a:pt x="23979" y="23308"/>
                  </a:lnTo>
                  <a:lnTo>
                    <a:pt x="23900" y="23347"/>
                  </a:lnTo>
                  <a:lnTo>
                    <a:pt x="23841" y="23387"/>
                  </a:lnTo>
                  <a:lnTo>
                    <a:pt x="23742" y="23407"/>
                  </a:lnTo>
                  <a:lnTo>
                    <a:pt x="23841" y="23407"/>
                  </a:lnTo>
                  <a:lnTo>
                    <a:pt x="23900" y="23446"/>
                  </a:lnTo>
                  <a:lnTo>
                    <a:pt x="23940" y="23486"/>
                  </a:lnTo>
                  <a:lnTo>
                    <a:pt x="23959" y="23525"/>
                  </a:lnTo>
                  <a:lnTo>
                    <a:pt x="23940" y="23585"/>
                  </a:lnTo>
                  <a:lnTo>
                    <a:pt x="23900" y="23624"/>
                  </a:lnTo>
                  <a:lnTo>
                    <a:pt x="23821" y="23644"/>
                  </a:lnTo>
                  <a:lnTo>
                    <a:pt x="23722" y="23664"/>
                  </a:lnTo>
                  <a:lnTo>
                    <a:pt x="23169" y="23604"/>
                  </a:lnTo>
                  <a:lnTo>
                    <a:pt x="23051" y="23565"/>
                  </a:lnTo>
                  <a:lnTo>
                    <a:pt x="22952" y="23525"/>
                  </a:lnTo>
                  <a:lnTo>
                    <a:pt x="22853" y="23466"/>
                  </a:lnTo>
                  <a:lnTo>
                    <a:pt x="22754" y="23367"/>
                  </a:lnTo>
                  <a:lnTo>
                    <a:pt x="22537" y="23387"/>
                  </a:lnTo>
                  <a:lnTo>
                    <a:pt x="22577" y="23367"/>
                  </a:lnTo>
                  <a:lnTo>
                    <a:pt x="22577" y="23328"/>
                  </a:lnTo>
                  <a:lnTo>
                    <a:pt x="22478" y="23268"/>
                  </a:lnTo>
                  <a:lnTo>
                    <a:pt x="22320" y="23209"/>
                  </a:lnTo>
                  <a:lnTo>
                    <a:pt x="22201" y="23150"/>
                  </a:lnTo>
                  <a:lnTo>
                    <a:pt x="22221" y="23130"/>
                  </a:lnTo>
                  <a:lnTo>
                    <a:pt x="22300" y="23130"/>
                  </a:lnTo>
                  <a:lnTo>
                    <a:pt x="22517" y="23209"/>
                  </a:lnTo>
                  <a:lnTo>
                    <a:pt x="22636" y="23229"/>
                  </a:lnTo>
                  <a:lnTo>
                    <a:pt x="22735" y="23249"/>
                  </a:lnTo>
                  <a:lnTo>
                    <a:pt x="22833" y="23229"/>
                  </a:lnTo>
                  <a:lnTo>
                    <a:pt x="22853" y="23189"/>
                  </a:lnTo>
                  <a:lnTo>
                    <a:pt x="22873" y="23150"/>
                  </a:lnTo>
                  <a:lnTo>
                    <a:pt x="22754" y="23091"/>
                  </a:lnTo>
                  <a:lnTo>
                    <a:pt x="22754" y="23051"/>
                  </a:lnTo>
                  <a:lnTo>
                    <a:pt x="22754" y="23031"/>
                  </a:lnTo>
                  <a:lnTo>
                    <a:pt x="22794" y="22992"/>
                  </a:lnTo>
                  <a:lnTo>
                    <a:pt x="22873" y="22972"/>
                  </a:lnTo>
                  <a:lnTo>
                    <a:pt x="22794" y="22952"/>
                  </a:lnTo>
                  <a:lnTo>
                    <a:pt x="22735" y="22952"/>
                  </a:lnTo>
                  <a:lnTo>
                    <a:pt x="22695" y="22992"/>
                  </a:lnTo>
                  <a:lnTo>
                    <a:pt x="22675" y="23012"/>
                  </a:lnTo>
                  <a:lnTo>
                    <a:pt x="22636" y="23110"/>
                  </a:lnTo>
                  <a:lnTo>
                    <a:pt x="22596" y="23130"/>
                  </a:lnTo>
                  <a:lnTo>
                    <a:pt x="22557" y="23170"/>
                  </a:lnTo>
                  <a:lnTo>
                    <a:pt x="22537" y="23130"/>
                  </a:lnTo>
                  <a:lnTo>
                    <a:pt x="22498" y="23091"/>
                  </a:lnTo>
                  <a:lnTo>
                    <a:pt x="22379" y="23012"/>
                  </a:lnTo>
                  <a:lnTo>
                    <a:pt x="22320" y="22972"/>
                  </a:lnTo>
                  <a:lnTo>
                    <a:pt x="22280" y="22933"/>
                  </a:lnTo>
                  <a:lnTo>
                    <a:pt x="22280" y="22893"/>
                  </a:lnTo>
                  <a:lnTo>
                    <a:pt x="22340" y="22873"/>
                  </a:lnTo>
                  <a:lnTo>
                    <a:pt x="22261" y="22834"/>
                  </a:lnTo>
                  <a:lnTo>
                    <a:pt x="22201" y="22814"/>
                  </a:lnTo>
                  <a:lnTo>
                    <a:pt x="21964" y="22814"/>
                  </a:lnTo>
                  <a:lnTo>
                    <a:pt x="21925" y="22794"/>
                  </a:lnTo>
                  <a:lnTo>
                    <a:pt x="21866" y="22755"/>
                  </a:lnTo>
                  <a:lnTo>
                    <a:pt x="21964" y="22676"/>
                  </a:lnTo>
                  <a:lnTo>
                    <a:pt x="22004" y="22636"/>
                  </a:lnTo>
                  <a:lnTo>
                    <a:pt x="22043" y="22577"/>
                  </a:lnTo>
                  <a:lnTo>
                    <a:pt x="21984" y="22577"/>
                  </a:lnTo>
                  <a:lnTo>
                    <a:pt x="21925" y="22518"/>
                  </a:lnTo>
                  <a:lnTo>
                    <a:pt x="21826" y="22399"/>
                  </a:lnTo>
                  <a:lnTo>
                    <a:pt x="21826" y="22419"/>
                  </a:lnTo>
                  <a:lnTo>
                    <a:pt x="21806" y="22439"/>
                  </a:lnTo>
                  <a:lnTo>
                    <a:pt x="21767" y="22459"/>
                  </a:lnTo>
                  <a:lnTo>
                    <a:pt x="21767" y="22478"/>
                  </a:lnTo>
                  <a:lnTo>
                    <a:pt x="21767" y="22498"/>
                  </a:lnTo>
                  <a:lnTo>
                    <a:pt x="21866" y="22538"/>
                  </a:lnTo>
                  <a:lnTo>
                    <a:pt x="21806" y="22557"/>
                  </a:lnTo>
                  <a:lnTo>
                    <a:pt x="21747" y="22538"/>
                  </a:lnTo>
                  <a:lnTo>
                    <a:pt x="21609" y="22439"/>
                  </a:lnTo>
                  <a:lnTo>
                    <a:pt x="21510" y="22340"/>
                  </a:lnTo>
                  <a:lnTo>
                    <a:pt x="21451" y="22320"/>
                  </a:lnTo>
                  <a:lnTo>
                    <a:pt x="21431" y="22320"/>
                  </a:lnTo>
                  <a:lnTo>
                    <a:pt x="21431" y="22281"/>
                  </a:lnTo>
                  <a:lnTo>
                    <a:pt x="21411" y="22222"/>
                  </a:lnTo>
                  <a:lnTo>
                    <a:pt x="21372" y="22162"/>
                  </a:lnTo>
                  <a:lnTo>
                    <a:pt x="21313" y="22083"/>
                  </a:lnTo>
                  <a:lnTo>
                    <a:pt x="21174" y="21945"/>
                  </a:lnTo>
                  <a:lnTo>
                    <a:pt x="21115" y="21866"/>
                  </a:lnTo>
                  <a:lnTo>
                    <a:pt x="21095" y="21787"/>
                  </a:lnTo>
                  <a:lnTo>
                    <a:pt x="21016" y="21846"/>
                  </a:lnTo>
                  <a:lnTo>
                    <a:pt x="21016" y="21886"/>
                  </a:lnTo>
                  <a:lnTo>
                    <a:pt x="21016" y="21906"/>
                  </a:lnTo>
                  <a:lnTo>
                    <a:pt x="21056" y="21965"/>
                  </a:lnTo>
                  <a:lnTo>
                    <a:pt x="21135" y="22004"/>
                  </a:lnTo>
                  <a:lnTo>
                    <a:pt x="21194" y="22044"/>
                  </a:lnTo>
                  <a:lnTo>
                    <a:pt x="21253" y="22103"/>
                  </a:lnTo>
                  <a:lnTo>
                    <a:pt x="21273" y="22123"/>
                  </a:lnTo>
                  <a:lnTo>
                    <a:pt x="21273" y="22162"/>
                  </a:lnTo>
                  <a:lnTo>
                    <a:pt x="21273" y="22202"/>
                  </a:lnTo>
                  <a:lnTo>
                    <a:pt x="21253" y="22241"/>
                  </a:lnTo>
                  <a:lnTo>
                    <a:pt x="21135" y="22162"/>
                  </a:lnTo>
                  <a:lnTo>
                    <a:pt x="21036" y="22064"/>
                  </a:lnTo>
                  <a:lnTo>
                    <a:pt x="20917" y="21925"/>
                  </a:lnTo>
                  <a:lnTo>
                    <a:pt x="20858" y="21846"/>
                  </a:lnTo>
                  <a:lnTo>
                    <a:pt x="20819" y="21767"/>
                  </a:lnTo>
                  <a:lnTo>
                    <a:pt x="20700" y="21590"/>
                  </a:lnTo>
                  <a:lnTo>
                    <a:pt x="20700" y="21570"/>
                  </a:lnTo>
                  <a:lnTo>
                    <a:pt x="20680" y="21530"/>
                  </a:lnTo>
                  <a:lnTo>
                    <a:pt x="20641" y="21432"/>
                  </a:lnTo>
                  <a:lnTo>
                    <a:pt x="20582" y="21254"/>
                  </a:lnTo>
                  <a:lnTo>
                    <a:pt x="20522" y="21096"/>
                  </a:lnTo>
                  <a:lnTo>
                    <a:pt x="20463" y="20918"/>
                  </a:lnTo>
                  <a:lnTo>
                    <a:pt x="20404" y="20740"/>
                  </a:lnTo>
                  <a:lnTo>
                    <a:pt x="20345" y="20562"/>
                  </a:lnTo>
                  <a:lnTo>
                    <a:pt x="20325" y="20306"/>
                  </a:lnTo>
                  <a:lnTo>
                    <a:pt x="20345" y="20167"/>
                  </a:lnTo>
                  <a:lnTo>
                    <a:pt x="20364" y="20128"/>
                  </a:lnTo>
                  <a:lnTo>
                    <a:pt x="20384" y="20148"/>
                  </a:lnTo>
                  <a:lnTo>
                    <a:pt x="20463" y="20227"/>
                  </a:lnTo>
                  <a:lnTo>
                    <a:pt x="20503" y="20227"/>
                  </a:lnTo>
                  <a:lnTo>
                    <a:pt x="20522" y="20207"/>
                  </a:lnTo>
                  <a:lnTo>
                    <a:pt x="20542" y="20167"/>
                  </a:lnTo>
                  <a:lnTo>
                    <a:pt x="20661" y="20681"/>
                  </a:lnTo>
                  <a:lnTo>
                    <a:pt x="20700" y="20898"/>
                  </a:lnTo>
                  <a:lnTo>
                    <a:pt x="20740" y="21056"/>
                  </a:lnTo>
                  <a:lnTo>
                    <a:pt x="20819" y="21392"/>
                  </a:lnTo>
                  <a:lnTo>
                    <a:pt x="20858" y="21530"/>
                  </a:lnTo>
                  <a:lnTo>
                    <a:pt x="20898" y="21570"/>
                  </a:lnTo>
                  <a:lnTo>
                    <a:pt x="20937" y="21609"/>
                  </a:lnTo>
                  <a:lnTo>
                    <a:pt x="20898" y="21511"/>
                  </a:lnTo>
                  <a:lnTo>
                    <a:pt x="20878" y="21471"/>
                  </a:lnTo>
                  <a:lnTo>
                    <a:pt x="20858" y="21432"/>
                  </a:lnTo>
                  <a:lnTo>
                    <a:pt x="20838" y="21293"/>
                  </a:lnTo>
                  <a:lnTo>
                    <a:pt x="20759" y="21036"/>
                  </a:lnTo>
                  <a:lnTo>
                    <a:pt x="20720" y="20918"/>
                  </a:lnTo>
                  <a:lnTo>
                    <a:pt x="20700" y="20760"/>
                  </a:lnTo>
                  <a:lnTo>
                    <a:pt x="20562" y="20167"/>
                  </a:lnTo>
                  <a:lnTo>
                    <a:pt x="20463" y="19674"/>
                  </a:lnTo>
                  <a:lnTo>
                    <a:pt x="20364" y="19674"/>
                  </a:lnTo>
                  <a:lnTo>
                    <a:pt x="20246" y="19693"/>
                  </a:lnTo>
                  <a:lnTo>
                    <a:pt x="20068" y="19753"/>
                  </a:lnTo>
                  <a:lnTo>
                    <a:pt x="19792" y="19772"/>
                  </a:lnTo>
                  <a:lnTo>
                    <a:pt x="19594" y="19753"/>
                  </a:lnTo>
                  <a:lnTo>
                    <a:pt x="19416" y="19713"/>
                  </a:lnTo>
                  <a:lnTo>
                    <a:pt x="19239" y="19674"/>
                  </a:lnTo>
                  <a:lnTo>
                    <a:pt x="19041" y="19634"/>
                  </a:lnTo>
                  <a:lnTo>
                    <a:pt x="18824" y="19595"/>
                  </a:lnTo>
                  <a:lnTo>
                    <a:pt x="18527" y="19575"/>
                  </a:lnTo>
                  <a:lnTo>
                    <a:pt x="18448" y="19595"/>
                  </a:lnTo>
                  <a:lnTo>
                    <a:pt x="18409" y="19575"/>
                  </a:lnTo>
                  <a:lnTo>
                    <a:pt x="18310" y="19595"/>
                  </a:lnTo>
                  <a:lnTo>
                    <a:pt x="18350" y="19654"/>
                  </a:lnTo>
                  <a:lnTo>
                    <a:pt x="18369" y="19713"/>
                  </a:lnTo>
                  <a:lnTo>
                    <a:pt x="18429" y="19753"/>
                  </a:lnTo>
                  <a:lnTo>
                    <a:pt x="18606" y="19772"/>
                  </a:lnTo>
                  <a:lnTo>
                    <a:pt x="18508" y="19792"/>
                  </a:lnTo>
                  <a:lnTo>
                    <a:pt x="18409" y="19792"/>
                  </a:lnTo>
                  <a:lnTo>
                    <a:pt x="18290" y="19772"/>
                  </a:lnTo>
                  <a:lnTo>
                    <a:pt x="18053" y="19753"/>
                  </a:lnTo>
                  <a:lnTo>
                    <a:pt x="18034" y="19772"/>
                  </a:lnTo>
                  <a:lnTo>
                    <a:pt x="18034" y="19792"/>
                  </a:lnTo>
                  <a:lnTo>
                    <a:pt x="18093" y="19832"/>
                  </a:lnTo>
                  <a:lnTo>
                    <a:pt x="18132" y="19851"/>
                  </a:lnTo>
                  <a:lnTo>
                    <a:pt x="18132" y="19871"/>
                  </a:lnTo>
                  <a:lnTo>
                    <a:pt x="18113" y="19891"/>
                  </a:lnTo>
                  <a:lnTo>
                    <a:pt x="18053" y="19891"/>
                  </a:lnTo>
                  <a:lnTo>
                    <a:pt x="17915" y="19851"/>
                  </a:lnTo>
                  <a:lnTo>
                    <a:pt x="17856" y="19812"/>
                  </a:lnTo>
                  <a:lnTo>
                    <a:pt x="17856" y="19792"/>
                  </a:lnTo>
                  <a:lnTo>
                    <a:pt x="17856" y="19753"/>
                  </a:lnTo>
                  <a:lnTo>
                    <a:pt x="17737" y="19753"/>
                  </a:lnTo>
                  <a:lnTo>
                    <a:pt x="17619" y="19713"/>
                  </a:lnTo>
                  <a:lnTo>
                    <a:pt x="17540" y="19674"/>
                  </a:lnTo>
                  <a:lnTo>
                    <a:pt x="17500" y="19614"/>
                  </a:lnTo>
                  <a:lnTo>
                    <a:pt x="17441" y="19575"/>
                  </a:lnTo>
                  <a:lnTo>
                    <a:pt x="17382" y="19535"/>
                  </a:lnTo>
                  <a:lnTo>
                    <a:pt x="17283" y="19535"/>
                  </a:lnTo>
                  <a:lnTo>
                    <a:pt x="17125" y="19555"/>
                  </a:lnTo>
                  <a:lnTo>
                    <a:pt x="17165" y="19575"/>
                  </a:lnTo>
                  <a:lnTo>
                    <a:pt x="17224" y="19595"/>
                  </a:lnTo>
                  <a:lnTo>
                    <a:pt x="17283" y="19595"/>
                  </a:lnTo>
                  <a:lnTo>
                    <a:pt x="17362" y="19634"/>
                  </a:lnTo>
                  <a:lnTo>
                    <a:pt x="17362" y="19654"/>
                  </a:lnTo>
                  <a:lnTo>
                    <a:pt x="17342" y="19693"/>
                  </a:lnTo>
                  <a:lnTo>
                    <a:pt x="17303" y="19713"/>
                  </a:lnTo>
                  <a:lnTo>
                    <a:pt x="17244" y="19753"/>
                  </a:lnTo>
                  <a:lnTo>
                    <a:pt x="17086" y="19772"/>
                  </a:lnTo>
                  <a:lnTo>
                    <a:pt x="16908" y="19772"/>
                  </a:lnTo>
                  <a:lnTo>
                    <a:pt x="16928" y="19753"/>
                  </a:lnTo>
                  <a:lnTo>
                    <a:pt x="16908" y="19733"/>
                  </a:lnTo>
                  <a:lnTo>
                    <a:pt x="16849" y="19693"/>
                  </a:lnTo>
                  <a:lnTo>
                    <a:pt x="16730" y="19674"/>
                  </a:lnTo>
                  <a:lnTo>
                    <a:pt x="16631" y="19634"/>
                  </a:lnTo>
                  <a:lnTo>
                    <a:pt x="16631" y="19595"/>
                  </a:lnTo>
                  <a:lnTo>
                    <a:pt x="16651" y="19575"/>
                  </a:lnTo>
                  <a:lnTo>
                    <a:pt x="16789" y="19614"/>
                  </a:lnTo>
                  <a:lnTo>
                    <a:pt x="16947" y="19654"/>
                  </a:lnTo>
                  <a:lnTo>
                    <a:pt x="17007" y="19654"/>
                  </a:lnTo>
                  <a:lnTo>
                    <a:pt x="17066" y="19634"/>
                  </a:lnTo>
                  <a:lnTo>
                    <a:pt x="16710" y="19516"/>
                  </a:lnTo>
                  <a:lnTo>
                    <a:pt x="16770" y="19555"/>
                  </a:lnTo>
                  <a:lnTo>
                    <a:pt x="16335" y="19535"/>
                  </a:lnTo>
                  <a:lnTo>
                    <a:pt x="16335" y="19535"/>
                  </a:lnTo>
                  <a:lnTo>
                    <a:pt x="16414" y="19555"/>
                  </a:lnTo>
                  <a:lnTo>
                    <a:pt x="16473" y="19595"/>
                  </a:lnTo>
                  <a:lnTo>
                    <a:pt x="16473" y="19614"/>
                  </a:lnTo>
                  <a:lnTo>
                    <a:pt x="16473" y="19654"/>
                  </a:lnTo>
                  <a:lnTo>
                    <a:pt x="16434" y="19674"/>
                  </a:lnTo>
                  <a:lnTo>
                    <a:pt x="16394" y="19693"/>
                  </a:lnTo>
                  <a:lnTo>
                    <a:pt x="16276" y="19693"/>
                  </a:lnTo>
                  <a:lnTo>
                    <a:pt x="16078" y="19595"/>
                  </a:lnTo>
                  <a:lnTo>
                    <a:pt x="15920" y="19476"/>
                  </a:lnTo>
                  <a:lnTo>
                    <a:pt x="15861" y="19437"/>
                  </a:lnTo>
                  <a:lnTo>
                    <a:pt x="15841" y="19377"/>
                  </a:lnTo>
                  <a:lnTo>
                    <a:pt x="15821" y="19338"/>
                  </a:lnTo>
                  <a:lnTo>
                    <a:pt x="15841" y="19279"/>
                  </a:lnTo>
                  <a:lnTo>
                    <a:pt x="15841" y="19279"/>
                  </a:lnTo>
                  <a:lnTo>
                    <a:pt x="15802" y="19318"/>
                  </a:lnTo>
                  <a:lnTo>
                    <a:pt x="15663" y="19318"/>
                  </a:lnTo>
                  <a:lnTo>
                    <a:pt x="15565" y="19279"/>
                  </a:lnTo>
                  <a:lnTo>
                    <a:pt x="15367" y="19200"/>
                  </a:lnTo>
                  <a:lnTo>
                    <a:pt x="15170" y="19101"/>
                  </a:lnTo>
                  <a:lnTo>
                    <a:pt x="15170" y="19101"/>
                  </a:lnTo>
                  <a:lnTo>
                    <a:pt x="15249" y="19160"/>
                  </a:lnTo>
                  <a:lnTo>
                    <a:pt x="15268" y="19219"/>
                  </a:lnTo>
                  <a:lnTo>
                    <a:pt x="15268" y="19239"/>
                  </a:lnTo>
                  <a:lnTo>
                    <a:pt x="15150" y="19239"/>
                  </a:lnTo>
                  <a:lnTo>
                    <a:pt x="15051" y="19219"/>
                  </a:lnTo>
                  <a:lnTo>
                    <a:pt x="14913" y="19042"/>
                  </a:lnTo>
                  <a:lnTo>
                    <a:pt x="14775" y="18864"/>
                  </a:lnTo>
                  <a:lnTo>
                    <a:pt x="14873" y="18923"/>
                  </a:lnTo>
                  <a:lnTo>
                    <a:pt x="14952" y="18923"/>
                  </a:lnTo>
                  <a:lnTo>
                    <a:pt x="14952" y="18903"/>
                  </a:lnTo>
                  <a:lnTo>
                    <a:pt x="14933" y="18864"/>
                  </a:lnTo>
                  <a:lnTo>
                    <a:pt x="14873" y="18745"/>
                  </a:lnTo>
                  <a:lnTo>
                    <a:pt x="14873" y="18706"/>
                  </a:lnTo>
                  <a:lnTo>
                    <a:pt x="14893" y="18686"/>
                  </a:lnTo>
                  <a:lnTo>
                    <a:pt x="15051" y="18686"/>
                  </a:lnTo>
                  <a:lnTo>
                    <a:pt x="15110" y="18725"/>
                  </a:lnTo>
                  <a:lnTo>
                    <a:pt x="15189" y="18765"/>
                  </a:lnTo>
                  <a:lnTo>
                    <a:pt x="15466" y="18982"/>
                  </a:lnTo>
                  <a:lnTo>
                    <a:pt x="15367" y="18844"/>
                  </a:lnTo>
                  <a:lnTo>
                    <a:pt x="15249" y="18765"/>
                  </a:lnTo>
                  <a:lnTo>
                    <a:pt x="15150" y="18706"/>
                  </a:lnTo>
                  <a:lnTo>
                    <a:pt x="15031" y="18666"/>
                  </a:lnTo>
                  <a:lnTo>
                    <a:pt x="14913" y="18627"/>
                  </a:lnTo>
                  <a:lnTo>
                    <a:pt x="14814" y="18587"/>
                  </a:lnTo>
                  <a:lnTo>
                    <a:pt x="14696" y="18508"/>
                  </a:lnTo>
                  <a:lnTo>
                    <a:pt x="14656" y="18469"/>
                  </a:lnTo>
                  <a:lnTo>
                    <a:pt x="14617" y="18409"/>
                  </a:lnTo>
                  <a:lnTo>
                    <a:pt x="14656" y="18370"/>
                  </a:lnTo>
                  <a:lnTo>
                    <a:pt x="14696" y="18350"/>
                  </a:lnTo>
                  <a:lnTo>
                    <a:pt x="14775" y="18370"/>
                  </a:lnTo>
                  <a:lnTo>
                    <a:pt x="14854" y="18429"/>
                  </a:lnTo>
                  <a:lnTo>
                    <a:pt x="14834" y="18409"/>
                  </a:lnTo>
                  <a:lnTo>
                    <a:pt x="14794" y="18370"/>
                  </a:lnTo>
                  <a:lnTo>
                    <a:pt x="14656" y="18311"/>
                  </a:lnTo>
                  <a:lnTo>
                    <a:pt x="14498" y="18212"/>
                  </a:lnTo>
                  <a:lnTo>
                    <a:pt x="14419" y="18153"/>
                  </a:lnTo>
                  <a:lnTo>
                    <a:pt x="14360" y="18054"/>
                  </a:lnTo>
                  <a:lnTo>
                    <a:pt x="14360" y="18133"/>
                  </a:lnTo>
                  <a:lnTo>
                    <a:pt x="14360" y="18212"/>
                  </a:lnTo>
                  <a:lnTo>
                    <a:pt x="14340" y="18251"/>
                  </a:lnTo>
                  <a:lnTo>
                    <a:pt x="14301" y="18251"/>
                  </a:lnTo>
                  <a:lnTo>
                    <a:pt x="14241" y="18232"/>
                  </a:lnTo>
                  <a:lnTo>
                    <a:pt x="14162" y="18192"/>
                  </a:lnTo>
                  <a:lnTo>
                    <a:pt x="14064" y="17975"/>
                  </a:lnTo>
                  <a:lnTo>
                    <a:pt x="13925" y="17758"/>
                  </a:lnTo>
                  <a:lnTo>
                    <a:pt x="13787" y="17639"/>
                  </a:lnTo>
                  <a:lnTo>
                    <a:pt x="13668" y="17560"/>
                  </a:lnTo>
                  <a:lnTo>
                    <a:pt x="13550" y="17560"/>
                  </a:lnTo>
                  <a:lnTo>
                    <a:pt x="13491" y="17580"/>
                  </a:lnTo>
                  <a:lnTo>
                    <a:pt x="13313" y="17580"/>
                  </a:lnTo>
                  <a:lnTo>
                    <a:pt x="13155" y="17521"/>
                  </a:lnTo>
                  <a:lnTo>
                    <a:pt x="13293" y="17659"/>
                  </a:lnTo>
                  <a:lnTo>
                    <a:pt x="13412" y="17797"/>
                  </a:lnTo>
                  <a:lnTo>
                    <a:pt x="13372" y="17817"/>
                  </a:lnTo>
                  <a:lnTo>
                    <a:pt x="13333" y="17817"/>
                  </a:lnTo>
                  <a:lnTo>
                    <a:pt x="13254" y="17777"/>
                  </a:lnTo>
                  <a:lnTo>
                    <a:pt x="13056" y="17679"/>
                  </a:lnTo>
                  <a:lnTo>
                    <a:pt x="12938" y="17639"/>
                  </a:lnTo>
                  <a:lnTo>
                    <a:pt x="12859" y="17600"/>
                  </a:lnTo>
                  <a:lnTo>
                    <a:pt x="12760" y="17600"/>
                  </a:lnTo>
                  <a:lnTo>
                    <a:pt x="12740" y="17639"/>
                  </a:lnTo>
                  <a:lnTo>
                    <a:pt x="12918" y="17698"/>
                  </a:lnTo>
                  <a:lnTo>
                    <a:pt x="13096" y="17738"/>
                  </a:lnTo>
                  <a:lnTo>
                    <a:pt x="13273" y="17817"/>
                  </a:lnTo>
                  <a:lnTo>
                    <a:pt x="13372" y="17856"/>
                  </a:lnTo>
                  <a:lnTo>
                    <a:pt x="13451" y="17935"/>
                  </a:lnTo>
                  <a:lnTo>
                    <a:pt x="13431" y="17995"/>
                  </a:lnTo>
                  <a:lnTo>
                    <a:pt x="13392" y="17995"/>
                  </a:lnTo>
                  <a:lnTo>
                    <a:pt x="13333" y="17975"/>
                  </a:lnTo>
                  <a:lnTo>
                    <a:pt x="13234" y="17916"/>
                  </a:lnTo>
                  <a:lnTo>
                    <a:pt x="13036" y="17837"/>
                  </a:lnTo>
                  <a:lnTo>
                    <a:pt x="12957" y="17797"/>
                  </a:lnTo>
                  <a:lnTo>
                    <a:pt x="12878" y="17797"/>
                  </a:lnTo>
                  <a:lnTo>
                    <a:pt x="12582" y="17619"/>
                  </a:lnTo>
                  <a:lnTo>
                    <a:pt x="12424" y="17540"/>
                  </a:lnTo>
                  <a:lnTo>
                    <a:pt x="12108" y="17323"/>
                  </a:lnTo>
                  <a:lnTo>
                    <a:pt x="12128" y="17284"/>
                  </a:lnTo>
                  <a:lnTo>
                    <a:pt x="12167" y="17244"/>
                  </a:lnTo>
                  <a:lnTo>
                    <a:pt x="12246" y="17205"/>
                  </a:lnTo>
                  <a:lnTo>
                    <a:pt x="12365" y="17165"/>
                  </a:lnTo>
                  <a:lnTo>
                    <a:pt x="12503" y="17145"/>
                  </a:lnTo>
                  <a:lnTo>
                    <a:pt x="12641" y="17126"/>
                  </a:lnTo>
                  <a:lnTo>
                    <a:pt x="12760" y="17086"/>
                  </a:lnTo>
                  <a:lnTo>
                    <a:pt x="12799" y="17066"/>
                  </a:lnTo>
                  <a:lnTo>
                    <a:pt x="12859" y="17027"/>
                  </a:lnTo>
                  <a:lnTo>
                    <a:pt x="12878" y="16987"/>
                  </a:lnTo>
                  <a:lnTo>
                    <a:pt x="12878" y="16928"/>
                  </a:lnTo>
                  <a:lnTo>
                    <a:pt x="12424" y="16810"/>
                  </a:lnTo>
                  <a:lnTo>
                    <a:pt x="12029" y="16731"/>
                  </a:lnTo>
                  <a:lnTo>
                    <a:pt x="11891" y="16671"/>
                  </a:lnTo>
                  <a:lnTo>
                    <a:pt x="11753" y="16612"/>
                  </a:lnTo>
                  <a:lnTo>
                    <a:pt x="11634" y="16533"/>
                  </a:lnTo>
                  <a:lnTo>
                    <a:pt x="11535" y="16454"/>
                  </a:lnTo>
                  <a:lnTo>
                    <a:pt x="11417" y="16434"/>
                  </a:lnTo>
                  <a:lnTo>
                    <a:pt x="11318" y="16415"/>
                  </a:lnTo>
                  <a:lnTo>
                    <a:pt x="11239" y="16434"/>
                  </a:lnTo>
                  <a:lnTo>
                    <a:pt x="11180" y="16454"/>
                  </a:lnTo>
                  <a:lnTo>
                    <a:pt x="11140" y="16494"/>
                  </a:lnTo>
                  <a:lnTo>
                    <a:pt x="11101" y="16553"/>
                  </a:lnTo>
                  <a:lnTo>
                    <a:pt x="11081" y="16652"/>
                  </a:lnTo>
                  <a:lnTo>
                    <a:pt x="10982" y="16612"/>
                  </a:lnTo>
                  <a:lnTo>
                    <a:pt x="10903" y="16553"/>
                  </a:lnTo>
                  <a:lnTo>
                    <a:pt x="10785" y="16434"/>
                  </a:lnTo>
                  <a:lnTo>
                    <a:pt x="10785" y="16434"/>
                  </a:lnTo>
                  <a:lnTo>
                    <a:pt x="10982" y="16474"/>
                  </a:lnTo>
                  <a:lnTo>
                    <a:pt x="10666" y="16335"/>
                  </a:lnTo>
                  <a:lnTo>
                    <a:pt x="10370" y="16177"/>
                  </a:lnTo>
                  <a:lnTo>
                    <a:pt x="10074" y="16000"/>
                  </a:lnTo>
                  <a:lnTo>
                    <a:pt x="9738" y="15763"/>
                  </a:lnTo>
                  <a:lnTo>
                    <a:pt x="9639" y="15723"/>
                  </a:lnTo>
                  <a:lnTo>
                    <a:pt x="9560" y="15703"/>
                  </a:lnTo>
                  <a:lnTo>
                    <a:pt x="9521" y="15723"/>
                  </a:lnTo>
                  <a:lnTo>
                    <a:pt x="9481" y="15743"/>
                  </a:lnTo>
                  <a:lnTo>
                    <a:pt x="9461" y="15782"/>
                  </a:lnTo>
                  <a:lnTo>
                    <a:pt x="9461" y="15822"/>
                  </a:lnTo>
                  <a:lnTo>
                    <a:pt x="9461" y="15940"/>
                  </a:lnTo>
                  <a:lnTo>
                    <a:pt x="9145" y="15743"/>
                  </a:lnTo>
                  <a:lnTo>
                    <a:pt x="9185" y="15802"/>
                  </a:lnTo>
                  <a:lnTo>
                    <a:pt x="9106" y="15822"/>
                  </a:lnTo>
                  <a:lnTo>
                    <a:pt x="9046" y="15802"/>
                  </a:lnTo>
                  <a:lnTo>
                    <a:pt x="8967" y="15782"/>
                  </a:lnTo>
                  <a:lnTo>
                    <a:pt x="8888" y="15723"/>
                  </a:lnTo>
                  <a:lnTo>
                    <a:pt x="8730" y="15624"/>
                  </a:lnTo>
                  <a:lnTo>
                    <a:pt x="8592" y="15506"/>
                  </a:lnTo>
                  <a:lnTo>
                    <a:pt x="8592" y="15486"/>
                  </a:lnTo>
                  <a:lnTo>
                    <a:pt x="8770" y="15486"/>
                  </a:lnTo>
                  <a:lnTo>
                    <a:pt x="8632" y="15348"/>
                  </a:lnTo>
                  <a:lnTo>
                    <a:pt x="8474" y="15249"/>
                  </a:lnTo>
                  <a:lnTo>
                    <a:pt x="8296" y="15150"/>
                  </a:lnTo>
                  <a:lnTo>
                    <a:pt x="8158" y="15091"/>
                  </a:lnTo>
                  <a:lnTo>
                    <a:pt x="8217" y="15052"/>
                  </a:lnTo>
                  <a:lnTo>
                    <a:pt x="8375" y="15052"/>
                  </a:lnTo>
                  <a:lnTo>
                    <a:pt x="8434" y="15091"/>
                  </a:lnTo>
                  <a:lnTo>
                    <a:pt x="8513" y="15131"/>
                  </a:lnTo>
                  <a:lnTo>
                    <a:pt x="8592" y="15190"/>
                  </a:lnTo>
                  <a:lnTo>
                    <a:pt x="8592" y="15210"/>
                  </a:lnTo>
                  <a:lnTo>
                    <a:pt x="8592" y="15249"/>
                  </a:lnTo>
                  <a:lnTo>
                    <a:pt x="8987" y="15427"/>
                  </a:lnTo>
                  <a:lnTo>
                    <a:pt x="8829" y="15348"/>
                  </a:lnTo>
                  <a:lnTo>
                    <a:pt x="8711" y="15249"/>
                  </a:lnTo>
                  <a:lnTo>
                    <a:pt x="8592" y="15150"/>
                  </a:lnTo>
                  <a:lnTo>
                    <a:pt x="8533" y="15071"/>
                  </a:lnTo>
                  <a:lnTo>
                    <a:pt x="8474" y="14973"/>
                  </a:lnTo>
                  <a:lnTo>
                    <a:pt x="8454" y="14894"/>
                  </a:lnTo>
                  <a:lnTo>
                    <a:pt x="8454" y="14834"/>
                  </a:lnTo>
                  <a:lnTo>
                    <a:pt x="8474" y="14775"/>
                  </a:lnTo>
                  <a:lnTo>
                    <a:pt x="8355" y="14736"/>
                  </a:lnTo>
                  <a:lnTo>
                    <a:pt x="8316" y="14736"/>
                  </a:lnTo>
                  <a:lnTo>
                    <a:pt x="8316" y="14795"/>
                  </a:lnTo>
                  <a:lnTo>
                    <a:pt x="8355" y="14854"/>
                  </a:lnTo>
                  <a:lnTo>
                    <a:pt x="8395" y="14894"/>
                  </a:lnTo>
                  <a:lnTo>
                    <a:pt x="8395" y="14933"/>
                  </a:lnTo>
                  <a:lnTo>
                    <a:pt x="8335" y="14933"/>
                  </a:lnTo>
                  <a:lnTo>
                    <a:pt x="8197" y="14854"/>
                  </a:lnTo>
                  <a:lnTo>
                    <a:pt x="8098" y="14736"/>
                  </a:lnTo>
                  <a:lnTo>
                    <a:pt x="8000" y="14617"/>
                  </a:lnTo>
                  <a:lnTo>
                    <a:pt x="7782" y="14439"/>
                  </a:lnTo>
                  <a:lnTo>
                    <a:pt x="7565" y="14281"/>
                  </a:lnTo>
                  <a:lnTo>
                    <a:pt x="7348" y="14143"/>
                  </a:lnTo>
                  <a:lnTo>
                    <a:pt x="7150" y="14005"/>
                  </a:lnTo>
                  <a:lnTo>
                    <a:pt x="6992" y="13866"/>
                  </a:lnTo>
                  <a:lnTo>
                    <a:pt x="6933" y="13787"/>
                  </a:lnTo>
                  <a:lnTo>
                    <a:pt x="6874" y="13708"/>
                  </a:lnTo>
                  <a:lnTo>
                    <a:pt x="6834" y="13610"/>
                  </a:lnTo>
                  <a:lnTo>
                    <a:pt x="6795" y="13491"/>
                  </a:lnTo>
                  <a:lnTo>
                    <a:pt x="6538" y="13412"/>
                  </a:lnTo>
                  <a:lnTo>
                    <a:pt x="6222" y="13294"/>
                  </a:lnTo>
                  <a:lnTo>
                    <a:pt x="5906" y="13136"/>
                  </a:lnTo>
                  <a:lnTo>
                    <a:pt x="5748" y="13037"/>
                  </a:lnTo>
                  <a:lnTo>
                    <a:pt x="5570" y="12938"/>
                  </a:lnTo>
                  <a:lnTo>
                    <a:pt x="5550" y="12958"/>
                  </a:lnTo>
                  <a:lnTo>
                    <a:pt x="5491" y="12958"/>
                  </a:lnTo>
                  <a:lnTo>
                    <a:pt x="5373" y="12899"/>
                  </a:lnTo>
                  <a:lnTo>
                    <a:pt x="5313" y="12879"/>
                  </a:lnTo>
                  <a:lnTo>
                    <a:pt x="5274" y="12859"/>
                  </a:lnTo>
                  <a:lnTo>
                    <a:pt x="5234" y="12859"/>
                  </a:lnTo>
                  <a:lnTo>
                    <a:pt x="5195" y="12899"/>
                  </a:lnTo>
                  <a:lnTo>
                    <a:pt x="5254" y="12978"/>
                  </a:lnTo>
                  <a:lnTo>
                    <a:pt x="5333" y="13057"/>
                  </a:lnTo>
                  <a:lnTo>
                    <a:pt x="5471" y="13175"/>
                  </a:lnTo>
                  <a:lnTo>
                    <a:pt x="5649" y="13254"/>
                  </a:lnTo>
                  <a:lnTo>
                    <a:pt x="5807" y="13333"/>
                  </a:lnTo>
                  <a:lnTo>
                    <a:pt x="5985" y="13412"/>
                  </a:lnTo>
                  <a:lnTo>
                    <a:pt x="6123" y="13491"/>
                  </a:lnTo>
                  <a:lnTo>
                    <a:pt x="6242" y="13590"/>
                  </a:lnTo>
                  <a:lnTo>
                    <a:pt x="6301" y="13669"/>
                  </a:lnTo>
                  <a:lnTo>
                    <a:pt x="6340" y="13748"/>
                  </a:lnTo>
                  <a:lnTo>
                    <a:pt x="6419" y="13768"/>
                  </a:lnTo>
                  <a:lnTo>
                    <a:pt x="6538" y="13768"/>
                  </a:lnTo>
                  <a:lnTo>
                    <a:pt x="6558" y="13748"/>
                  </a:lnTo>
                  <a:lnTo>
                    <a:pt x="6637" y="13708"/>
                  </a:lnTo>
                  <a:lnTo>
                    <a:pt x="6657" y="13689"/>
                  </a:lnTo>
                  <a:lnTo>
                    <a:pt x="6696" y="13689"/>
                  </a:lnTo>
                  <a:lnTo>
                    <a:pt x="6834" y="13768"/>
                  </a:lnTo>
                  <a:lnTo>
                    <a:pt x="6933" y="13866"/>
                  </a:lnTo>
                  <a:lnTo>
                    <a:pt x="7012" y="13945"/>
                  </a:lnTo>
                  <a:lnTo>
                    <a:pt x="7012" y="13985"/>
                  </a:lnTo>
                  <a:lnTo>
                    <a:pt x="7012" y="14005"/>
                  </a:lnTo>
                  <a:lnTo>
                    <a:pt x="6874" y="13965"/>
                  </a:lnTo>
                  <a:lnTo>
                    <a:pt x="6775" y="13945"/>
                  </a:lnTo>
                  <a:lnTo>
                    <a:pt x="6696" y="13965"/>
                  </a:lnTo>
                  <a:lnTo>
                    <a:pt x="6637" y="13985"/>
                  </a:lnTo>
                  <a:lnTo>
                    <a:pt x="6577" y="14005"/>
                  </a:lnTo>
                  <a:lnTo>
                    <a:pt x="6498" y="13985"/>
                  </a:lnTo>
                  <a:lnTo>
                    <a:pt x="6380" y="13945"/>
                  </a:lnTo>
                  <a:lnTo>
                    <a:pt x="6202" y="13847"/>
                  </a:lnTo>
                  <a:lnTo>
                    <a:pt x="6222" y="13906"/>
                  </a:lnTo>
                  <a:lnTo>
                    <a:pt x="6281" y="13965"/>
                  </a:lnTo>
                  <a:lnTo>
                    <a:pt x="6459" y="14123"/>
                  </a:lnTo>
                  <a:lnTo>
                    <a:pt x="6657" y="14262"/>
                  </a:lnTo>
                  <a:lnTo>
                    <a:pt x="6834" y="14400"/>
                  </a:lnTo>
                  <a:lnTo>
                    <a:pt x="6775" y="14420"/>
                  </a:lnTo>
                  <a:lnTo>
                    <a:pt x="6775" y="14479"/>
                  </a:lnTo>
                  <a:lnTo>
                    <a:pt x="6795" y="14538"/>
                  </a:lnTo>
                  <a:lnTo>
                    <a:pt x="6854" y="14637"/>
                  </a:lnTo>
                  <a:lnTo>
                    <a:pt x="6676" y="14617"/>
                  </a:lnTo>
                  <a:lnTo>
                    <a:pt x="6479" y="14558"/>
                  </a:lnTo>
                  <a:lnTo>
                    <a:pt x="6281" y="14499"/>
                  </a:lnTo>
                  <a:lnTo>
                    <a:pt x="6103" y="14459"/>
                  </a:lnTo>
                  <a:lnTo>
                    <a:pt x="6123" y="14459"/>
                  </a:lnTo>
                  <a:lnTo>
                    <a:pt x="6143" y="14439"/>
                  </a:lnTo>
                  <a:lnTo>
                    <a:pt x="6143" y="14400"/>
                  </a:lnTo>
                  <a:lnTo>
                    <a:pt x="6143" y="14380"/>
                  </a:lnTo>
                  <a:lnTo>
                    <a:pt x="6143" y="14360"/>
                  </a:lnTo>
                  <a:lnTo>
                    <a:pt x="6163" y="14360"/>
                  </a:lnTo>
                  <a:lnTo>
                    <a:pt x="5511" y="14123"/>
                  </a:lnTo>
                  <a:lnTo>
                    <a:pt x="5452" y="14005"/>
                  </a:lnTo>
                  <a:lnTo>
                    <a:pt x="5432" y="13906"/>
                  </a:lnTo>
                  <a:lnTo>
                    <a:pt x="5432" y="13886"/>
                  </a:lnTo>
                  <a:lnTo>
                    <a:pt x="5471" y="13847"/>
                  </a:lnTo>
                  <a:lnTo>
                    <a:pt x="5531" y="13847"/>
                  </a:lnTo>
                  <a:lnTo>
                    <a:pt x="5412" y="13748"/>
                  </a:lnTo>
                  <a:lnTo>
                    <a:pt x="5294" y="13649"/>
                  </a:lnTo>
                  <a:lnTo>
                    <a:pt x="5017" y="13471"/>
                  </a:lnTo>
                  <a:lnTo>
                    <a:pt x="4899" y="13392"/>
                  </a:lnTo>
                  <a:lnTo>
                    <a:pt x="4820" y="13313"/>
                  </a:lnTo>
                  <a:lnTo>
                    <a:pt x="4780" y="13254"/>
                  </a:lnTo>
                  <a:lnTo>
                    <a:pt x="4780" y="13215"/>
                  </a:lnTo>
                  <a:lnTo>
                    <a:pt x="4780" y="13195"/>
                  </a:lnTo>
                  <a:lnTo>
                    <a:pt x="4681" y="13116"/>
                  </a:lnTo>
                  <a:lnTo>
                    <a:pt x="4622" y="13096"/>
                  </a:lnTo>
                  <a:lnTo>
                    <a:pt x="4622" y="13136"/>
                  </a:lnTo>
                  <a:lnTo>
                    <a:pt x="4662" y="13195"/>
                  </a:lnTo>
                  <a:lnTo>
                    <a:pt x="4760" y="13333"/>
                  </a:lnTo>
                  <a:lnTo>
                    <a:pt x="4820" y="13392"/>
                  </a:lnTo>
                  <a:lnTo>
                    <a:pt x="4820" y="13447"/>
                  </a:lnTo>
                  <a:lnTo>
                    <a:pt x="5195" y="13728"/>
                  </a:lnTo>
                  <a:lnTo>
                    <a:pt x="5175" y="13748"/>
                  </a:lnTo>
                  <a:lnTo>
                    <a:pt x="5155" y="13768"/>
                  </a:lnTo>
                  <a:lnTo>
                    <a:pt x="5116" y="13768"/>
                  </a:lnTo>
                  <a:lnTo>
                    <a:pt x="5096" y="13748"/>
                  </a:lnTo>
                  <a:lnTo>
                    <a:pt x="5017" y="13689"/>
                  </a:lnTo>
                  <a:lnTo>
                    <a:pt x="4938" y="13629"/>
                  </a:lnTo>
                  <a:lnTo>
                    <a:pt x="4839" y="13531"/>
                  </a:lnTo>
                  <a:lnTo>
                    <a:pt x="4741" y="13471"/>
                  </a:lnTo>
                  <a:lnTo>
                    <a:pt x="4662" y="13432"/>
                  </a:lnTo>
                  <a:lnTo>
                    <a:pt x="4622" y="13432"/>
                  </a:lnTo>
                  <a:lnTo>
                    <a:pt x="4583" y="13452"/>
                  </a:lnTo>
                  <a:lnTo>
                    <a:pt x="4523" y="13491"/>
                  </a:lnTo>
                  <a:lnTo>
                    <a:pt x="4405" y="13491"/>
                  </a:lnTo>
                  <a:lnTo>
                    <a:pt x="4365" y="13471"/>
                  </a:lnTo>
                  <a:lnTo>
                    <a:pt x="4267" y="13373"/>
                  </a:lnTo>
                  <a:lnTo>
                    <a:pt x="4187" y="13234"/>
                  </a:lnTo>
                  <a:lnTo>
                    <a:pt x="4010" y="12938"/>
                  </a:lnTo>
                  <a:lnTo>
                    <a:pt x="3911" y="12800"/>
                  </a:lnTo>
                  <a:lnTo>
                    <a:pt x="3871" y="12741"/>
                  </a:lnTo>
                  <a:lnTo>
                    <a:pt x="3812" y="12701"/>
                  </a:lnTo>
                  <a:lnTo>
                    <a:pt x="4306" y="12741"/>
                  </a:lnTo>
                  <a:lnTo>
                    <a:pt x="4010" y="12563"/>
                  </a:lnTo>
                  <a:lnTo>
                    <a:pt x="4168" y="12563"/>
                  </a:lnTo>
                  <a:lnTo>
                    <a:pt x="4306" y="12543"/>
                  </a:lnTo>
                  <a:lnTo>
                    <a:pt x="4464" y="12523"/>
                  </a:lnTo>
                  <a:lnTo>
                    <a:pt x="4563" y="12543"/>
                  </a:lnTo>
                  <a:lnTo>
                    <a:pt x="4681" y="12563"/>
                  </a:lnTo>
                  <a:lnTo>
                    <a:pt x="4681" y="12563"/>
                  </a:lnTo>
                  <a:lnTo>
                    <a:pt x="4405" y="12306"/>
                  </a:lnTo>
                  <a:lnTo>
                    <a:pt x="4128" y="12010"/>
                  </a:lnTo>
                  <a:lnTo>
                    <a:pt x="3871" y="11733"/>
                  </a:lnTo>
                  <a:lnTo>
                    <a:pt x="3674" y="11536"/>
                  </a:lnTo>
                  <a:lnTo>
                    <a:pt x="3674" y="11437"/>
                  </a:lnTo>
                  <a:lnTo>
                    <a:pt x="3713" y="11358"/>
                  </a:lnTo>
                  <a:lnTo>
                    <a:pt x="3753" y="11299"/>
                  </a:lnTo>
                  <a:lnTo>
                    <a:pt x="3832" y="11259"/>
                  </a:lnTo>
                  <a:lnTo>
                    <a:pt x="3674" y="11160"/>
                  </a:lnTo>
                  <a:lnTo>
                    <a:pt x="3575" y="11062"/>
                  </a:lnTo>
                  <a:lnTo>
                    <a:pt x="3496" y="10943"/>
                  </a:lnTo>
                  <a:lnTo>
                    <a:pt x="3437" y="10825"/>
                  </a:lnTo>
                  <a:lnTo>
                    <a:pt x="3358" y="10588"/>
                  </a:lnTo>
                  <a:lnTo>
                    <a:pt x="3318" y="10469"/>
                  </a:lnTo>
                  <a:lnTo>
                    <a:pt x="3239" y="10351"/>
                  </a:lnTo>
                  <a:lnTo>
                    <a:pt x="3160" y="10272"/>
                  </a:lnTo>
                  <a:lnTo>
                    <a:pt x="3141" y="10272"/>
                  </a:lnTo>
                  <a:lnTo>
                    <a:pt x="3121" y="10291"/>
                  </a:lnTo>
                  <a:lnTo>
                    <a:pt x="3121" y="10351"/>
                  </a:lnTo>
                  <a:lnTo>
                    <a:pt x="3141" y="10430"/>
                  </a:lnTo>
                  <a:lnTo>
                    <a:pt x="3160" y="10528"/>
                  </a:lnTo>
                  <a:lnTo>
                    <a:pt x="3160" y="10588"/>
                  </a:lnTo>
                  <a:lnTo>
                    <a:pt x="3160" y="10607"/>
                  </a:lnTo>
                  <a:lnTo>
                    <a:pt x="3141" y="10627"/>
                  </a:lnTo>
                  <a:lnTo>
                    <a:pt x="3101" y="10627"/>
                  </a:lnTo>
                  <a:lnTo>
                    <a:pt x="3062" y="10607"/>
                  </a:lnTo>
                  <a:lnTo>
                    <a:pt x="3062" y="10548"/>
                  </a:lnTo>
                  <a:lnTo>
                    <a:pt x="3022" y="10489"/>
                  </a:lnTo>
                  <a:lnTo>
                    <a:pt x="2963" y="10390"/>
                  </a:lnTo>
                  <a:lnTo>
                    <a:pt x="2805" y="10212"/>
                  </a:lnTo>
                  <a:lnTo>
                    <a:pt x="2844" y="10272"/>
                  </a:lnTo>
                  <a:lnTo>
                    <a:pt x="2884" y="10331"/>
                  </a:lnTo>
                  <a:lnTo>
                    <a:pt x="2983" y="10528"/>
                  </a:lnTo>
                  <a:lnTo>
                    <a:pt x="3220" y="11002"/>
                  </a:lnTo>
                  <a:lnTo>
                    <a:pt x="3220" y="11002"/>
                  </a:lnTo>
                  <a:lnTo>
                    <a:pt x="3160" y="10943"/>
                  </a:lnTo>
                  <a:lnTo>
                    <a:pt x="3121" y="10904"/>
                  </a:lnTo>
                  <a:lnTo>
                    <a:pt x="3081" y="10884"/>
                  </a:lnTo>
                  <a:lnTo>
                    <a:pt x="3042" y="10884"/>
                  </a:lnTo>
                  <a:lnTo>
                    <a:pt x="2963" y="10904"/>
                  </a:lnTo>
                  <a:lnTo>
                    <a:pt x="2884" y="10904"/>
                  </a:lnTo>
                  <a:lnTo>
                    <a:pt x="3101" y="11239"/>
                  </a:lnTo>
                  <a:lnTo>
                    <a:pt x="3042" y="11239"/>
                  </a:lnTo>
                  <a:lnTo>
                    <a:pt x="2983" y="11220"/>
                  </a:lnTo>
                  <a:lnTo>
                    <a:pt x="2923" y="11160"/>
                  </a:lnTo>
                  <a:lnTo>
                    <a:pt x="2864" y="11062"/>
                  </a:lnTo>
                  <a:lnTo>
                    <a:pt x="2746" y="10884"/>
                  </a:lnTo>
                  <a:lnTo>
                    <a:pt x="2686" y="10805"/>
                  </a:lnTo>
                  <a:lnTo>
                    <a:pt x="2627" y="10746"/>
                  </a:lnTo>
                  <a:lnTo>
                    <a:pt x="2726" y="10746"/>
                  </a:lnTo>
                  <a:lnTo>
                    <a:pt x="2805" y="10726"/>
                  </a:lnTo>
                  <a:lnTo>
                    <a:pt x="2864" y="10706"/>
                  </a:lnTo>
                  <a:lnTo>
                    <a:pt x="2983" y="10706"/>
                  </a:lnTo>
                  <a:lnTo>
                    <a:pt x="2805" y="10489"/>
                  </a:lnTo>
                  <a:lnTo>
                    <a:pt x="2627" y="10252"/>
                  </a:lnTo>
                  <a:lnTo>
                    <a:pt x="2568" y="10114"/>
                  </a:lnTo>
                  <a:lnTo>
                    <a:pt x="2509" y="9975"/>
                  </a:lnTo>
                  <a:lnTo>
                    <a:pt x="2469" y="9857"/>
                  </a:lnTo>
                  <a:lnTo>
                    <a:pt x="2449" y="9738"/>
                  </a:lnTo>
                  <a:lnTo>
                    <a:pt x="2449" y="9679"/>
                  </a:lnTo>
                  <a:lnTo>
                    <a:pt x="2469" y="9679"/>
                  </a:lnTo>
                  <a:lnTo>
                    <a:pt x="2528" y="9719"/>
                  </a:lnTo>
                  <a:lnTo>
                    <a:pt x="2588" y="9798"/>
                  </a:lnTo>
                  <a:lnTo>
                    <a:pt x="2667" y="9877"/>
                  </a:lnTo>
                  <a:lnTo>
                    <a:pt x="2667" y="9837"/>
                  </a:lnTo>
                  <a:lnTo>
                    <a:pt x="2667" y="9778"/>
                  </a:lnTo>
                  <a:lnTo>
                    <a:pt x="2588" y="9679"/>
                  </a:lnTo>
                  <a:lnTo>
                    <a:pt x="2528" y="9600"/>
                  </a:lnTo>
                  <a:lnTo>
                    <a:pt x="2528" y="9541"/>
                  </a:lnTo>
                  <a:lnTo>
                    <a:pt x="2548" y="9501"/>
                  </a:lnTo>
                  <a:lnTo>
                    <a:pt x="2588" y="9501"/>
                  </a:lnTo>
                  <a:lnTo>
                    <a:pt x="2607" y="9521"/>
                  </a:lnTo>
                  <a:lnTo>
                    <a:pt x="2647" y="9600"/>
                  </a:lnTo>
                  <a:lnTo>
                    <a:pt x="2686" y="9679"/>
                  </a:lnTo>
                  <a:lnTo>
                    <a:pt x="2726" y="9758"/>
                  </a:lnTo>
                  <a:lnTo>
                    <a:pt x="2627" y="9541"/>
                  </a:lnTo>
                  <a:lnTo>
                    <a:pt x="2548" y="9323"/>
                  </a:lnTo>
                  <a:lnTo>
                    <a:pt x="2469" y="9106"/>
                  </a:lnTo>
                  <a:lnTo>
                    <a:pt x="2410" y="8889"/>
                  </a:lnTo>
                  <a:lnTo>
                    <a:pt x="2430" y="8889"/>
                  </a:lnTo>
                  <a:lnTo>
                    <a:pt x="2449" y="8909"/>
                  </a:lnTo>
                  <a:lnTo>
                    <a:pt x="2509" y="8988"/>
                  </a:lnTo>
                  <a:lnTo>
                    <a:pt x="2548" y="9106"/>
                  </a:lnTo>
                  <a:lnTo>
                    <a:pt x="2588" y="9205"/>
                  </a:lnTo>
                  <a:lnTo>
                    <a:pt x="2548" y="9027"/>
                  </a:lnTo>
                  <a:lnTo>
                    <a:pt x="2469" y="8849"/>
                  </a:lnTo>
                  <a:lnTo>
                    <a:pt x="2351" y="8691"/>
                  </a:lnTo>
                  <a:lnTo>
                    <a:pt x="2153" y="8514"/>
                  </a:lnTo>
                  <a:lnTo>
                    <a:pt x="2153" y="8277"/>
                  </a:lnTo>
                  <a:lnTo>
                    <a:pt x="2173" y="8059"/>
                  </a:lnTo>
                  <a:lnTo>
                    <a:pt x="2193" y="7980"/>
                  </a:lnTo>
                  <a:lnTo>
                    <a:pt x="2232" y="7941"/>
                  </a:lnTo>
                  <a:lnTo>
                    <a:pt x="2272" y="7901"/>
                  </a:lnTo>
                  <a:lnTo>
                    <a:pt x="2311" y="7921"/>
                  </a:lnTo>
                  <a:lnTo>
                    <a:pt x="2252" y="7862"/>
                  </a:lnTo>
                  <a:lnTo>
                    <a:pt x="2212" y="7862"/>
                  </a:lnTo>
                  <a:lnTo>
                    <a:pt x="2173" y="7882"/>
                  </a:lnTo>
                  <a:lnTo>
                    <a:pt x="2133" y="7901"/>
                  </a:lnTo>
                  <a:lnTo>
                    <a:pt x="2114" y="7763"/>
                  </a:lnTo>
                  <a:lnTo>
                    <a:pt x="2094" y="7664"/>
                  </a:lnTo>
                  <a:lnTo>
                    <a:pt x="2054" y="7566"/>
                  </a:lnTo>
                  <a:lnTo>
                    <a:pt x="2015" y="7506"/>
                  </a:lnTo>
                  <a:lnTo>
                    <a:pt x="1916" y="7368"/>
                  </a:lnTo>
                  <a:lnTo>
                    <a:pt x="1896" y="7289"/>
                  </a:lnTo>
                  <a:lnTo>
                    <a:pt x="1896" y="7210"/>
                  </a:lnTo>
                  <a:lnTo>
                    <a:pt x="1758" y="7408"/>
                  </a:lnTo>
                  <a:lnTo>
                    <a:pt x="1798" y="7269"/>
                  </a:lnTo>
                  <a:lnTo>
                    <a:pt x="1798" y="7190"/>
                  </a:lnTo>
                  <a:lnTo>
                    <a:pt x="1758" y="7171"/>
                  </a:lnTo>
                  <a:lnTo>
                    <a:pt x="1718" y="7151"/>
                  </a:lnTo>
                  <a:lnTo>
                    <a:pt x="1679" y="7131"/>
                  </a:lnTo>
                  <a:lnTo>
                    <a:pt x="1659" y="7092"/>
                  </a:lnTo>
                  <a:lnTo>
                    <a:pt x="1639" y="7032"/>
                  </a:lnTo>
                  <a:lnTo>
                    <a:pt x="1679" y="6914"/>
                  </a:lnTo>
                  <a:lnTo>
                    <a:pt x="1778" y="6953"/>
                  </a:lnTo>
                  <a:lnTo>
                    <a:pt x="1877" y="6973"/>
                  </a:lnTo>
                  <a:lnTo>
                    <a:pt x="1975" y="6953"/>
                  </a:lnTo>
                  <a:lnTo>
                    <a:pt x="2094" y="6933"/>
                  </a:lnTo>
                  <a:lnTo>
                    <a:pt x="2054" y="6894"/>
                  </a:lnTo>
                  <a:lnTo>
                    <a:pt x="2035" y="6854"/>
                  </a:lnTo>
                  <a:lnTo>
                    <a:pt x="2054" y="6756"/>
                  </a:lnTo>
                  <a:lnTo>
                    <a:pt x="2094" y="6637"/>
                  </a:lnTo>
                  <a:lnTo>
                    <a:pt x="2133" y="6519"/>
                  </a:lnTo>
                  <a:lnTo>
                    <a:pt x="2094" y="6519"/>
                  </a:lnTo>
                  <a:lnTo>
                    <a:pt x="2074" y="6499"/>
                  </a:lnTo>
                  <a:lnTo>
                    <a:pt x="2035" y="6380"/>
                  </a:lnTo>
                  <a:lnTo>
                    <a:pt x="2035" y="6341"/>
                  </a:lnTo>
                  <a:lnTo>
                    <a:pt x="1995" y="6321"/>
                  </a:lnTo>
                  <a:lnTo>
                    <a:pt x="1975" y="6321"/>
                  </a:lnTo>
                  <a:lnTo>
                    <a:pt x="1916" y="6380"/>
                  </a:lnTo>
                  <a:lnTo>
                    <a:pt x="1916" y="6242"/>
                  </a:lnTo>
                  <a:lnTo>
                    <a:pt x="1936" y="6124"/>
                  </a:lnTo>
                  <a:lnTo>
                    <a:pt x="2015" y="5946"/>
                  </a:lnTo>
                  <a:lnTo>
                    <a:pt x="2074" y="5768"/>
                  </a:lnTo>
                  <a:lnTo>
                    <a:pt x="2094" y="5689"/>
                  </a:lnTo>
                  <a:lnTo>
                    <a:pt x="2094" y="5571"/>
                  </a:lnTo>
                  <a:lnTo>
                    <a:pt x="2054" y="5590"/>
                  </a:lnTo>
                  <a:lnTo>
                    <a:pt x="2035" y="5571"/>
                  </a:lnTo>
                  <a:lnTo>
                    <a:pt x="2035" y="5452"/>
                  </a:lnTo>
                  <a:lnTo>
                    <a:pt x="2035" y="5334"/>
                  </a:lnTo>
                  <a:lnTo>
                    <a:pt x="1995" y="5294"/>
                  </a:lnTo>
                  <a:lnTo>
                    <a:pt x="1956" y="5314"/>
                  </a:lnTo>
                  <a:lnTo>
                    <a:pt x="2035" y="5195"/>
                  </a:lnTo>
                  <a:lnTo>
                    <a:pt x="2094" y="5077"/>
                  </a:lnTo>
                  <a:lnTo>
                    <a:pt x="2173" y="4998"/>
                  </a:lnTo>
                  <a:lnTo>
                    <a:pt x="2252" y="4939"/>
                  </a:lnTo>
                  <a:lnTo>
                    <a:pt x="2311" y="4919"/>
                  </a:lnTo>
                  <a:lnTo>
                    <a:pt x="2370" y="4899"/>
                  </a:lnTo>
                  <a:lnTo>
                    <a:pt x="2430" y="4919"/>
                  </a:lnTo>
                  <a:lnTo>
                    <a:pt x="2449" y="4958"/>
                  </a:lnTo>
                  <a:lnTo>
                    <a:pt x="2331" y="5136"/>
                  </a:lnTo>
                  <a:lnTo>
                    <a:pt x="2311" y="5215"/>
                  </a:lnTo>
                  <a:lnTo>
                    <a:pt x="2311" y="5255"/>
                  </a:lnTo>
                  <a:lnTo>
                    <a:pt x="2351" y="5255"/>
                  </a:lnTo>
                  <a:lnTo>
                    <a:pt x="2489" y="4958"/>
                  </a:lnTo>
                  <a:lnTo>
                    <a:pt x="2647" y="4662"/>
                  </a:lnTo>
                  <a:lnTo>
                    <a:pt x="2864" y="4484"/>
                  </a:lnTo>
                  <a:lnTo>
                    <a:pt x="2983" y="4425"/>
                  </a:lnTo>
                  <a:lnTo>
                    <a:pt x="3081" y="4425"/>
                  </a:lnTo>
                  <a:lnTo>
                    <a:pt x="3101" y="4326"/>
                  </a:lnTo>
                  <a:lnTo>
                    <a:pt x="3141" y="4247"/>
                  </a:lnTo>
                  <a:lnTo>
                    <a:pt x="3220" y="4148"/>
                  </a:lnTo>
                  <a:lnTo>
                    <a:pt x="3299" y="4069"/>
                  </a:lnTo>
                  <a:lnTo>
                    <a:pt x="3378" y="3990"/>
                  </a:lnTo>
                  <a:lnTo>
                    <a:pt x="3437" y="3911"/>
                  </a:lnTo>
                  <a:lnTo>
                    <a:pt x="3476" y="3832"/>
                  </a:lnTo>
                  <a:lnTo>
                    <a:pt x="3476" y="3734"/>
                  </a:lnTo>
                  <a:lnTo>
                    <a:pt x="3457" y="3813"/>
                  </a:lnTo>
                  <a:lnTo>
                    <a:pt x="3417" y="3892"/>
                  </a:lnTo>
                  <a:lnTo>
                    <a:pt x="3378" y="3951"/>
                  </a:lnTo>
                  <a:lnTo>
                    <a:pt x="3318" y="3990"/>
                  </a:lnTo>
                  <a:lnTo>
                    <a:pt x="3220" y="4050"/>
                  </a:lnTo>
                  <a:lnTo>
                    <a:pt x="3141" y="4089"/>
                  </a:lnTo>
                  <a:lnTo>
                    <a:pt x="3180" y="3990"/>
                  </a:lnTo>
                  <a:lnTo>
                    <a:pt x="3141" y="4030"/>
                  </a:lnTo>
                  <a:lnTo>
                    <a:pt x="3101" y="3635"/>
                  </a:lnTo>
                  <a:lnTo>
                    <a:pt x="3042" y="3694"/>
                  </a:lnTo>
                  <a:lnTo>
                    <a:pt x="3002" y="3734"/>
                  </a:lnTo>
                  <a:lnTo>
                    <a:pt x="3002" y="3773"/>
                  </a:lnTo>
                  <a:lnTo>
                    <a:pt x="3022" y="3813"/>
                  </a:lnTo>
                  <a:lnTo>
                    <a:pt x="3042" y="3872"/>
                  </a:lnTo>
                  <a:lnTo>
                    <a:pt x="3062" y="3931"/>
                  </a:lnTo>
                  <a:lnTo>
                    <a:pt x="3022" y="4010"/>
                  </a:lnTo>
                  <a:lnTo>
                    <a:pt x="2963" y="4109"/>
                  </a:lnTo>
                  <a:lnTo>
                    <a:pt x="2904" y="4129"/>
                  </a:lnTo>
                  <a:lnTo>
                    <a:pt x="2864" y="4129"/>
                  </a:lnTo>
                  <a:lnTo>
                    <a:pt x="2825" y="4089"/>
                  </a:lnTo>
                  <a:lnTo>
                    <a:pt x="2825" y="4050"/>
                  </a:lnTo>
                  <a:lnTo>
                    <a:pt x="2825" y="3911"/>
                  </a:lnTo>
                  <a:lnTo>
                    <a:pt x="2864" y="3753"/>
                  </a:lnTo>
                  <a:lnTo>
                    <a:pt x="2904" y="3615"/>
                  </a:lnTo>
                  <a:lnTo>
                    <a:pt x="2923" y="3497"/>
                  </a:lnTo>
                  <a:lnTo>
                    <a:pt x="2923" y="3457"/>
                  </a:lnTo>
                  <a:lnTo>
                    <a:pt x="2904" y="3437"/>
                  </a:lnTo>
                  <a:lnTo>
                    <a:pt x="2864" y="3437"/>
                  </a:lnTo>
                  <a:lnTo>
                    <a:pt x="2805" y="3457"/>
                  </a:lnTo>
                  <a:lnTo>
                    <a:pt x="2746" y="3536"/>
                  </a:lnTo>
                  <a:lnTo>
                    <a:pt x="2706" y="3595"/>
                  </a:lnTo>
                  <a:lnTo>
                    <a:pt x="2686" y="3655"/>
                  </a:lnTo>
                  <a:lnTo>
                    <a:pt x="2686" y="3714"/>
                  </a:lnTo>
                  <a:lnTo>
                    <a:pt x="2726" y="3852"/>
                  </a:lnTo>
                  <a:lnTo>
                    <a:pt x="2726" y="3931"/>
                  </a:lnTo>
                  <a:lnTo>
                    <a:pt x="2706" y="4010"/>
                  </a:lnTo>
                  <a:lnTo>
                    <a:pt x="2706" y="4010"/>
                  </a:lnTo>
                  <a:lnTo>
                    <a:pt x="2746" y="3971"/>
                  </a:lnTo>
                  <a:lnTo>
                    <a:pt x="2746" y="3971"/>
                  </a:lnTo>
                  <a:lnTo>
                    <a:pt x="2528" y="4504"/>
                  </a:lnTo>
                  <a:lnTo>
                    <a:pt x="2489" y="4484"/>
                  </a:lnTo>
                  <a:lnTo>
                    <a:pt x="2489" y="4464"/>
                  </a:lnTo>
                  <a:lnTo>
                    <a:pt x="2469" y="4385"/>
                  </a:lnTo>
                  <a:lnTo>
                    <a:pt x="2469" y="4287"/>
                  </a:lnTo>
                  <a:lnTo>
                    <a:pt x="2232" y="4662"/>
                  </a:lnTo>
                  <a:lnTo>
                    <a:pt x="2035" y="4919"/>
                  </a:lnTo>
                  <a:lnTo>
                    <a:pt x="1837" y="5195"/>
                  </a:lnTo>
                  <a:lnTo>
                    <a:pt x="1718" y="5393"/>
                  </a:lnTo>
                  <a:lnTo>
                    <a:pt x="1600" y="5610"/>
                  </a:lnTo>
                  <a:lnTo>
                    <a:pt x="1679" y="5590"/>
                  </a:lnTo>
                  <a:lnTo>
                    <a:pt x="1778" y="5590"/>
                  </a:lnTo>
                  <a:lnTo>
                    <a:pt x="1837" y="5630"/>
                  </a:lnTo>
                  <a:lnTo>
                    <a:pt x="1857" y="5669"/>
                  </a:lnTo>
                  <a:lnTo>
                    <a:pt x="1877" y="5748"/>
                  </a:lnTo>
                  <a:lnTo>
                    <a:pt x="1857" y="5847"/>
                  </a:lnTo>
                  <a:lnTo>
                    <a:pt x="1857" y="5926"/>
                  </a:lnTo>
                  <a:lnTo>
                    <a:pt x="1837" y="5985"/>
                  </a:lnTo>
                  <a:lnTo>
                    <a:pt x="1758" y="6064"/>
                  </a:lnTo>
                  <a:lnTo>
                    <a:pt x="1699" y="6143"/>
                  </a:lnTo>
                  <a:lnTo>
                    <a:pt x="1659" y="6203"/>
                  </a:lnTo>
                  <a:lnTo>
                    <a:pt x="1639" y="6262"/>
                  </a:lnTo>
                  <a:lnTo>
                    <a:pt x="1620" y="6163"/>
                  </a:lnTo>
                  <a:lnTo>
                    <a:pt x="1600" y="6064"/>
                  </a:lnTo>
                  <a:lnTo>
                    <a:pt x="1600" y="6025"/>
                  </a:lnTo>
                  <a:lnTo>
                    <a:pt x="1600" y="5966"/>
                  </a:lnTo>
                  <a:lnTo>
                    <a:pt x="1620" y="5926"/>
                  </a:lnTo>
                  <a:lnTo>
                    <a:pt x="1679" y="5867"/>
                  </a:lnTo>
                  <a:lnTo>
                    <a:pt x="1501" y="5827"/>
                  </a:lnTo>
                  <a:lnTo>
                    <a:pt x="1501" y="5630"/>
                  </a:lnTo>
                  <a:lnTo>
                    <a:pt x="1462" y="5492"/>
                  </a:lnTo>
                  <a:lnTo>
                    <a:pt x="1422" y="5294"/>
                  </a:lnTo>
                  <a:lnTo>
                    <a:pt x="1402" y="5195"/>
                  </a:lnTo>
                  <a:lnTo>
                    <a:pt x="1402" y="5077"/>
                  </a:lnTo>
                  <a:lnTo>
                    <a:pt x="1442" y="4899"/>
                  </a:lnTo>
                  <a:lnTo>
                    <a:pt x="1541" y="4642"/>
                  </a:lnTo>
                  <a:lnTo>
                    <a:pt x="1521" y="4603"/>
                  </a:lnTo>
                  <a:lnTo>
                    <a:pt x="1521" y="4504"/>
                  </a:lnTo>
                  <a:lnTo>
                    <a:pt x="1560" y="4385"/>
                  </a:lnTo>
                  <a:lnTo>
                    <a:pt x="1620" y="4247"/>
                  </a:lnTo>
                  <a:lnTo>
                    <a:pt x="1758" y="3951"/>
                  </a:lnTo>
                  <a:lnTo>
                    <a:pt x="1857" y="3793"/>
                  </a:lnTo>
                  <a:lnTo>
                    <a:pt x="1956" y="3655"/>
                  </a:lnTo>
                  <a:lnTo>
                    <a:pt x="1758" y="3773"/>
                  </a:lnTo>
                  <a:lnTo>
                    <a:pt x="1758" y="3773"/>
                  </a:lnTo>
                  <a:lnTo>
                    <a:pt x="1778" y="3635"/>
                  </a:lnTo>
                  <a:lnTo>
                    <a:pt x="1817" y="3556"/>
                  </a:lnTo>
                  <a:lnTo>
                    <a:pt x="1857" y="3536"/>
                  </a:lnTo>
                  <a:lnTo>
                    <a:pt x="1896" y="3516"/>
                  </a:lnTo>
                  <a:lnTo>
                    <a:pt x="1936" y="3516"/>
                  </a:lnTo>
                  <a:lnTo>
                    <a:pt x="1995" y="3477"/>
                  </a:lnTo>
                  <a:lnTo>
                    <a:pt x="2054" y="3378"/>
                  </a:lnTo>
                  <a:lnTo>
                    <a:pt x="2133" y="3200"/>
                  </a:lnTo>
                  <a:lnTo>
                    <a:pt x="2390" y="3141"/>
                  </a:lnTo>
                  <a:lnTo>
                    <a:pt x="2528" y="3121"/>
                  </a:lnTo>
                  <a:lnTo>
                    <a:pt x="2647" y="3102"/>
                  </a:lnTo>
                  <a:lnTo>
                    <a:pt x="2765" y="3102"/>
                  </a:lnTo>
                  <a:lnTo>
                    <a:pt x="2844" y="3141"/>
                  </a:lnTo>
                  <a:lnTo>
                    <a:pt x="2864" y="3181"/>
                  </a:lnTo>
                  <a:lnTo>
                    <a:pt x="2884" y="3220"/>
                  </a:lnTo>
                  <a:lnTo>
                    <a:pt x="2884" y="3260"/>
                  </a:lnTo>
                  <a:lnTo>
                    <a:pt x="2884" y="3319"/>
                  </a:lnTo>
                  <a:lnTo>
                    <a:pt x="2983" y="3220"/>
                  </a:lnTo>
                  <a:lnTo>
                    <a:pt x="3062" y="3141"/>
                  </a:lnTo>
                  <a:lnTo>
                    <a:pt x="3180" y="2963"/>
                  </a:lnTo>
                  <a:lnTo>
                    <a:pt x="3279" y="2786"/>
                  </a:lnTo>
                  <a:lnTo>
                    <a:pt x="3437" y="2608"/>
                  </a:lnTo>
                  <a:lnTo>
                    <a:pt x="3516" y="2608"/>
                  </a:lnTo>
                  <a:lnTo>
                    <a:pt x="3575" y="2628"/>
                  </a:lnTo>
                  <a:lnTo>
                    <a:pt x="3595" y="2667"/>
                  </a:lnTo>
                  <a:lnTo>
                    <a:pt x="3595" y="2726"/>
                  </a:lnTo>
                  <a:lnTo>
                    <a:pt x="3595" y="2825"/>
                  </a:lnTo>
                  <a:lnTo>
                    <a:pt x="3615" y="2884"/>
                  </a:lnTo>
                  <a:lnTo>
                    <a:pt x="3654" y="2924"/>
                  </a:lnTo>
                  <a:lnTo>
                    <a:pt x="3792" y="2786"/>
                  </a:lnTo>
                  <a:lnTo>
                    <a:pt x="3871" y="2647"/>
                  </a:lnTo>
                  <a:lnTo>
                    <a:pt x="3891" y="2588"/>
                  </a:lnTo>
                  <a:lnTo>
                    <a:pt x="3891" y="2529"/>
                  </a:lnTo>
                  <a:lnTo>
                    <a:pt x="3871" y="2509"/>
                  </a:lnTo>
                  <a:lnTo>
                    <a:pt x="3812" y="2509"/>
                  </a:lnTo>
                  <a:lnTo>
                    <a:pt x="4029" y="2391"/>
                  </a:lnTo>
                  <a:lnTo>
                    <a:pt x="4247" y="2292"/>
                  </a:lnTo>
                  <a:lnTo>
                    <a:pt x="4227" y="2312"/>
                  </a:lnTo>
                  <a:lnTo>
                    <a:pt x="4187" y="2351"/>
                  </a:lnTo>
                  <a:lnTo>
                    <a:pt x="4069" y="2450"/>
                  </a:lnTo>
                  <a:lnTo>
                    <a:pt x="4207" y="2351"/>
                  </a:lnTo>
                  <a:lnTo>
                    <a:pt x="4365" y="2232"/>
                  </a:lnTo>
                  <a:lnTo>
                    <a:pt x="4484" y="2094"/>
                  </a:lnTo>
                  <a:lnTo>
                    <a:pt x="4563" y="1995"/>
                  </a:lnTo>
                  <a:lnTo>
                    <a:pt x="4484" y="2055"/>
                  </a:lnTo>
                  <a:lnTo>
                    <a:pt x="4425" y="2094"/>
                  </a:lnTo>
                  <a:lnTo>
                    <a:pt x="4385" y="2114"/>
                  </a:lnTo>
                  <a:lnTo>
                    <a:pt x="4523" y="1976"/>
                  </a:lnTo>
                  <a:lnTo>
                    <a:pt x="4662" y="1857"/>
                  </a:lnTo>
                  <a:lnTo>
                    <a:pt x="4839" y="1699"/>
                  </a:lnTo>
                  <a:lnTo>
                    <a:pt x="5037" y="1699"/>
                  </a:lnTo>
                  <a:lnTo>
                    <a:pt x="5175" y="1660"/>
                  </a:lnTo>
                  <a:lnTo>
                    <a:pt x="5313" y="1620"/>
                  </a:lnTo>
                  <a:lnTo>
                    <a:pt x="5412" y="1541"/>
                  </a:lnTo>
                  <a:lnTo>
                    <a:pt x="5531" y="1502"/>
                  </a:lnTo>
                  <a:lnTo>
                    <a:pt x="5629" y="1482"/>
                  </a:lnTo>
                  <a:lnTo>
                    <a:pt x="5708" y="1482"/>
                  </a:lnTo>
                  <a:lnTo>
                    <a:pt x="5807" y="1502"/>
                  </a:lnTo>
                  <a:lnTo>
                    <a:pt x="5926" y="1482"/>
                  </a:lnTo>
                  <a:lnTo>
                    <a:pt x="6044" y="1462"/>
                  </a:lnTo>
                  <a:lnTo>
                    <a:pt x="6163" y="1403"/>
                  </a:lnTo>
                  <a:lnTo>
                    <a:pt x="6202" y="1344"/>
                  </a:lnTo>
                  <a:lnTo>
                    <a:pt x="6242" y="1304"/>
                  </a:lnTo>
                  <a:lnTo>
                    <a:pt x="6340" y="1245"/>
                  </a:lnTo>
                  <a:lnTo>
                    <a:pt x="6459" y="1205"/>
                  </a:lnTo>
                  <a:lnTo>
                    <a:pt x="6577" y="1186"/>
                  </a:lnTo>
                  <a:lnTo>
                    <a:pt x="6736" y="1166"/>
                  </a:lnTo>
                  <a:lnTo>
                    <a:pt x="6874" y="1146"/>
                  </a:lnTo>
                  <a:lnTo>
                    <a:pt x="7012" y="1087"/>
                  </a:lnTo>
                  <a:lnTo>
                    <a:pt x="7131" y="988"/>
                  </a:lnTo>
                  <a:lnTo>
                    <a:pt x="7111" y="1028"/>
                  </a:lnTo>
                  <a:lnTo>
                    <a:pt x="7111" y="1067"/>
                  </a:lnTo>
                  <a:lnTo>
                    <a:pt x="7131" y="1067"/>
                  </a:lnTo>
                  <a:lnTo>
                    <a:pt x="7150" y="1087"/>
                  </a:lnTo>
                  <a:lnTo>
                    <a:pt x="7210" y="1087"/>
                  </a:lnTo>
                  <a:lnTo>
                    <a:pt x="7289" y="1107"/>
                  </a:lnTo>
                  <a:lnTo>
                    <a:pt x="7407" y="1107"/>
                  </a:lnTo>
                  <a:lnTo>
                    <a:pt x="7407" y="1126"/>
                  </a:lnTo>
                  <a:lnTo>
                    <a:pt x="7407" y="1166"/>
                  </a:lnTo>
                  <a:lnTo>
                    <a:pt x="7328" y="1225"/>
                  </a:lnTo>
                  <a:lnTo>
                    <a:pt x="7407" y="1245"/>
                  </a:lnTo>
                  <a:lnTo>
                    <a:pt x="7526" y="1225"/>
                  </a:lnTo>
                  <a:lnTo>
                    <a:pt x="7842" y="1146"/>
                  </a:lnTo>
                  <a:lnTo>
                    <a:pt x="8000" y="1087"/>
                  </a:lnTo>
                  <a:lnTo>
                    <a:pt x="8177" y="1067"/>
                  </a:lnTo>
                  <a:lnTo>
                    <a:pt x="8335" y="1067"/>
                  </a:lnTo>
                  <a:lnTo>
                    <a:pt x="8454" y="1107"/>
                  </a:lnTo>
                  <a:lnTo>
                    <a:pt x="8414" y="1166"/>
                  </a:lnTo>
                  <a:lnTo>
                    <a:pt x="8395" y="1186"/>
                  </a:lnTo>
                  <a:lnTo>
                    <a:pt x="8355" y="1205"/>
                  </a:lnTo>
                  <a:lnTo>
                    <a:pt x="8493" y="1186"/>
                  </a:lnTo>
                  <a:lnTo>
                    <a:pt x="8572" y="1186"/>
                  </a:lnTo>
                  <a:lnTo>
                    <a:pt x="8651" y="1205"/>
                  </a:lnTo>
                  <a:lnTo>
                    <a:pt x="8691" y="1225"/>
                  </a:lnTo>
                  <a:lnTo>
                    <a:pt x="8790" y="1284"/>
                  </a:lnTo>
                  <a:lnTo>
                    <a:pt x="8849" y="1324"/>
                  </a:lnTo>
                  <a:lnTo>
                    <a:pt x="8948" y="1324"/>
                  </a:lnTo>
                  <a:lnTo>
                    <a:pt x="8948" y="1166"/>
                  </a:lnTo>
                  <a:lnTo>
                    <a:pt x="8987" y="1146"/>
                  </a:lnTo>
                  <a:lnTo>
                    <a:pt x="9027" y="1146"/>
                  </a:lnTo>
                  <a:lnTo>
                    <a:pt x="9086" y="1186"/>
                  </a:lnTo>
                  <a:lnTo>
                    <a:pt x="9145" y="1205"/>
                  </a:lnTo>
                  <a:lnTo>
                    <a:pt x="9165" y="1225"/>
                  </a:lnTo>
                  <a:lnTo>
                    <a:pt x="9205" y="1225"/>
                  </a:lnTo>
                  <a:lnTo>
                    <a:pt x="9126" y="1186"/>
                  </a:lnTo>
                  <a:lnTo>
                    <a:pt x="9066" y="1146"/>
                  </a:lnTo>
                  <a:lnTo>
                    <a:pt x="9027" y="1087"/>
                  </a:lnTo>
                  <a:lnTo>
                    <a:pt x="9027" y="1047"/>
                  </a:lnTo>
                  <a:lnTo>
                    <a:pt x="9046" y="1028"/>
                  </a:lnTo>
                  <a:lnTo>
                    <a:pt x="9284" y="988"/>
                  </a:lnTo>
                  <a:close/>
                  <a:moveTo>
                    <a:pt x="8197" y="1"/>
                  </a:moveTo>
                  <a:lnTo>
                    <a:pt x="8079" y="20"/>
                  </a:lnTo>
                  <a:lnTo>
                    <a:pt x="7960" y="60"/>
                  </a:lnTo>
                  <a:lnTo>
                    <a:pt x="7861" y="99"/>
                  </a:lnTo>
                  <a:lnTo>
                    <a:pt x="7743" y="139"/>
                  </a:lnTo>
                  <a:lnTo>
                    <a:pt x="7624" y="139"/>
                  </a:lnTo>
                  <a:lnTo>
                    <a:pt x="7466" y="99"/>
                  </a:lnTo>
                  <a:lnTo>
                    <a:pt x="7545" y="60"/>
                  </a:lnTo>
                  <a:lnTo>
                    <a:pt x="7071" y="139"/>
                  </a:lnTo>
                  <a:lnTo>
                    <a:pt x="6637" y="178"/>
                  </a:lnTo>
                  <a:lnTo>
                    <a:pt x="6439" y="238"/>
                  </a:lnTo>
                  <a:lnTo>
                    <a:pt x="6222" y="297"/>
                  </a:lnTo>
                  <a:lnTo>
                    <a:pt x="6005" y="376"/>
                  </a:lnTo>
                  <a:lnTo>
                    <a:pt x="5787" y="514"/>
                  </a:lnTo>
                  <a:lnTo>
                    <a:pt x="5491" y="613"/>
                  </a:lnTo>
                  <a:lnTo>
                    <a:pt x="5294" y="652"/>
                  </a:lnTo>
                  <a:lnTo>
                    <a:pt x="5116" y="672"/>
                  </a:lnTo>
                  <a:lnTo>
                    <a:pt x="4879" y="731"/>
                  </a:lnTo>
                  <a:lnTo>
                    <a:pt x="4800" y="810"/>
                  </a:lnTo>
                  <a:lnTo>
                    <a:pt x="4721" y="889"/>
                  </a:lnTo>
                  <a:lnTo>
                    <a:pt x="4622" y="1028"/>
                  </a:lnTo>
                  <a:lnTo>
                    <a:pt x="4583" y="1126"/>
                  </a:lnTo>
                  <a:lnTo>
                    <a:pt x="4563" y="1166"/>
                  </a:lnTo>
                  <a:lnTo>
                    <a:pt x="4701" y="1087"/>
                  </a:lnTo>
                  <a:lnTo>
                    <a:pt x="4760" y="1087"/>
                  </a:lnTo>
                  <a:lnTo>
                    <a:pt x="4760" y="1126"/>
                  </a:lnTo>
                  <a:lnTo>
                    <a:pt x="4721" y="1166"/>
                  </a:lnTo>
                  <a:lnTo>
                    <a:pt x="4662" y="1245"/>
                  </a:lnTo>
                  <a:lnTo>
                    <a:pt x="4504" y="1403"/>
                  </a:lnTo>
                  <a:lnTo>
                    <a:pt x="4365" y="1581"/>
                  </a:lnTo>
                  <a:lnTo>
                    <a:pt x="4464" y="1581"/>
                  </a:lnTo>
                  <a:lnTo>
                    <a:pt x="4543" y="1620"/>
                  </a:lnTo>
                  <a:lnTo>
                    <a:pt x="4721" y="1679"/>
                  </a:lnTo>
                  <a:lnTo>
                    <a:pt x="4820" y="1699"/>
                  </a:lnTo>
                  <a:lnTo>
                    <a:pt x="4741" y="1739"/>
                  </a:lnTo>
                  <a:lnTo>
                    <a:pt x="4681" y="1778"/>
                  </a:lnTo>
                  <a:lnTo>
                    <a:pt x="4543" y="1798"/>
                  </a:lnTo>
                  <a:lnTo>
                    <a:pt x="4484" y="1818"/>
                  </a:lnTo>
                  <a:lnTo>
                    <a:pt x="4405" y="1837"/>
                  </a:lnTo>
                  <a:lnTo>
                    <a:pt x="4326" y="1877"/>
                  </a:lnTo>
                  <a:lnTo>
                    <a:pt x="4247" y="1956"/>
                  </a:lnTo>
                  <a:lnTo>
                    <a:pt x="4247" y="1916"/>
                  </a:lnTo>
                  <a:lnTo>
                    <a:pt x="4267" y="1857"/>
                  </a:lnTo>
                  <a:lnTo>
                    <a:pt x="4326" y="1778"/>
                  </a:lnTo>
                  <a:lnTo>
                    <a:pt x="4425" y="1739"/>
                  </a:lnTo>
                  <a:lnTo>
                    <a:pt x="4306" y="1739"/>
                  </a:lnTo>
                  <a:lnTo>
                    <a:pt x="4207" y="1778"/>
                  </a:lnTo>
                  <a:lnTo>
                    <a:pt x="4010" y="1837"/>
                  </a:lnTo>
                  <a:lnTo>
                    <a:pt x="3852" y="1897"/>
                  </a:lnTo>
                  <a:lnTo>
                    <a:pt x="3773" y="1916"/>
                  </a:lnTo>
                  <a:lnTo>
                    <a:pt x="3713" y="1916"/>
                  </a:lnTo>
                  <a:lnTo>
                    <a:pt x="3792" y="1877"/>
                  </a:lnTo>
                  <a:lnTo>
                    <a:pt x="3871" y="1837"/>
                  </a:lnTo>
                  <a:lnTo>
                    <a:pt x="3970" y="1739"/>
                  </a:lnTo>
                  <a:lnTo>
                    <a:pt x="4029" y="1660"/>
                  </a:lnTo>
                  <a:lnTo>
                    <a:pt x="4069" y="1600"/>
                  </a:lnTo>
                  <a:lnTo>
                    <a:pt x="3891" y="1699"/>
                  </a:lnTo>
                  <a:lnTo>
                    <a:pt x="3694" y="1837"/>
                  </a:lnTo>
                  <a:lnTo>
                    <a:pt x="3536" y="1995"/>
                  </a:lnTo>
                  <a:lnTo>
                    <a:pt x="3437" y="2114"/>
                  </a:lnTo>
                  <a:lnTo>
                    <a:pt x="3358" y="2114"/>
                  </a:lnTo>
                  <a:lnTo>
                    <a:pt x="3259" y="2153"/>
                  </a:lnTo>
                  <a:lnTo>
                    <a:pt x="3160" y="2232"/>
                  </a:lnTo>
                  <a:lnTo>
                    <a:pt x="3081" y="2331"/>
                  </a:lnTo>
                  <a:lnTo>
                    <a:pt x="3002" y="2410"/>
                  </a:lnTo>
                  <a:lnTo>
                    <a:pt x="2943" y="2470"/>
                  </a:lnTo>
                  <a:lnTo>
                    <a:pt x="2904" y="2489"/>
                  </a:lnTo>
                  <a:lnTo>
                    <a:pt x="2904" y="2470"/>
                  </a:lnTo>
                  <a:lnTo>
                    <a:pt x="2884" y="2391"/>
                  </a:lnTo>
                  <a:lnTo>
                    <a:pt x="2884" y="2430"/>
                  </a:lnTo>
                  <a:lnTo>
                    <a:pt x="2864" y="2470"/>
                  </a:lnTo>
                  <a:lnTo>
                    <a:pt x="2785" y="2588"/>
                  </a:lnTo>
                  <a:lnTo>
                    <a:pt x="2686" y="2707"/>
                  </a:lnTo>
                  <a:lnTo>
                    <a:pt x="2568" y="2805"/>
                  </a:lnTo>
                  <a:lnTo>
                    <a:pt x="2548" y="2766"/>
                  </a:lnTo>
                  <a:lnTo>
                    <a:pt x="2568" y="2707"/>
                  </a:lnTo>
                  <a:lnTo>
                    <a:pt x="2627" y="2529"/>
                  </a:lnTo>
                  <a:lnTo>
                    <a:pt x="2726" y="2351"/>
                  </a:lnTo>
                  <a:lnTo>
                    <a:pt x="2805" y="2173"/>
                  </a:lnTo>
                  <a:lnTo>
                    <a:pt x="2963" y="1976"/>
                  </a:lnTo>
                  <a:lnTo>
                    <a:pt x="3062" y="1897"/>
                  </a:lnTo>
                  <a:lnTo>
                    <a:pt x="3081" y="1877"/>
                  </a:lnTo>
                  <a:lnTo>
                    <a:pt x="3101" y="1897"/>
                  </a:lnTo>
                  <a:lnTo>
                    <a:pt x="3081" y="1956"/>
                  </a:lnTo>
                  <a:lnTo>
                    <a:pt x="3042" y="2134"/>
                  </a:lnTo>
                  <a:lnTo>
                    <a:pt x="3042" y="2193"/>
                  </a:lnTo>
                  <a:lnTo>
                    <a:pt x="3101" y="2193"/>
                  </a:lnTo>
                  <a:lnTo>
                    <a:pt x="3338" y="1956"/>
                  </a:lnTo>
                  <a:lnTo>
                    <a:pt x="3595" y="1739"/>
                  </a:lnTo>
                  <a:lnTo>
                    <a:pt x="3575" y="1739"/>
                  </a:lnTo>
                  <a:lnTo>
                    <a:pt x="3575" y="1699"/>
                  </a:lnTo>
                  <a:lnTo>
                    <a:pt x="3595" y="1640"/>
                  </a:lnTo>
                  <a:lnTo>
                    <a:pt x="3595" y="1620"/>
                  </a:lnTo>
                  <a:lnTo>
                    <a:pt x="3555" y="1620"/>
                  </a:lnTo>
                  <a:lnTo>
                    <a:pt x="3496" y="1660"/>
                  </a:lnTo>
                  <a:lnTo>
                    <a:pt x="3378" y="1739"/>
                  </a:lnTo>
                  <a:lnTo>
                    <a:pt x="3417" y="1640"/>
                  </a:lnTo>
                  <a:lnTo>
                    <a:pt x="3476" y="1541"/>
                  </a:lnTo>
                  <a:lnTo>
                    <a:pt x="3575" y="1442"/>
                  </a:lnTo>
                  <a:lnTo>
                    <a:pt x="3674" y="1344"/>
                  </a:lnTo>
                  <a:lnTo>
                    <a:pt x="3792" y="1265"/>
                  </a:lnTo>
                  <a:lnTo>
                    <a:pt x="3931" y="1186"/>
                  </a:lnTo>
                  <a:lnTo>
                    <a:pt x="4069" y="1107"/>
                  </a:lnTo>
                  <a:lnTo>
                    <a:pt x="4207" y="1067"/>
                  </a:lnTo>
                  <a:lnTo>
                    <a:pt x="4227" y="1047"/>
                  </a:lnTo>
                  <a:lnTo>
                    <a:pt x="4207" y="1047"/>
                  </a:lnTo>
                  <a:lnTo>
                    <a:pt x="4128" y="1067"/>
                  </a:lnTo>
                  <a:lnTo>
                    <a:pt x="3931" y="1146"/>
                  </a:lnTo>
                  <a:lnTo>
                    <a:pt x="4010" y="1028"/>
                  </a:lnTo>
                  <a:lnTo>
                    <a:pt x="4069" y="889"/>
                  </a:lnTo>
                  <a:lnTo>
                    <a:pt x="4069" y="830"/>
                  </a:lnTo>
                  <a:lnTo>
                    <a:pt x="4049" y="810"/>
                  </a:lnTo>
                  <a:lnTo>
                    <a:pt x="4029" y="810"/>
                  </a:lnTo>
                  <a:lnTo>
                    <a:pt x="3911" y="830"/>
                  </a:lnTo>
                  <a:lnTo>
                    <a:pt x="3773" y="892"/>
                  </a:lnTo>
                  <a:lnTo>
                    <a:pt x="3773" y="892"/>
                  </a:lnTo>
                  <a:lnTo>
                    <a:pt x="3773" y="909"/>
                  </a:lnTo>
                  <a:lnTo>
                    <a:pt x="3713" y="988"/>
                  </a:lnTo>
                  <a:lnTo>
                    <a:pt x="3694" y="1028"/>
                  </a:lnTo>
                  <a:lnTo>
                    <a:pt x="3694" y="1047"/>
                  </a:lnTo>
                  <a:lnTo>
                    <a:pt x="3733" y="1067"/>
                  </a:lnTo>
                  <a:lnTo>
                    <a:pt x="3832" y="1047"/>
                  </a:lnTo>
                  <a:lnTo>
                    <a:pt x="3615" y="1166"/>
                  </a:lnTo>
                  <a:lnTo>
                    <a:pt x="3358" y="1304"/>
                  </a:lnTo>
                  <a:lnTo>
                    <a:pt x="3259" y="1344"/>
                  </a:lnTo>
                  <a:lnTo>
                    <a:pt x="3180" y="1363"/>
                  </a:lnTo>
                  <a:lnTo>
                    <a:pt x="3160" y="1344"/>
                  </a:lnTo>
                  <a:lnTo>
                    <a:pt x="3141" y="1324"/>
                  </a:lnTo>
                  <a:lnTo>
                    <a:pt x="3160" y="1265"/>
                  </a:lnTo>
                  <a:lnTo>
                    <a:pt x="2963" y="1462"/>
                  </a:lnTo>
                  <a:lnTo>
                    <a:pt x="2765" y="1699"/>
                  </a:lnTo>
                  <a:lnTo>
                    <a:pt x="2449" y="2114"/>
                  </a:lnTo>
                  <a:lnTo>
                    <a:pt x="2430" y="2094"/>
                  </a:lnTo>
                  <a:lnTo>
                    <a:pt x="2430" y="2074"/>
                  </a:lnTo>
                  <a:lnTo>
                    <a:pt x="2469" y="1995"/>
                  </a:lnTo>
                  <a:lnTo>
                    <a:pt x="2548" y="1916"/>
                  </a:lnTo>
                  <a:lnTo>
                    <a:pt x="2607" y="1818"/>
                  </a:lnTo>
                  <a:lnTo>
                    <a:pt x="2351" y="2134"/>
                  </a:lnTo>
                  <a:lnTo>
                    <a:pt x="2114" y="2450"/>
                  </a:lnTo>
                  <a:lnTo>
                    <a:pt x="2331" y="2351"/>
                  </a:lnTo>
                  <a:lnTo>
                    <a:pt x="2193" y="2509"/>
                  </a:lnTo>
                  <a:lnTo>
                    <a:pt x="2094" y="2647"/>
                  </a:lnTo>
                  <a:lnTo>
                    <a:pt x="2015" y="2805"/>
                  </a:lnTo>
                  <a:lnTo>
                    <a:pt x="1956" y="2963"/>
                  </a:lnTo>
                  <a:lnTo>
                    <a:pt x="1857" y="3279"/>
                  </a:lnTo>
                  <a:lnTo>
                    <a:pt x="1817" y="3418"/>
                  </a:lnTo>
                  <a:lnTo>
                    <a:pt x="1758" y="3576"/>
                  </a:lnTo>
                  <a:lnTo>
                    <a:pt x="1718" y="3516"/>
                  </a:lnTo>
                  <a:lnTo>
                    <a:pt x="1718" y="3437"/>
                  </a:lnTo>
                  <a:lnTo>
                    <a:pt x="1738" y="3358"/>
                  </a:lnTo>
                  <a:lnTo>
                    <a:pt x="1758" y="3260"/>
                  </a:lnTo>
                  <a:lnTo>
                    <a:pt x="1936" y="2845"/>
                  </a:lnTo>
                  <a:lnTo>
                    <a:pt x="1837" y="2884"/>
                  </a:lnTo>
                  <a:lnTo>
                    <a:pt x="1778" y="2924"/>
                  </a:lnTo>
                  <a:lnTo>
                    <a:pt x="1758" y="2983"/>
                  </a:lnTo>
                  <a:lnTo>
                    <a:pt x="1758" y="3042"/>
                  </a:lnTo>
                  <a:lnTo>
                    <a:pt x="1758" y="3102"/>
                  </a:lnTo>
                  <a:lnTo>
                    <a:pt x="1738" y="3181"/>
                  </a:lnTo>
                  <a:lnTo>
                    <a:pt x="1718" y="3279"/>
                  </a:lnTo>
                  <a:lnTo>
                    <a:pt x="1639" y="3398"/>
                  </a:lnTo>
                  <a:lnTo>
                    <a:pt x="1600" y="3418"/>
                  </a:lnTo>
                  <a:lnTo>
                    <a:pt x="1560" y="3418"/>
                  </a:lnTo>
                  <a:lnTo>
                    <a:pt x="1521" y="3398"/>
                  </a:lnTo>
                  <a:lnTo>
                    <a:pt x="1501" y="3378"/>
                  </a:lnTo>
                  <a:lnTo>
                    <a:pt x="1442" y="3753"/>
                  </a:lnTo>
                  <a:lnTo>
                    <a:pt x="1402" y="3773"/>
                  </a:lnTo>
                  <a:lnTo>
                    <a:pt x="1383" y="3773"/>
                  </a:lnTo>
                  <a:lnTo>
                    <a:pt x="1383" y="3734"/>
                  </a:lnTo>
                  <a:lnTo>
                    <a:pt x="1343" y="3911"/>
                  </a:lnTo>
                  <a:lnTo>
                    <a:pt x="1343" y="4010"/>
                  </a:lnTo>
                  <a:lnTo>
                    <a:pt x="1363" y="4050"/>
                  </a:lnTo>
                  <a:lnTo>
                    <a:pt x="1383" y="4089"/>
                  </a:lnTo>
                  <a:lnTo>
                    <a:pt x="1402" y="4129"/>
                  </a:lnTo>
                  <a:lnTo>
                    <a:pt x="1383" y="4208"/>
                  </a:lnTo>
                  <a:lnTo>
                    <a:pt x="1343" y="4346"/>
                  </a:lnTo>
                  <a:lnTo>
                    <a:pt x="1264" y="4563"/>
                  </a:lnTo>
                  <a:lnTo>
                    <a:pt x="1343" y="4445"/>
                  </a:lnTo>
                  <a:lnTo>
                    <a:pt x="1402" y="4326"/>
                  </a:lnTo>
                  <a:lnTo>
                    <a:pt x="1442" y="4247"/>
                  </a:lnTo>
                  <a:lnTo>
                    <a:pt x="1442" y="4168"/>
                  </a:lnTo>
                  <a:lnTo>
                    <a:pt x="1481" y="4010"/>
                  </a:lnTo>
                  <a:lnTo>
                    <a:pt x="1521" y="3911"/>
                  </a:lnTo>
                  <a:lnTo>
                    <a:pt x="1580" y="3793"/>
                  </a:lnTo>
                  <a:lnTo>
                    <a:pt x="1659" y="3793"/>
                  </a:lnTo>
                  <a:lnTo>
                    <a:pt x="1659" y="3832"/>
                  </a:lnTo>
                  <a:lnTo>
                    <a:pt x="1659" y="3911"/>
                  </a:lnTo>
                  <a:lnTo>
                    <a:pt x="1639" y="4030"/>
                  </a:lnTo>
                  <a:lnTo>
                    <a:pt x="1560" y="4267"/>
                  </a:lnTo>
                  <a:lnTo>
                    <a:pt x="1541" y="4366"/>
                  </a:lnTo>
                  <a:lnTo>
                    <a:pt x="1541" y="4445"/>
                  </a:lnTo>
                  <a:lnTo>
                    <a:pt x="1442" y="4563"/>
                  </a:lnTo>
                  <a:lnTo>
                    <a:pt x="1363" y="4642"/>
                  </a:lnTo>
                  <a:lnTo>
                    <a:pt x="1205" y="4761"/>
                  </a:lnTo>
                  <a:lnTo>
                    <a:pt x="1126" y="4840"/>
                  </a:lnTo>
                  <a:lnTo>
                    <a:pt x="1067" y="4939"/>
                  </a:lnTo>
                  <a:lnTo>
                    <a:pt x="1007" y="5057"/>
                  </a:lnTo>
                  <a:lnTo>
                    <a:pt x="968" y="5235"/>
                  </a:lnTo>
                  <a:lnTo>
                    <a:pt x="988" y="5136"/>
                  </a:lnTo>
                  <a:lnTo>
                    <a:pt x="988" y="5057"/>
                  </a:lnTo>
                  <a:lnTo>
                    <a:pt x="948" y="4998"/>
                  </a:lnTo>
                  <a:lnTo>
                    <a:pt x="948" y="4978"/>
                  </a:lnTo>
                  <a:lnTo>
                    <a:pt x="948" y="4919"/>
                  </a:lnTo>
                  <a:lnTo>
                    <a:pt x="1047" y="4682"/>
                  </a:lnTo>
                  <a:lnTo>
                    <a:pt x="1047" y="4603"/>
                  </a:lnTo>
                  <a:lnTo>
                    <a:pt x="1047" y="4563"/>
                  </a:lnTo>
                  <a:lnTo>
                    <a:pt x="1027" y="4583"/>
                  </a:lnTo>
                  <a:lnTo>
                    <a:pt x="988" y="4622"/>
                  </a:lnTo>
                  <a:lnTo>
                    <a:pt x="889" y="4741"/>
                  </a:lnTo>
                  <a:lnTo>
                    <a:pt x="849" y="4781"/>
                  </a:lnTo>
                  <a:lnTo>
                    <a:pt x="790" y="4800"/>
                  </a:lnTo>
                  <a:lnTo>
                    <a:pt x="790" y="4840"/>
                  </a:lnTo>
                  <a:lnTo>
                    <a:pt x="810" y="4860"/>
                  </a:lnTo>
                  <a:lnTo>
                    <a:pt x="869" y="4899"/>
                  </a:lnTo>
                  <a:lnTo>
                    <a:pt x="889" y="4919"/>
                  </a:lnTo>
                  <a:lnTo>
                    <a:pt x="889" y="4958"/>
                  </a:lnTo>
                  <a:lnTo>
                    <a:pt x="869" y="5037"/>
                  </a:lnTo>
                  <a:lnTo>
                    <a:pt x="810" y="5136"/>
                  </a:lnTo>
                  <a:lnTo>
                    <a:pt x="790" y="5116"/>
                  </a:lnTo>
                  <a:lnTo>
                    <a:pt x="770" y="5452"/>
                  </a:lnTo>
                  <a:lnTo>
                    <a:pt x="751" y="5788"/>
                  </a:lnTo>
                  <a:lnTo>
                    <a:pt x="711" y="5906"/>
                  </a:lnTo>
                  <a:lnTo>
                    <a:pt x="672" y="6025"/>
                  </a:lnTo>
                  <a:lnTo>
                    <a:pt x="632" y="6262"/>
                  </a:lnTo>
                  <a:lnTo>
                    <a:pt x="612" y="6499"/>
                  </a:lnTo>
                  <a:lnTo>
                    <a:pt x="612" y="6756"/>
                  </a:lnTo>
                  <a:lnTo>
                    <a:pt x="612" y="6993"/>
                  </a:lnTo>
                  <a:lnTo>
                    <a:pt x="612" y="7210"/>
                  </a:lnTo>
                  <a:lnTo>
                    <a:pt x="593" y="7388"/>
                  </a:lnTo>
                  <a:lnTo>
                    <a:pt x="553" y="7566"/>
                  </a:lnTo>
                  <a:lnTo>
                    <a:pt x="711" y="7467"/>
                  </a:lnTo>
                  <a:lnTo>
                    <a:pt x="751" y="7763"/>
                  </a:lnTo>
                  <a:lnTo>
                    <a:pt x="790" y="8079"/>
                  </a:lnTo>
                  <a:lnTo>
                    <a:pt x="849" y="8356"/>
                  </a:lnTo>
                  <a:lnTo>
                    <a:pt x="909" y="8593"/>
                  </a:lnTo>
                  <a:lnTo>
                    <a:pt x="909" y="8593"/>
                  </a:lnTo>
                  <a:lnTo>
                    <a:pt x="869" y="8553"/>
                  </a:lnTo>
                  <a:lnTo>
                    <a:pt x="849" y="8533"/>
                  </a:lnTo>
                  <a:lnTo>
                    <a:pt x="770" y="8395"/>
                  </a:lnTo>
                  <a:lnTo>
                    <a:pt x="731" y="8237"/>
                  </a:lnTo>
                  <a:lnTo>
                    <a:pt x="672" y="8059"/>
                  </a:lnTo>
                  <a:lnTo>
                    <a:pt x="711" y="8296"/>
                  </a:lnTo>
                  <a:lnTo>
                    <a:pt x="751" y="8533"/>
                  </a:lnTo>
                  <a:lnTo>
                    <a:pt x="830" y="8751"/>
                  </a:lnTo>
                  <a:lnTo>
                    <a:pt x="909" y="8948"/>
                  </a:lnTo>
                  <a:lnTo>
                    <a:pt x="988" y="9126"/>
                  </a:lnTo>
                  <a:lnTo>
                    <a:pt x="1086" y="9304"/>
                  </a:lnTo>
                  <a:lnTo>
                    <a:pt x="1205" y="9462"/>
                  </a:lnTo>
                  <a:lnTo>
                    <a:pt x="1304" y="9600"/>
                  </a:lnTo>
                  <a:lnTo>
                    <a:pt x="1304" y="9383"/>
                  </a:lnTo>
                  <a:lnTo>
                    <a:pt x="1304" y="9244"/>
                  </a:lnTo>
                  <a:lnTo>
                    <a:pt x="1284" y="8928"/>
                  </a:lnTo>
                  <a:lnTo>
                    <a:pt x="1383" y="9027"/>
                  </a:lnTo>
                  <a:lnTo>
                    <a:pt x="1442" y="9146"/>
                  </a:lnTo>
                  <a:lnTo>
                    <a:pt x="1462" y="9244"/>
                  </a:lnTo>
                  <a:lnTo>
                    <a:pt x="1462" y="9343"/>
                  </a:lnTo>
                  <a:lnTo>
                    <a:pt x="1462" y="9442"/>
                  </a:lnTo>
                  <a:lnTo>
                    <a:pt x="1462" y="9580"/>
                  </a:lnTo>
                  <a:lnTo>
                    <a:pt x="1521" y="9699"/>
                  </a:lnTo>
                  <a:lnTo>
                    <a:pt x="1600" y="9857"/>
                  </a:lnTo>
                  <a:lnTo>
                    <a:pt x="1560" y="9877"/>
                  </a:lnTo>
                  <a:lnTo>
                    <a:pt x="1442" y="9877"/>
                  </a:lnTo>
                  <a:lnTo>
                    <a:pt x="1402" y="9857"/>
                  </a:lnTo>
                  <a:lnTo>
                    <a:pt x="1383" y="9877"/>
                  </a:lnTo>
                  <a:lnTo>
                    <a:pt x="1343" y="9896"/>
                  </a:lnTo>
                  <a:lnTo>
                    <a:pt x="1304" y="9956"/>
                  </a:lnTo>
                  <a:lnTo>
                    <a:pt x="1442" y="10094"/>
                  </a:lnTo>
                  <a:lnTo>
                    <a:pt x="1580" y="10272"/>
                  </a:lnTo>
                  <a:lnTo>
                    <a:pt x="1718" y="10469"/>
                  </a:lnTo>
                  <a:lnTo>
                    <a:pt x="1778" y="10548"/>
                  </a:lnTo>
                  <a:lnTo>
                    <a:pt x="1857" y="10607"/>
                  </a:lnTo>
                  <a:lnTo>
                    <a:pt x="1817" y="10667"/>
                  </a:lnTo>
                  <a:lnTo>
                    <a:pt x="1778" y="10686"/>
                  </a:lnTo>
                  <a:lnTo>
                    <a:pt x="1699" y="10686"/>
                  </a:lnTo>
                  <a:lnTo>
                    <a:pt x="1639" y="10667"/>
                  </a:lnTo>
                  <a:lnTo>
                    <a:pt x="1541" y="10588"/>
                  </a:lnTo>
                  <a:lnTo>
                    <a:pt x="1462" y="10489"/>
                  </a:lnTo>
                  <a:lnTo>
                    <a:pt x="1363" y="10351"/>
                  </a:lnTo>
                  <a:lnTo>
                    <a:pt x="1264" y="10193"/>
                  </a:lnTo>
                  <a:lnTo>
                    <a:pt x="1244" y="10035"/>
                  </a:lnTo>
                  <a:lnTo>
                    <a:pt x="1185" y="9877"/>
                  </a:lnTo>
                  <a:lnTo>
                    <a:pt x="1027" y="9600"/>
                  </a:lnTo>
                  <a:lnTo>
                    <a:pt x="948" y="9442"/>
                  </a:lnTo>
                  <a:lnTo>
                    <a:pt x="889" y="9304"/>
                  </a:lnTo>
                  <a:lnTo>
                    <a:pt x="849" y="9165"/>
                  </a:lnTo>
                  <a:lnTo>
                    <a:pt x="849" y="9027"/>
                  </a:lnTo>
                  <a:lnTo>
                    <a:pt x="810" y="9264"/>
                  </a:lnTo>
                  <a:lnTo>
                    <a:pt x="711" y="8988"/>
                  </a:lnTo>
                  <a:lnTo>
                    <a:pt x="632" y="8731"/>
                  </a:lnTo>
                  <a:lnTo>
                    <a:pt x="576" y="8562"/>
                  </a:lnTo>
                  <a:lnTo>
                    <a:pt x="593" y="8731"/>
                  </a:lnTo>
                  <a:lnTo>
                    <a:pt x="593" y="8909"/>
                  </a:lnTo>
                  <a:lnTo>
                    <a:pt x="593" y="9205"/>
                  </a:lnTo>
                  <a:lnTo>
                    <a:pt x="593" y="9343"/>
                  </a:lnTo>
                  <a:lnTo>
                    <a:pt x="612" y="9462"/>
                  </a:lnTo>
                  <a:lnTo>
                    <a:pt x="652" y="9580"/>
                  </a:lnTo>
                  <a:lnTo>
                    <a:pt x="731" y="9699"/>
                  </a:lnTo>
                  <a:lnTo>
                    <a:pt x="711" y="9738"/>
                  </a:lnTo>
                  <a:lnTo>
                    <a:pt x="691" y="9778"/>
                  </a:lnTo>
                  <a:lnTo>
                    <a:pt x="672" y="9896"/>
                  </a:lnTo>
                  <a:lnTo>
                    <a:pt x="652" y="9936"/>
                  </a:lnTo>
                  <a:lnTo>
                    <a:pt x="632" y="9956"/>
                  </a:lnTo>
                  <a:lnTo>
                    <a:pt x="593" y="9936"/>
                  </a:lnTo>
                  <a:lnTo>
                    <a:pt x="533" y="9877"/>
                  </a:lnTo>
                  <a:lnTo>
                    <a:pt x="454" y="9679"/>
                  </a:lnTo>
                  <a:lnTo>
                    <a:pt x="395" y="9501"/>
                  </a:lnTo>
                  <a:lnTo>
                    <a:pt x="356" y="9383"/>
                  </a:lnTo>
                  <a:lnTo>
                    <a:pt x="336" y="9363"/>
                  </a:lnTo>
                  <a:lnTo>
                    <a:pt x="296" y="9343"/>
                  </a:lnTo>
                  <a:lnTo>
                    <a:pt x="336" y="9521"/>
                  </a:lnTo>
                  <a:lnTo>
                    <a:pt x="356" y="9640"/>
                  </a:lnTo>
                  <a:lnTo>
                    <a:pt x="395" y="9798"/>
                  </a:lnTo>
                  <a:lnTo>
                    <a:pt x="494" y="10054"/>
                  </a:lnTo>
                  <a:lnTo>
                    <a:pt x="573" y="10074"/>
                  </a:lnTo>
                  <a:lnTo>
                    <a:pt x="652" y="10133"/>
                  </a:lnTo>
                  <a:lnTo>
                    <a:pt x="830" y="10272"/>
                  </a:lnTo>
                  <a:lnTo>
                    <a:pt x="1244" y="10627"/>
                  </a:lnTo>
                  <a:lnTo>
                    <a:pt x="1422" y="10864"/>
                  </a:lnTo>
                  <a:lnTo>
                    <a:pt x="1600" y="11101"/>
                  </a:lnTo>
                  <a:lnTo>
                    <a:pt x="1738" y="11358"/>
                  </a:lnTo>
                  <a:lnTo>
                    <a:pt x="1857" y="11575"/>
                  </a:lnTo>
                  <a:lnTo>
                    <a:pt x="1679" y="11378"/>
                  </a:lnTo>
                  <a:lnTo>
                    <a:pt x="1501" y="11220"/>
                  </a:lnTo>
                  <a:lnTo>
                    <a:pt x="1422" y="11180"/>
                  </a:lnTo>
                  <a:lnTo>
                    <a:pt x="1363" y="11141"/>
                  </a:lnTo>
                  <a:lnTo>
                    <a:pt x="1304" y="11141"/>
                  </a:lnTo>
                  <a:lnTo>
                    <a:pt x="1284" y="11180"/>
                  </a:lnTo>
                  <a:lnTo>
                    <a:pt x="1363" y="11239"/>
                  </a:lnTo>
                  <a:lnTo>
                    <a:pt x="1422" y="11338"/>
                  </a:lnTo>
                  <a:lnTo>
                    <a:pt x="1541" y="11536"/>
                  </a:lnTo>
                  <a:lnTo>
                    <a:pt x="1580" y="11615"/>
                  </a:lnTo>
                  <a:lnTo>
                    <a:pt x="1620" y="11674"/>
                  </a:lnTo>
                  <a:lnTo>
                    <a:pt x="1639" y="11694"/>
                  </a:lnTo>
                  <a:lnTo>
                    <a:pt x="1659" y="11694"/>
                  </a:lnTo>
                  <a:lnTo>
                    <a:pt x="1699" y="11654"/>
                  </a:lnTo>
                  <a:lnTo>
                    <a:pt x="1896" y="11951"/>
                  </a:lnTo>
                  <a:lnTo>
                    <a:pt x="2114" y="12267"/>
                  </a:lnTo>
                  <a:lnTo>
                    <a:pt x="2212" y="12405"/>
                  </a:lnTo>
                  <a:lnTo>
                    <a:pt x="2272" y="12523"/>
                  </a:lnTo>
                  <a:lnTo>
                    <a:pt x="2311" y="12642"/>
                  </a:lnTo>
                  <a:lnTo>
                    <a:pt x="2311" y="12681"/>
                  </a:lnTo>
                  <a:lnTo>
                    <a:pt x="2291" y="12721"/>
                  </a:lnTo>
                  <a:lnTo>
                    <a:pt x="2173" y="12602"/>
                  </a:lnTo>
                  <a:lnTo>
                    <a:pt x="2074" y="12504"/>
                  </a:lnTo>
                  <a:lnTo>
                    <a:pt x="1896" y="12267"/>
                  </a:lnTo>
                  <a:lnTo>
                    <a:pt x="1738" y="12030"/>
                  </a:lnTo>
                  <a:lnTo>
                    <a:pt x="1659" y="11911"/>
                  </a:lnTo>
                  <a:lnTo>
                    <a:pt x="1560" y="11812"/>
                  </a:lnTo>
                  <a:lnTo>
                    <a:pt x="1600" y="11872"/>
                  </a:lnTo>
                  <a:lnTo>
                    <a:pt x="1620" y="11931"/>
                  </a:lnTo>
                  <a:lnTo>
                    <a:pt x="1600" y="11970"/>
                  </a:lnTo>
                  <a:lnTo>
                    <a:pt x="1560" y="11970"/>
                  </a:lnTo>
                  <a:lnTo>
                    <a:pt x="1284" y="11536"/>
                  </a:lnTo>
                  <a:lnTo>
                    <a:pt x="1284" y="11536"/>
                  </a:lnTo>
                  <a:lnTo>
                    <a:pt x="1402" y="11891"/>
                  </a:lnTo>
                  <a:lnTo>
                    <a:pt x="1481" y="12049"/>
                  </a:lnTo>
                  <a:lnTo>
                    <a:pt x="1659" y="12286"/>
                  </a:lnTo>
                  <a:lnTo>
                    <a:pt x="1659" y="12227"/>
                  </a:lnTo>
                  <a:lnTo>
                    <a:pt x="1659" y="12207"/>
                  </a:lnTo>
                  <a:lnTo>
                    <a:pt x="1679" y="12207"/>
                  </a:lnTo>
                  <a:lnTo>
                    <a:pt x="1936" y="12523"/>
                  </a:lnTo>
                  <a:lnTo>
                    <a:pt x="1817" y="12642"/>
                  </a:lnTo>
                  <a:lnTo>
                    <a:pt x="1936" y="12760"/>
                  </a:lnTo>
                  <a:lnTo>
                    <a:pt x="2054" y="12899"/>
                  </a:lnTo>
                  <a:lnTo>
                    <a:pt x="2331" y="13254"/>
                  </a:lnTo>
                  <a:lnTo>
                    <a:pt x="2489" y="13452"/>
                  </a:lnTo>
                  <a:lnTo>
                    <a:pt x="2647" y="13629"/>
                  </a:lnTo>
                  <a:lnTo>
                    <a:pt x="2844" y="13787"/>
                  </a:lnTo>
                  <a:lnTo>
                    <a:pt x="3042" y="13945"/>
                  </a:lnTo>
                  <a:lnTo>
                    <a:pt x="3042" y="13945"/>
                  </a:lnTo>
                  <a:lnTo>
                    <a:pt x="2983" y="13926"/>
                  </a:lnTo>
                  <a:lnTo>
                    <a:pt x="2983" y="13926"/>
                  </a:lnTo>
                  <a:lnTo>
                    <a:pt x="3121" y="14044"/>
                  </a:lnTo>
                  <a:lnTo>
                    <a:pt x="3239" y="14123"/>
                  </a:lnTo>
                  <a:lnTo>
                    <a:pt x="3378" y="14163"/>
                  </a:lnTo>
                  <a:lnTo>
                    <a:pt x="3496" y="14183"/>
                  </a:lnTo>
                  <a:lnTo>
                    <a:pt x="3634" y="14202"/>
                  </a:lnTo>
                  <a:lnTo>
                    <a:pt x="3753" y="14242"/>
                  </a:lnTo>
                  <a:lnTo>
                    <a:pt x="3911" y="14301"/>
                  </a:lnTo>
                  <a:lnTo>
                    <a:pt x="4069" y="14400"/>
                  </a:lnTo>
                  <a:lnTo>
                    <a:pt x="3970" y="14380"/>
                  </a:lnTo>
                  <a:lnTo>
                    <a:pt x="3950" y="14400"/>
                  </a:lnTo>
                  <a:lnTo>
                    <a:pt x="3911" y="14420"/>
                  </a:lnTo>
                  <a:lnTo>
                    <a:pt x="3891" y="14479"/>
                  </a:lnTo>
                  <a:lnTo>
                    <a:pt x="3871" y="14538"/>
                  </a:lnTo>
                  <a:lnTo>
                    <a:pt x="3970" y="14578"/>
                  </a:lnTo>
                  <a:lnTo>
                    <a:pt x="4049" y="14637"/>
                  </a:lnTo>
                  <a:lnTo>
                    <a:pt x="4168" y="14755"/>
                  </a:lnTo>
                  <a:lnTo>
                    <a:pt x="4247" y="14894"/>
                  </a:lnTo>
                  <a:lnTo>
                    <a:pt x="4385" y="15052"/>
                  </a:lnTo>
                  <a:lnTo>
                    <a:pt x="4326" y="14973"/>
                  </a:lnTo>
                  <a:lnTo>
                    <a:pt x="4346" y="14933"/>
                  </a:lnTo>
                  <a:lnTo>
                    <a:pt x="4365" y="14913"/>
                  </a:lnTo>
                  <a:lnTo>
                    <a:pt x="4523" y="14913"/>
                  </a:lnTo>
                  <a:lnTo>
                    <a:pt x="4543" y="14894"/>
                  </a:lnTo>
                  <a:lnTo>
                    <a:pt x="4504" y="14854"/>
                  </a:lnTo>
                  <a:lnTo>
                    <a:pt x="4523" y="14815"/>
                  </a:lnTo>
                  <a:lnTo>
                    <a:pt x="4642" y="14815"/>
                  </a:lnTo>
                  <a:lnTo>
                    <a:pt x="4721" y="14854"/>
                  </a:lnTo>
                  <a:lnTo>
                    <a:pt x="4839" y="14894"/>
                  </a:lnTo>
                  <a:lnTo>
                    <a:pt x="5076" y="15052"/>
                  </a:lnTo>
                  <a:lnTo>
                    <a:pt x="5274" y="15210"/>
                  </a:lnTo>
                  <a:lnTo>
                    <a:pt x="5254" y="15249"/>
                  </a:lnTo>
                  <a:lnTo>
                    <a:pt x="5234" y="15269"/>
                  </a:lnTo>
                  <a:lnTo>
                    <a:pt x="5155" y="15269"/>
                  </a:lnTo>
                  <a:lnTo>
                    <a:pt x="5037" y="15229"/>
                  </a:lnTo>
                  <a:lnTo>
                    <a:pt x="4899" y="15150"/>
                  </a:lnTo>
                  <a:lnTo>
                    <a:pt x="4780" y="15111"/>
                  </a:lnTo>
                  <a:lnTo>
                    <a:pt x="4701" y="15071"/>
                  </a:lnTo>
                  <a:lnTo>
                    <a:pt x="4662" y="15091"/>
                  </a:lnTo>
                  <a:lnTo>
                    <a:pt x="4662" y="15111"/>
                  </a:lnTo>
                  <a:lnTo>
                    <a:pt x="4662" y="15150"/>
                  </a:lnTo>
                  <a:lnTo>
                    <a:pt x="4701" y="15229"/>
                  </a:lnTo>
                  <a:lnTo>
                    <a:pt x="4780" y="15289"/>
                  </a:lnTo>
                  <a:lnTo>
                    <a:pt x="4839" y="15328"/>
                  </a:lnTo>
                  <a:lnTo>
                    <a:pt x="4958" y="15328"/>
                  </a:lnTo>
                  <a:lnTo>
                    <a:pt x="4958" y="15289"/>
                  </a:lnTo>
                  <a:lnTo>
                    <a:pt x="4938" y="15249"/>
                  </a:lnTo>
                  <a:lnTo>
                    <a:pt x="4899" y="15190"/>
                  </a:lnTo>
                  <a:lnTo>
                    <a:pt x="5373" y="15585"/>
                  </a:lnTo>
                  <a:lnTo>
                    <a:pt x="5590" y="15802"/>
                  </a:lnTo>
                  <a:lnTo>
                    <a:pt x="5669" y="15901"/>
                  </a:lnTo>
                  <a:lnTo>
                    <a:pt x="5748" y="16000"/>
                  </a:lnTo>
                  <a:lnTo>
                    <a:pt x="5886" y="16039"/>
                  </a:lnTo>
                  <a:lnTo>
                    <a:pt x="6005" y="16079"/>
                  </a:lnTo>
                  <a:lnTo>
                    <a:pt x="6202" y="16158"/>
                  </a:lnTo>
                  <a:lnTo>
                    <a:pt x="6380" y="16217"/>
                  </a:lnTo>
                  <a:lnTo>
                    <a:pt x="6597" y="16217"/>
                  </a:lnTo>
                  <a:lnTo>
                    <a:pt x="6538" y="16177"/>
                  </a:lnTo>
                  <a:lnTo>
                    <a:pt x="6479" y="16177"/>
                  </a:lnTo>
                  <a:lnTo>
                    <a:pt x="6360" y="16158"/>
                  </a:lnTo>
                  <a:lnTo>
                    <a:pt x="6301" y="16138"/>
                  </a:lnTo>
                  <a:lnTo>
                    <a:pt x="6261" y="16118"/>
                  </a:lnTo>
                  <a:lnTo>
                    <a:pt x="6202" y="16079"/>
                  </a:lnTo>
                  <a:lnTo>
                    <a:pt x="6123" y="16000"/>
                  </a:lnTo>
                  <a:lnTo>
                    <a:pt x="6479" y="16039"/>
                  </a:lnTo>
                  <a:lnTo>
                    <a:pt x="6597" y="16118"/>
                  </a:lnTo>
                  <a:lnTo>
                    <a:pt x="6696" y="16197"/>
                  </a:lnTo>
                  <a:lnTo>
                    <a:pt x="6874" y="16395"/>
                  </a:lnTo>
                  <a:lnTo>
                    <a:pt x="7032" y="16553"/>
                  </a:lnTo>
                  <a:lnTo>
                    <a:pt x="7190" y="16711"/>
                  </a:lnTo>
                  <a:lnTo>
                    <a:pt x="7190" y="16711"/>
                  </a:lnTo>
                  <a:lnTo>
                    <a:pt x="6913" y="16612"/>
                  </a:lnTo>
                  <a:lnTo>
                    <a:pt x="6953" y="16592"/>
                  </a:lnTo>
                  <a:lnTo>
                    <a:pt x="6894" y="16573"/>
                  </a:lnTo>
                  <a:lnTo>
                    <a:pt x="6834" y="16553"/>
                  </a:lnTo>
                  <a:lnTo>
                    <a:pt x="6696" y="16494"/>
                  </a:lnTo>
                  <a:lnTo>
                    <a:pt x="6577" y="16454"/>
                  </a:lnTo>
                  <a:lnTo>
                    <a:pt x="6518" y="16454"/>
                  </a:lnTo>
                  <a:lnTo>
                    <a:pt x="6498" y="16474"/>
                  </a:lnTo>
                  <a:lnTo>
                    <a:pt x="6617" y="16494"/>
                  </a:lnTo>
                  <a:lnTo>
                    <a:pt x="6696" y="16533"/>
                  </a:lnTo>
                  <a:lnTo>
                    <a:pt x="6854" y="16632"/>
                  </a:lnTo>
                  <a:lnTo>
                    <a:pt x="7012" y="16731"/>
                  </a:lnTo>
                  <a:lnTo>
                    <a:pt x="7111" y="16790"/>
                  </a:lnTo>
                  <a:lnTo>
                    <a:pt x="7229" y="16829"/>
                  </a:lnTo>
                  <a:lnTo>
                    <a:pt x="7190" y="16829"/>
                  </a:lnTo>
                  <a:lnTo>
                    <a:pt x="7387" y="16928"/>
                  </a:lnTo>
                  <a:lnTo>
                    <a:pt x="7545" y="17047"/>
                  </a:lnTo>
                  <a:lnTo>
                    <a:pt x="7684" y="17165"/>
                  </a:lnTo>
                  <a:lnTo>
                    <a:pt x="7802" y="17303"/>
                  </a:lnTo>
                  <a:lnTo>
                    <a:pt x="7921" y="17402"/>
                  </a:lnTo>
                  <a:lnTo>
                    <a:pt x="8039" y="17501"/>
                  </a:lnTo>
                  <a:lnTo>
                    <a:pt x="8177" y="17540"/>
                  </a:lnTo>
                  <a:lnTo>
                    <a:pt x="8256" y="17560"/>
                  </a:lnTo>
                  <a:lnTo>
                    <a:pt x="8335" y="17560"/>
                  </a:lnTo>
                  <a:lnTo>
                    <a:pt x="8276" y="17481"/>
                  </a:lnTo>
                  <a:lnTo>
                    <a:pt x="8217" y="17402"/>
                  </a:lnTo>
                  <a:lnTo>
                    <a:pt x="8217" y="17303"/>
                  </a:lnTo>
                  <a:lnTo>
                    <a:pt x="8217" y="17284"/>
                  </a:lnTo>
                  <a:lnTo>
                    <a:pt x="8237" y="17264"/>
                  </a:lnTo>
                  <a:lnTo>
                    <a:pt x="8276" y="17323"/>
                  </a:lnTo>
                  <a:lnTo>
                    <a:pt x="8316" y="17382"/>
                  </a:lnTo>
                  <a:lnTo>
                    <a:pt x="8434" y="17481"/>
                  </a:lnTo>
                  <a:lnTo>
                    <a:pt x="8533" y="17580"/>
                  </a:lnTo>
                  <a:lnTo>
                    <a:pt x="8553" y="17619"/>
                  </a:lnTo>
                  <a:lnTo>
                    <a:pt x="8533" y="17659"/>
                  </a:lnTo>
                  <a:lnTo>
                    <a:pt x="8434" y="17619"/>
                  </a:lnTo>
                  <a:lnTo>
                    <a:pt x="8750" y="17876"/>
                  </a:lnTo>
                  <a:lnTo>
                    <a:pt x="8869" y="17975"/>
                  </a:lnTo>
                  <a:lnTo>
                    <a:pt x="8967" y="18014"/>
                  </a:lnTo>
                  <a:lnTo>
                    <a:pt x="9046" y="17975"/>
                  </a:lnTo>
                  <a:lnTo>
                    <a:pt x="9106" y="17935"/>
                  </a:lnTo>
                  <a:lnTo>
                    <a:pt x="9145" y="17935"/>
                  </a:lnTo>
                  <a:lnTo>
                    <a:pt x="9185" y="17916"/>
                  </a:lnTo>
                  <a:lnTo>
                    <a:pt x="9244" y="17935"/>
                  </a:lnTo>
                  <a:lnTo>
                    <a:pt x="9323" y="17955"/>
                  </a:lnTo>
                  <a:lnTo>
                    <a:pt x="9461" y="18093"/>
                  </a:lnTo>
                  <a:lnTo>
                    <a:pt x="9481" y="18133"/>
                  </a:lnTo>
                  <a:lnTo>
                    <a:pt x="9481" y="18153"/>
                  </a:lnTo>
                  <a:lnTo>
                    <a:pt x="9461" y="18172"/>
                  </a:lnTo>
                  <a:lnTo>
                    <a:pt x="9442" y="18192"/>
                  </a:lnTo>
                  <a:lnTo>
                    <a:pt x="9284" y="18192"/>
                  </a:lnTo>
                  <a:lnTo>
                    <a:pt x="9224" y="18212"/>
                  </a:lnTo>
                  <a:lnTo>
                    <a:pt x="9205" y="18232"/>
                  </a:lnTo>
                  <a:lnTo>
                    <a:pt x="9205" y="18271"/>
                  </a:lnTo>
                  <a:lnTo>
                    <a:pt x="9224" y="18311"/>
                  </a:lnTo>
                  <a:lnTo>
                    <a:pt x="9264" y="18350"/>
                  </a:lnTo>
                  <a:lnTo>
                    <a:pt x="9876" y="18607"/>
                  </a:lnTo>
                  <a:lnTo>
                    <a:pt x="9955" y="18785"/>
                  </a:lnTo>
                  <a:lnTo>
                    <a:pt x="10113" y="18884"/>
                  </a:lnTo>
                  <a:lnTo>
                    <a:pt x="10271" y="18982"/>
                  </a:lnTo>
                  <a:lnTo>
                    <a:pt x="10449" y="19061"/>
                  </a:lnTo>
                  <a:lnTo>
                    <a:pt x="10627" y="19121"/>
                  </a:lnTo>
                  <a:lnTo>
                    <a:pt x="10982" y="19239"/>
                  </a:lnTo>
                  <a:lnTo>
                    <a:pt x="11338" y="19318"/>
                  </a:lnTo>
                  <a:lnTo>
                    <a:pt x="11911" y="19377"/>
                  </a:lnTo>
                  <a:lnTo>
                    <a:pt x="12108" y="19417"/>
                  </a:lnTo>
                  <a:lnTo>
                    <a:pt x="12227" y="19456"/>
                  </a:lnTo>
                  <a:lnTo>
                    <a:pt x="12187" y="19516"/>
                  </a:lnTo>
                  <a:lnTo>
                    <a:pt x="12148" y="19535"/>
                  </a:lnTo>
                  <a:lnTo>
                    <a:pt x="12088" y="19555"/>
                  </a:lnTo>
                  <a:lnTo>
                    <a:pt x="12029" y="19575"/>
                  </a:lnTo>
                  <a:lnTo>
                    <a:pt x="11851" y="19555"/>
                  </a:lnTo>
                  <a:lnTo>
                    <a:pt x="11674" y="19516"/>
                  </a:lnTo>
                  <a:lnTo>
                    <a:pt x="11753" y="19595"/>
                  </a:lnTo>
                  <a:lnTo>
                    <a:pt x="11832" y="19634"/>
                  </a:lnTo>
                  <a:lnTo>
                    <a:pt x="11970" y="19674"/>
                  </a:lnTo>
                  <a:lnTo>
                    <a:pt x="12069" y="19693"/>
                  </a:lnTo>
                  <a:lnTo>
                    <a:pt x="12088" y="19693"/>
                  </a:lnTo>
                  <a:lnTo>
                    <a:pt x="12088" y="19733"/>
                  </a:lnTo>
                  <a:lnTo>
                    <a:pt x="12167" y="19772"/>
                  </a:lnTo>
                  <a:lnTo>
                    <a:pt x="12286" y="19812"/>
                  </a:lnTo>
                  <a:lnTo>
                    <a:pt x="12404" y="19832"/>
                  </a:lnTo>
                  <a:lnTo>
                    <a:pt x="12444" y="19812"/>
                  </a:lnTo>
                  <a:lnTo>
                    <a:pt x="12464" y="19772"/>
                  </a:lnTo>
                  <a:lnTo>
                    <a:pt x="12562" y="19851"/>
                  </a:lnTo>
                  <a:lnTo>
                    <a:pt x="12641" y="19930"/>
                  </a:lnTo>
                  <a:lnTo>
                    <a:pt x="12661" y="19990"/>
                  </a:lnTo>
                  <a:lnTo>
                    <a:pt x="12681" y="20029"/>
                  </a:lnTo>
                  <a:lnTo>
                    <a:pt x="12681" y="20069"/>
                  </a:lnTo>
                  <a:lnTo>
                    <a:pt x="12661" y="20088"/>
                  </a:lnTo>
                  <a:lnTo>
                    <a:pt x="12641" y="20108"/>
                  </a:lnTo>
                  <a:lnTo>
                    <a:pt x="12641" y="20128"/>
                  </a:lnTo>
                  <a:lnTo>
                    <a:pt x="12740" y="20148"/>
                  </a:lnTo>
                  <a:lnTo>
                    <a:pt x="12859" y="20207"/>
                  </a:lnTo>
                  <a:lnTo>
                    <a:pt x="12997" y="20286"/>
                  </a:lnTo>
                  <a:lnTo>
                    <a:pt x="13135" y="20385"/>
                  </a:lnTo>
                  <a:lnTo>
                    <a:pt x="13412" y="20602"/>
                  </a:lnTo>
                  <a:lnTo>
                    <a:pt x="13570" y="20701"/>
                  </a:lnTo>
                  <a:lnTo>
                    <a:pt x="13708" y="20780"/>
                  </a:lnTo>
                  <a:lnTo>
                    <a:pt x="13668" y="20878"/>
                  </a:lnTo>
                  <a:lnTo>
                    <a:pt x="13965" y="20997"/>
                  </a:lnTo>
                  <a:lnTo>
                    <a:pt x="14261" y="21116"/>
                  </a:lnTo>
                  <a:lnTo>
                    <a:pt x="14261" y="21116"/>
                  </a:lnTo>
                  <a:lnTo>
                    <a:pt x="14222" y="21076"/>
                  </a:lnTo>
                  <a:lnTo>
                    <a:pt x="14222" y="21056"/>
                  </a:lnTo>
                  <a:lnTo>
                    <a:pt x="14222" y="21036"/>
                  </a:lnTo>
                  <a:lnTo>
                    <a:pt x="14241" y="21017"/>
                  </a:lnTo>
                  <a:lnTo>
                    <a:pt x="14301" y="20997"/>
                  </a:lnTo>
                  <a:lnTo>
                    <a:pt x="14340" y="20957"/>
                  </a:lnTo>
                  <a:lnTo>
                    <a:pt x="14478" y="21036"/>
                  </a:lnTo>
                  <a:lnTo>
                    <a:pt x="14478" y="21036"/>
                  </a:lnTo>
                  <a:lnTo>
                    <a:pt x="14399" y="20938"/>
                  </a:lnTo>
                  <a:lnTo>
                    <a:pt x="14301" y="20859"/>
                  </a:lnTo>
                  <a:lnTo>
                    <a:pt x="14123" y="20720"/>
                  </a:lnTo>
                  <a:lnTo>
                    <a:pt x="13905" y="20582"/>
                  </a:lnTo>
                  <a:lnTo>
                    <a:pt x="13668" y="20464"/>
                  </a:lnTo>
                  <a:lnTo>
                    <a:pt x="13451" y="20325"/>
                  </a:lnTo>
                  <a:lnTo>
                    <a:pt x="13234" y="20187"/>
                  </a:lnTo>
                  <a:lnTo>
                    <a:pt x="13155" y="20088"/>
                  </a:lnTo>
                  <a:lnTo>
                    <a:pt x="13076" y="19990"/>
                  </a:lnTo>
                  <a:lnTo>
                    <a:pt x="12997" y="19891"/>
                  </a:lnTo>
                  <a:lnTo>
                    <a:pt x="12957" y="19772"/>
                  </a:lnTo>
                  <a:lnTo>
                    <a:pt x="12997" y="19792"/>
                  </a:lnTo>
                  <a:lnTo>
                    <a:pt x="13036" y="19792"/>
                  </a:lnTo>
                  <a:lnTo>
                    <a:pt x="13036" y="19772"/>
                  </a:lnTo>
                  <a:lnTo>
                    <a:pt x="13036" y="19753"/>
                  </a:lnTo>
                  <a:lnTo>
                    <a:pt x="13056" y="19733"/>
                  </a:lnTo>
                  <a:lnTo>
                    <a:pt x="13096" y="19733"/>
                  </a:lnTo>
                  <a:lnTo>
                    <a:pt x="13135" y="19753"/>
                  </a:lnTo>
                  <a:lnTo>
                    <a:pt x="13234" y="19871"/>
                  </a:lnTo>
                  <a:lnTo>
                    <a:pt x="13254" y="19911"/>
                  </a:lnTo>
                  <a:lnTo>
                    <a:pt x="13254" y="19930"/>
                  </a:lnTo>
                  <a:lnTo>
                    <a:pt x="13451" y="19950"/>
                  </a:lnTo>
                  <a:lnTo>
                    <a:pt x="13471" y="19950"/>
                  </a:lnTo>
                  <a:lnTo>
                    <a:pt x="13471" y="19930"/>
                  </a:lnTo>
                  <a:lnTo>
                    <a:pt x="13352" y="19832"/>
                  </a:lnTo>
                  <a:lnTo>
                    <a:pt x="13392" y="19812"/>
                  </a:lnTo>
                  <a:lnTo>
                    <a:pt x="13431" y="19792"/>
                  </a:lnTo>
                  <a:lnTo>
                    <a:pt x="13530" y="19812"/>
                  </a:lnTo>
                  <a:lnTo>
                    <a:pt x="13649" y="19851"/>
                  </a:lnTo>
                  <a:lnTo>
                    <a:pt x="13767" y="19930"/>
                  </a:lnTo>
                  <a:lnTo>
                    <a:pt x="14064" y="20108"/>
                  </a:lnTo>
                  <a:lnTo>
                    <a:pt x="14222" y="20207"/>
                  </a:lnTo>
                  <a:lnTo>
                    <a:pt x="14380" y="20286"/>
                  </a:lnTo>
                  <a:lnTo>
                    <a:pt x="14419" y="20365"/>
                  </a:lnTo>
                  <a:lnTo>
                    <a:pt x="14419" y="20385"/>
                  </a:lnTo>
                  <a:lnTo>
                    <a:pt x="14399" y="20404"/>
                  </a:lnTo>
                  <a:lnTo>
                    <a:pt x="14320" y="20404"/>
                  </a:lnTo>
                  <a:lnTo>
                    <a:pt x="14222" y="20385"/>
                  </a:lnTo>
                  <a:lnTo>
                    <a:pt x="13965" y="20306"/>
                  </a:lnTo>
                  <a:lnTo>
                    <a:pt x="13846" y="20246"/>
                  </a:lnTo>
                  <a:lnTo>
                    <a:pt x="13747" y="20227"/>
                  </a:lnTo>
                  <a:lnTo>
                    <a:pt x="13747" y="20227"/>
                  </a:lnTo>
                  <a:lnTo>
                    <a:pt x="13866" y="20286"/>
                  </a:lnTo>
                  <a:lnTo>
                    <a:pt x="13985" y="20325"/>
                  </a:lnTo>
                  <a:lnTo>
                    <a:pt x="14103" y="20404"/>
                  </a:lnTo>
                  <a:lnTo>
                    <a:pt x="14222" y="20503"/>
                  </a:lnTo>
                  <a:lnTo>
                    <a:pt x="14083" y="20602"/>
                  </a:lnTo>
                  <a:lnTo>
                    <a:pt x="14261" y="20681"/>
                  </a:lnTo>
                  <a:lnTo>
                    <a:pt x="14360" y="20701"/>
                  </a:lnTo>
                  <a:lnTo>
                    <a:pt x="14419" y="20701"/>
                  </a:lnTo>
                  <a:lnTo>
                    <a:pt x="14439" y="20681"/>
                  </a:lnTo>
                  <a:lnTo>
                    <a:pt x="14439" y="20582"/>
                  </a:lnTo>
                  <a:lnTo>
                    <a:pt x="14459" y="20543"/>
                  </a:lnTo>
                  <a:lnTo>
                    <a:pt x="14518" y="20503"/>
                  </a:lnTo>
                  <a:lnTo>
                    <a:pt x="14597" y="20483"/>
                  </a:lnTo>
                  <a:lnTo>
                    <a:pt x="14696" y="20503"/>
                  </a:lnTo>
                  <a:lnTo>
                    <a:pt x="14775" y="20562"/>
                  </a:lnTo>
                  <a:lnTo>
                    <a:pt x="14854" y="20622"/>
                  </a:lnTo>
                  <a:lnTo>
                    <a:pt x="15012" y="20760"/>
                  </a:lnTo>
                  <a:lnTo>
                    <a:pt x="15071" y="20799"/>
                  </a:lnTo>
                  <a:lnTo>
                    <a:pt x="15130" y="20839"/>
                  </a:lnTo>
                  <a:lnTo>
                    <a:pt x="15130" y="20839"/>
                  </a:lnTo>
                  <a:lnTo>
                    <a:pt x="14952" y="20799"/>
                  </a:lnTo>
                  <a:lnTo>
                    <a:pt x="15091" y="20878"/>
                  </a:lnTo>
                  <a:lnTo>
                    <a:pt x="15209" y="20938"/>
                  </a:lnTo>
                  <a:lnTo>
                    <a:pt x="15328" y="20977"/>
                  </a:lnTo>
                  <a:lnTo>
                    <a:pt x="15426" y="20997"/>
                  </a:lnTo>
                  <a:lnTo>
                    <a:pt x="15644" y="21036"/>
                  </a:lnTo>
                  <a:lnTo>
                    <a:pt x="15762" y="21056"/>
                  </a:lnTo>
                  <a:lnTo>
                    <a:pt x="15900" y="21116"/>
                  </a:lnTo>
                  <a:lnTo>
                    <a:pt x="16039" y="21293"/>
                  </a:lnTo>
                  <a:lnTo>
                    <a:pt x="15881" y="21195"/>
                  </a:lnTo>
                  <a:lnTo>
                    <a:pt x="15742" y="21155"/>
                  </a:lnTo>
                  <a:lnTo>
                    <a:pt x="15604" y="21135"/>
                  </a:lnTo>
                  <a:lnTo>
                    <a:pt x="15486" y="21135"/>
                  </a:lnTo>
                  <a:lnTo>
                    <a:pt x="15387" y="21155"/>
                  </a:lnTo>
                  <a:lnTo>
                    <a:pt x="15288" y="21155"/>
                  </a:lnTo>
                  <a:lnTo>
                    <a:pt x="15189" y="21135"/>
                  </a:lnTo>
                  <a:lnTo>
                    <a:pt x="15091" y="21076"/>
                  </a:lnTo>
                  <a:lnTo>
                    <a:pt x="15091" y="21076"/>
                  </a:lnTo>
                  <a:lnTo>
                    <a:pt x="15268" y="21214"/>
                  </a:lnTo>
                  <a:lnTo>
                    <a:pt x="15308" y="21274"/>
                  </a:lnTo>
                  <a:lnTo>
                    <a:pt x="15308" y="21313"/>
                  </a:lnTo>
                  <a:lnTo>
                    <a:pt x="15308" y="21333"/>
                  </a:lnTo>
                  <a:lnTo>
                    <a:pt x="15268" y="21353"/>
                  </a:lnTo>
                  <a:lnTo>
                    <a:pt x="15150" y="21372"/>
                  </a:lnTo>
                  <a:lnTo>
                    <a:pt x="14992" y="21372"/>
                  </a:lnTo>
                  <a:lnTo>
                    <a:pt x="14794" y="21353"/>
                  </a:lnTo>
                  <a:lnTo>
                    <a:pt x="14498" y="21313"/>
                  </a:lnTo>
                  <a:lnTo>
                    <a:pt x="14735" y="21432"/>
                  </a:lnTo>
                  <a:lnTo>
                    <a:pt x="14933" y="21530"/>
                  </a:lnTo>
                  <a:lnTo>
                    <a:pt x="15110" y="21649"/>
                  </a:lnTo>
                  <a:lnTo>
                    <a:pt x="15249" y="21767"/>
                  </a:lnTo>
                  <a:lnTo>
                    <a:pt x="15466" y="21787"/>
                  </a:lnTo>
                  <a:lnTo>
                    <a:pt x="15663" y="21827"/>
                  </a:lnTo>
                  <a:lnTo>
                    <a:pt x="16039" y="21985"/>
                  </a:lnTo>
                  <a:lnTo>
                    <a:pt x="16236" y="22044"/>
                  </a:lnTo>
                  <a:lnTo>
                    <a:pt x="16414" y="22083"/>
                  </a:lnTo>
                  <a:lnTo>
                    <a:pt x="16612" y="22103"/>
                  </a:lnTo>
                  <a:lnTo>
                    <a:pt x="16730" y="22103"/>
                  </a:lnTo>
                  <a:lnTo>
                    <a:pt x="16829" y="22083"/>
                  </a:lnTo>
                  <a:lnTo>
                    <a:pt x="16888" y="22103"/>
                  </a:lnTo>
                  <a:lnTo>
                    <a:pt x="16888" y="22123"/>
                  </a:lnTo>
                  <a:lnTo>
                    <a:pt x="16868" y="22143"/>
                  </a:lnTo>
                  <a:lnTo>
                    <a:pt x="16829" y="22143"/>
                  </a:lnTo>
                  <a:lnTo>
                    <a:pt x="16750" y="22162"/>
                  </a:lnTo>
                  <a:lnTo>
                    <a:pt x="16770" y="22182"/>
                  </a:lnTo>
                  <a:lnTo>
                    <a:pt x="16849" y="22202"/>
                  </a:lnTo>
                  <a:lnTo>
                    <a:pt x="17244" y="22281"/>
                  </a:lnTo>
                  <a:lnTo>
                    <a:pt x="17461" y="22320"/>
                  </a:lnTo>
                  <a:lnTo>
                    <a:pt x="17658" y="22340"/>
                  </a:lnTo>
                  <a:lnTo>
                    <a:pt x="18073" y="22340"/>
                  </a:lnTo>
                  <a:lnTo>
                    <a:pt x="18271" y="22320"/>
                  </a:lnTo>
                  <a:lnTo>
                    <a:pt x="18310" y="22281"/>
                  </a:lnTo>
                  <a:lnTo>
                    <a:pt x="18330" y="22301"/>
                  </a:lnTo>
                  <a:lnTo>
                    <a:pt x="18330" y="22340"/>
                  </a:lnTo>
                  <a:lnTo>
                    <a:pt x="18310" y="22439"/>
                  </a:lnTo>
                  <a:lnTo>
                    <a:pt x="18330" y="22459"/>
                  </a:lnTo>
                  <a:lnTo>
                    <a:pt x="18350" y="22459"/>
                  </a:lnTo>
                  <a:lnTo>
                    <a:pt x="18389" y="22439"/>
                  </a:lnTo>
                  <a:lnTo>
                    <a:pt x="18508" y="22439"/>
                  </a:lnTo>
                  <a:lnTo>
                    <a:pt x="18567" y="22498"/>
                  </a:lnTo>
                  <a:lnTo>
                    <a:pt x="18606" y="22538"/>
                  </a:lnTo>
                  <a:lnTo>
                    <a:pt x="18685" y="22656"/>
                  </a:lnTo>
                  <a:lnTo>
                    <a:pt x="18883" y="22972"/>
                  </a:lnTo>
                  <a:lnTo>
                    <a:pt x="19120" y="23308"/>
                  </a:lnTo>
                  <a:lnTo>
                    <a:pt x="19397" y="23683"/>
                  </a:lnTo>
                  <a:lnTo>
                    <a:pt x="19160" y="23545"/>
                  </a:lnTo>
                  <a:lnTo>
                    <a:pt x="19160" y="23545"/>
                  </a:lnTo>
                  <a:lnTo>
                    <a:pt x="19318" y="23743"/>
                  </a:lnTo>
                  <a:lnTo>
                    <a:pt x="19456" y="23940"/>
                  </a:lnTo>
                  <a:lnTo>
                    <a:pt x="19614" y="24059"/>
                  </a:lnTo>
                  <a:lnTo>
                    <a:pt x="19693" y="24098"/>
                  </a:lnTo>
                  <a:lnTo>
                    <a:pt x="19772" y="24118"/>
                  </a:lnTo>
                  <a:lnTo>
                    <a:pt x="19811" y="24217"/>
                  </a:lnTo>
                  <a:lnTo>
                    <a:pt x="19871" y="24315"/>
                  </a:lnTo>
                  <a:lnTo>
                    <a:pt x="19950" y="24394"/>
                  </a:lnTo>
                  <a:lnTo>
                    <a:pt x="20029" y="24473"/>
                  </a:lnTo>
                  <a:lnTo>
                    <a:pt x="20266" y="24631"/>
                  </a:lnTo>
                  <a:lnTo>
                    <a:pt x="20503" y="24770"/>
                  </a:lnTo>
                  <a:lnTo>
                    <a:pt x="20759" y="24908"/>
                  </a:lnTo>
                  <a:lnTo>
                    <a:pt x="21016" y="25046"/>
                  </a:lnTo>
                  <a:lnTo>
                    <a:pt x="21233" y="25184"/>
                  </a:lnTo>
                  <a:lnTo>
                    <a:pt x="21332" y="25283"/>
                  </a:lnTo>
                  <a:lnTo>
                    <a:pt x="21411" y="25362"/>
                  </a:lnTo>
                  <a:lnTo>
                    <a:pt x="21629" y="25461"/>
                  </a:lnTo>
                  <a:lnTo>
                    <a:pt x="21826" y="25540"/>
                  </a:lnTo>
                  <a:lnTo>
                    <a:pt x="21984" y="25560"/>
                  </a:lnTo>
                  <a:lnTo>
                    <a:pt x="22122" y="25560"/>
                  </a:lnTo>
                  <a:lnTo>
                    <a:pt x="22399" y="25540"/>
                  </a:lnTo>
                  <a:lnTo>
                    <a:pt x="22557" y="25540"/>
                  </a:lnTo>
                  <a:lnTo>
                    <a:pt x="22754" y="25579"/>
                  </a:lnTo>
                  <a:lnTo>
                    <a:pt x="22715" y="25619"/>
                  </a:lnTo>
                  <a:lnTo>
                    <a:pt x="22675" y="25678"/>
                  </a:lnTo>
                  <a:lnTo>
                    <a:pt x="22675" y="25718"/>
                  </a:lnTo>
                  <a:lnTo>
                    <a:pt x="22675" y="25737"/>
                  </a:lnTo>
                  <a:lnTo>
                    <a:pt x="22735" y="25777"/>
                  </a:lnTo>
                  <a:lnTo>
                    <a:pt x="22814" y="25816"/>
                  </a:lnTo>
                  <a:lnTo>
                    <a:pt x="23169" y="25856"/>
                  </a:lnTo>
                  <a:lnTo>
                    <a:pt x="23525" y="25876"/>
                  </a:lnTo>
                  <a:lnTo>
                    <a:pt x="23880" y="25876"/>
                  </a:lnTo>
                  <a:lnTo>
                    <a:pt x="24236" y="25856"/>
                  </a:lnTo>
                  <a:lnTo>
                    <a:pt x="24572" y="25816"/>
                  </a:lnTo>
                  <a:lnTo>
                    <a:pt x="24907" y="25777"/>
                  </a:lnTo>
                  <a:lnTo>
                    <a:pt x="25243" y="25718"/>
                  </a:lnTo>
                  <a:lnTo>
                    <a:pt x="25559" y="25619"/>
                  </a:lnTo>
                  <a:lnTo>
                    <a:pt x="25895" y="25520"/>
                  </a:lnTo>
                  <a:lnTo>
                    <a:pt x="26211" y="25421"/>
                  </a:lnTo>
                  <a:lnTo>
                    <a:pt x="26527" y="25283"/>
                  </a:lnTo>
                  <a:lnTo>
                    <a:pt x="26823" y="25145"/>
                  </a:lnTo>
                  <a:lnTo>
                    <a:pt x="27139" y="24987"/>
                  </a:lnTo>
                  <a:lnTo>
                    <a:pt x="27436" y="24809"/>
                  </a:lnTo>
                  <a:lnTo>
                    <a:pt x="27732" y="24612"/>
                  </a:lnTo>
                  <a:lnTo>
                    <a:pt x="28028" y="24394"/>
                  </a:lnTo>
                  <a:lnTo>
                    <a:pt x="28008" y="24434"/>
                  </a:lnTo>
                  <a:lnTo>
                    <a:pt x="27989" y="24473"/>
                  </a:lnTo>
                  <a:lnTo>
                    <a:pt x="27910" y="24533"/>
                  </a:lnTo>
                  <a:lnTo>
                    <a:pt x="28107" y="24394"/>
                  </a:lnTo>
                  <a:lnTo>
                    <a:pt x="28305" y="24256"/>
                  </a:lnTo>
                  <a:lnTo>
                    <a:pt x="28641" y="23940"/>
                  </a:lnTo>
                  <a:lnTo>
                    <a:pt x="28937" y="23604"/>
                  </a:lnTo>
                  <a:lnTo>
                    <a:pt x="29233" y="23249"/>
                  </a:lnTo>
                  <a:lnTo>
                    <a:pt x="29470" y="22913"/>
                  </a:lnTo>
                  <a:lnTo>
                    <a:pt x="29707" y="22557"/>
                  </a:lnTo>
                  <a:lnTo>
                    <a:pt x="30161" y="21925"/>
                  </a:lnTo>
                  <a:lnTo>
                    <a:pt x="30240" y="21728"/>
                  </a:lnTo>
                  <a:lnTo>
                    <a:pt x="30319" y="21511"/>
                  </a:lnTo>
                  <a:lnTo>
                    <a:pt x="30339" y="21412"/>
                  </a:lnTo>
                  <a:lnTo>
                    <a:pt x="30339" y="21333"/>
                  </a:lnTo>
                  <a:lnTo>
                    <a:pt x="30319" y="21293"/>
                  </a:lnTo>
                  <a:lnTo>
                    <a:pt x="30260" y="21313"/>
                  </a:lnTo>
                  <a:lnTo>
                    <a:pt x="30221" y="21372"/>
                  </a:lnTo>
                  <a:lnTo>
                    <a:pt x="30181" y="21412"/>
                  </a:lnTo>
                  <a:lnTo>
                    <a:pt x="30122" y="21432"/>
                  </a:lnTo>
                  <a:lnTo>
                    <a:pt x="30082" y="21451"/>
                  </a:lnTo>
                  <a:lnTo>
                    <a:pt x="29984" y="21432"/>
                  </a:lnTo>
                  <a:lnTo>
                    <a:pt x="29924" y="21392"/>
                  </a:lnTo>
                  <a:lnTo>
                    <a:pt x="30023" y="21155"/>
                  </a:lnTo>
                  <a:lnTo>
                    <a:pt x="30102" y="21017"/>
                  </a:lnTo>
                  <a:lnTo>
                    <a:pt x="30181" y="20938"/>
                  </a:lnTo>
                  <a:lnTo>
                    <a:pt x="30240" y="20898"/>
                  </a:lnTo>
                  <a:lnTo>
                    <a:pt x="30319" y="20878"/>
                  </a:lnTo>
                  <a:lnTo>
                    <a:pt x="30379" y="20839"/>
                  </a:lnTo>
                  <a:lnTo>
                    <a:pt x="30438" y="20740"/>
                  </a:lnTo>
                  <a:lnTo>
                    <a:pt x="30517" y="20602"/>
                  </a:lnTo>
                  <a:lnTo>
                    <a:pt x="30596" y="20582"/>
                  </a:lnTo>
                  <a:lnTo>
                    <a:pt x="30616" y="20602"/>
                  </a:lnTo>
                  <a:lnTo>
                    <a:pt x="30635" y="20622"/>
                  </a:lnTo>
                  <a:lnTo>
                    <a:pt x="30635" y="20681"/>
                  </a:lnTo>
                  <a:lnTo>
                    <a:pt x="30635" y="20760"/>
                  </a:lnTo>
                  <a:lnTo>
                    <a:pt x="30616" y="20938"/>
                  </a:lnTo>
                  <a:lnTo>
                    <a:pt x="30635" y="21017"/>
                  </a:lnTo>
                  <a:lnTo>
                    <a:pt x="30655" y="21056"/>
                  </a:lnTo>
                  <a:lnTo>
                    <a:pt x="30675" y="21076"/>
                  </a:lnTo>
                  <a:lnTo>
                    <a:pt x="30793" y="20641"/>
                  </a:lnTo>
                  <a:lnTo>
                    <a:pt x="30872" y="20227"/>
                  </a:lnTo>
                  <a:lnTo>
                    <a:pt x="30951" y="20069"/>
                  </a:lnTo>
                  <a:lnTo>
                    <a:pt x="31011" y="19911"/>
                  </a:lnTo>
                  <a:lnTo>
                    <a:pt x="31110" y="19575"/>
                  </a:lnTo>
                  <a:lnTo>
                    <a:pt x="31189" y="19259"/>
                  </a:lnTo>
                  <a:lnTo>
                    <a:pt x="31248" y="19101"/>
                  </a:lnTo>
                  <a:lnTo>
                    <a:pt x="31289" y="19005"/>
                  </a:lnTo>
                  <a:lnTo>
                    <a:pt x="31289" y="19005"/>
                  </a:lnTo>
                  <a:lnTo>
                    <a:pt x="31307" y="19042"/>
                  </a:lnTo>
                  <a:lnTo>
                    <a:pt x="31327" y="19101"/>
                  </a:lnTo>
                  <a:lnTo>
                    <a:pt x="31347" y="19140"/>
                  </a:lnTo>
                  <a:lnTo>
                    <a:pt x="31347" y="19180"/>
                  </a:lnTo>
                  <a:lnTo>
                    <a:pt x="31347" y="19239"/>
                  </a:lnTo>
                  <a:lnTo>
                    <a:pt x="31287" y="19338"/>
                  </a:lnTo>
                  <a:lnTo>
                    <a:pt x="31287" y="19298"/>
                  </a:lnTo>
                  <a:lnTo>
                    <a:pt x="31268" y="19259"/>
                  </a:lnTo>
                  <a:lnTo>
                    <a:pt x="31208" y="19476"/>
                  </a:lnTo>
                  <a:lnTo>
                    <a:pt x="31189" y="19614"/>
                  </a:lnTo>
                  <a:lnTo>
                    <a:pt x="31189" y="19713"/>
                  </a:lnTo>
                  <a:lnTo>
                    <a:pt x="31189" y="19792"/>
                  </a:lnTo>
                  <a:lnTo>
                    <a:pt x="31189" y="19950"/>
                  </a:lnTo>
                  <a:lnTo>
                    <a:pt x="31169" y="20088"/>
                  </a:lnTo>
                  <a:lnTo>
                    <a:pt x="31129" y="20266"/>
                  </a:lnTo>
                  <a:lnTo>
                    <a:pt x="31228" y="19832"/>
                  </a:lnTo>
                  <a:lnTo>
                    <a:pt x="31347" y="19377"/>
                  </a:lnTo>
                  <a:lnTo>
                    <a:pt x="31445" y="18923"/>
                  </a:lnTo>
                  <a:lnTo>
                    <a:pt x="31544" y="18528"/>
                  </a:lnTo>
                  <a:lnTo>
                    <a:pt x="31485" y="18528"/>
                  </a:lnTo>
                  <a:lnTo>
                    <a:pt x="31465" y="18488"/>
                  </a:lnTo>
                  <a:lnTo>
                    <a:pt x="31465" y="18429"/>
                  </a:lnTo>
                  <a:lnTo>
                    <a:pt x="31465" y="18350"/>
                  </a:lnTo>
                  <a:lnTo>
                    <a:pt x="31485" y="18153"/>
                  </a:lnTo>
                  <a:lnTo>
                    <a:pt x="31485" y="18054"/>
                  </a:lnTo>
                  <a:lnTo>
                    <a:pt x="31465" y="17995"/>
                  </a:lnTo>
                  <a:lnTo>
                    <a:pt x="31485" y="17955"/>
                  </a:lnTo>
                  <a:lnTo>
                    <a:pt x="31465" y="17935"/>
                  </a:lnTo>
                  <a:lnTo>
                    <a:pt x="31445" y="17916"/>
                  </a:lnTo>
                  <a:lnTo>
                    <a:pt x="31426" y="17797"/>
                  </a:lnTo>
                  <a:lnTo>
                    <a:pt x="31406" y="17560"/>
                  </a:lnTo>
                  <a:lnTo>
                    <a:pt x="31603" y="17481"/>
                  </a:lnTo>
                  <a:lnTo>
                    <a:pt x="31603" y="17422"/>
                  </a:lnTo>
                  <a:lnTo>
                    <a:pt x="31584" y="17382"/>
                  </a:lnTo>
                  <a:lnTo>
                    <a:pt x="31564" y="17382"/>
                  </a:lnTo>
                  <a:lnTo>
                    <a:pt x="31544" y="17402"/>
                  </a:lnTo>
                  <a:lnTo>
                    <a:pt x="31524" y="17402"/>
                  </a:lnTo>
                  <a:lnTo>
                    <a:pt x="31505" y="17363"/>
                  </a:lnTo>
                  <a:lnTo>
                    <a:pt x="31505" y="17303"/>
                  </a:lnTo>
                  <a:lnTo>
                    <a:pt x="31505" y="16987"/>
                  </a:lnTo>
                  <a:lnTo>
                    <a:pt x="31544" y="16533"/>
                  </a:lnTo>
                  <a:lnTo>
                    <a:pt x="31564" y="16316"/>
                  </a:lnTo>
                  <a:lnTo>
                    <a:pt x="31603" y="16138"/>
                  </a:lnTo>
                  <a:lnTo>
                    <a:pt x="31663" y="16000"/>
                  </a:lnTo>
                  <a:lnTo>
                    <a:pt x="31682" y="15960"/>
                  </a:lnTo>
                  <a:lnTo>
                    <a:pt x="31722" y="15921"/>
                  </a:lnTo>
                  <a:lnTo>
                    <a:pt x="31702" y="15703"/>
                  </a:lnTo>
                  <a:lnTo>
                    <a:pt x="31663" y="15526"/>
                  </a:lnTo>
                  <a:lnTo>
                    <a:pt x="31623" y="15348"/>
                  </a:lnTo>
                  <a:lnTo>
                    <a:pt x="31623" y="15131"/>
                  </a:lnTo>
                  <a:lnTo>
                    <a:pt x="31663" y="15150"/>
                  </a:lnTo>
                  <a:lnTo>
                    <a:pt x="31682" y="15190"/>
                  </a:lnTo>
                  <a:lnTo>
                    <a:pt x="31722" y="15249"/>
                  </a:lnTo>
                  <a:lnTo>
                    <a:pt x="31722" y="14953"/>
                  </a:lnTo>
                  <a:lnTo>
                    <a:pt x="31722" y="14657"/>
                  </a:lnTo>
                  <a:lnTo>
                    <a:pt x="31702" y="14321"/>
                  </a:lnTo>
                  <a:lnTo>
                    <a:pt x="31682" y="13965"/>
                  </a:lnTo>
                  <a:lnTo>
                    <a:pt x="31623" y="13590"/>
                  </a:lnTo>
                  <a:lnTo>
                    <a:pt x="31544" y="13195"/>
                  </a:lnTo>
                  <a:lnTo>
                    <a:pt x="31426" y="12800"/>
                  </a:lnTo>
                  <a:lnTo>
                    <a:pt x="31268" y="12385"/>
                  </a:lnTo>
                  <a:lnTo>
                    <a:pt x="31070" y="12109"/>
                  </a:lnTo>
                  <a:lnTo>
                    <a:pt x="30853" y="11872"/>
                  </a:lnTo>
                  <a:lnTo>
                    <a:pt x="30675" y="11714"/>
                  </a:lnTo>
                  <a:lnTo>
                    <a:pt x="30517" y="11595"/>
                  </a:lnTo>
                  <a:lnTo>
                    <a:pt x="30458" y="11536"/>
                  </a:lnTo>
                  <a:lnTo>
                    <a:pt x="30418" y="11516"/>
                  </a:lnTo>
                  <a:lnTo>
                    <a:pt x="30359" y="11496"/>
                  </a:lnTo>
                  <a:lnTo>
                    <a:pt x="30221" y="11457"/>
                  </a:lnTo>
                  <a:lnTo>
                    <a:pt x="30260" y="11496"/>
                  </a:lnTo>
                  <a:lnTo>
                    <a:pt x="30280" y="11555"/>
                  </a:lnTo>
                  <a:lnTo>
                    <a:pt x="30280" y="11595"/>
                  </a:lnTo>
                  <a:lnTo>
                    <a:pt x="30260" y="11615"/>
                  </a:lnTo>
                  <a:lnTo>
                    <a:pt x="30240" y="11634"/>
                  </a:lnTo>
                  <a:lnTo>
                    <a:pt x="30122" y="11634"/>
                  </a:lnTo>
                  <a:lnTo>
                    <a:pt x="30082" y="11595"/>
                  </a:lnTo>
                  <a:lnTo>
                    <a:pt x="30003" y="11476"/>
                  </a:lnTo>
                  <a:lnTo>
                    <a:pt x="29964" y="11437"/>
                  </a:lnTo>
                  <a:lnTo>
                    <a:pt x="30003" y="11417"/>
                  </a:lnTo>
                  <a:lnTo>
                    <a:pt x="30023" y="11378"/>
                  </a:lnTo>
                  <a:lnTo>
                    <a:pt x="30043" y="11299"/>
                  </a:lnTo>
                  <a:lnTo>
                    <a:pt x="30043" y="11279"/>
                  </a:lnTo>
                  <a:lnTo>
                    <a:pt x="30082" y="11279"/>
                  </a:lnTo>
                  <a:lnTo>
                    <a:pt x="30102" y="11338"/>
                  </a:lnTo>
                  <a:lnTo>
                    <a:pt x="30161" y="11279"/>
                  </a:lnTo>
                  <a:lnTo>
                    <a:pt x="30181" y="11239"/>
                  </a:lnTo>
                  <a:lnTo>
                    <a:pt x="30201" y="11200"/>
                  </a:lnTo>
                  <a:lnTo>
                    <a:pt x="30181" y="11160"/>
                  </a:lnTo>
                  <a:lnTo>
                    <a:pt x="30181" y="11002"/>
                  </a:lnTo>
                  <a:lnTo>
                    <a:pt x="30122" y="10588"/>
                  </a:lnTo>
                  <a:lnTo>
                    <a:pt x="30142" y="10430"/>
                  </a:lnTo>
                  <a:lnTo>
                    <a:pt x="30142" y="10390"/>
                  </a:lnTo>
                  <a:lnTo>
                    <a:pt x="30181" y="10370"/>
                  </a:lnTo>
                  <a:lnTo>
                    <a:pt x="30142" y="10272"/>
                  </a:lnTo>
                  <a:lnTo>
                    <a:pt x="30082" y="10133"/>
                  </a:lnTo>
                  <a:lnTo>
                    <a:pt x="30023" y="9936"/>
                  </a:lnTo>
                  <a:lnTo>
                    <a:pt x="29924" y="9738"/>
                  </a:lnTo>
                  <a:lnTo>
                    <a:pt x="29826" y="9541"/>
                  </a:lnTo>
                  <a:lnTo>
                    <a:pt x="29707" y="9363"/>
                  </a:lnTo>
                  <a:lnTo>
                    <a:pt x="29589" y="9205"/>
                  </a:lnTo>
                  <a:lnTo>
                    <a:pt x="29470" y="9106"/>
                  </a:lnTo>
                  <a:lnTo>
                    <a:pt x="29470" y="9086"/>
                  </a:lnTo>
                  <a:lnTo>
                    <a:pt x="29490" y="9086"/>
                  </a:lnTo>
                  <a:lnTo>
                    <a:pt x="29529" y="9106"/>
                  </a:lnTo>
                  <a:lnTo>
                    <a:pt x="29648" y="9244"/>
                  </a:lnTo>
                  <a:lnTo>
                    <a:pt x="29766" y="9403"/>
                  </a:lnTo>
                  <a:lnTo>
                    <a:pt x="29806" y="9442"/>
                  </a:lnTo>
                  <a:lnTo>
                    <a:pt x="29845" y="9462"/>
                  </a:lnTo>
                  <a:lnTo>
                    <a:pt x="29727" y="9284"/>
                  </a:lnTo>
                  <a:lnTo>
                    <a:pt x="29589" y="9106"/>
                  </a:lnTo>
                  <a:lnTo>
                    <a:pt x="29648" y="9067"/>
                  </a:lnTo>
                  <a:lnTo>
                    <a:pt x="29490" y="8849"/>
                  </a:lnTo>
                  <a:lnTo>
                    <a:pt x="29352" y="8691"/>
                  </a:lnTo>
                  <a:lnTo>
                    <a:pt x="29213" y="8573"/>
                  </a:lnTo>
                  <a:lnTo>
                    <a:pt x="29075" y="8494"/>
                  </a:lnTo>
                  <a:lnTo>
                    <a:pt x="28818" y="8375"/>
                  </a:lnTo>
                  <a:lnTo>
                    <a:pt x="28700" y="8336"/>
                  </a:lnTo>
                  <a:lnTo>
                    <a:pt x="28561" y="8257"/>
                  </a:lnTo>
                  <a:lnTo>
                    <a:pt x="28581" y="8237"/>
                  </a:lnTo>
                  <a:lnTo>
                    <a:pt x="28344" y="8099"/>
                  </a:lnTo>
                  <a:lnTo>
                    <a:pt x="28344" y="8099"/>
                  </a:lnTo>
                  <a:lnTo>
                    <a:pt x="28720" y="8158"/>
                  </a:lnTo>
                  <a:lnTo>
                    <a:pt x="28581" y="8079"/>
                  </a:lnTo>
                  <a:lnTo>
                    <a:pt x="28443" y="8000"/>
                  </a:lnTo>
                  <a:lnTo>
                    <a:pt x="28186" y="7901"/>
                  </a:lnTo>
                  <a:lnTo>
                    <a:pt x="27910" y="7803"/>
                  </a:lnTo>
                  <a:lnTo>
                    <a:pt x="27594" y="7684"/>
                  </a:lnTo>
                  <a:lnTo>
                    <a:pt x="27574" y="7605"/>
                  </a:lnTo>
                  <a:lnTo>
                    <a:pt x="27297" y="7546"/>
                  </a:lnTo>
                  <a:lnTo>
                    <a:pt x="27357" y="7546"/>
                  </a:lnTo>
                  <a:lnTo>
                    <a:pt x="27357" y="7526"/>
                  </a:lnTo>
                  <a:lnTo>
                    <a:pt x="27357" y="7506"/>
                  </a:lnTo>
                  <a:lnTo>
                    <a:pt x="27218" y="7506"/>
                  </a:lnTo>
                  <a:lnTo>
                    <a:pt x="27080" y="7487"/>
                  </a:lnTo>
                  <a:lnTo>
                    <a:pt x="26764" y="7427"/>
                  </a:lnTo>
                  <a:lnTo>
                    <a:pt x="26468" y="7368"/>
                  </a:lnTo>
                  <a:lnTo>
                    <a:pt x="26349" y="7348"/>
                  </a:lnTo>
                  <a:lnTo>
                    <a:pt x="26231" y="7368"/>
                  </a:lnTo>
                  <a:lnTo>
                    <a:pt x="26172" y="7348"/>
                  </a:lnTo>
                  <a:lnTo>
                    <a:pt x="26112" y="7289"/>
                  </a:lnTo>
                  <a:lnTo>
                    <a:pt x="26013" y="7210"/>
                  </a:lnTo>
                  <a:lnTo>
                    <a:pt x="25954" y="7171"/>
                  </a:lnTo>
                  <a:lnTo>
                    <a:pt x="25895" y="7131"/>
                  </a:lnTo>
                  <a:lnTo>
                    <a:pt x="25816" y="7131"/>
                  </a:lnTo>
                  <a:lnTo>
                    <a:pt x="25717" y="7151"/>
                  </a:lnTo>
                  <a:lnTo>
                    <a:pt x="25816" y="6953"/>
                  </a:lnTo>
                  <a:lnTo>
                    <a:pt x="25994" y="6993"/>
                  </a:lnTo>
                  <a:lnTo>
                    <a:pt x="26092" y="7032"/>
                  </a:lnTo>
                  <a:lnTo>
                    <a:pt x="26152" y="7072"/>
                  </a:lnTo>
                  <a:lnTo>
                    <a:pt x="26191" y="7111"/>
                  </a:lnTo>
                  <a:lnTo>
                    <a:pt x="26231" y="7151"/>
                  </a:lnTo>
                  <a:lnTo>
                    <a:pt x="26310" y="7171"/>
                  </a:lnTo>
                  <a:lnTo>
                    <a:pt x="26428" y="7210"/>
                  </a:lnTo>
                  <a:lnTo>
                    <a:pt x="26606" y="7250"/>
                  </a:lnTo>
                  <a:lnTo>
                    <a:pt x="26527" y="7171"/>
                  </a:lnTo>
                  <a:lnTo>
                    <a:pt x="26428" y="7111"/>
                  </a:lnTo>
                  <a:lnTo>
                    <a:pt x="26191" y="6973"/>
                  </a:lnTo>
                  <a:lnTo>
                    <a:pt x="25875" y="6854"/>
                  </a:lnTo>
                  <a:lnTo>
                    <a:pt x="25539" y="6736"/>
                  </a:lnTo>
                  <a:lnTo>
                    <a:pt x="25204" y="6657"/>
                  </a:lnTo>
                  <a:lnTo>
                    <a:pt x="24848" y="6598"/>
                  </a:lnTo>
                  <a:lnTo>
                    <a:pt x="24216" y="6479"/>
                  </a:lnTo>
                  <a:lnTo>
                    <a:pt x="23959" y="6459"/>
                  </a:lnTo>
                  <a:lnTo>
                    <a:pt x="23683" y="6420"/>
                  </a:lnTo>
                  <a:lnTo>
                    <a:pt x="23110" y="6321"/>
                  </a:lnTo>
                  <a:lnTo>
                    <a:pt x="22853" y="6282"/>
                  </a:lnTo>
                  <a:lnTo>
                    <a:pt x="22616" y="6262"/>
                  </a:lnTo>
                  <a:lnTo>
                    <a:pt x="22399" y="6262"/>
                  </a:lnTo>
                  <a:lnTo>
                    <a:pt x="22320" y="6301"/>
                  </a:lnTo>
                  <a:lnTo>
                    <a:pt x="22261" y="6341"/>
                  </a:lnTo>
                  <a:lnTo>
                    <a:pt x="22261" y="6341"/>
                  </a:lnTo>
                  <a:lnTo>
                    <a:pt x="22340" y="6222"/>
                  </a:lnTo>
                  <a:lnTo>
                    <a:pt x="21332" y="5926"/>
                  </a:lnTo>
                  <a:lnTo>
                    <a:pt x="21016" y="5867"/>
                  </a:lnTo>
                  <a:lnTo>
                    <a:pt x="20740" y="5808"/>
                  </a:lnTo>
                  <a:lnTo>
                    <a:pt x="20463" y="5729"/>
                  </a:lnTo>
                  <a:lnTo>
                    <a:pt x="20226" y="5630"/>
                  </a:lnTo>
                  <a:lnTo>
                    <a:pt x="19811" y="5452"/>
                  </a:lnTo>
                  <a:lnTo>
                    <a:pt x="19594" y="5353"/>
                  </a:lnTo>
                  <a:lnTo>
                    <a:pt x="19357" y="5274"/>
                  </a:lnTo>
                  <a:lnTo>
                    <a:pt x="19258" y="5077"/>
                  </a:lnTo>
                  <a:lnTo>
                    <a:pt x="19100" y="5057"/>
                  </a:lnTo>
                  <a:lnTo>
                    <a:pt x="18942" y="4998"/>
                  </a:lnTo>
                  <a:lnTo>
                    <a:pt x="18547" y="4820"/>
                  </a:lnTo>
                  <a:lnTo>
                    <a:pt x="18113" y="4622"/>
                  </a:lnTo>
                  <a:lnTo>
                    <a:pt x="17678" y="4445"/>
                  </a:lnTo>
                  <a:lnTo>
                    <a:pt x="17263" y="4287"/>
                  </a:lnTo>
                  <a:lnTo>
                    <a:pt x="16888" y="4188"/>
                  </a:lnTo>
                  <a:lnTo>
                    <a:pt x="16710" y="4148"/>
                  </a:lnTo>
                  <a:lnTo>
                    <a:pt x="16552" y="4129"/>
                  </a:lnTo>
                  <a:lnTo>
                    <a:pt x="16434" y="4129"/>
                  </a:lnTo>
                  <a:lnTo>
                    <a:pt x="16295" y="4148"/>
                  </a:lnTo>
                  <a:lnTo>
                    <a:pt x="16236" y="4069"/>
                  </a:lnTo>
                  <a:lnTo>
                    <a:pt x="16216" y="4030"/>
                  </a:lnTo>
                  <a:lnTo>
                    <a:pt x="16236" y="4010"/>
                  </a:lnTo>
                  <a:lnTo>
                    <a:pt x="16295" y="3990"/>
                  </a:lnTo>
                  <a:lnTo>
                    <a:pt x="16434" y="4010"/>
                  </a:lnTo>
                  <a:lnTo>
                    <a:pt x="16552" y="4010"/>
                  </a:lnTo>
                  <a:lnTo>
                    <a:pt x="16454" y="3951"/>
                  </a:lnTo>
                  <a:lnTo>
                    <a:pt x="16315" y="3911"/>
                  </a:lnTo>
                  <a:lnTo>
                    <a:pt x="16058" y="3852"/>
                  </a:lnTo>
                  <a:lnTo>
                    <a:pt x="15920" y="3813"/>
                  </a:lnTo>
                  <a:lnTo>
                    <a:pt x="15821" y="3753"/>
                  </a:lnTo>
                  <a:lnTo>
                    <a:pt x="15723" y="3674"/>
                  </a:lnTo>
                  <a:lnTo>
                    <a:pt x="15683" y="3635"/>
                  </a:lnTo>
                  <a:lnTo>
                    <a:pt x="15663" y="3576"/>
                  </a:lnTo>
                  <a:lnTo>
                    <a:pt x="15742" y="3576"/>
                  </a:lnTo>
                  <a:lnTo>
                    <a:pt x="15841" y="3615"/>
                  </a:lnTo>
                  <a:lnTo>
                    <a:pt x="15900" y="3635"/>
                  </a:lnTo>
                  <a:lnTo>
                    <a:pt x="15920" y="3635"/>
                  </a:lnTo>
                  <a:lnTo>
                    <a:pt x="15881" y="3595"/>
                  </a:lnTo>
                  <a:lnTo>
                    <a:pt x="15841" y="3536"/>
                  </a:lnTo>
                  <a:lnTo>
                    <a:pt x="15802" y="3497"/>
                  </a:lnTo>
                  <a:lnTo>
                    <a:pt x="15703" y="3477"/>
                  </a:lnTo>
                  <a:lnTo>
                    <a:pt x="15644" y="3457"/>
                  </a:lnTo>
                  <a:lnTo>
                    <a:pt x="15604" y="3437"/>
                  </a:lnTo>
                  <a:lnTo>
                    <a:pt x="15545" y="3398"/>
                  </a:lnTo>
                  <a:lnTo>
                    <a:pt x="15505" y="3319"/>
                  </a:lnTo>
                  <a:lnTo>
                    <a:pt x="15486" y="3378"/>
                  </a:lnTo>
                  <a:lnTo>
                    <a:pt x="15446" y="3398"/>
                  </a:lnTo>
                  <a:lnTo>
                    <a:pt x="15367" y="3398"/>
                  </a:lnTo>
                  <a:lnTo>
                    <a:pt x="15268" y="3378"/>
                  </a:lnTo>
                  <a:lnTo>
                    <a:pt x="15150" y="3319"/>
                  </a:lnTo>
                  <a:lnTo>
                    <a:pt x="15031" y="3260"/>
                  </a:lnTo>
                  <a:lnTo>
                    <a:pt x="14913" y="3200"/>
                  </a:lnTo>
                  <a:lnTo>
                    <a:pt x="14794" y="3121"/>
                  </a:lnTo>
                  <a:lnTo>
                    <a:pt x="14834" y="3161"/>
                  </a:lnTo>
                  <a:lnTo>
                    <a:pt x="14854" y="3200"/>
                  </a:lnTo>
                  <a:lnTo>
                    <a:pt x="14834" y="3220"/>
                  </a:lnTo>
                  <a:lnTo>
                    <a:pt x="14814" y="3220"/>
                  </a:lnTo>
                  <a:lnTo>
                    <a:pt x="14735" y="3181"/>
                  </a:lnTo>
                  <a:lnTo>
                    <a:pt x="14538" y="3023"/>
                  </a:lnTo>
                  <a:lnTo>
                    <a:pt x="14597" y="3023"/>
                  </a:lnTo>
                  <a:lnTo>
                    <a:pt x="14044" y="2568"/>
                  </a:lnTo>
                  <a:lnTo>
                    <a:pt x="13451" y="2094"/>
                  </a:lnTo>
                  <a:lnTo>
                    <a:pt x="13135" y="1857"/>
                  </a:lnTo>
                  <a:lnTo>
                    <a:pt x="12819" y="1640"/>
                  </a:lnTo>
                  <a:lnTo>
                    <a:pt x="12483" y="1423"/>
                  </a:lnTo>
                  <a:lnTo>
                    <a:pt x="12128" y="1225"/>
                  </a:lnTo>
                  <a:lnTo>
                    <a:pt x="11772" y="1028"/>
                  </a:lnTo>
                  <a:lnTo>
                    <a:pt x="11417" y="870"/>
                  </a:lnTo>
                  <a:lnTo>
                    <a:pt x="11041" y="712"/>
                  </a:lnTo>
                  <a:lnTo>
                    <a:pt x="10666" y="554"/>
                  </a:lnTo>
                  <a:lnTo>
                    <a:pt x="10291" y="435"/>
                  </a:lnTo>
                  <a:lnTo>
                    <a:pt x="9916" y="336"/>
                  </a:lnTo>
                  <a:lnTo>
                    <a:pt x="9521" y="238"/>
                  </a:lnTo>
                  <a:lnTo>
                    <a:pt x="9126" y="178"/>
                  </a:lnTo>
                  <a:lnTo>
                    <a:pt x="9521" y="139"/>
                  </a:lnTo>
                  <a:lnTo>
                    <a:pt x="9264" y="139"/>
                  </a:lnTo>
                  <a:lnTo>
                    <a:pt x="8967" y="99"/>
                  </a:lnTo>
                  <a:lnTo>
                    <a:pt x="8513" y="60"/>
                  </a:lnTo>
                  <a:lnTo>
                    <a:pt x="8553" y="40"/>
                  </a:lnTo>
                  <a:lnTo>
                    <a:pt x="83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3" name="Google Shape;7603;p29"/>
            <p:cNvSpPr/>
            <p:nvPr/>
          </p:nvSpPr>
          <p:spPr>
            <a:xfrm>
              <a:off x="-1287950" y="3163300"/>
              <a:ext cx="2000" cy="1000"/>
            </a:xfrm>
            <a:custGeom>
              <a:rect b="b" l="l" r="r" t="t"/>
              <a:pathLst>
                <a:path extrusionOk="0" h="40" w="80">
                  <a:moveTo>
                    <a:pt x="40" y="0"/>
                  </a:moveTo>
                  <a:lnTo>
                    <a:pt x="1" y="40"/>
                  </a:lnTo>
                  <a:lnTo>
                    <a:pt x="1" y="4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4" name="Google Shape;7604;p29"/>
            <p:cNvSpPr/>
            <p:nvPr/>
          </p:nvSpPr>
          <p:spPr>
            <a:xfrm>
              <a:off x="-660325" y="3614625"/>
              <a:ext cx="525" cy="2000"/>
            </a:xfrm>
            <a:custGeom>
              <a:rect b="b" l="l" r="r" t="t"/>
              <a:pathLst>
                <a:path extrusionOk="0" h="80" w="21">
                  <a:moveTo>
                    <a:pt x="20" y="1"/>
                  </a:moveTo>
                  <a:lnTo>
                    <a:pt x="0" y="40"/>
                  </a:lnTo>
                  <a:lnTo>
                    <a:pt x="0" y="80"/>
                  </a:lnTo>
                  <a:lnTo>
                    <a:pt x="20" y="4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5" name="Google Shape;7605;p29"/>
            <p:cNvSpPr/>
            <p:nvPr/>
          </p:nvSpPr>
          <p:spPr>
            <a:xfrm>
              <a:off x="-785750" y="363635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1"/>
                  </a:move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6" name="Google Shape;7606;p29"/>
            <p:cNvSpPr/>
            <p:nvPr/>
          </p:nvSpPr>
          <p:spPr>
            <a:xfrm>
              <a:off x="-1257325" y="3169700"/>
              <a:ext cx="1000" cy="3000"/>
            </a:xfrm>
            <a:custGeom>
              <a:rect b="b" l="l" r="r" t="t"/>
              <a:pathLst>
                <a:path extrusionOk="0" h="120" w="40">
                  <a:moveTo>
                    <a:pt x="40" y="1"/>
                  </a:moveTo>
                  <a:lnTo>
                    <a:pt x="0" y="119"/>
                  </a:lnTo>
                  <a:lnTo>
                    <a:pt x="20" y="6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B3604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7" name="Google Shape;7607;p29"/>
            <p:cNvSpPr/>
            <p:nvPr/>
          </p:nvSpPr>
          <p:spPr>
            <a:xfrm>
              <a:off x="-831175" y="3371675"/>
              <a:ext cx="278525" cy="333350"/>
            </a:xfrm>
            <a:custGeom>
              <a:rect b="b" l="l" r="r" t="t"/>
              <a:pathLst>
                <a:path extrusionOk="0" h="13334" w="11141">
                  <a:moveTo>
                    <a:pt x="7980" y="1"/>
                  </a:moveTo>
                  <a:lnTo>
                    <a:pt x="7684" y="20"/>
                  </a:lnTo>
                  <a:lnTo>
                    <a:pt x="7387" y="40"/>
                  </a:lnTo>
                  <a:lnTo>
                    <a:pt x="7052" y="99"/>
                  </a:lnTo>
                  <a:lnTo>
                    <a:pt x="6716" y="159"/>
                  </a:lnTo>
                  <a:lnTo>
                    <a:pt x="6360" y="257"/>
                  </a:lnTo>
                  <a:lnTo>
                    <a:pt x="6005" y="396"/>
                  </a:lnTo>
                  <a:lnTo>
                    <a:pt x="5649" y="554"/>
                  </a:lnTo>
                  <a:lnTo>
                    <a:pt x="5294" y="771"/>
                  </a:lnTo>
                  <a:lnTo>
                    <a:pt x="4958" y="1028"/>
                  </a:lnTo>
                  <a:lnTo>
                    <a:pt x="4800" y="1166"/>
                  </a:lnTo>
                  <a:lnTo>
                    <a:pt x="4642" y="1324"/>
                  </a:lnTo>
                  <a:lnTo>
                    <a:pt x="4326" y="1679"/>
                  </a:lnTo>
                  <a:lnTo>
                    <a:pt x="3970" y="2154"/>
                  </a:lnTo>
                  <a:lnTo>
                    <a:pt x="3595" y="2687"/>
                  </a:lnTo>
                  <a:lnTo>
                    <a:pt x="3220" y="3299"/>
                  </a:lnTo>
                  <a:lnTo>
                    <a:pt x="2825" y="3951"/>
                  </a:lnTo>
                  <a:lnTo>
                    <a:pt x="2430" y="4623"/>
                  </a:lnTo>
                  <a:lnTo>
                    <a:pt x="2035" y="5334"/>
                  </a:lnTo>
                  <a:lnTo>
                    <a:pt x="1679" y="6045"/>
                  </a:lnTo>
                  <a:lnTo>
                    <a:pt x="1324" y="6736"/>
                  </a:lnTo>
                  <a:lnTo>
                    <a:pt x="1007" y="7408"/>
                  </a:lnTo>
                  <a:lnTo>
                    <a:pt x="711" y="8040"/>
                  </a:lnTo>
                  <a:lnTo>
                    <a:pt x="454" y="8612"/>
                  </a:lnTo>
                  <a:lnTo>
                    <a:pt x="257" y="9126"/>
                  </a:lnTo>
                  <a:lnTo>
                    <a:pt x="119" y="9561"/>
                  </a:lnTo>
                  <a:lnTo>
                    <a:pt x="20" y="9877"/>
                  </a:lnTo>
                  <a:lnTo>
                    <a:pt x="0" y="9995"/>
                  </a:lnTo>
                  <a:lnTo>
                    <a:pt x="0" y="10094"/>
                  </a:lnTo>
                  <a:lnTo>
                    <a:pt x="59" y="10410"/>
                  </a:lnTo>
                  <a:lnTo>
                    <a:pt x="138" y="10765"/>
                  </a:lnTo>
                  <a:lnTo>
                    <a:pt x="257" y="11121"/>
                  </a:lnTo>
                  <a:lnTo>
                    <a:pt x="336" y="11299"/>
                  </a:lnTo>
                  <a:lnTo>
                    <a:pt x="435" y="11496"/>
                  </a:lnTo>
                  <a:lnTo>
                    <a:pt x="553" y="11674"/>
                  </a:lnTo>
                  <a:lnTo>
                    <a:pt x="672" y="11852"/>
                  </a:lnTo>
                  <a:lnTo>
                    <a:pt x="830" y="12030"/>
                  </a:lnTo>
                  <a:lnTo>
                    <a:pt x="1007" y="12207"/>
                  </a:lnTo>
                  <a:lnTo>
                    <a:pt x="1205" y="12365"/>
                  </a:lnTo>
                  <a:lnTo>
                    <a:pt x="1422" y="12523"/>
                  </a:lnTo>
                  <a:lnTo>
                    <a:pt x="1659" y="12681"/>
                  </a:lnTo>
                  <a:lnTo>
                    <a:pt x="1936" y="12839"/>
                  </a:lnTo>
                  <a:lnTo>
                    <a:pt x="2212" y="12958"/>
                  </a:lnTo>
                  <a:lnTo>
                    <a:pt x="2489" y="13076"/>
                  </a:lnTo>
                  <a:lnTo>
                    <a:pt x="2746" y="13175"/>
                  </a:lnTo>
                  <a:lnTo>
                    <a:pt x="3002" y="13254"/>
                  </a:lnTo>
                  <a:lnTo>
                    <a:pt x="3259" y="13294"/>
                  </a:lnTo>
                  <a:lnTo>
                    <a:pt x="3536" y="13333"/>
                  </a:lnTo>
                  <a:lnTo>
                    <a:pt x="4069" y="13333"/>
                  </a:lnTo>
                  <a:lnTo>
                    <a:pt x="4346" y="13294"/>
                  </a:lnTo>
                  <a:lnTo>
                    <a:pt x="4642" y="13234"/>
                  </a:lnTo>
                  <a:lnTo>
                    <a:pt x="4958" y="13155"/>
                  </a:lnTo>
                  <a:lnTo>
                    <a:pt x="5294" y="13037"/>
                  </a:lnTo>
                  <a:lnTo>
                    <a:pt x="5629" y="12918"/>
                  </a:lnTo>
                  <a:lnTo>
                    <a:pt x="6005" y="12741"/>
                  </a:lnTo>
                  <a:lnTo>
                    <a:pt x="6834" y="12346"/>
                  </a:lnTo>
                  <a:lnTo>
                    <a:pt x="7170" y="12168"/>
                  </a:lnTo>
                  <a:lnTo>
                    <a:pt x="7486" y="11931"/>
                  </a:lnTo>
                  <a:lnTo>
                    <a:pt x="7782" y="11674"/>
                  </a:lnTo>
                  <a:lnTo>
                    <a:pt x="8059" y="11397"/>
                  </a:lnTo>
                  <a:lnTo>
                    <a:pt x="8316" y="11081"/>
                  </a:lnTo>
                  <a:lnTo>
                    <a:pt x="8553" y="10746"/>
                  </a:lnTo>
                  <a:lnTo>
                    <a:pt x="8790" y="10410"/>
                  </a:lnTo>
                  <a:lnTo>
                    <a:pt x="8987" y="10035"/>
                  </a:lnTo>
                  <a:lnTo>
                    <a:pt x="9205" y="9659"/>
                  </a:lnTo>
                  <a:lnTo>
                    <a:pt x="9402" y="9264"/>
                  </a:lnTo>
                  <a:lnTo>
                    <a:pt x="9758" y="8474"/>
                  </a:lnTo>
                  <a:lnTo>
                    <a:pt x="10469" y="6874"/>
                  </a:lnTo>
                  <a:lnTo>
                    <a:pt x="10627" y="6479"/>
                  </a:lnTo>
                  <a:lnTo>
                    <a:pt x="10765" y="6084"/>
                  </a:lnTo>
                  <a:lnTo>
                    <a:pt x="10884" y="5689"/>
                  </a:lnTo>
                  <a:lnTo>
                    <a:pt x="10982" y="5314"/>
                  </a:lnTo>
                  <a:lnTo>
                    <a:pt x="11042" y="4939"/>
                  </a:lnTo>
                  <a:lnTo>
                    <a:pt x="11101" y="4563"/>
                  </a:lnTo>
                  <a:lnTo>
                    <a:pt x="11121" y="4188"/>
                  </a:lnTo>
                  <a:lnTo>
                    <a:pt x="11140" y="3832"/>
                  </a:lnTo>
                  <a:lnTo>
                    <a:pt x="11140" y="3497"/>
                  </a:lnTo>
                  <a:lnTo>
                    <a:pt x="11121" y="3161"/>
                  </a:lnTo>
                  <a:lnTo>
                    <a:pt x="11081" y="2845"/>
                  </a:lnTo>
                  <a:lnTo>
                    <a:pt x="11022" y="2549"/>
                  </a:lnTo>
                  <a:lnTo>
                    <a:pt x="10963" y="2252"/>
                  </a:lnTo>
                  <a:lnTo>
                    <a:pt x="10903" y="1976"/>
                  </a:lnTo>
                  <a:lnTo>
                    <a:pt x="10804" y="1719"/>
                  </a:lnTo>
                  <a:lnTo>
                    <a:pt x="10725" y="1502"/>
                  </a:lnTo>
                  <a:lnTo>
                    <a:pt x="10607" y="1284"/>
                  </a:lnTo>
                  <a:lnTo>
                    <a:pt x="10488" y="1087"/>
                  </a:lnTo>
                  <a:lnTo>
                    <a:pt x="10350" y="929"/>
                  </a:lnTo>
                  <a:lnTo>
                    <a:pt x="10212" y="771"/>
                  </a:lnTo>
                  <a:lnTo>
                    <a:pt x="10074" y="633"/>
                  </a:lnTo>
                  <a:lnTo>
                    <a:pt x="9916" y="514"/>
                  </a:lnTo>
                  <a:lnTo>
                    <a:pt x="9758" y="415"/>
                  </a:lnTo>
                  <a:lnTo>
                    <a:pt x="9600" y="336"/>
                  </a:lnTo>
                  <a:lnTo>
                    <a:pt x="9323" y="198"/>
                  </a:lnTo>
                  <a:lnTo>
                    <a:pt x="9086" y="119"/>
                  </a:lnTo>
                  <a:lnTo>
                    <a:pt x="8869" y="60"/>
                  </a:lnTo>
                  <a:lnTo>
                    <a:pt x="8770" y="40"/>
                  </a:lnTo>
                  <a:lnTo>
                    <a:pt x="8454" y="20"/>
                  </a:lnTo>
                  <a:lnTo>
                    <a:pt x="79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8" name="Google Shape;7608;p29"/>
            <p:cNvSpPr/>
            <p:nvPr/>
          </p:nvSpPr>
          <p:spPr>
            <a:xfrm>
              <a:off x="-813400" y="3369700"/>
              <a:ext cx="247400" cy="321500"/>
            </a:xfrm>
            <a:custGeom>
              <a:rect b="b" l="l" r="r" t="t"/>
              <a:pathLst>
                <a:path extrusionOk="0" h="12860" w="9896">
                  <a:moveTo>
                    <a:pt x="6044" y="1"/>
                  </a:moveTo>
                  <a:lnTo>
                    <a:pt x="5827" y="20"/>
                  </a:lnTo>
                  <a:lnTo>
                    <a:pt x="5709" y="40"/>
                  </a:lnTo>
                  <a:lnTo>
                    <a:pt x="5590" y="99"/>
                  </a:lnTo>
                  <a:lnTo>
                    <a:pt x="5472" y="159"/>
                  </a:lnTo>
                  <a:lnTo>
                    <a:pt x="5333" y="238"/>
                  </a:lnTo>
                  <a:lnTo>
                    <a:pt x="5057" y="455"/>
                  </a:lnTo>
                  <a:lnTo>
                    <a:pt x="4760" y="731"/>
                  </a:lnTo>
                  <a:lnTo>
                    <a:pt x="4464" y="1067"/>
                  </a:lnTo>
                  <a:lnTo>
                    <a:pt x="4148" y="1442"/>
                  </a:lnTo>
                  <a:lnTo>
                    <a:pt x="3832" y="1837"/>
                  </a:lnTo>
                  <a:lnTo>
                    <a:pt x="3496" y="2272"/>
                  </a:lnTo>
                  <a:lnTo>
                    <a:pt x="2884" y="3181"/>
                  </a:lnTo>
                  <a:lnTo>
                    <a:pt x="2291" y="4089"/>
                  </a:lnTo>
                  <a:lnTo>
                    <a:pt x="1798" y="4919"/>
                  </a:lnTo>
                  <a:lnTo>
                    <a:pt x="1403" y="5610"/>
                  </a:lnTo>
                  <a:lnTo>
                    <a:pt x="1225" y="5926"/>
                  </a:lnTo>
                  <a:lnTo>
                    <a:pt x="1067" y="6262"/>
                  </a:lnTo>
                  <a:lnTo>
                    <a:pt x="909" y="6637"/>
                  </a:lnTo>
                  <a:lnTo>
                    <a:pt x="751" y="6993"/>
                  </a:lnTo>
                  <a:lnTo>
                    <a:pt x="613" y="7388"/>
                  </a:lnTo>
                  <a:lnTo>
                    <a:pt x="494" y="7783"/>
                  </a:lnTo>
                  <a:lnTo>
                    <a:pt x="376" y="8178"/>
                  </a:lnTo>
                  <a:lnTo>
                    <a:pt x="257" y="8573"/>
                  </a:lnTo>
                  <a:lnTo>
                    <a:pt x="178" y="8948"/>
                  </a:lnTo>
                  <a:lnTo>
                    <a:pt x="99" y="9343"/>
                  </a:lnTo>
                  <a:lnTo>
                    <a:pt x="40" y="9699"/>
                  </a:lnTo>
                  <a:lnTo>
                    <a:pt x="0" y="10054"/>
                  </a:lnTo>
                  <a:lnTo>
                    <a:pt x="0" y="10390"/>
                  </a:lnTo>
                  <a:lnTo>
                    <a:pt x="0" y="10706"/>
                  </a:lnTo>
                  <a:lnTo>
                    <a:pt x="40" y="10983"/>
                  </a:lnTo>
                  <a:lnTo>
                    <a:pt x="99" y="11220"/>
                  </a:lnTo>
                  <a:lnTo>
                    <a:pt x="138" y="11338"/>
                  </a:lnTo>
                  <a:lnTo>
                    <a:pt x="178" y="11457"/>
                  </a:lnTo>
                  <a:lnTo>
                    <a:pt x="336" y="11694"/>
                  </a:lnTo>
                  <a:lnTo>
                    <a:pt x="534" y="11911"/>
                  </a:lnTo>
                  <a:lnTo>
                    <a:pt x="751" y="12109"/>
                  </a:lnTo>
                  <a:lnTo>
                    <a:pt x="1027" y="12286"/>
                  </a:lnTo>
                  <a:lnTo>
                    <a:pt x="1343" y="12464"/>
                  </a:lnTo>
                  <a:lnTo>
                    <a:pt x="1679" y="12602"/>
                  </a:lnTo>
                  <a:lnTo>
                    <a:pt x="2035" y="12721"/>
                  </a:lnTo>
                  <a:lnTo>
                    <a:pt x="2430" y="12800"/>
                  </a:lnTo>
                  <a:lnTo>
                    <a:pt x="2845" y="12859"/>
                  </a:lnTo>
                  <a:lnTo>
                    <a:pt x="3259" y="12859"/>
                  </a:lnTo>
                  <a:lnTo>
                    <a:pt x="3694" y="12820"/>
                  </a:lnTo>
                  <a:lnTo>
                    <a:pt x="3911" y="12780"/>
                  </a:lnTo>
                  <a:lnTo>
                    <a:pt x="4128" y="12741"/>
                  </a:lnTo>
                  <a:lnTo>
                    <a:pt x="4365" y="12681"/>
                  </a:lnTo>
                  <a:lnTo>
                    <a:pt x="4583" y="12602"/>
                  </a:lnTo>
                  <a:lnTo>
                    <a:pt x="4820" y="12523"/>
                  </a:lnTo>
                  <a:lnTo>
                    <a:pt x="5037" y="12425"/>
                  </a:lnTo>
                  <a:lnTo>
                    <a:pt x="5254" y="12306"/>
                  </a:lnTo>
                  <a:lnTo>
                    <a:pt x="5491" y="12168"/>
                  </a:lnTo>
                  <a:lnTo>
                    <a:pt x="5709" y="12030"/>
                  </a:lnTo>
                  <a:lnTo>
                    <a:pt x="5926" y="11872"/>
                  </a:lnTo>
                  <a:lnTo>
                    <a:pt x="6321" y="11536"/>
                  </a:lnTo>
                  <a:lnTo>
                    <a:pt x="6716" y="11160"/>
                  </a:lnTo>
                  <a:lnTo>
                    <a:pt x="7071" y="10765"/>
                  </a:lnTo>
                  <a:lnTo>
                    <a:pt x="7387" y="10351"/>
                  </a:lnTo>
                  <a:lnTo>
                    <a:pt x="7704" y="9916"/>
                  </a:lnTo>
                  <a:lnTo>
                    <a:pt x="8000" y="9462"/>
                  </a:lnTo>
                  <a:lnTo>
                    <a:pt x="8257" y="9007"/>
                  </a:lnTo>
                  <a:lnTo>
                    <a:pt x="8494" y="8533"/>
                  </a:lnTo>
                  <a:lnTo>
                    <a:pt x="8731" y="8059"/>
                  </a:lnTo>
                  <a:lnTo>
                    <a:pt x="8928" y="7585"/>
                  </a:lnTo>
                  <a:lnTo>
                    <a:pt x="9106" y="7131"/>
                  </a:lnTo>
                  <a:lnTo>
                    <a:pt x="9284" y="6677"/>
                  </a:lnTo>
                  <a:lnTo>
                    <a:pt x="9422" y="6242"/>
                  </a:lnTo>
                  <a:lnTo>
                    <a:pt x="9659" y="5452"/>
                  </a:lnTo>
                  <a:lnTo>
                    <a:pt x="9758" y="5077"/>
                  </a:lnTo>
                  <a:lnTo>
                    <a:pt x="9817" y="4702"/>
                  </a:lnTo>
                  <a:lnTo>
                    <a:pt x="9876" y="4326"/>
                  </a:lnTo>
                  <a:lnTo>
                    <a:pt x="9896" y="3971"/>
                  </a:lnTo>
                  <a:lnTo>
                    <a:pt x="9896" y="3615"/>
                  </a:lnTo>
                  <a:lnTo>
                    <a:pt x="9876" y="3260"/>
                  </a:lnTo>
                  <a:lnTo>
                    <a:pt x="9817" y="2944"/>
                  </a:lnTo>
                  <a:lnTo>
                    <a:pt x="9758" y="2608"/>
                  </a:lnTo>
                  <a:lnTo>
                    <a:pt x="9659" y="2312"/>
                  </a:lnTo>
                  <a:lnTo>
                    <a:pt x="9540" y="2015"/>
                  </a:lnTo>
                  <a:lnTo>
                    <a:pt x="9402" y="1739"/>
                  </a:lnTo>
                  <a:lnTo>
                    <a:pt x="9244" y="1482"/>
                  </a:lnTo>
                  <a:lnTo>
                    <a:pt x="9066" y="1245"/>
                  </a:lnTo>
                  <a:lnTo>
                    <a:pt x="8869" y="1028"/>
                  </a:lnTo>
                  <a:lnTo>
                    <a:pt x="8632" y="830"/>
                  </a:lnTo>
                  <a:lnTo>
                    <a:pt x="8375" y="672"/>
                  </a:lnTo>
                  <a:lnTo>
                    <a:pt x="8118" y="534"/>
                  </a:lnTo>
                  <a:lnTo>
                    <a:pt x="7862" y="415"/>
                  </a:lnTo>
                  <a:lnTo>
                    <a:pt x="7624" y="317"/>
                  </a:lnTo>
                  <a:lnTo>
                    <a:pt x="7387" y="218"/>
                  </a:lnTo>
                  <a:lnTo>
                    <a:pt x="6953" y="99"/>
                  </a:lnTo>
                  <a:lnTo>
                    <a:pt x="6578" y="40"/>
                  </a:lnTo>
                  <a:lnTo>
                    <a:pt x="62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9" name="Google Shape;7609;p29"/>
            <p:cNvSpPr/>
            <p:nvPr/>
          </p:nvSpPr>
          <p:spPr>
            <a:xfrm>
              <a:off x="-836625" y="3276375"/>
              <a:ext cx="241000" cy="352600"/>
            </a:xfrm>
            <a:custGeom>
              <a:rect b="b" l="l" r="r" t="t"/>
              <a:pathLst>
                <a:path extrusionOk="0" h="14104" w="9640">
                  <a:moveTo>
                    <a:pt x="6025" y="0"/>
                  </a:moveTo>
                  <a:lnTo>
                    <a:pt x="5887" y="20"/>
                  </a:lnTo>
                  <a:lnTo>
                    <a:pt x="5729" y="40"/>
                  </a:lnTo>
                  <a:lnTo>
                    <a:pt x="5591" y="79"/>
                  </a:lnTo>
                  <a:lnTo>
                    <a:pt x="5354" y="158"/>
                  </a:lnTo>
                  <a:lnTo>
                    <a:pt x="5176" y="277"/>
                  </a:lnTo>
                  <a:lnTo>
                    <a:pt x="5018" y="395"/>
                  </a:lnTo>
                  <a:lnTo>
                    <a:pt x="4919" y="514"/>
                  </a:lnTo>
                  <a:lnTo>
                    <a:pt x="4840" y="613"/>
                  </a:lnTo>
                  <a:lnTo>
                    <a:pt x="4781" y="711"/>
                  </a:lnTo>
                  <a:lnTo>
                    <a:pt x="4030" y="2114"/>
                  </a:lnTo>
                  <a:lnTo>
                    <a:pt x="3260" y="3595"/>
                  </a:lnTo>
                  <a:lnTo>
                    <a:pt x="2371" y="5353"/>
                  </a:lnTo>
                  <a:lnTo>
                    <a:pt x="1937" y="6282"/>
                  </a:lnTo>
                  <a:lnTo>
                    <a:pt x="1502" y="7190"/>
                  </a:lnTo>
                  <a:lnTo>
                    <a:pt x="1087" y="8079"/>
                  </a:lnTo>
                  <a:lnTo>
                    <a:pt x="732" y="8928"/>
                  </a:lnTo>
                  <a:lnTo>
                    <a:pt x="435" y="9699"/>
                  </a:lnTo>
                  <a:lnTo>
                    <a:pt x="198" y="10370"/>
                  </a:lnTo>
                  <a:lnTo>
                    <a:pt x="119" y="10647"/>
                  </a:lnTo>
                  <a:lnTo>
                    <a:pt x="60" y="10904"/>
                  </a:lnTo>
                  <a:lnTo>
                    <a:pt x="21" y="11141"/>
                  </a:lnTo>
                  <a:lnTo>
                    <a:pt x="1" y="11318"/>
                  </a:lnTo>
                  <a:lnTo>
                    <a:pt x="21" y="11634"/>
                  </a:lnTo>
                  <a:lnTo>
                    <a:pt x="60" y="11911"/>
                  </a:lnTo>
                  <a:lnTo>
                    <a:pt x="119" y="12168"/>
                  </a:lnTo>
                  <a:lnTo>
                    <a:pt x="198" y="12405"/>
                  </a:lnTo>
                  <a:lnTo>
                    <a:pt x="297" y="12602"/>
                  </a:lnTo>
                  <a:lnTo>
                    <a:pt x="396" y="12780"/>
                  </a:lnTo>
                  <a:lnTo>
                    <a:pt x="514" y="12938"/>
                  </a:lnTo>
                  <a:lnTo>
                    <a:pt x="653" y="13096"/>
                  </a:lnTo>
                  <a:lnTo>
                    <a:pt x="791" y="13215"/>
                  </a:lnTo>
                  <a:lnTo>
                    <a:pt x="949" y="13333"/>
                  </a:lnTo>
                  <a:lnTo>
                    <a:pt x="1107" y="13432"/>
                  </a:lnTo>
                  <a:lnTo>
                    <a:pt x="1265" y="13531"/>
                  </a:lnTo>
                  <a:lnTo>
                    <a:pt x="1601" y="13708"/>
                  </a:lnTo>
                  <a:lnTo>
                    <a:pt x="1937" y="13847"/>
                  </a:lnTo>
                  <a:lnTo>
                    <a:pt x="2114" y="13926"/>
                  </a:lnTo>
                  <a:lnTo>
                    <a:pt x="2312" y="13985"/>
                  </a:lnTo>
                  <a:lnTo>
                    <a:pt x="2509" y="14044"/>
                  </a:lnTo>
                  <a:lnTo>
                    <a:pt x="2727" y="14084"/>
                  </a:lnTo>
                  <a:lnTo>
                    <a:pt x="2964" y="14103"/>
                  </a:lnTo>
                  <a:lnTo>
                    <a:pt x="3477" y="14103"/>
                  </a:lnTo>
                  <a:lnTo>
                    <a:pt x="3734" y="14064"/>
                  </a:lnTo>
                  <a:lnTo>
                    <a:pt x="4011" y="14024"/>
                  </a:lnTo>
                  <a:lnTo>
                    <a:pt x="4287" y="13945"/>
                  </a:lnTo>
                  <a:lnTo>
                    <a:pt x="4583" y="13847"/>
                  </a:lnTo>
                  <a:lnTo>
                    <a:pt x="4880" y="13728"/>
                  </a:lnTo>
                  <a:lnTo>
                    <a:pt x="5176" y="13570"/>
                  </a:lnTo>
                  <a:lnTo>
                    <a:pt x="5472" y="13392"/>
                  </a:lnTo>
                  <a:lnTo>
                    <a:pt x="5768" y="13195"/>
                  </a:lnTo>
                  <a:lnTo>
                    <a:pt x="6065" y="12958"/>
                  </a:lnTo>
                  <a:lnTo>
                    <a:pt x="6361" y="12681"/>
                  </a:lnTo>
                  <a:lnTo>
                    <a:pt x="6618" y="12405"/>
                  </a:lnTo>
                  <a:lnTo>
                    <a:pt x="6875" y="12108"/>
                  </a:lnTo>
                  <a:lnTo>
                    <a:pt x="7131" y="11792"/>
                  </a:lnTo>
                  <a:lnTo>
                    <a:pt x="7368" y="11457"/>
                  </a:lnTo>
                  <a:lnTo>
                    <a:pt x="7586" y="11121"/>
                  </a:lnTo>
                  <a:lnTo>
                    <a:pt x="7783" y="10765"/>
                  </a:lnTo>
                  <a:lnTo>
                    <a:pt x="7981" y="10390"/>
                  </a:lnTo>
                  <a:lnTo>
                    <a:pt x="8178" y="10015"/>
                  </a:lnTo>
                  <a:lnTo>
                    <a:pt x="8356" y="9620"/>
                  </a:lnTo>
                  <a:lnTo>
                    <a:pt x="8692" y="8810"/>
                  </a:lnTo>
                  <a:lnTo>
                    <a:pt x="9008" y="7980"/>
                  </a:lnTo>
                  <a:lnTo>
                    <a:pt x="9304" y="7111"/>
                  </a:lnTo>
                  <a:lnTo>
                    <a:pt x="9442" y="6677"/>
                  </a:lnTo>
                  <a:lnTo>
                    <a:pt x="9541" y="6262"/>
                  </a:lnTo>
                  <a:lnTo>
                    <a:pt x="9600" y="5867"/>
                  </a:lnTo>
                  <a:lnTo>
                    <a:pt x="9640" y="5472"/>
                  </a:lnTo>
                  <a:lnTo>
                    <a:pt x="9640" y="5096"/>
                  </a:lnTo>
                  <a:lnTo>
                    <a:pt x="9620" y="4721"/>
                  </a:lnTo>
                  <a:lnTo>
                    <a:pt x="9581" y="4385"/>
                  </a:lnTo>
                  <a:lnTo>
                    <a:pt x="9502" y="4030"/>
                  </a:lnTo>
                  <a:lnTo>
                    <a:pt x="9423" y="3714"/>
                  </a:lnTo>
                  <a:lnTo>
                    <a:pt x="9324" y="3378"/>
                  </a:lnTo>
                  <a:lnTo>
                    <a:pt x="9205" y="3082"/>
                  </a:lnTo>
                  <a:lnTo>
                    <a:pt x="9087" y="2785"/>
                  </a:lnTo>
                  <a:lnTo>
                    <a:pt x="8949" y="2489"/>
                  </a:lnTo>
                  <a:lnTo>
                    <a:pt x="8791" y="2213"/>
                  </a:lnTo>
                  <a:lnTo>
                    <a:pt x="8474" y="1699"/>
                  </a:lnTo>
                  <a:lnTo>
                    <a:pt x="8316" y="1462"/>
                  </a:lnTo>
                  <a:lnTo>
                    <a:pt x="8158" y="1245"/>
                  </a:lnTo>
                  <a:lnTo>
                    <a:pt x="8000" y="1047"/>
                  </a:lnTo>
                  <a:lnTo>
                    <a:pt x="7823" y="869"/>
                  </a:lnTo>
                  <a:lnTo>
                    <a:pt x="7665" y="711"/>
                  </a:lnTo>
                  <a:lnTo>
                    <a:pt x="7507" y="553"/>
                  </a:lnTo>
                  <a:lnTo>
                    <a:pt x="7329" y="435"/>
                  </a:lnTo>
                  <a:lnTo>
                    <a:pt x="7171" y="316"/>
                  </a:lnTo>
                  <a:lnTo>
                    <a:pt x="7013" y="237"/>
                  </a:lnTo>
                  <a:lnTo>
                    <a:pt x="6835" y="158"/>
                  </a:lnTo>
                  <a:lnTo>
                    <a:pt x="6677" y="99"/>
                  </a:lnTo>
                  <a:lnTo>
                    <a:pt x="6519" y="60"/>
                  </a:lnTo>
                  <a:lnTo>
                    <a:pt x="6361" y="20"/>
                  </a:lnTo>
                  <a:lnTo>
                    <a:pt x="61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0" name="Google Shape;7610;p29"/>
            <p:cNvSpPr/>
            <p:nvPr/>
          </p:nvSpPr>
          <p:spPr>
            <a:xfrm>
              <a:off x="-826250" y="3285750"/>
              <a:ext cx="215325" cy="330875"/>
            </a:xfrm>
            <a:custGeom>
              <a:rect b="b" l="l" r="r" t="t"/>
              <a:pathLst>
                <a:path extrusionOk="0" h="13235" w="8613">
                  <a:moveTo>
                    <a:pt x="5511" y="1"/>
                  </a:moveTo>
                  <a:lnTo>
                    <a:pt x="5353" y="20"/>
                  </a:lnTo>
                  <a:lnTo>
                    <a:pt x="5215" y="60"/>
                  </a:lnTo>
                  <a:lnTo>
                    <a:pt x="5097" y="99"/>
                  </a:lnTo>
                  <a:lnTo>
                    <a:pt x="4998" y="139"/>
                  </a:lnTo>
                  <a:lnTo>
                    <a:pt x="4899" y="198"/>
                  </a:lnTo>
                  <a:lnTo>
                    <a:pt x="4820" y="277"/>
                  </a:lnTo>
                  <a:lnTo>
                    <a:pt x="4682" y="396"/>
                  </a:lnTo>
                  <a:lnTo>
                    <a:pt x="4603" y="514"/>
                  </a:lnTo>
                  <a:lnTo>
                    <a:pt x="4544" y="652"/>
                  </a:lnTo>
                  <a:lnTo>
                    <a:pt x="4050" y="1541"/>
                  </a:lnTo>
                  <a:lnTo>
                    <a:pt x="2884" y="3615"/>
                  </a:lnTo>
                  <a:lnTo>
                    <a:pt x="2213" y="4820"/>
                  </a:lnTo>
                  <a:lnTo>
                    <a:pt x="1601" y="5986"/>
                  </a:lnTo>
                  <a:lnTo>
                    <a:pt x="1087" y="6973"/>
                  </a:lnTo>
                  <a:lnTo>
                    <a:pt x="890" y="7388"/>
                  </a:lnTo>
                  <a:lnTo>
                    <a:pt x="751" y="7724"/>
                  </a:lnTo>
                  <a:lnTo>
                    <a:pt x="534" y="8297"/>
                  </a:lnTo>
                  <a:lnTo>
                    <a:pt x="336" y="8889"/>
                  </a:lnTo>
                  <a:lnTo>
                    <a:pt x="178" y="9501"/>
                  </a:lnTo>
                  <a:lnTo>
                    <a:pt x="60" y="10074"/>
                  </a:lnTo>
                  <a:lnTo>
                    <a:pt x="20" y="10351"/>
                  </a:lnTo>
                  <a:lnTo>
                    <a:pt x="1" y="10627"/>
                  </a:lnTo>
                  <a:lnTo>
                    <a:pt x="1" y="10884"/>
                  </a:lnTo>
                  <a:lnTo>
                    <a:pt x="20" y="11141"/>
                  </a:lnTo>
                  <a:lnTo>
                    <a:pt x="40" y="11378"/>
                  </a:lnTo>
                  <a:lnTo>
                    <a:pt x="99" y="11595"/>
                  </a:lnTo>
                  <a:lnTo>
                    <a:pt x="159" y="11773"/>
                  </a:lnTo>
                  <a:lnTo>
                    <a:pt x="257" y="11951"/>
                  </a:lnTo>
                  <a:lnTo>
                    <a:pt x="376" y="12128"/>
                  </a:lnTo>
                  <a:lnTo>
                    <a:pt x="534" y="12286"/>
                  </a:lnTo>
                  <a:lnTo>
                    <a:pt x="712" y="12444"/>
                  </a:lnTo>
                  <a:lnTo>
                    <a:pt x="909" y="12603"/>
                  </a:lnTo>
                  <a:lnTo>
                    <a:pt x="1127" y="12741"/>
                  </a:lnTo>
                  <a:lnTo>
                    <a:pt x="1364" y="12859"/>
                  </a:lnTo>
                  <a:lnTo>
                    <a:pt x="1640" y="12978"/>
                  </a:lnTo>
                  <a:lnTo>
                    <a:pt x="1917" y="13077"/>
                  </a:lnTo>
                  <a:lnTo>
                    <a:pt x="2213" y="13156"/>
                  </a:lnTo>
                  <a:lnTo>
                    <a:pt x="2509" y="13195"/>
                  </a:lnTo>
                  <a:lnTo>
                    <a:pt x="2825" y="13235"/>
                  </a:lnTo>
                  <a:lnTo>
                    <a:pt x="3141" y="13215"/>
                  </a:lnTo>
                  <a:lnTo>
                    <a:pt x="3477" y="13195"/>
                  </a:lnTo>
                  <a:lnTo>
                    <a:pt x="3813" y="13116"/>
                  </a:lnTo>
                  <a:lnTo>
                    <a:pt x="4168" y="12998"/>
                  </a:lnTo>
                  <a:lnTo>
                    <a:pt x="4504" y="12859"/>
                  </a:lnTo>
                  <a:lnTo>
                    <a:pt x="4840" y="12662"/>
                  </a:lnTo>
                  <a:lnTo>
                    <a:pt x="5156" y="12444"/>
                  </a:lnTo>
                  <a:lnTo>
                    <a:pt x="5452" y="12188"/>
                  </a:lnTo>
                  <a:lnTo>
                    <a:pt x="5729" y="11931"/>
                  </a:lnTo>
                  <a:lnTo>
                    <a:pt x="5986" y="11635"/>
                  </a:lnTo>
                  <a:lnTo>
                    <a:pt x="6223" y="11319"/>
                  </a:lnTo>
                  <a:lnTo>
                    <a:pt x="6440" y="11003"/>
                  </a:lnTo>
                  <a:lnTo>
                    <a:pt x="6657" y="10667"/>
                  </a:lnTo>
                  <a:lnTo>
                    <a:pt x="6855" y="10331"/>
                  </a:lnTo>
                  <a:lnTo>
                    <a:pt x="7032" y="9975"/>
                  </a:lnTo>
                  <a:lnTo>
                    <a:pt x="7368" y="9284"/>
                  </a:lnTo>
                  <a:lnTo>
                    <a:pt x="7645" y="8632"/>
                  </a:lnTo>
                  <a:lnTo>
                    <a:pt x="7901" y="8020"/>
                  </a:lnTo>
                  <a:lnTo>
                    <a:pt x="8119" y="7427"/>
                  </a:lnTo>
                  <a:lnTo>
                    <a:pt x="8297" y="6815"/>
                  </a:lnTo>
                  <a:lnTo>
                    <a:pt x="8455" y="6183"/>
                  </a:lnTo>
                  <a:lnTo>
                    <a:pt x="8514" y="5867"/>
                  </a:lnTo>
                  <a:lnTo>
                    <a:pt x="8553" y="5551"/>
                  </a:lnTo>
                  <a:lnTo>
                    <a:pt x="8593" y="5215"/>
                  </a:lnTo>
                  <a:lnTo>
                    <a:pt x="8613" y="4899"/>
                  </a:lnTo>
                  <a:lnTo>
                    <a:pt x="8613" y="4583"/>
                  </a:lnTo>
                  <a:lnTo>
                    <a:pt x="8613" y="4267"/>
                  </a:lnTo>
                  <a:lnTo>
                    <a:pt x="8573" y="3971"/>
                  </a:lnTo>
                  <a:lnTo>
                    <a:pt x="8534" y="3655"/>
                  </a:lnTo>
                  <a:lnTo>
                    <a:pt x="8474" y="3339"/>
                  </a:lnTo>
                  <a:lnTo>
                    <a:pt x="8395" y="3042"/>
                  </a:lnTo>
                  <a:lnTo>
                    <a:pt x="8297" y="2746"/>
                  </a:lnTo>
                  <a:lnTo>
                    <a:pt x="8198" y="2470"/>
                  </a:lnTo>
                  <a:lnTo>
                    <a:pt x="8079" y="2193"/>
                  </a:lnTo>
                  <a:lnTo>
                    <a:pt x="7961" y="1936"/>
                  </a:lnTo>
                  <a:lnTo>
                    <a:pt x="7822" y="1680"/>
                  </a:lnTo>
                  <a:lnTo>
                    <a:pt x="7664" y="1443"/>
                  </a:lnTo>
                  <a:lnTo>
                    <a:pt x="7506" y="1225"/>
                  </a:lnTo>
                  <a:lnTo>
                    <a:pt x="7348" y="1028"/>
                  </a:lnTo>
                  <a:lnTo>
                    <a:pt x="7190" y="830"/>
                  </a:lnTo>
                  <a:lnTo>
                    <a:pt x="7013" y="652"/>
                  </a:lnTo>
                  <a:lnTo>
                    <a:pt x="6835" y="494"/>
                  </a:lnTo>
                  <a:lnTo>
                    <a:pt x="6657" y="376"/>
                  </a:lnTo>
                  <a:lnTo>
                    <a:pt x="6460" y="257"/>
                  </a:lnTo>
                  <a:lnTo>
                    <a:pt x="6262" y="159"/>
                  </a:lnTo>
                  <a:lnTo>
                    <a:pt x="6065" y="80"/>
                  </a:lnTo>
                  <a:lnTo>
                    <a:pt x="5867" y="40"/>
                  </a:lnTo>
                  <a:lnTo>
                    <a:pt x="5689" y="20"/>
                  </a:lnTo>
                  <a:lnTo>
                    <a:pt x="551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1" name="Google Shape;7611;p29"/>
            <p:cNvSpPr/>
            <p:nvPr/>
          </p:nvSpPr>
          <p:spPr>
            <a:xfrm>
              <a:off x="-911675" y="3264025"/>
              <a:ext cx="249900" cy="354575"/>
            </a:xfrm>
            <a:custGeom>
              <a:rect b="b" l="l" r="r" t="t"/>
              <a:pathLst>
                <a:path extrusionOk="0" h="14183" w="9996">
                  <a:moveTo>
                    <a:pt x="5808" y="1"/>
                  </a:moveTo>
                  <a:lnTo>
                    <a:pt x="5689" y="20"/>
                  </a:lnTo>
                  <a:lnTo>
                    <a:pt x="5571" y="40"/>
                  </a:lnTo>
                  <a:lnTo>
                    <a:pt x="5452" y="99"/>
                  </a:lnTo>
                  <a:lnTo>
                    <a:pt x="5215" y="198"/>
                  </a:lnTo>
                  <a:lnTo>
                    <a:pt x="5018" y="336"/>
                  </a:lnTo>
                  <a:lnTo>
                    <a:pt x="4860" y="494"/>
                  </a:lnTo>
                  <a:lnTo>
                    <a:pt x="4721" y="613"/>
                  </a:lnTo>
                  <a:lnTo>
                    <a:pt x="4623" y="731"/>
                  </a:lnTo>
                  <a:lnTo>
                    <a:pt x="4010" y="1956"/>
                  </a:lnTo>
                  <a:lnTo>
                    <a:pt x="2647" y="4741"/>
                  </a:lnTo>
                  <a:lnTo>
                    <a:pt x="1877" y="6341"/>
                  </a:lnTo>
                  <a:lnTo>
                    <a:pt x="1166" y="7862"/>
                  </a:lnTo>
                  <a:lnTo>
                    <a:pt x="593" y="9146"/>
                  </a:lnTo>
                  <a:lnTo>
                    <a:pt x="396" y="9659"/>
                  </a:lnTo>
                  <a:lnTo>
                    <a:pt x="257" y="10054"/>
                  </a:lnTo>
                  <a:lnTo>
                    <a:pt x="178" y="10370"/>
                  </a:lnTo>
                  <a:lnTo>
                    <a:pt x="99" y="10686"/>
                  </a:lnTo>
                  <a:lnTo>
                    <a:pt x="40" y="10983"/>
                  </a:lnTo>
                  <a:lnTo>
                    <a:pt x="20" y="11259"/>
                  </a:lnTo>
                  <a:lnTo>
                    <a:pt x="1" y="11516"/>
                  </a:lnTo>
                  <a:lnTo>
                    <a:pt x="1" y="11773"/>
                  </a:lnTo>
                  <a:lnTo>
                    <a:pt x="20" y="12010"/>
                  </a:lnTo>
                  <a:lnTo>
                    <a:pt x="60" y="12227"/>
                  </a:lnTo>
                  <a:lnTo>
                    <a:pt x="139" y="12444"/>
                  </a:lnTo>
                  <a:lnTo>
                    <a:pt x="218" y="12642"/>
                  </a:lnTo>
                  <a:lnTo>
                    <a:pt x="317" y="12839"/>
                  </a:lnTo>
                  <a:lnTo>
                    <a:pt x="435" y="13017"/>
                  </a:lnTo>
                  <a:lnTo>
                    <a:pt x="573" y="13175"/>
                  </a:lnTo>
                  <a:lnTo>
                    <a:pt x="731" y="13333"/>
                  </a:lnTo>
                  <a:lnTo>
                    <a:pt x="929" y="13491"/>
                  </a:lnTo>
                  <a:lnTo>
                    <a:pt x="1126" y="13630"/>
                  </a:lnTo>
                  <a:lnTo>
                    <a:pt x="1344" y="13748"/>
                  </a:lnTo>
                  <a:lnTo>
                    <a:pt x="1581" y="13867"/>
                  </a:lnTo>
                  <a:lnTo>
                    <a:pt x="1837" y="13965"/>
                  </a:lnTo>
                  <a:lnTo>
                    <a:pt x="2114" y="14044"/>
                  </a:lnTo>
                  <a:lnTo>
                    <a:pt x="2391" y="14104"/>
                  </a:lnTo>
                  <a:lnTo>
                    <a:pt x="2687" y="14163"/>
                  </a:lnTo>
                  <a:lnTo>
                    <a:pt x="2983" y="14183"/>
                  </a:lnTo>
                  <a:lnTo>
                    <a:pt x="3279" y="14183"/>
                  </a:lnTo>
                  <a:lnTo>
                    <a:pt x="3615" y="14163"/>
                  </a:lnTo>
                  <a:lnTo>
                    <a:pt x="3931" y="14104"/>
                  </a:lnTo>
                  <a:lnTo>
                    <a:pt x="4247" y="14044"/>
                  </a:lnTo>
                  <a:lnTo>
                    <a:pt x="4583" y="13946"/>
                  </a:lnTo>
                  <a:lnTo>
                    <a:pt x="4919" y="13807"/>
                  </a:lnTo>
                  <a:lnTo>
                    <a:pt x="5255" y="13649"/>
                  </a:lnTo>
                  <a:lnTo>
                    <a:pt x="5590" y="13452"/>
                  </a:lnTo>
                  <a:lnTo>
                    <a:pt x="5906" y="13234"/>
                  </a:lnTo>
                  <a:lnTo>
                    <a:pt x="6242" y="12997"/>
                  </a:lnTo>
                  <a:lnTo>
                    <a:pt x="6538" y="12721"/>
                  </a:lnTo>
                  <a:lnTo>
                    <a:pt x="6815" y="12444"/>
                  </a:lnTo>
                  <a:lnTo>
                    <a:pt x="7092" y="12148"/>
                  </a:lnTo>
                  <a:lnTo>
                    <a:pt x="7348" y="11832"/>
                  </a:lnTo>
                  <a:lnTo>
                    <a:pt x="7585" y="11516"/>
                  </a:lnTo>
                  <a:lnTo>
                    <a:pt x="7822" y="11161"/>
                  </a:lnTo>
                  <a:lnTo>
                    <a:pt x="8040" y="10805"/>
                  </a:lnTo>
                  <a:lnTo>
                    <a:pt x="8257" y="10449"/>
                  </a:lnTo>
                  <a:lnTo>
                    <a:pt x="8454" y="10074"/>
                  </a:lnTo>
                  <a:lnTo>
                    <a:pt x="8830" y="9284"/>
                  </a:lnTo>
                  <a:lnTo>
                    <a:pt x="9185" y="8454"/>
                  </a:lnTo>
                  <a:lnTo>
                    <a:pt x="9521" y="7585"/>
                  </a:lnTo>
                  <a:lnTo>
                    <a:pt x="9679" y="7131"/>
                  </a:lnTo>
                  <a:lnTo>
                    <a:pt x="9798" y="6697"/>
                  </a:lnTo>
                  <a:lnTo>
                    <a:pt x="9896" y="6282"/>
                  </a:lnTo>
                  <a:lnTo>
                    <a:pt x="9956" y="5867"/>
                  </a:lnTo>
                  <a:lnTo>
                    <a:pt x="9995" y="5472"/>
                  </a:lnTo>
                  <a:lnTo>
                    <a:pt x="9995" y="5077"/>
                  </a:lnTo>
                  <a:lnTo>
                    <a:pt x="9975" y="4682"/>
                  </a:lnTo>
                  <a:lnTo>
                    <a:pt x="9936" y="4307"/>
                  </a:lnTo>
                  <a:lnTo>
                    <a:pt x="9877" y="3951"/>
                  </a:lnTo>
                  <a:lnTo>
                    <a:pt x="9798" y="3595"/>
                  </a:lnTo>
                  <a:lnTo>
                    <a:pt x="9679" y="3260"/>
                  </a:lnTo>
                  <a:lnTo>
                    <a:pt x="9541" y="2924"/>
                  </a:lnTo>
                  <a:lnTo>
                    <a:pt x="9403" y="2608"/>
                  </a:lnTo>
                  <a:lnTo>
                    <a:pt x="9225" y="2292"/>
                  </a:lnTo>
                  <a:lnTo>
                    <a:pt x="9027" y="1996"/>
                  </a:lnTo>
                  <a:lnTo>
                    <a:pt x="8830" y="1719"/>
                  </a:lnTo>
                  <a:lnTo>
                    <a:pt x="8612" y="1462"/>
                  </a:lnTo>
                  <a:lnTo>
                    <a:pt x="8395" y="1225"/>
                  </a:lnTo>
                  <a:lnTo>
                    <a:pt x="8178" y="1028"/>
                  </a:lnTo>
                  <a:lnTo>
                    <a:pt x="7961" y="830"/>
                  </a:lnTo>
                  <a:lnTo>
                    <a:pt x="7763" y="692"/>
                  </a:lnTo>
                  <a:lnTo>
                    <a:pt x="7566" y="554"/>
                  </a:lnTo>
                  <a:lnTo>
                    <a:pt x="7368" y="435"/>
                  </a:lnTo>
                  <a:lnTo>
                    <a:pt x="7190" y="336"/>
                  </a:lnTo>
                  <a:lnTo>
                    <a:pt x="6835" y="198"/>
                  </a:lnTo>
                  <a:lnTo>
                    <a:pt x="6499" y="99"/>
                  </a:lnTo>
                  <a:lnTo>
                    <a:pt x="6203" y="40"/>
                  </a:lnTo>
                  <a:lnTo>
                    <a:pt x="592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2" name="Google Shape;7612;p29"/>
            <p:cNvSpPr/>
            <p:nvPr/>
          </p:nvSpPr>
          <p:spPr>
            <a:xfrm>
              <a:off x="-899325" y="3276875"/>
              <a:ext cx="221250" cy="328400"/>
            </a:xfrm>
            <a:custGeom>
              <a:rect b="b" l="l" r="r" t="t"/>
              <a:pathLst>
                <a:path extrusionOk="0" h="13136" w="8850">
                  <a:moveTo>
                    <a:pt x="5274" y="0"/>
                  </a:moveTo>
                  <a:lnTo>
                    <a:pt x="5136" y="40"/>
                  </a:lnTo>
                  <a:lnTo>
                    <a:pt x="5017" y="79"/>
                  </a:lnTo>
                  <a:lnTo>
                    <a:pt x="4899" y="138"/>
                  </a:lnTo>
                  <a:lnTo>
                    <a:pt x="4721" y="257"/>
                  </a:lnTo>
                  <a:lnTo>
                    <a:pt x="4583" y="375"/>
                  </a:lnTo>
                  <a:lnTo>
                    <a:pt x="4464" y="494"/>
                  </a:lnTo>
                  <a:lnTo>
                    <a:pt x="4385" y="612"/>
                  </a:lnTo>
                  <a:lnTo>
                    <a:pt x="3773" y="1936"/>
                  </a:lnTo>
                  <a:lnTo>
                    <a:pt x="2390" y="4938"/>
                  </a:lnTo>
                  <a:lnTo>
                    <a:pt x="1620" y="6597"/>
                  </a:lnTo>
                  <a:lnTo>
                    <a:pt x="929" y="8118"/>
                  </a:lnTo>
                  <a:lnTo>
                    <a:pt x="415" y="9323"/>
                  </a:lnTo>
                  <a:lnTo>
                    <a:pt x="237" y="9758"/>
                  </a:lnTo>
                  <a:lnTo>
                    <a:pt x="139" y="10034"/>
                  </a:lnTo>
                  <a:lnTo>
                    <a:pt x="79" y="10232"/>
                  </a:lnTo>
                  <a:lnTo>
                    <a:pt x="40" y="10429"/>
                  </a:lnTo>
                  <a:lnTo>
                    <a:pt x="20" y="10647"/>
                  </a:lnTo>
                  <a:lnTo>
                    <a:pt x="0" y="10844"/>
                  </a:lnTo>
                  <a:lnTo>
                    <a:pt x="0" y="11061"/>
                  </a:lnTo>
                  <a:lnTo>
                    <a:pt x="20" y="11259"/>
                  </a:lnTo>
                  <a:lnTo>
                    <a:pt x="40" y="11456"/>
                  </a:lnTo>
                  <a:lnTo>
                    <a:pt x="79" y="11654"/>
                  </a:lnTo>
                  <a:lnTo>
                    <a:pt x="139" y="11851"/>
                  </a:lnTo>
                  <a:lnTo>
                    <a:pt x="218" y="12029"/>
                  </a:lnTo>
                  <a:lnTo>
                    <a:pt x="297" y="12187"/>
                  </a:lnTo>
                  <a:lnTo>
                    <a:pt x="415" y="12345"/>
                  </a:lnTo>
                  <a:lnTo>
                    <a:pt x="534" y="12483"/>
                  </a:lnTo>
                  <a:lnTo>
                    <a:pt x="672" y="12622"/>
                  </a:lnTo>
                  <a:lnTo>
                    <a:pt x="850" y="12720"/>
                  </a:lnTo>
                  <a:lnTo>
                    <a:pt x="1027" y="12799"/>
                  </a:lnTo>
                  <a:lnTo>
                    <a:pt x="1423" y="12938"/>
                  </a:lnTo>
                  <a:lnTo>
                    <a:pt x="1877" y="13037"/>
                  </a:lnTo>
                  <a:lnTo>
                    <a:pt x="2351" y="13116"/>
                  </a:lnTo>
                  <a:lnTo>
                    <a:pt x="2845" y="13135"/>
                  </a:lnTo>
                  <a:lnTo>
                    <a:pt x="3101" y="13135"/>
                  </a:lnTo>
                  <a:lnTo>
                    <a:pt x="3338" y="13116"/>
                  </a:lnTo>
                  <a:lnTo>
                    <a:pt x="3575" y="13076"/>
                  </a:lnTo>
                  <a:lnTo>
                    <a:pt x="3813" y="13017"/>
                  </a:lnTo>
                  <a:lnTo>
                    <a:pt x="4050" y="12958"/>
                  </a:lnTo>
                  <a:lnTo>
                    <a:pt x="4287" y="12878"/>
                  </a:lnTo>
                  <a:lnTo>
                    <a:pt x="4504" y="12799"/>
                  </a:lnTo>
                  <a:lnTo>
                    <a:pt x="4721" y="12681"/>
                  </a:lnTo>
                  <a:lnTo>
                    <a:pt x="4919" y="12543"/>
                  </a:lnTo>
                  <a:lnTo>
                    <a:pt x="5136" y="12385"/>
                  </a:lnTo>
                  <a:lnTo>
                    <a:pt x="5353" y="12227"/>
                  </a:lnTo>
                  <a:lnTo>
                    <a:pt x="5570" y="12029"/>
                  </a:lnTo>
                  <a:lnTo>
                    <a:pt x="5807" y="11812"/>
                  </a:lnTo>
                  <a:lnTo>
                    <a:pt x="6025" y="11575"/>
                  </a:lnTo>
                  <a:lnTo>
                    <a:pt x="6262" y="11318"/>
                  </a:lnTo>
                  <a:lnTo>
                    <a:pt x="6479" y="11042"/>
                  </a:lnTo>
                  <a:lnTo>
                    <a:pt x="6696" y="10745"/>
                  </a:lnTo>
                  <a:lnTo>
                    <a:pt x="6914" y="10429"/>
                  </a:lnTo>
                  <a:lnTo>
                    <a:pt x="7111" y="10113"/>
                  </a:lnTo>
                  <a:lnTo>
                    <a:pt x="7328" y="9758"/>
                  </a:lnTo>
                  <a:lnTo>
                    <a:pt x="7506" y="9402"/>
                  </a:lnTo>
                  <a:lnTo>
                    <a:pt x="7684" y="9027"/>
                  </a:lnTo>
                  <a:lnTo>
                    <a:pt x="7862" y="8632"/>
                  </a:lnTo>
                  <a:lnTo>
                    <a:pt x="8020" y="8217"/>
                  </a:lnTo>
                  <a:lnTo>
                    <a:pt x="8276" y="7447"/>
                  </a:lnTo>
                  <a:lnTo>
                    <a:pt x="8494" y="6736"/>
                  </a:lnTo>
                  <a:lnTo>
                    <a:pt x="8672" y="6104"/>
                  </a:lnTo>
                  <a:lnTo>
                    <a:pt x="8770" y="5491"/>
                  </a:lnTo>
                  <a:lnTo>
                    <a:pt x="8810" y="5195"/>
                  </a:lnTo>
                  <a:lnTo>
                    <a:pt x="8849" y="4918"/>
                  </a:lnTo>
                  <a:lnTo>
                    <a:pt x="8849" y="4622"/>
                  </a:lnTo>
                  <a:lnTo>
                    <a:pt x="8849" y="4326"/>
                  </a:lnTo>
                  <a:lnTo>
                    <a:pt x="8830" y="4030"/>
                  </a:lnTo>
                  <a:lnTo>
                    <a:pt x="8810" y="3733"/>
                  </a:lnTo>
                  <a:lnTo>
                    <a:pt x="8691" y="3081"/>
                  </a:lnTo>
                  <a:lnTo>
                    <a:pt x="8612" y="2765"/>
                  </a:lnTo>
                  <a:lnTo>
                    <a:pt x="8513" y="2449"/>
                  </a:lnTo>
                  <a:lnTo>
                    <a:pt x="8375" y="2153"/>
                  </a:lnTo>
                  <a:lnTo>
                    <a:pt x="8217" y="1877"/>
                  </a:lnTo>
                  <a:lnTo>
                    <a:pt x="8039" y="1620"/>
                  </a:lnTo>
                  <a:lnTo>
                    <a:pt x="7842" y="1363"/>
                  </a:lnTo>
                  <a:lnTo>
                    <a:pt x="7625" y="1146"/>
                  </a:lnTo>
                  <a:lnTo>
                    <a:pt x="7407" y="928"/>
                  </a:lnTo>
                  <a:lnTo>
                    <a:pt x="7190" y="751"/>
                  </a:lnTo>
                  <a:lnTo>
                    <a:pt x="6973" y="593"/>
                  </a:lnTo>
                  <a:lnTo>
                    <a:pt x="6736" y="435"/>
                  </a:lnTo>
                  <a:lnTo>
                    <a:pt x="6519" y="316"/>
                  </a:lnTo>
                  <a:lnTo>
                    <a:pt x="6301" y="198"/>
                  </a:lnTo>
                  <a:lnTo>
                    <a:pt x="6084" y="119"/>
                  </a:lnTo>
                  <a:lnTo>
                    <a:pt x="5906" y="59"/>
                  </a:lnTo>
                  <a:lnTo>
                    <a:pt x="5728" y="20"/>
                  </a:lnTo>
                  <a:lnTo>
                    <a:pt x="55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3" name="Google Shape;7613;p29"/>
            <p:cNvSpPr/>
            <p:nvPr/>
          </p:nvSpPr>
          <p:spPr>
            <a:xfrm>
              <a:off x="-1012900" y="3249225"/>
              <a:ext cx="277050" cy="358025"/>
            </a:xfrm>
            <a:custGeom>
              <a:rect b="b" l="l" r="r" t="t"/>
              <a:pathLst>
                <a:path extrusionOk="0" h="14321" w="11082">
                  <a:moveTo>
                    <a:pt x="6894" y="0"/>
                  </a:moveTo>
                  <a:lnTo>
                    <a:pt x="6716" y="20"/>
                  </a:lnTo>
                  <a:lnTo>
                    <a:pt x="6538" y="59"/>
                  </a:lnTo>
                  <a:lnTo>
                    <a:pt x="6440" y="119"/>
                  </a:lnTo>
                  <a:lnTo>
                    <a:pt x="6321" y="217"/>
                  </a:lnTo>
                  <a:lnTo>
                    <a:pt x="6183" y="356"/>
                  </a:lnTo>
                  <a:lnTo>
                    <a:pt x="6025" y="533"/>
                  </a:lnTo>
                  <a:lnTo>
                    <a:pt x="5669" y="1007"/>
                  </a:lnTo>
                  <a:lnTo>
                    <a:pt x="5254" y="1620"/>
                  </a:lnTo>
                  <a:lnTo>
                    <a:pt x="4780" y="2311"/>
                  </a:lnTo>
                  <a:lnTo>
                    <a:pt x="4287" y="3081"/>
                  </a:lnTo>
                  <a:lnTo>
                    <a:pt x="3279" y="4741"/>
                  </a:lnTo>
                  <a:lnTo>
                    <a:pt x="2311" y="6400"/>
                  </a:lnTo>
                  <a:lnTo>
                    <a:pt x="1482" y="7822"/>
                  </a:lnTo>
                  <a:lnTo>
                    <a:pt x="711" y="9204"/>
                  </a:lnTo>
                  <a:lnTo>
                    <a:pt x="652" y="9264"/>
                  </a:lnTo>
                  <a:lnTo>
                    <a:pt x="514" y="9461"/>
                  </a:lnTo>
                  <a:lnTo>
                    <a:pt x="336" y="9758"/>
                  </a:lnTo>
                  <a:lnTo>
                    <a:pt x="257" y="9935"/>
                  </a:lnTo>
                  <a:lnTo>
                    <a:pt x="178" y="10133"/>
                  </a:lnTo>
                  <a:lnTo>
                    <a:pt x="99" y="10350"/>
                  </a:lnTo>
                  <a:lnTo>
                    <a:pt x="40" y="10587"/>
                  </a:lnTo>
                  <a:lnTo>
                    <a:pt x="20" y="10844"/>
                  </a:lnTo>
                  <a:lnTo>
                    <a:pt x="0" y="11101"/>
                  </a:lnTo>
                  <a:lnTo>
                    <a:pt x="20" y="11357"/>
                  </a:lnTo>
                  <a:lnTo>
                    <a:pt x="79" y="11634"/>
                  </a:lnTo>
                  <a:lnTo>
                    <a:pt x="178" y="11930"/>
                  </a:lnTo>
                  <a:lnTo>
                    <a:pt x="316" y="12207"/>
                  </a:lnTo>
                  <a:lnTo>
                    <a:pt x="514" y="12483"/>
                  </a:lnTo>
                  <a:lnTo>
                    <a:pt x="711" y="12720"/>
                  </a:lnTo>
                  <a:lnTo>
                    <a:pt x="948" y="12957"/>
                  </a:lnTo>
                  <a:lnTo>
                    <a:pt x="1186" y="13155"/>
                  </a:lnTo>
                  <a:lnTo>
                    <a:pt x="1462" y="13352"/>
                  </a:lnTo>
                  <a:lnTo>
                    <a:pt x="1739" y="13530"/>
                  </a:lnTo>
                  <a:lnTo>
                    <a:pt x="2035" y="13668"/>
                  </a:lnTo>
                  <a:lnTo>
                    <a:pt x="2331" y="13807"/>
                  </a:lnTo>
                  <a:lnTo>
                    <a:pt x="2627" y="13925"/>
                  </a:lnTo>
                  <a:lnTo>
                    <a:pt x="2924" y="14024"/>
                  </a:lnTo>
                  <a:lnTo>
                    <a:pt x="3220" y="14103"/>
                  </a:lnTo>
                  <a:lnTo>
                    <a:pt x="3516" y="14182"/>
                  </a:lnTo>
                  <a:lnTo>
                    <a:pt x="3793" y="14241"/>
                  </a:lnTo>
                  <a:lnTo>
                    <a:pt x="4069" y="14281"/>
                  </a:lnTo>
                  <a:lnTo>
                    <a:pt x="4563" y="14320"/>
                  </a:lnTo>
                  <a:lnTo>
                    <a:pt x="4780" y="14320"/>
                  </a:lnTo>
                  <a:lnTo>
                    <a:pt x="5017" y="14301"/>
                  </a:lnTo>
                  <a:lnTo>
                    <a:pt x="5235" y="14281"/>
                  </a:lnTo>
                  <a:lnTo>
                    <a:pt x="5452" y="14241"/>
                  </a:lnTo>
                  <a:lnTo>
                    <a:pt x="5669" y="14162"/>
                  </a:lnTo>
                  <a:lnTo>
                    <a:pt x="5886" y="14103"/>
                  </a:lnTo>
                  <a:lnTo>
                    <a:pt x="6104" y="14004"/>
                  </a:lnTo>
                  <a:lnTo>
                    <a:pt x="6301" y="13905"/>
                  </a:lnTo>
                  <a:lnTo>
                    <a:pt x="6499" y="13787"/>
                  </a:lnTo>
                  <a:lnTo>
                    <a:pt x="6696" y="13649"/>
                  </a:lnTo>
                  <a:lnTo>
                    <a:pt x="6894" y="13510"/>
                  </a:lnTo>
                  <a:lnTo>
                    <a:pt x="7072" y="13352"/>
                  </a:lnTo>
                  <a:lnTo>
                    <a:pt x="7249" y="13194"/>
                  </a:lnTo>
                  <a:lnTo>
                    <a:pt x="7407" y="13017"/>
                  </a:lnTo>
                  <a:lnTo>
                    <a:pt x="7565" y="12819"/>
                  </a:lnTo>
                  <a:lnTo>
                    <a:pt x="7723" y="12622"/>
                  </a:lnTo>
                  <a:lnTo>
                    <a:pt x="8079" y="12128"/>
                  </a:lnTo>
                  <a:lnTo>
                    <a:pt x="8514" y="11456"/>
                  </a:lnTo>
                  <a:lnTo>
                    <a:pt x="8988" y="10646"/>
                  </a:lnTo>
                  <a:lnTo>
                    <a:pt x="9481" y="9738"/>
                  </a:lnTo>
                  <a:lnTo>
                    <a:pt x="9955" y="8809"/>
                  </a:lnTo>
                  <a:lnTo>
                    <a:pt x="10173" y="8335"/>
                  </a:lnTo>
                  <a:lnTo>
                    <a:pt x="10370" y="7881"/>
                  </a:lnTo>
                  <a:lnTo>
                    <a:pt x="10548" y="7427"/>
                  </a:lnTo>
                  <a:lnTo>
                    <a:pt x="10706" y="6992"/>
                  </a:lnTo>
                  <a:lnTo>
                    <a:pt x="10825" y="6577"/>
                  </a:lnTo>
                  <a:lnTo>
                    <a:pt x="10923" y="6202"/>
                  </a:lnTo>
                  <a:lnTo>
                    <a:pt x="10983" y="5847"/>
                  </a:lnTo>
                  <a:lnTo>
                    <a:pt x="11022" y="5491"/>
                  </a:lnTo>
                  <a:lnTo>
                    <a:pt x="11062" y="5155"/>
                  </a:lnTo>
                  <a:lnTo>
                    <a:pt x="11081" y="4839"/>
                  </a:lnTo>
                  <a:lnTo>
                    <a:pt x="11081" y="4523"/>
                  </a:lnTo>
                  <a:lnTo>
                    <a:pt x="11062" y="4227"/>
                  </a:lnTo>
                  <a:lnTo>
                    <a:pt x="11022" y="3950"/>
                  </a:lnTo>
                  <a:lnTo>
                    <a:pt x="10983" y="3674"/>
                  </a:lnTo>
                  <a:lnTo>
                    <a:pt x="10923" y="3397"/>
                  </a:lnTo>
                  <a:lnTo>
                    <a:pt x="10844" y="3141"/>
                  </a:lnTo>
                  <a:lnTo>
                    <a:pt x="10745" y="2904"/>
                  </a:lnTo>
                  <a:lnTo>
                    <a:pt x="10627" y="2647"/>
                  </a:lnTo>
                  <a:lnTo>
                    <a:pt x="10489" y="2410"/>
                  </a:lnTo>
                  <a:lnTo>
                    <a:pt x="10331" y="2192"/>
                  </a:lnTo>
                  <a:lnTo>
                    <a:pt x="10153" y="1955"/>
                  </a:lnTo>
                  <a:lnTo>
                    <a:pt x="9975" y="1738"/>
                  </a:lnTo>
                  <a:lnTo>
                    <a:pt x="9541" y="1323"/>
                  </a:lnTo>
                  <a:lnTo>
                    <a:pt x="9106" y="948"/>
                  </a:lnTo>
                  <a:lnTo>
                    <a:pt x="8869" y="770"/>
                  </a:lnTo>
                  <a:lnTo>
                    <a:pt x="8632" y="612"/>
                  </a:lnTo>
                  <a:lnTo>
                    <a:pt x="8415" y="474"/>
                  </a:lnTo>
                  <a:lnTo>
                    <a:pt x="8178" y="356"/>
                  </a:lnTo>
                  <a:lnTo>
                    <a:pt x="7941" y="237"/>
                  </a:lnTo>
                  <a:lnTo>
                    <a:pt x="7723" y="158"/>
                  </a:lnTo>
                  <a:lnTo>
                    <a:pt x="7506" y="79"/>
                  </a:lnTo>
                  <a:lnTo>
                    <a:pt x="7289" y="40"/>
                  </a:lnTo>
                  <a:lnTo>
                    <a:pt x="7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4" name="Google Shape;7614;p29"/>
            <p:cNvSpPr/>
            <p:nvPr/>
          </p:nvSpPr>
          <p:spPr>
            <a:xfrm>
              <a:off x="-1298325" y="3095150"/>
              <a:ext cx="417775" cy="434075"/>
            </a:xfrm>
            <a:custGeom>
              <a:rect b="b" l="l" r="r" t="t"/>
              <a:pathLst>
                <a:path extrusionOk="0" h="17363" w="16711">
                  <a:moveTo>
                    <a:pt x="6973" y="0"/>
                  </a:moveTo>
                  <a:lnTo>
                    <a:pt x="6519" y="40"/>
                  </a:lnTo>
                  <a:lnTo>
                    <a:pt x="6084" y="119"/>
                  </a:lnTo>
                  <a:lnTo>
                    <a:pt x="5630" y="218"/>
                  </a:lnTo>
                  <a:lnTo>
                    <a:pt x="5196" y="356"/>
                  </a:lnTo>
                  <a:lnTo>
                    <a:pt x="4781" y="514"/>
                  </a:lnTo>
                  <a:lnTo>
                    <a:pt x="4366" y="711"/>
                  </a:lnTo>
                  <a:lnTo>
                    <a:pt x="3971" y="929"/>
                  </a:lnTo>
                  <a:lnTo>
                    <a:pt x="3596" y="1166"/>
                  </a:lnTo>
                  <a:lnTo>
                    <a:pt x="3240" y="1442"/>
                  </a:lnTo>
                  <a:lnTo>
                    <a:pt x="2904" y="1739"/>
                  </a:lnTo>
                  <a:lnTo>
                    <a:pt x="2588" y="2055"/>
                  </a:lnTo>
                  <a:lnTo>
                    <a:pt x="2292" y="2390"/>
                  </a:lnTo>
                  <a:lnTo>
                    <a:pt x="1996" y="2766"/>
                  </a:lnTo>
                  <a:lnTo>
                    <a:pt x="1719" y="3161"/>
                  </a:lnTo>
                  <a:lnTo>
                    <a:pt x="1443" y="3575"/>
                  </a:lnTo>
                  <a:lnTo>
                    <a:pt x="1206" y="4010"/>
                  </a:lnTo>
                  <a:lnTo>
                    <a:pt x="969" y="4445"/>
                  </a:lnTo>
                  <a:lnTo>
                    <a:pt x="751" y="4899"/>
                  </a:lnTo>
                  <a:lnTo>
                    <a:pt x="574" y="5353"/>
                  </a:lnTo>
                  <a:lnTo>
                    <a:pt x="396" y="5807"/>
                  </a:lnTo>
                  <a:lnTo>
                    <a:pt x="258" y="6282"/>
                  </a:lnTo>
                  <a:lnTo>
                    <a:pt x="159" y="6756"/>
                  </a:lnTo>
                  <a:lnTo>
                    <a:pt x="80" y="7210"/>
                  </a:lnTo>
                  <a:lnTo>
                    <a:pt x="20" y="7664"/>
                  </a:lnTo>
                  <a:lnTo>
                    <a:pt x="1" y="8118"/>
                  </a:lnTo>
                  <a:lnTo>
                    <a:pt x="20" y="8553"/>
                  </a:lnTo>
                  <a:lnTo>
                    <a:pt x="60" y="8751"/>
                  </a:lnTo>
                  <a:lnTo>
                    <a:pt x="99" y="8968"/>
                  </a:lnTo>
                  <a:lnTo>
                    <a:pt x="159" y="9185"/>
                  </a:lnTo>
                  <a:lnTo>
                    <a:pt x="238" y="9402"/>
                  </a:lnTo>
                  <a:lnTo>
                    <a:pt x="337" y="9620"/>
                  </a:lnTo>
                  <a:lnTo>
                    <a:pt x="435" y="9837"/>
                  </a:lnTo>
                  <a:lnTo>
                    <a:pt x="692" y="10271"/>
                  </a:lnTo>
                  <a:lnTo>
                    <a:pt x="1008" y="10686"/>
                  </a:lnTo>
                  <a:lnTo>
                    <a:pt x="1344" y="11121"/>
                  </a:lnTo>
                  <a:lnTo>
                    <a:pt x="1719" y="11536"/>
                  </a:lnTo>
                  <a:lnTo>
                    <a:pt x="2134" y="11950"/>
                  </a:lnTo>
                  <a:lnTo>
                    <a:pt x="2568" y="12345"/>
                  </a:lnTo>
                  <a:lnTo>
                    <a:pt x="3023" y="12740"/>
                  </a:lnTo>
                  <a:lnTo>
                    <a:pt x="3477" y="13116"/>
                  </a:lnTo>
                  <a:lnTo>
                    <a:pt x="3931" y="13491"/>
                  </a:lnTo>
                  <a:lnTo>
                    <a:pt x="4840" y="14182"/>
                  </a:lnTo>
                  <a:lnTo>
                    <a:pt x="5670" y="14795"/>
                  </a:lnTo>
                  <a:lnTo>
                    <a:pt x="7131" y="15861"/>
                  </a:lnTo>
                  <a:lnTo>
                    <a:pt x="8277" y="16711"/>
                  </a:lnTo>
                  <a:lnTo>
                    <a:pt x="8731" y="17027"/>
                  </a:lnTo>
                  <a:lnTo>
                    <a:pt x="9067" y="17244"/>
                  </a:lnTo>
                  <a:lnTo>
                    <a:pt x="9304" y="17362"/>
                  </a:lnTo>
                  <a:lnTo>
                    <a:pt x="9403" y="17362"/>
                  </a:lnTo>
                  <a:lnTo>
                    <a:pt x="11161" y="14360"/>
                  </a:lnTo>
                  <a:lnTo>
                    <a:pt x="12504" y="12049"/>
                  </a:lnTo>
                  <a:lnTo>
                    <a:pt x="13709" y="9995"/>
                  </a:lnTo>
                  <a:lnTo>
                    <a:pt x="14933" y="7921"/>
                  </a:lnTo>
                  <a:lnTo>
                    <a:pt x="16711" y="4919"/>
                  </a:lnTo>
                  <a:lnTo>
                    <a:pt x="15822" y="4326"/>
                  </a:lnTo>
                  <a:lnTo>
                    <a:pt x="13847" y="3062"/>
                  </a:lnTo>
                  <a:lnTo>
                    <a:pt x="12682" y="2331"/>
                  </a:lnTo>
                  <a:lnTo>
                    <a:pt x="11516" y="1620"/>
                  </a:lnTo>
                  <a:lnTo>
                    <a:pt x="10450" y="988"/>
                  </a:lnTo>
                  <a:lnTo>
                    <a:pt x="9975" y="731"/>
                  </a:lnTo>
                  <a:lnTo>
                    <a:pt x="9561" y="514"/>
                  </a:lnTo>
                  <a:lnTo>
                    <a:pt x="9146" y="336"/>
                  </a:lnTo>
                  <a:lnTo>
                    <a:pt x="8731" y="198"/>
                  </a:lnTo>
                  <a:lnTo>
                    <a:pt x="8297" y="99"/>
                  </a:lnTo>
                  <a:lnTo>
                    <a:pt x="7862" y="40"/>
                  </a:lnTo>
                  <a:lnTo>
                    <a:pt x="74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5" name="Google Shape;7615;p29"/>
            <p:cNvSpPr/>
            <p:nvPr/>
          </p:nvSpPr>
          <p:spPr>
            <a:xfrm>
              <a:off x="-880575" y="32181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6A4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6" name="Google Shape;7616;p29"/>
            <p:cNvSpPr/>
            <p:nvPr/>
          </p:nvSpPr>
          <p:spPr>
            <a:xfrm>
              <a:off x="-1510150" y="3967200"/>
              <a:ext cx="345675" cy="325450"/>
            </a:xfrm>
            <a:custGeom>
              <a:rect b="b" l="l" r="r" t="t"/>
              <a:pathLst>
                <a:path extrusionOk="0" h="13018" w="13827">
                  <a:moveTo>
                    <a:pt x="3872" y="1"/>
                  </a:moveTo>
                  <a:lnTo>
                    <a:pt x="3259" y="1047"/>
                  </a:lnTo>
                  <a:lnTo>
                    <a:pt x="1896" y="3378"/>
                  </a:lnTo>
                  <a:lnTo>
                    <a:pt x="1185" y="4623"/>
                  </a:lnTo>
                  <a:lnTo>
                    <a:pt x="573" y="5748"/>
                  </a:lnTo>
                  <a:lnTo>
                    <a:pt x="138" y="6558"/>
                  </a:lnTo>
                  <a:lnTo>
                    <a:pt x="20" y="6815"/>
                  </a:lnTo>
                  <a:lnTo>
                    <a:pt x="0" y="6894"/>
                  </a:lnTo>
                  <a:lnTo>
                    <a:pt x="0" y="6934"/>
                  </a:lnTo>
                  <a:lnTo>
                    <a:pt x="20" y="6973"/>
                  </a:lnTo>
                  <a:lnTo>
                    <a:pt x="119" y="7052"/>
                  </a:lnTo>
                  <a:lnTo>
                    <a:pt x="494" y="7289"/>
                  </a:lnTo>
                  <a:lnTo>
                    <a:pt x="1758" y="8040"/>
                  </a:lnTo>
                  <a:lnTo>
                    <a:pt x="3536" y="9047"/>
                  </a:lnTo>
                  <a:lnTo>
                    <a:pt x="5570" y="10193"/>
                  </a:lnTo>
                  <a:lnTo>
                    <a:pt x="7624" y="11299"/>
                  </a:lnTo>
                  <a:lnTo>
                    <a:pt x="8572" y="11793"/>
                  </a:lnTo>
                  <a:lnTo>
                    <a:pt x="9442" y="12227"/>
                  </a:lnTo>
                  <a:lnTo>
                    <a:pt x="10172" y="12583"/>
                  </a:lnTo>
                  <a:lnTo>
                    <a:pt x="10745" y="12839"/>
                  </a:lnTo>
                  <a:lnTo>
                    <a:pt x="11140" y="12997"/>
                  </a:lnTo>
                  <a:lnTo>
                    <a:pt x="11259" y="13017"/>
                  </a:lnTo>
                  <a:lnTo>
                    <a:pt x="11318" y="13017"/>
                  </a:lnTo>
                  <a:lnTo>
                    <a:pt x="11397" y="12859"/>
                  </a:lnTo>
                  <a:lnTo>
                    <a:pt x="11516" y="12563"/>
                  </a:lnTo>
                  <a:lnTo>
                    <a:pt x="11832" y="11556"/>
                  </a:lnTo>
                  <a:lnTo>
                    <a:pt x="12246" y="10193"/>
                  </a:lnTo>
                  <a:lnTo>
                    <a:pt x="12681" y="8672"/>
                  </a:lnTo>
                  <a:lnTo>
                    <a:pt x="13491" y="5827"/>
                  </a:lnTo>
                  <a:lnTo>
                    <a:pt x="13827" y="4544"/>
                  </a:lnTo>
                  <a:lnTo>
                    <a:pt x="38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7" name="Google Shape;7617;p29"/>
            <p:cNvSpPr/>
            <p:nvPr/>
          </p:nvSpPr>
          <p:spPr>
            <a:xfrm>
              <a:off x="-1914575" y="3337100"/>
              <a:ext cx="321475" cy="387675"/>
            </a:xfrm>
            <a:custGeom>
              <a:rect b="b" l="l" r="r" t="t"/>
              <a:pathLst>
                <a:path extrusionOk="0" h="15507" w="12859">
                  <a:moveTo>
                    <a:pt x="8632" y="1"/>
                  </a:moveTo>
                  <a:lnTo>
                    <a:pt x="5985" y="1028"/>
                  </a:lnTo>
                  <a:lnTo>
                    <a:pt x="5017" y="1423"/>
                  </a:lnTo>
                  <a:lnTo>
                    <a:pt x="4978" y="1443"/>
                  </a:lnTo>
                  <a:lnTo>
                    <a:pt x="4859" y="1482"/>
                  </a:lnTo>
                  <a:lnTo>
                    <a:pt x="4820" y="1502"/>
                  </a:lnTo>
                  <a:lnTo>
                    <a:pt x="4780" y="1502"/>
                  </a:lnTo>
                  <a:lnTo>
                    <a:pt x="4780" y="1522"/>
                  </a:lnTo>
                  <a:lnTo>
                    <a:pt x="4760" y="1522"/>
                  </a:lnTo>
                  <a:lnTo>
                    <a:pt x="4721" y="1542"/>
                  </a:lnTo>
                  <a:lnTo>
                    <a:pt x="4701" y="1542"/>
                  </a:lnTo>
                  <a:lnTo>
                    <a:pt x="4662" y="1561"/>
                  </a:lnTo>
                  <a:lnTo>
                    <a:pt x="4642" y="1561"/>
                  </a:lnTo>
                  <a:lnTo>
                    <a:pt x="3437" y="2055"/>
                  </a:lnTo>
                  <a:lnTo>
                    <a:pt x="2351" y="2509"/>
                  </a:lnTo>
                  <a:lnTo>
                    <a:pt x="1482" y="2885"/>
                  </a:lnTo>
                  <a:lnTo>
                    <a:pt x="1166" y="3043"/>
                  </a:lnTo>
                  <a:lnTo>
                    <a:pt x="948" y="3141"/>
                  </a:lnTo>
                  <a:lnTo>
                    <a:pt x="0" y="3695"/>
                  </a:lnTo>
                  <a:lnTo>
                    <a:pt x="534" y="4959"/>
                  </a:lnTo>
                  <a:lnTo>
                    <a:pt x="553" y="4978"/>
                  </a:lnTo>
                  <a:lnTo>
                    <a:pt x="1047" y="6164"/>
                  </a:lnTo>
                  <a:lnTo>
                    <a:pt x="1067" y="6183"/>
                  </a:lnTo>
                  <a:lnTo>
                    <a:pt x="1087" y="6243"/>
                  </a:lnTo>
                  <a:lnTo>
                    <a:pt x="1087" y="6262"/>
                  </a:lnTo>
                  <a:lnTo>
                    <a:pt x="1106" y="6282"/>
                  </a:lnTo>
                  <a:lnTo>
                    <a:pt x="3358" y="11516"/>
                  </a:lnTo>
                  <a:lnTo>
                    <a:pt x="3733" y="12405"/>
                  </a:lnTo>
                  <a:lnTo>
                    <a:pt x="3733" y="12425"/>
                  </a:lnTo>
                  <a:lnTo>
                    <a:pt x="3753" y="12445"/>
                  </a:lnTo>
                  <a:lnTo>
                    <a:pt x="3832" y="12622"/>
                  </a:lnTo>
                  <a:lnTo>
                    <a:pt x="3832" y="12642"/>
                  </a:lnTo>
                  <a:lnTo>
                    <a:pt x="3832" y="12662"/>
                  </a:lnTo>
                  <a:lnTo>
                    <a:pt x="3852" y="12682"/>
                  </a:lnTo>
                  <a:lnTo>
                    <a:pt x="3852" y="12701"/>
                  </a:lnTo>
                  <a:lnTo>
                    <a:pt x="3872" y="12741"/>
                  </a:lnTo>
                  <a:lnTo>
                    <a:pt x="3891" y="12761"/>
                  </a:lnTo>
                  <a:lnTo>
                    <a:pt x="3911" y="12800"/>
                  </a:lnTo>
                  <a:lnTo>
                    <a:pt x="4741" y="14677"/>
                  </a:lnTo>
                  <a:lnTo>
                    <a:pt x="4997" y="15249"/>
                  </a:lnTo>
                  <a:lnTo>
                    <a:pt x="5136" y="15506"/>
                  </a:lnTo>
                  <a:lnTo>
                    <a:pt x="5175" y="15506"/>
                  </a:lnTo>
                  <a:lnTo>
                    <a:pt x="5274" y="15487"/>
                  </a:lnTo>
                  <a:lnTo>
                    <a:pt x="5412" y="15408"/>
                  </a:lnTo>
                  <a:lnTo>
                    <a:pt x="5570" y="15309"/>
                  </a:lnTo>
                  <a:lnTo>
                    <a:pt x="6025" y="15032"/>
                  </a:lnTo>
                  <a:lnTo>
                    <a:pt x="6578" y="14637"/>
                  </a:lnTo>
                  <a:lnTo>
                    <a:pt x="7921" y="13610"/>
                  </a:lnTo>
                  <a:lnTo>
                    <a:pt x="9422" y="12445"/>
                  </a:lnTo>
                  <a:lnTo>
                    <a:pt x="9442" y="12445"/>
                  </a:lnTo>
                  <a:lnTo>
                    <a:pt x="10291" y="11753"/>
                  </a:lnTo>
                  <a:lnTo>
                    <a:pt x="10331" y="11734"/>
                  </a:lnTo>
                  <a:lnTo>
                    <a:pt x="12859" y="9699"/>
                  </a:lnTo>
                  <a:lnTo>
                    <a:pt x="86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8" name="Google Shape;7618;p29"/>
            <p:cNvSpPr/>
            <p:nvPr/>
          </p:nvSpPr>
          <p:spPr>
            <a:xfrm>
              <a:off x="-1617800" y="3222550"/>
              <a:ext cx="250375" cy="293825"/>
            </a:xfrm>
            <a:custGeom>
              <a:rect b="b" l="l" r="r" t="t"/>
              <a:pathLst>
                <a:path extrusionOk="0" h="11753" w="10015">
                  <a:moveTo>
                    <a:pt x="6222" y="0"/>
                  </a:moveTo>
                  <a:lnTo>
                    <a:pt x="1640" y="2252"/>
                  </a:lnTo>
                  <a:lnTo>
                    <a:pt x="0" y="3062"/>
                  </a:lnTo>
                  <a:lnTo>
                    <a:pt x="1087" y="5511"/>
                  </a:lnTo>
                  <a:lnTo>
                    <a:pt x="1126" y="5630"/>
                  </a:lnTo>
                  <a:lnTo>
                    <a:pt x="1146" y="5649"/>
                  </a:lnTo>
                  <a:lnTo>
                    <a:pt x="1166" y="5709"/>
                  </a:lnTo>
                  <a:lnTo>
                    <a:pt x="1659" y="6835"/>
                  </a:lnTo>
                  <a:lnTo>
                    <a:pt x="1719" y="6953"/>
                  </a:lnTo>
                  <a:lnTo>
                    <a:pt x="1778" y="7111"/>
                  </a:lnTo>
                  <a:lnTo>
                    <a:pt x="1837" y="7230"/>
                  </a:lnTo>
                  <a:lnTo>
                    <a:pt x="1975" y="7565"/>
                  </a:lnTo>
                  <a:lnTo>
                    <a:pt x="2114" y="7862"/>
                  </a:lnTo>
                  <a:lnTo>
                    <a:pt x="2133" y="7881"/>
                  </a:lnTo>
                  <a:lnTo>
                    <a:pt x="2153" y="7960"/>
                  </a:lnTo>
                  <a:lnTo>
                    <a:pt x="2153" y="7980"/>
                  </a:lnTo>
                  <a:lnTo>
                    <a:pt x="2212" y="8079"/>
                  </a:lnTo>
                  <a:lnTo>
                    <a:pt x="2212" y="8119"/>
                  </a:lnTo>
                  <a:lnTo>
                    <a:pt x="2232" y="8158"/>
                  </a:lnTo>
                  <a:lnTo>
                    <a:pt x="2252" y="8158"/>
                  </a:lnTo>
                  <a:lnTo>
                    <a:pt x="2410" y="8553"/>
                  </a:lnTo>
                  <a:lnTo>
                    <a:pt x="2430" y="8573"/>
                  </a:lnTo>
                  <a:lnTo>
                    <a:pt x="2509" y="8751"/>
                  </a:lnTo>
                  <a:lnTo>
                    <a:pt x="2528" y="8810"/>
                  </a:lnTo>
                  <a:lnTo>
                    <a:pt x="2825" y="9481"/>
                  </a:lnTo>
                  <a:lnTo>
                    <a:pt x="2864" y="9560"/>
                  </a:lnTo>
                  <a:lnTo>
                    <a:pt x="3812" y="11753"/>
                  </a:lnTo>
                  <a:lnTo>
                    <a:pt x="4326" y="11457"/>
                  </a:lnTo>
                  <a:lnTo>
                    <a:pt x="6321" y="10271"/>
                  </a:lnTo>
                  <a:lnTo>
                    <a:pt x="10014" y="8059"/>
                  </a:lnTo>
                  <a:lnTo>
                    <a:pt x="622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9" name="Google Shape;7619;p29"/>
            <p:cNvSpPr/>
            <p:nvPr/>
          </p:nvSpPr>
          <p:spPr>
            <a:xfrm>
              <a:off x="-1048450" y="3187975"/>
              <a:ext cx="209875" cy="360025"/>
            </a:xfrm>
            <a:custGeom>
              <a:rect b="b" l="l" r="r" t="t"/>
              <a:pathLst>
                <a:path extrusionOk="0" h="14401" w="8395">
                  <a:moveTo>
                    <a:pt x="8237" y="1"/>
                  </a:moveTo>
                  <a:lnTo>
                    <a:pt x="8197" y="40"/>
                  </a:lnTo>
                  <a:lnTo>
                    <a:pt x="8099" y="139"/>
                  </a:lnTo>
                  <a:lnTo>
                    <a:pt x="7822" y="574"/>
                  </a:lnTo>
                  <a:lnTo>
                    <a:pt x="7388" y="1245"/>
                  </a:lnTo>
                  <a:lnTo>
                    <a:pt x="6854" y="2134"/>
                  </a:lnTo>
                  <a:lnTo>
                    <a:pt x="5531" y="4346"/>
                  </a:lnTo>
                  <a:lnTo>
                    <a:pt x="4030" y="6894"/>
                  </a:lnTo>
                  <a:lnTo>
                    <a:pt x="1264" y="11654"/>
                  </a:lnTo>
                  <a:lnTo>
                    <a:pt x="0" y="13807"/>
                  </a:lnTo>
                  <a:lnTo>
                    <a:pt x="257" y="14400"/>
                  </a:lnTo>
                  <a:lnTo>
                    <a:pt x="8375" y="179"/>
                  </a:lnTo>
                  <a:lnTo>
                    <a:pt x="8395" y="159"/>
                  </a:lnTo>
                  <a:lnTo>
                    <a:pt x="8395" y="100"/>
                  </a:lnTo>
                  <a:lnTo>
                    <a:pt x="8375" y="80"/>
                  </a:lnTo>
                  <a:lnTo>
                    <a:pt x="8355" y="40"/>
                  </a:lnTo>
                  <a:lnTo>
                    <a:pt x="8316" y="20"/>
                  </a:lnTo>
                  <a:lnTo>
                    <a:pt x="823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0" name="Google Shape;7620;p29"/>
            <p:cNvSpPr/>
            <p:nvPr/>
          </p:nvSpPr>
          <p:spPr>
            <a:xfrm>
              <a:off x="-1273625" y="3541050"/>
              <a:ext cx="185200" cy="231625"/>
            </a:xfrm>
            <a:custGeom>
              <a:rect b="b" l="l" r="r" t="t"/>
              <a:pathLst>
                <a:path extrusionOk="0" h="9265" w="7408">
                  <a:moveTo>
                    <a:pt x="6242" y="0"/>
                  </a:moveTo>
                  <a:lnTo>
                    <a:pt x="6084" y="20"/>
                  </a:lnTo>
                  <a:lnTo>
                    <a:pt x="5906" y="60"/>
                  </a:lnTo>
                  <a:lnTo>
                    <a:pt x="5728" y="119"/>
                  </a:lnTo>
                  <a:lnTo>
                    <a:pt x="5531" y="198"/>
                  </a:lnTo>
                  <a:lnTo>
                    <a:pt x="5096" y="376"/>
                  </a:lnTo>
                  <a:lnTo>
                    <a:pt x="4662" y="633"/>
                  </a:lnTo>
                  <a:lnTo>
                    <a:pt x="4543" y="692"/>
                  </a:lnTo>
                  <a:lnTo>
                    <a:pt x="4148" y="949"/>
                  </a:lnTo>
                  <a:lnTo>
                    <a:pt x="3733" y="1225"/>
                  </a:lnTo>
                  <a:lnTo>
                    <a:pt x="3299" y="1541"/>
                  </a:lnTo>
                  <a:lnTo>
                    <a:pt x="2884" y="1877"/>
                  </a:lnTo>
                  <a:lnTo>
                    <a:pt x="2627" y="2094"/>
                  </a:lnTo>
                  <a:lnTo>
                    <a:pt x="2371" y="2331"/>
                  </a:lnTo>
                  <a:lnTo>
                    <a:pt x="2134" y="2568"/>
                  </a:lnTo>
                  <a:lnTo>
                    <a:pt x="1916" y="2805"/>
                  </a:lnTo>
                  <a:lnTo>
                    <a:pt x="1719" y="3062"/>
                  </a:lnTo>
                  <a:lnTo>
                    <a:pt x="1521" y="3319"/>
                  </a:lnTo>
                  <a:lnTo>
                    <a:pt x="1166" y="3832"/>
                  </a:lnTo>
                  <a:lnTo>
                    <a:pt x="869" y="4346"/>
                  </a:lnTo>
                  <a:lnTo>
                    <a:pt x="593" y="4860"/>
                  </a:lnTo>
                  <a:lnTo>
                    <a:pt x="395" y="5353"/>
                  </a:lnTo>
                  <a:lnTo>
                    <a:pt x="218" y="5847"/>
                  </a:lnTo>
                  <a:lnTo>
                    <a:pt x="139" y="6104"/>
                  </a:lnTo>
                  <a:lnTo>
                    <a:pt x="99" y="6361"/>
                  </a:lnTo>
                  <a:lnTo>
                    <a:pt x="60" y="6637"/>
                  </a:lnTo>
                  <a:lnTo>
                    <a:pt x="20" y="6914"/>
                  </a:lnTo>
                  <a:lnTo>
                    <a:pt x="0" y="7487"/>
                  </a:lnTo>
                  <a:lnTo>
                    <a:pt x="20" y="8040"/>
                  </a:lnTo>
                  <a:lnTo>
                    <a:pt x="60" y="8514"/>
                  </a:lnTo>
                  <a:lnTo>
                    <a:pt x="99" y="8909"/>
                  </a:lnTo>
                  <a:lnTo>
                    <a:pt x="139" y="9264"/>
                  </a:lnTo>
                  <a:lnTo>
                    <a:pt x="909" y="8652"/>
                  </a:lnTo>
                  <a:lnTo>
                    <a:pt x="1699" y="8020"/>
                  </a:lnTo>
                  <a:lnTo>
                    <a:pt x="2588" y="7289"/>
                  </a:lnTo>
                  <a:lnTo>
                    <a:pt x="3477" y="6519"/>
                  </a:lnTo>
                  <a:lnTo>
                    <a:pt x="3891" y="6163"/>
                  </a:lnTo>
                  <a:lnTo>
                    <a:pt x="4247" y="5827"/>
                  </a:lnTo>
                  <a:lnTo>
                    <a:pt x="4563" y="5511"/>
                  </a:lnTo>
                  <a:lnTo>
                    <a:pt x="4780" y="5255"/>
                  </a:lnTo>
                  <a:lnTo>
                    <a:pt x="4919" y="5057"/>
                  </a:lnTo>
                  <a:lnTo>
                    <a:pt x="4958" y="4978"/>
                  </a:lnTo>
                  <a:lnTo>
                    <a:pt x="4958" y="4919"/>
                  </a:lnTo>
                  <a:lnTo>
                    <a:pt x="4938" y="4721"/>
                  </a:lnTo>
                  <a:lnTo>
                    <a:pt x="4938" y="4524"/>
                  </a:lnTo>
                  <a:lnTo>
                    <a:pt x="4958" y="4346"/>
                  </a:lnTo>
                  <a:lnTo>
                    <a:pt x="5017" y="4168"/>
                  </a:lnTo>
                  <a:lnTo>
                    <a:pt x="5116" y="3990"/>
                  </a:lnTo>
                  <a:lnTo>
                    <a:pt x="5215" y="3852"/>
                  </a:lnTo>
                  <a:lnTo>
                    <a:pt x="5333" y="3694"/>
                  </a:lnTo>
                  <a:lnTo>
                    <a:pt x="5452" y="3556"/>
                  </a:lnTo>
                  <a:lnTo>
                    <a:pt x="5768" y="3279"/>
                  </a:lnTo>
                  <a:lnTo>
                    <a:pt x="6084" y="3042"/>
                  </a:lnTo>
                  <a:lnTo>
                    <a:pt x="6400" y="2805"/>
                  </a:lnTo>
                  <a:lnTo>
                    <a:pt x="6696" y="2568"/>
                  </a:lnTo>
                  <a:lnTo>
                    <a:pt x="6914" y="2371"/>
                  </a:lnTo>
                  <a:lnTo>
                    <a:pt x="7072" y="2173"/>
                  </a:lnTo>
                  <a:lnTo>
                    <a:pt x="7210" y="1976"/>
                  </a:lnTo>
                  <a:lnTo>
                    <a:pt x="7309" y="1778"/>
                  </a:lnTo>
                  <a:lnTo>
                    <a:pt x="7368" y="1581"/>
                  </a:lnTo>
                  <a:lnTo>
                    <a:pt x="7407" y="1383"/>
                  </a:lnTo>
                  <a:lnTo>
                    <a:pt x="7407" y="1205"/>
                  </a:lnTo>
                  <a:lnTo>
                    <a:pt x="7388" y="1008"/>
                  </a:lnTo>
                  <a:lnTo>
                    <a:pt x="7348" y="850"/>
                  </a:lnTo>
                  <a:lnTo>
                    <a:pt x="7269" y="672"/>
                  </a:lnTo>
                  <a:lnTo>
                    <a:pt x="7190" y="534"/>
                  </a:lnTo>
                  <a:lnTo>
                    <a:pt x="7091" y="396"/>
                  </a:lnTo>
                  <a:lnTo>
                    <a:pt x="6993" y="277"/>
                  </a:lnTo>
                  <a:lnTo>
                    <a:pt x="6874" y="178"/>
                  </a:lnTo>
                  <a:lnTo>
                    <a:pt x="6756" y="99"/>
                  </a:lnTo>
                  <a:lnTo>
                    <a:pt x="6617" y="40"/>
                  </a:lnTo>
                  <a:lnTo>
                    <a:pt x="6479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1" name="Google Shape;7621;p29"/>
            <p:cNvSpPr/>
            <p:nvPr/>
          </p:nvSpPr>
          <p:spPr>
            <a:xfrm>
              <a:off x="-1191650" y="3522275"/>
              <a:ext cx="165925" cy="240025"/>
            </a:xfrm>
            <a:custGeom>
              <a:rect b="b" l="l" r="r" t="t"/>
              <a:pathLst>
                <a:path extrusionOk="0" h="9601" w="6637">
                  <a:moveTo>
                    <a:pt x="5570" y="1"/>
                  </a:moveTo>
                  <a:lnTo>
                    <a:pt x="5531" y="21"/>
                  </a:lnTo>
                  <a:lnTo>
                    <a:pt x="5412" y="119"/>
                  </a:lnTo>
                  <a:lnTo>
                    <a:pt x="5215" y="396"/>
                  </a:lnTo>
                  <a:lnTo>
                    <a:pt x="4543" y="1344"/>
                  </a:lnTo>
                  <a:lnTo>
                    <a:pt x="3654" y="2667"/>
                  </a:lnTo>
                  <a:lnTo>
                    <a:pt x="2667" y="4208"/>
                  </a:lnTo>
                  <a:lnTo>
                    <a:pt x="1679" y="5749"/>
                  </a:lnTo>
                  <a:lnTo>
                    <a:pt x="830" y="7131"/>
                  </a:lnTo>
                  <a:lnTo>
                    <a:pt x="237" y="8159"/>
                  </a:lnTo>
                  <a:lnTo>
                    <a:pt x="59" y="8475"/>
                  </a:lnTo>
                  <a:lnTo>
                    <a:pt x="20" y="8573"/>
                  </a:lnTo>
                  <a:lnTo>
                    <a:pt x="0" y="8652"/>
                  </a:lnTo>
                  <a:lnTo>
                    <a:pt x="20" y="8731"/>
                  </a:lnTo>
                  <a:lnTo>
                    <a:pt x="40" y="8810"/>
                  </a:lnTo>
                  <a:lnTo>
                    <a:pt x="79" y="8889"/>
                  </a:lnTo>
                  <a:lnTo>
                    <a:pt x="138" y="8968"/>
                  </a:lnTo>
                  <a:lnTo>
                    <a:pt x="296" y="9126"/>
                  </a:lnTo>
                  <a:lnTo>
                    <a:pt x="474" y="9265"/>
                  </a:lnTo>
                  <a:lnTo>
                    <a:pt x="672" y="9383"/>
                  </a:lnTo>
                  <a:lnTo>
                    <a:pt x="869" y="9482"/>
                  </a:lnTo>
                  <a:lnTo>
                    <a:pt x="1027" y="9561"/>
                  </a:lnTo>
                  <a:lnTo>
                    <a:pt x="1146" y="9600"/>
                  </a:lnTo>
                  <a:lnTo>
                    <a:pt x="1185" y="9581"/>
                  </a:lnTo>
                  <a:lnTo>
                    <a:pt x="1264" y="9521"/>
                  </a:lnTo>
                  <a:lnTo>
                    <a:pt x="1462" y="9265"/>
                  </a:lnTo>
                  <a:lnTo>
                    <a:pt x="1738" y="8870"/>
                  </a:lnTo>
                  <a:lnTo>
                    <a:pt x="2094" y="8336"/>
                  </a:lnTo>
                  <a:lnTo>
                    <a:pt x="2963" y="6993"/>
                  </a:lnTo>
                  <a:lnTo>
                    <a:pt x="3931" y="5433"/>
                  </a:lnTo>
                  <a:lnTo>
                    <a:pt x="4899" y="3853"/>
                  </a:lnTo>
                  <a:lnTo>
                    <a:pt x="5748" y="2450"/>
                  </a:lnTo>
                  <a:lnTo>
                    <a:pt x="6360" y="1423"/>
                  </a:lnTo>
                  <a:lnTo>
                    <a:pt x="6617" y="929"/>
                  </a:lnTo>
                  <a:lnTo>
                    <a:pt x="6637" y="870"/>
                  </a:lnTo>
                  <a:lnTo>
                    <a:pt x="6617" y="791"/>
                  </a:lnTo>
                  <a:lnTo>
                    <a:pt x="6578" y="712"/>
                  </a:lnTo>
                  <a:lnTo>
                    <a:pt x="6538" y="633"/>
                  </a:lnTo>
                  <a:lnTo>
                    <a:pt x="6380" y="455"/>
                  </a:lnTo>
                  <a:lnTo>
                    <a:pt x="6202" y="317"/>
                  </a:lnTo>
                  <a:lnTo>
                    <a:pt x="5985" y="179"/>
                  </a:lnTo>
                  <a:lnTo>
                    <a:pt x="5788" y="80"/>
                  </a:lnTo>
                  <a:lnTo>
                    <a:pt x="5629" y="21"/>
                  </a:lnTo>
                  <a:lnTo>
                    <a:pt x="55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2" name="Google Shape;7622;p29"/>
            <p:cNvSpPr/>
            <p:nvPr/>
          </p:nvSpPr>
          <p:spPr>
            <a:xfrm>
              <a:off x="-1258325" y="3556850"/>
              <a:ext cx="279025" cy="311125"/>
            </a:xfrm>
            <a:custGeom>
              <a:rect b="b" l="l" r="r" t="t"/>
              <a:pathLst>
                <a:path extrusionOk="0" h="12445" w="11161">
                  <a:moveTo>
                    <a:pt x="9087" y="1"/>
                  </a:moveTo>
                  <a:lnTo>
                    <a:pt x="9008" y="40"/>
                  </a:lnTo>
                  <a:lnTo>
                    <a:pt x="8948" y="60"/>
                  </a:lnTo>
                  <a:lnTo>
                    <a:pt x="8850" y="159"/>
                  </a:lnTo>
                  <a:lnTo>
                    <a:pt x="8751" y="257"/>
                  </a:lnTo>
                  <a:lnTo>
                    <a:pt x="8692" y="376"/>
                  </a:lnTo>
                  <a:lnTo>
                    <a:pt x="8632" y="514"/>
                  </a:lnTo>
                  <a:lnTo>
                    <a:pt x="8514" y="810"/>
                  </a:lnTo>
                  <a:lnTo>
                    <a:pt x="8375" y="1146"/>
                  </a:lnTo>
                  <a:lnTo>
                    <a:pt x="8138" y="1640"/>
                  </a:lnTo>
                  <a:lnTo>
                    <a:pt x="7822" y="2252"/>
                  </a:lnTo>
                  <a:lnTo>
                    <a:pt x="7487" y="2805"/>
                  </a:lnTo>
                  <a:lnTo>
                    <a:pt x="7348" y="3003"/>
                  </a:lnTo>
                  <a:lnTo>
                    <a:pt x="7269" y="3121"/>
                  </a:lnTo>
                  <a:lnTo>
                    <a:pt x="7092" y="3279"/>
                  </a:lnTo>
                  <a:lnTo>
                    <a:pt x="6855" y="3437"/>
                  </a:lnTo>
                  <a:lnTo>
                    <a:pt x="6558" y="3615"/>
                  </a:lnTo>
                  <a:lnTo>
                    <a:pt x="6163" y="3813"/>
                  </a:lnTo>
                  <a:lnTo>
                    <a:pt x="5827" y="3951"/>
                  </a:lnTo>
                  <a:lnTo>
                    <a:pt x="5551" y="4030"/>
                  </a:lnTo>
                  <a:lnTo>
                    <a:pt x="5294" y="4089"/>
                  </a:lnTo>
                  <a:lnTo>
                    <a:pt x="5097" y="4109"/>
                  </a:lnTo>
                  <a:lnTo>
                    <a:pt x="4919" y="4089"/>
                  </a:lnTo>
                  <a:lnTo>
                    <a:pt x="4781" y="4050"/>
                  </a:lnTo>
                  <a:lnTo>
                    <a:pt x="4662" y="3990"/>
                  </a:lnTo>
                  <a:lnTo>
                    <a:pt x="4583" y="3931"/>
                  </a:lnTo>
                  <a:lnTo>
                    <a:pt x="4504" y="3852"/>
                  </a:lnTo>
                  <a:lnTo>
                    <a:pt x="4465" y="3773"/>
                  </a:lnTo>
                  <a:lnTo>
                    <a:pt x="4445" y="3674"/>
                  </a:lnTo>
                  <a:lnTo>
                    <a:pt x="4425" y="3595"/>
                  </a:lnTo>
                  <a:lnTo>
                    <a:pt x="4405" y="3477"/>
                  </a:lnTo>
                  <a:lnTo>
                    <a:pt x="4425" y="3418"/>
                  </a:lnTo>
                  <a:lnTo>
                    <a:pt x="2233" y="5610"/>
                  </a:lnTo>
                  <a:lnTo>
                    <a:pt x="731" y="7151"/>
                  </a:lnTo>
                  <a:lnTo>
                    <a:pt x="218" y="7684"/>
                  </a:lnTo>
                  <a:lnTo>
                    <a:pt x="60" y="7862"/>
                  </a:lnTo>
                  <a:lnTo>
                    <a:pt x="1" y="7941"/>
                  </a:lnTo>
                  <a:lnTo>
                    <a:pt x="1" y="7961"/>
                  </a:lnTo>
                  <a:lnTo>
                    <a:pt x="40" y="8020"/>
                  </a:lnTo>
                  <a:lnTo>
                    <a:pt x="198" y="8178"/>
                  </a:lnTo>
                  <a:lnTo>
                    <a:pt x="810" y="8711"/>
                  </a:lnTo>
                  <a:lnTo>
                    <a:pt x="1699" y="9422"/>
                  </a:lnTo>
                  <a:lnTo>
                    <a:pt x="2746" y="10212"/>
                  </a:lnTo>
                  <a:lnTo>
                    <a:pt x="4721" y="11714"/>
                  </a:lnTo>
                  <a:lnTo>
                    <a:pt x="5709" y="12425"/>
                  </a:lnTo>
                  <a:lnTo>
                    <a:pt x="5788" y="12444"/>
                  </a:lnTo>
                  <a:lnTo>
                    <a:pt x="5887" y="12425"/>
                  </a:lnTo>
                  <a:lnTo>
                    <a:pt x="6223" y="12326"/>
                  </a:lnTo>
                  <a:lnTo>
                    <a:pt x="6677" y="12128"/>
                  </a:lnTo>
                  <a:lnTo>
                    <a:pt x="7190" y="11891"/>
                  </a:lnTo>
                  <a:lnTo>
                    <a:pt x="7743" y="11615"/>
                  </a:lnTo>
                  <a:lnTo>
                    <a:pt x="8296" y="11299"/>
                  </a:lnTo>
                  <a:lnTo>
                    <a:pt x="8810" y="11002"/>
                  </a:lnTo>
                  <a:lnTo>
                    <a:pt x="9225" y="10706"/>
                  </a:lnTo>
                  <a:lnTo>
                    <a:pt x="9758" y="10272"/>
                  </a:lnTo>
                  <a:lnTo>
                    <a:pt x="9936" y="10114"/>
                  </a:lnTo>
                  <a:lnTo>
                    <a:pt x="10074" y="9995"/>
                  </a:lnTo>
                  <a:lnTo>
                    <a:pt x="10153" y="9877"/>
                  </a:lnTo>
                  <a:lnTo>
                    <a:pt x="10232" y="9778"/>
                  </a:lnTo>
                  <a:lnTo>
                    <a:pt x="10370" y="9521"/>
                  </a:lnTo>
                  <a:lnTo>
                    <a:pt x="10469" y="9304"/>
                  </a:lnTo>
                  <a:lnTo>
                    <a:pt x="10588" y="9027"/>
                  </a:lnTo>
                  <a:lnTo>
                    <a:pt x="10825" y="8296"/>
                  </a:lnTo>
                  <a:lnTo>
                    <a:pt x="11022" y="7566"/>
                  </a:lnTo>
                  <a:lnTo>
                    <a:pt x="11082" y="7269"/>
                  </a:lnTo>
                  <a:lnTo>
                    <a:pt x="11121" y="7072"/>
                  </a:lnTo>
                  <a:lnTo>
                    <a:pt x="11141" y="6795"/>
                  </a:lnTo>
                  <a:lnTo>
                    <a:pt x="11141" y="6539"/>
                  </a:lnTo>
                  <a:lnTo>
                    <a:pt x="11121" y="6282"/>
                  </a:lnTo>
                  <a:lnTo>
                    <a:pt x="11121" y="6222"/>
                  </a:lnTo>
                  <a:lnTo>
                    <a:pt x="11141" y="6025"/>
                  </a:lnTo>
                  <a:lnTo>
                    <a:pt x="11161" y="5669"/>
                  </a:lnTo>
                  <a:lnTo>
                    <a:pt x="11121" y="5136"/>
                  </a:lnTo>
                  <a:lnTo>
                    <a:pt x="11082" y="4840"/>
                  </a:lnTo>
                  <a:lnTo>
                    <a:pt x="11022" y="4563"/>
                  </a:lnTo>
                  <a:lnTo>
                    <a:pt x="10943" y="4129"/>
                  </a:lnTo>
                  <a:lnTo>
                    <a:pt x="10864" y="3852"/>
                  </a:lnTo>
                  <a:lnTo>
                    <a:pt x="10825" y="3753"/>
                  </a:lnTo>
                  <a:lnTo>
                    <a:pt x="10805" y="3477"/>
                  </a:lnTo>
                  <a:lnTo>
                    <a:pt x="10785" y="3260"/>
                  </a:lnTo>
                  <a:lnTo>
                    <a:pt x="10726" y="3082"/>
                  </a:lnTo>
                  <a:lnTo>
                    <a:pt x="10667" y="2963"/>
                  </a:lnTo>
                  <a:lnTo>
                    <a:pt x="10588" y="2865"/>
                  </a:lnTo>
                  <a:lnTo>
                    <a:pt x="10548" y="2805"/>
                  </a:lnTo>
                  <a:lnTo>
                    <a:pt x="10489" y="2786"/>
                  </a:lnTo>
                  <a:lnTo>
                    <a:pt x="10548" y="2549"/>
                  </a:lnTo>
                  <a:lnTo>
                    <a:pt x="10588" y="2292"/>
                  </a:lnTo>
                  <a:lnTo>
                    <a:pt x="10647" y="1996"/>
                  </a:lnTo>
                  <a:lnTo>
                    <a:pt x="10667" y="1660"/>
                  </a:lnTo>
                  <a:lnTo>
                    <a:pt x="10667" y="1324"/>
                  </a:lnTo>
                  <a:lnTo>
                    <a:pt x="10647" y="1166"/>
                  </a:lnTo>
                  <a:lnTo>
                    <a:pt x="10607" y="1008"/>
                  </a:lnTo>
                  <a:lnTo>
                    <a:pt x="10548" y="870"/>
                  </a:lnTo>
                  <a:lnTo>
                    <a:pt x="10489" y="751"/>
                  </a:lnTo>
                  <a:lnTo>
                    <a:pt x="10410" y="633"/>
                  </a:lnTo>
                  <a:lnTo>
                    <a:pt x="10331" y="534"/>
                  </a:lnTo>
                  <a:lnTo>
                    <a:pt x="10114" y="356"/>
                  </a:lnTo>
                  <a:lnTo>
                    <a:pt x="9916" y="198"/>
                  </a:lnTo>
                  <a:lnTo>
                    <a:pt x="9679" y="99"/>
                  </a:lnTo>
                  <a:lnTo>
                    <a:pt x="9462" y="20"/>
                  </a:lnTo>
                  <a:lnTo>
                    <a:pt x="9264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3" name="Google Shape;7623;p29"/>
            <p:cNvSpPr/>
            <p:nvPr/>
          </p:nvSpPr>
          <p:spPr>
            <a:xfrm>
              <a:off x="-1024250" y="3626475"/>
              <a:ext cx="29150" cy="64725"/>
            </a:xfrm>
            <a:custGeom>
              <a:rect b="b" l="l" r="r" t="t"/>
              <a:pathLst>
                <a:path extrusionOk="0" h="2589" w="1166">
                  <a:moveTo>
                    <a:pt x="1126" y="1"/>
                  </a:moveTo>
                  <a:lnTo>
                    <a:pt x="948" y="573"/>
                  </a:lnTo>
                  <a:lnTo>
                    <a:pt x="790" y="1067"/>
                  </a:lnTo>
                  <a:lnTo>
                    <a:pt x="691" y="1344"/>
                  </a:lnTo>
                  <a:lnTo>
                    <a:pt x="593" y="1601"/>
                  </a:lnTo>
                  <a:lnTo>
                    <a:pt x="474" y="1818"/>
                  </a:lnTo>
                  <a:lnTo>
                    <a:pt x="356" y="2035"/>
                  </a:lnTo>
                  <a:lnTo>
                    <a:pt x="138" y="2351"/>
                  </a:lnTo>
                  <a:lnTo>
                    <a:pt x="20" y="2549"/>
                  </a:lnTo>
                  <a:lnTo>
                    <a:pt x="0" y="2588"/>
                  </a:lnTo>
                  <a:lnTo>
                    <a:pt x="40" y="2588"/>
                  </a:lnTo>
                  <a:lnTo>
                    <a:pt x="119" y="2529"/>
                  </a:lnTo>
                  <a:lnTo>
                    <a:pt x="198" y="2430"/>
                  </a:lnTo>
                  <a:lnTo>
                    <a:pt x="316" y="2292"/>
                  </a:lnTo>
                  <a:lnTo>
                    <a:pt x="435" y="2114"/>
                  </a:lnTo>
                  <a:lnTo>
                    <a:pt x="691" y="1660"/>
                  </a:lnTo>
                  <a:lnTo>
                    <a:pt x="830" y="1383"/>
                  </a:lnTo>
                  <a:lnTo>
                    <a:pt x="968" y="1087"/>
                  </a:lnTo>
                  <a:lnTo>
                    <a:pt x="1067" y="810"/>
                  </a:lnTo>
                  <a:lnTo>
                    <a:pt x="1126" y="573"/>
                  </a:lnTo>
                  <a:lnTo>
                    <a:pt x="1165" y="396"/>
                  </a:lnTo>
                  <a:lnTo>
                    <a:pt x="1165" y="238"/>
                  </a:lnTo>
                  <a:lnTo>
                    <a:pt x="1165" y="119"/>
                  </a:lnTo>
                  <a:lnTo>
                    <a:pt x="1146" y="40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4" name="Google Shape;7624;p29"/>
            <p:cNvSpPr/>
            <p:nvPr/>
          </p:nvSpPr>
          <p:spPr>
            <a:xfrm>
              <a:off x="-1007475" y="3650675"/>
              <a:ext cx="21250" cy="81500"/>
            </a:xfrm>
            <a:custGeom>
              <a:rect b="b" l="l" r="r" t="t"/>
              <a:pathLst>
                <a:path extrusionOk="0" h="3260" w="850">
                  <a:moveTo>
                    <a:pt x="771" y="0"/>
                  </a:moveTo>
                  <a:lnTo>
                    <a:pt x="751" y="99"/>
                  </a:lnTo>
                  <a:lnTo>
                    <a:pt x="731" y="494"/>
                  </a:lnTo>
                  <a:lnTo>
                    <a:pt x="712" y="751"/>
                  </a:lnTo>
                  <a:lnTo>
                    <a:pt x="692" y="1067"/>
                  </a:lnTo>
                  <a:lnTo>
                    <a:pt x="633" y="1403"/>
                  </a:lnTo>
                  <a:lnTo>
                    <a:pt x="554" y="1739"/>
                  </a:lnTo>
                  <a:lnTo>
                    <a:pt x="396" y="2292"/>
                  </a:lnTo>
                  <a:lnTo>
                    <a:pt x="297" y="2588"/>
                  </a:lnTo>
                  <a:lnTo>
                    <a:pt x="198" y="2766"/>
                  </a:lnTo>
                  <a:lnTo>
                    <a:pt x="80" y="2924"/>
                  </a:lnTo>
                  <a:lnTo>
                    <a:pt x="20" y="3082"/>
                  </a:lnTo>
                  <a:lnTo>
                    <a:pt x="1" y="3161"/>
                  </a:lnTo>
                  <a:lnTo>
                    <a:pt x="20" y="3240"/>
                  </a:lnTo>
                  <a:lnTo>
                    <a:pt x="40" y="3260"/>
                  </a:lnTo>
                  <a:lnTo>
                    <a:pt x="80" y="3220"/>
                  </a:lnTo>
                  <a:lnTo>
                    <a:pt x="139" y="3161"/>
                  </a:lnTo>
                  <a:lnTo>
                    <a:pt x="198" y="3042"/>
                  </a:lnTo>
                  <a:lnTo>
                    <a:pt x="277" y="2884"/>
                  </a:lnTo>
                  <a:lnTo>
                    <a:pt x="376" y="2647"/>
                  </a:lnTo>
                  <a:lnTo>
                    <a:pt x="494" y="2331"/>
                  </a:lnTo>
                  <a:lnTo>
                    <a:pt x="613" y="1956"/>
                  </a:lnTo>
                  <a:lnTo>
                    <a:pt x="712" y="1561"/>
                  </a:lnTo>
                  <a:lnTo>
                    <a:pt x="791" y="1205"/>
                  </a:lnTo>
                  <a:lnTo>
                    <a:pt x="830" y="870"/>
                  </a:lnTo>
                  <a:lnTo>
                    <a:pt x="850" y="593"/>
                  </a:lnTo>
                  <a:lnTo>
                    <a:pt x="850" y="356"/>
                  </a:lnTo>
                  <a:lnTo>
                    <a:pt x="830" y="178"/>
                  </a:lnTo>
                  <a:lnTo>
                    <a:pt x="811" y="60"/>
                  </a:lnTo>
                  <a:lnTo>
                    <a:pt x="79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5" name="Google Shape;7625;p29"/>
            <p:cNvSpPr/>
            <p:nvPr/>
          </p:nvSpPr>
          <p:spPr>
            <a:xfrm>
              <a:off x="-1004025" y="3711400"/>
              <a:ext cx="23250" cy="67200"/>
            </a:xfrm>
            <a:custGeom>
              <a:rect b="b" l="l" r="r" t="t"/>
              <a:pathLst>
                <a:path extrusionOk="0" h="2688" w="930">
                  <a:moveTo>
                    <a:pt x="910" y="1"/>
                  </a:moveTo>
                  <a:lnTo>
                    <a:pt x="870" y="60"/>
                  </a:lnTo>
                  <a:lnTo>
                    <a:pt x="811" y="337"/>
                  </a:lnTo>
                  <a:lnTo>
                    <a:pt x="712" y="771"/>
                  </a:lnTo>
                  <a:lnTo>
                    <a:pt x="574" y="1344"/>
                  </a:lnTo>
                  <a:lnTo>
                    <a:pt x="475" y="1621"/>
                  </a:lnTo>
                  <a:lnTo>
                    <a:pt x="376" y="1877"/>
                  </a:lnTo>
                  <a:lnTo>
                    <a:pt x="198" y="2272"/>
                  </a:lnTo>
                  <a:lnTo>
                    <a:pt x="60" y="2529"/>
                  </a:lnTo>
                  <a:lnTo>
                    <a:pt x="1" y="2608"/>
                  </a:lnTo>
                  <a:lnTo>
                    <a:pt x="21" y="2668"/>
                  </a:lnTo>
                  <a:lnTo>
                    <a:pt x="40" y="2687"/>
                  </a:lnTo>
                  <a:lnTo>
                    <a:pt x="60" y="2687"/>
                  </a:lnTo>
                  <a:lnTo>
                    <a:pt x="119" y="2648"/>
                  </a:lnTo>
                  <a:lnTo>
                    <a:pt x="198" y="2549"/>
                  </a:lnTo>
                  <a:lnTo>
                    <a:pt x="277" y="2411"/>
                  </a:lnTo>
                  <a:lnTo>
                    <a:pt x="356" y="2213"/>
                  </a:lnTo>
                  <a:lnTo>
                    <a:pt x="455" y="2016"/>
                  </a:lnTo>
                  <a:lnTo>
                    <a:pt x="534" y="1759"/>
                  </a:lnTo>
                  <a:lnTo>
                    <a:pt x="692" y="1206"/>
                  </a:lnTo>
                  <a:lnTo>
                    <a:pt x="831" y="653"/>
                  </a:lnTo>
                  <a:lnTo>
                    <a:pt x="910" y="218"/>
                  </a:lnTo>
                  <a:lnTo>
                    <a:pt x="929" y="60"/>
                  </a:lnTo>
                  <a:lnTo>
                    <a:pt x="91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6" name="Google Shape;7626;p29"/>
            <p:cNvSpPr/>
            <p:nvPr/>
          </p:nvSpPr>
          <p:spPr>
            <a:xfrm>
              <a:off x="-1361025" y="3708950"/>
              <a:ext cx="279500" cy="288400"/>
            </a:xfrm>
            <a:custGeom>
              <a:rect b="b" l="l" r="r" t="t"/>
              <a:pathLst>
                <a:path extrusionOk="0" h="11536" w="11180">
                  <a:moveTo>
                    <a:pt x="4148" y="0"/>
                  </a:moveTo>
                  <a:lnTo>
                    <a:pt x="1185" y="5057"/>
                  </a:lnTo>
                  <a:lnTo>
                    <a:pt x="0" y="7071"/>
                  </a:lnTo>
                  <a:lnTo>
                    <a:pt x="0" y="7091"/>
                  </a:lnTo>
                  <a:lnTo>
                    <a:pt x="40" y="7131"/>
                  </a:lnTo>
                  <a:lnTo>
                    <a:pt x="178" y="7190"/>
                  </a:lnTo>
                  <a:lnTo>
                    <a:pt x="198" y="7210"/>
                  </a:lnTo>
                  <a:lnTo>
                    <a:pt x="277" y="7249"/>
                  </a:lnTo>
                  <a:lnTo>
                    <a:pt x="553" y="7407"/>
                  </a:lnTo>
                  <a:lnTo>
                    <a:pt x="573" y="7407"/>
                  </a:lnTo>
                  <a:lnTo>
                    <a:pt x="672" y="7467"/>
                  </a:lnTo>
                  <a:lnTo>
                    <a:pt x="948" y="7625"/>
                  </a:lnTo>
                  <a:lnTo>
                    <a:pt x="988" y="7625"/>
                  </a:lnTo>
                  <a:lnTo>
                    <a:pt x="1008" y="7644"/>
                  </a:lnTo>
                  <a:lnTo>
                    <a:pt x="1245" y="7763"/>
                  </a:lnTo>
                  <a:lnTo>
                    <a:pt x="1896" y="8118"/>
                  </a:lnTo>
                  <a:lnTo>
                    <a:pt x="1936" y="8138"/>
                  </a:lnTo>
                  <a:lnTo>
                    <a:pt x="1956" y="8158"/>
                  </a:lnTo>
                  <a:lnTo>
                    <a:pt x="1995" y="8178"/>
                  </a:lnTo>
                  <a:lnTo>
                    <a:pt x="2193" y="8276"/>
                  </a:lnTo>
                  <a:lnTo>
                    <a:pt x="2489" y="8434"/>
                  </a:lnTo>
                  <a:lnTo>
                    <a:pt x="2785" y="8573"/>
                  </a:lnTo>
                  <a:lnTo>
                    <a:pt x="2845" y="8612"/>
                  </a:lnTo>
                  <a:lnTo>
                    <a:pt x="2963" y="8671"/>
                  </a:lnTo>
                  <a:lnTo>
                    <a:pt x="3003" y="8711"/>
                  </a:lnTo>
                  <a:lnTo>
                    <a:pt x="3121" y="8750"/>
                  </a:lnTo>
                  <a:lnTo>
                    <a:pt x="3161" y="8770"/>
                  </a:lnTo>
                  <a:lnTo>
                    <a:pt x="3220" y="8810"/>
                  </a:lnTo>
                  <a:lnTo>
                    <a:pt x="3299" y="8849"/>
                  </a:lnTo>
                  <a:lnTo>
                    <a:pt x="3358" y="8889"/>
                  </a:lnTo>
                  <a:lnTo>
                    <a:pt x="3615" y="9027"/>
                  </a:lnTo>
                  <a:lnTo>
                    <a:pt x="3753" y="9086"/>
                  </a:lnTo>
                  <a:lnTo>
                    <a:pt x="3773" y="9106"/>
                  </a:lnTo>
                  <a:lnTo>
                    <a:pt x="6992" y="10765"/>
                  </a:lnTo>
                  <a:lnTo>
                    <a:pt x="8118" y="11338"/>
                  </a:lnTo>
                  <a:lnTo>
                    <a:pt x="8434" y="11476"/>
                  </a:lnTo>
                  <a:lnTo>
                    <a:pt x="8573" y="11535"/>
                  </a:lnTo>
                  <a:lnTo>
                    <a:pt x="8671" y="11318"/>
                  </a:lnTo>
                  <a:lnTo>
                    <a:pt x="8928" y="10785"/>
                  </a:lnTo>
                  <a:lnTo>
                    <a:pt x="9066" y="10508"/>
                  </a:lnTo>
                  <a:lnTo>
                    <a:pt x="9106" y="10410"/>
                  </a:lnTo>
                  <a:lnTo>
                    <a:pt x="9106" y="10390"/>
                  </a:lnTo>
                  <a:lnTo>
                    <a:pt x="9323" y="9936"/>
                  </a:lnTo>
                  <a:lnTo>
                    <a:pt x="9718" y="9086"/>
                  </a:lnTo>
                  <a:lnTo>
                    <a:pt x="11180" y="5867"/>
                  </a:lnTo>
                  <a:lnTo>
                    <a:pt x="4148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7" name="Google Shape;7627;p29"/>
            <p:cNvSpPr/>
            <p:nvPr/>
          </p:nvSpPr>
          <p:spPr>
            <a:xfrm>
              <a:off x="-1360050" y="389362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8" name="Google Shape;7628;p29"/>
            <p:cNvSpPr/>
            <p:nvPr/>
          </p:nvSpPr>
          <p:spPr>
            <a:xfrm>
              <a:off x="-1104250" y="39474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9" name="Google Shape;7629;p29"/>
            <p:cNvSpPr/>
            <p:nvPr/>
          </p:nvSpPr>
          <p:spPr>
            <a:xfrm>
              <a:off x="-1300800" y="3924250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21" y="0"/>
                  </a:moveTo>
                  <a:lnTo>
                    <a:pt x="21" y="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0" name="Google Shape;7630;p29"/>
            <p:cNvSpPr/>
            <p:nvPr/>
          </p:nvSpPr>
          <p:spPr>
            <a:xfrm>
              <a:off x="-1190675" y="39647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1"/>
                  </a:move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1" name="Google Shape;7631;p29"/>
            <p:cNvSpPr/>
            <p:nvPr/>
          </p:nvSpPr>
          <p:spPr>
            <a:xfrm>
              <a:off x="-1270675" y="39341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2" name="Google Shape;7632;p29"/>
            <p:cNvSpPr/>
            <p:nvPr/>
          </p:nvSpPr>
          <p:spPr>
            <a:xfrm>
              <a:off x="-1139325" y="3971650"/>
              <a:ext cx="4975" cy="6925"/>
            </a:xfrm>
            <a:custGeom>
              <a:rect b="b" l="l" r="r" t="t"/>
              <a:pathLst>
                <a:path extrusionOk="0" h="277" w="199">
                  <a:moveTo>
                    <a:pt x="198" y="0"/>
                  </a:moveTo>
                  <a:lnTo>
                    <a:pt x="100" y="99"/>
                  </a:lnTo>
                  <a:lnTo>
                    <a:pt x="1" y="178"/>
                  </a:lnTo>
                  <a:lnTo>
                    <a:pt x="60" y="277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3" name="Google Shape;7633;p29"/>
            <p:cNvSpPr/>
            <p:nvPr/>
          </p:nvSpPr>
          <p:spPr>
            <a:xfrm>
              <a:off x="-1133400" y="39686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4" name="Google Shape;7634;p29"/>
            <p:cNvSpPr/>
            <p:nvPr/>
          </p:nvSpPr>
          <p:spPr>
            <a:xfrm>
              <a:off x="-1361525" y="3832400"/>
              <a:ext cx="245925" cy="149150"/>
            </a:xfrm>
            <a:custGeom>
              <a:rect b="b" l="l" r="r" t="t"/>
              <a:pathLst>
                <a:path extrusionOk="0" h="5966" w="9837">
                  <a:moveTo>
                    <a:pt x="178" y="2272"/>
                  </a:moveTo>
                  <a:lnTo>
                    <a:pt x="170" y="2276"/>
                  </a:lnTo>
                  <a:lnTo>
                    <a:pt x="170" y="2276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78" y="2272"/>
                  </a:lnTo>
                  <a:close/>
                  <a:moveTo>
                    <a:pt x="119" y="2232"/>
                  </a:moveTo>
                  <a:lnTo>
                    <a:pt x="79" y="2311"/>
                  </a:lnTo>
                  <a:lnTo>
                    <a:pt x="79" y="2331"/>
                  </a:lnTo>
                  <a:lnTo>
                    <a:pt x="119" y="2311"/>
                  </a:lnTo>
                  <a:lnTo>
                    <a:pt x="139" y="2291"/>
                  </a:lnTo>
                  <a:lnTo>
                    <a:pt x="170" y="2276"/>
                  </a:lnTo>
                  <a:lnTo>
                    <a:pt x="170" y="2276"/>
                  </a:lnTo>
                  <a:lnTo>
                    <a:pt x="158" y="2252"/>
                  </a:lnTo>
                  <a:lnTo>
                    <a:pt x="139" y="2232"/>
                  </a:lnTo>
                  <a:close/>
                  <a:moveTo>
                    <a:pt x="3299" y="3753"/>
                  </a:moveTo>
                  <a:lnTo>
                    <a:pt x="3240" y="3872"/>
                  </a:lnTo>
                  <a:lnTo>
                    <a:pt x="3240" y="3872"/>
                  </a:lnTo>
                  <a:lnTo>
                    <a:pt x="3299" y="3812"/>
                  </a:lnTo>
                  <a:lnTo>
                    <a:pt x="3319" y="3773"/>
                  </a:lnTo>
                  <a:lnTo>
                    <a:pt x="3299" y="3753"/>
                  </a:lnTo>
                  <a:close/>
                  <a:moveTo>
                    <a:pt x="4682" y="4425"/>
                  </a:moveTo>
                  <a:lnTo>
                    <a:pt x="4682" y="4425"/>
                  </a:lnTo>
                  <a:lnTo>
                    <a:pt x="4682" y="4425"/>
                  </a:lnTo>
                  <a:close/>
                  <a:moveTo>
                    <a:pt x="1502" y="0"/>
                  </a:moveTo>
                  <a:lnTo>
                    <a:pt x="1423" y="59"/>
                  </a:lnTo>
                  <a:lnTo>
                    <a:pt x="1344" y="99"/>
                  </a:lnTo>
                  <a:lnTo>
                    <a:pt x="1265" y="119"/>
                  </a:lnTo>
                  <a:lnTo>
                    <a:pt x="1205" y="119"/>
                  </a:lnTo>
                  <a:lnTo>
                    <a:pt x="20" y="2133"/>
                  </a:lnTo>
                  <a:lnTo>
                    <a:pt x="20" y="2153"/>
                  </a:lnTo>
                  <a:lnTo>
                    <a:pt x="20" y="2193"/>
                  </a:lnTo>
                  <a:lnTo>
                    <a:pt x="0" y="2252"/>
                  </a:lnTo>
                  <a:lnTo>
                    <a:pt x="0" y="2252"/>
                  </a:lnTo>
                  <a:lnTo>
                    <a:pt x="60" y="2193"/>
                  </a:lnTo>
                  <a:lnTo>
                    <a:pt x="139" y="2094"/>
                  </a:lnTo>
                  <a:lnTo>
                    <a:pt x="218" y="1975"/>
                  </a:lnTo>
                  <a:lnTo>
                    <a:pt x="218" y="2035"/>
                  </a:lnTo>
                  <a:lnTo>
                    <a:pt x="237" y="2094"/>
                  </a:lnTo>
                  <a:lnTo>
                    <a:pt x="237" y="2173"/>
                  </a:lnTo>
                  <a:lnTo>
                    <a:pt x="198" y="2252"/>
                  </a:lnTo>
                  <a:lnTo>
                    <a:pt x="178" y="2291"/>
                  </a:lnTo>
                  <a:lnTo>
                    <a:pt x="173" y="2282"/>
                  </a:lnTo>
                  <a:lnTo>
                    <a:pt x="173" y="2282"/>
                  </a:lnTo>
                  <a:lnTo>
                    <a:pt x="139" y="2351"/>
                  </a:lnTo>
                  <a:lnTo>
                    <a:pt x="99" y="2449"/>
                  </a:lnTo>
                  <a:lnTo>
                    <a:pt x="158" y="2449"/>
                  </a:lnTo>
                  <a:lnTo>
                    <a:pt x="198" y="2509"/>
                  </a:lnTo>
                  <a:lnTo>
                    <a:pt x="198" y="2449"/>
                  </a:lnTo>
                  <a:lnTo>
                    <a:pt x="237" y="2410"/>
                  </a:lnTo>
                  <a:lnTo>
                    <a:pt x="277" y="2370"/>
                  </a:lnTo>
                  <a:lnTo>
                    <a:pt x="297" y="2311"/>
                  </a:lnTo>
                  <a:lnTo>
                    <a:pt x="178" y="2410"/>
                  </a:lnTo>
                  <a:lnTo>
                    <a:pt x="158" y="2390"/>
                  </a:lnTo>
                  <a:lnTo>
                    <a:pt x="178" y="2351"/>
                  </a:lnTo>
                  <a:lnTo>
                    <a:pt x="218" y="2272"/>
                  </a:lnTo>
                  <a:lnTo>
                    <a:pt x="218" y="2252"/>
                  </a:lnTo>
                  <a:lnTo>
                    <a:pt x="277" y="2252"/>
                  </a:lnTo>
                  <a:lnTo>
                    <a:pt x="317" y="2232"/>
                  </a:lnTo>
                  <a:lnTo>
                    <a:pt x="396" y="2173"/>
                  </a:lnTo>
                  <a:lnTo>
                    <a:pt x="475" y="2094"/>
                  </a:lnTo>
                  <a:lnTo>
                    <a:pt x="534" y="2074"/>
                  </a:lnTo>
                  <a:lnTo>
                    <a:pt x="573" y="2054"/>
                  </a:lnTo>
                  <a:lnTo>
                    <a:pt x="593" y="2173"/>
                  </a:lnTo>
                  <a:lnTo>
                    <a:pt x="573" y="2193"/>
                  </a:lnTo>
                  <a:lnTo>
                    <a:pt x="534" y="2252"/>
                  </a:lnTo>
                  <a:lnTo>
                    <a:pt x="494" y="2331"/>
                  </a:lnTo>
                  <a:lnTo>
                    <a:pt x="475" y="2370"/>
                  </a:lnTo>
                  <a:lnTo>
                    <a:pt x="534" y="2351"/>
                  </a:lnTo>
                  <a:lnTo>
                    <a:pt x="554" y="2370"/>
                  </a:lnTo>
                  <a:lnTo>
                    <a:pt x="573" y="2410"/>
                  </a:lnTo>
                  <a:lnTo>
                    <a:pt x="573" y="2469"/>
                  </a:lnTo>
                  <a:lnTo>
                    <a:pt x="554" y="2529"/>
                  </a:lnTo>
                  <a:lnTo>
                    <a:pt x="573" y="2568"/>
                  </a:lnTo>
                  <a:lnTo>
                    <a:pt x="573" y="2529"/>
                  </a:lnTo>
                  <a:lnTo>
                    <a:pt x="593" y="2469"/>
                  </a:lnTo>
                  <a:lnTo>
                    <a:pt x="672" y="2390"/>
                  </a:lnTo>
                  <a:lnTo>
                    <a:pt x="731" y="2370"/>
                  </a:lnTo>
                  <a:lnTo>
                    <a:pt x="731" y="2390"/>
                  </a:lnTo>
                  <a:lnTo>
                    <a:pt x="731" y="2410"/>
                  </a:lnTo>
                  <a:lnTo>
                    <a:pt x="692" y="2529"/>
                  </a:lnTo>
                  <a:lnTo>
                    <a:pt x="672" y="2568"/>
                  </a:lnTo>
                  <a:lnTo>
                    <a:pt x="731" y="2608"/>
                  </a:lnTo>
                  <a:lnTo>
                    <a:pt x="771" y="2647"/>
                  </a:lnTo>
                  <a:lnTo>
                    <a:pt x="830" y="2746"/>
                  </a:lnTo>
                  <a:lnTo>
                    <a:pt x="870" y="2805"/>
                  </a:lnTo>
                  <a:lnTo>
                    <a:pt x="909" y="2825"/>
                  </a:lnTo>
                  <a:lnTo>
                    <a:pt x="949" y="2845"/>
                  </a:lnTo>
                  <a:lnTo>
                    <a:pt x="1008" y="2845"/>
                  </a:lnTo>
                  <a:lnTo>
                    <a:pt x="1028" y="2706"/>
                  </a:lnTo>
                  <a:lnTo>
                    <a:pt x="1028" y="2667"/>
                  </a:lnTo>
                  <a:lnTo>
                    <a:pt x="1008" y="2687"/>
                  </a:lnTo>
                  <a:lnTo>
                    <a:pt x="929" y="2805"/>
                  </a:lnTo>
                  <a:lnTo>
                    <a:pt x="968" y="2687"/>
                  </a:lnTo>
                  <a:lnTo>
                    <a:pt x="1087" y="2509"/>
                  </a:lnTo>
                  <a:lnTo>
                    <a:pt x="1186" y="2390"/>
                  </a:lnTo>
                  <a:lnTo>
                    <a:pt x="1186" y="2430"/>
                  </a:lnTo>
                  <a:lnTo>
                    <a:pt x="1205" y="2449"/>
                  </a:lnTo>
                  <a:lnTo>
                    <a:pt x="1205" y="2489"/>
                  </a:lnTo>
                  <a:lnTo>
                    <a:pt x="1186" y="2529"/>
                  </a:lnTo>
                  <a:lnTo>
                    <a:pt x="1284" y="2489"/>
                  </a:lnTo>
                  <a:lnTo>
                    <a:pt x="1284" y="2449"/>
                  </a:lnTo>
                  <a:lnTo>
                    <a:pt x="1284" y="2430"/>
                  </a:lnTo>
                  <a:lnTo>
                    <a:pt x="1284" y="2410"/>
                  </a:lnTo>
                  <a:lnTo>
                    <a:pt x="1324" y="2370"/>
                  </a:lnTo>
                  <a:lnTo>
                    <a:pt x="1344" y="2469"/>
                  </a:lnTo>
                  <a:lnTo>
                    <a:pt x="1324" y="2529"/>
                  </a:lnTo>
                  <a:lnTo>
                    <a:pt x="1284" y="2568"/>
                  </a:lnTo>
                  <a:lnTo>
                    <a:pt x="1324" y="2588"/>
                  </a:lnTo>
                  <a:lnTo>
                    <a:pt x="1363" y="2568"/>
                  </a:lnTo>
                  <a:lnTo>
                    <a:pt x="1403" y="2529"/>
                  </a:lnTo>
                  <a:lnTo>
                    <a:pt x="1442" y="2469"/>
                  </a:lnTo>
                  <a:lnTo>
                    <a:pt x="1442" y="2489"/>
                  </a:lnTo>
                  <a:lnTo>
                    <a:pt x="1442" y="2509"/>
                  </a:lnTo>
                  <a:lnTo>
                    <a:pt x="1403" y="2588"/>
                  </a:lnTo>
                  <a:lnTo>
                    <a:pt x="1284" y="2706"/>
                  </a:lnTo>
                  <a:lnTo>
                    <a:pt x="1284" y="2726"/>
                  </a:lnTo>
                  <a:lnTo>
                    <a:pt x="1284" y="2766"/>
                  </a:lnTo>
                  <a:lnTo>
                    <a:pt x="1265" y="2825"/>
                  </a:lnTo>
                  <a:lnTo>
                    <a:pt x="1205" y="2904"/>
                  </a:lnTo>
                  <a:lnTo>
                    <a:pt x="1284" y="2904"/>
                  </a:lnTo>
                  <a:lnTo>
                    <a:pt x="1186" y="3042"/>
                  </a:lnTo>
                  <a:lnTo>
                    <a:pt x="1205" y="3062"/>
                  </a:lnTo>
                  <a:lnTo>
                    <a:pt x="1225" y="3062"/>
                  </a:lnTo>
                  <a:lnTo>
                    <a:pt x="1265" y="3042"/>
                  </a:lnTo>
                  <a:lnTo>
                    <a:pt x="1304" y="3042"/>
                  </a:lnTo>
                  <a:lnTo>
                    <a:pt x="1304" y="3062"/>
                  </a:lnTo>
                  <a:lnTo>
                    <a:pt x="1304" y="3101"/>
                  </a:lnTo>
                  <a:lnTo>
                    <a:pt x="1383" y="3003"/>
                  </a:lnTo>
                  <a:lnTo>
                    <a:pt x="1442" y="3161"/>
                  </a:lnTo>
                  <a:lnTo>
                    <a:pt x="1482" y="3200"/>
                  </a:lnTo>
                  <a:lnTo>
                    <a:pt x="1541" y="3240"/>
                  </a:lnTo>
                  <a:lnTo>
                    <a:pt x="1581" y="3141"/>
                  </a:lnTo>
                  <a:lnTo>
                    <a:pt x="1620" y="3121"/>
                  </a:lnTo>
                  <a:lnTo>
                    <a:pt x="1640" y="3121"/>
                  </a:lnTo>
                  <a:lnTo>
                    <a:pt x="1660" y="3141"/>
                  </a:lnTo>
                  <a:lnTo>
                    <a:pt x="1640" y="3180"/>
                  </a:lnTo>
                  <a:lnTo>
                    <a:pt x="1660" y="3279"/>
                  </a:lnTo>
                  <a:lnTo>
                    <a:pt x="1679" y="3299"/>
                  </a:lnTo>
                  <a:lnTo>
                    <a:pt x="1719" y="3319"/>
                  </a:lnTo>
                  <a:lnTo>
                    <a:pt x="1818" y="3279"/>
                  </a:lnTo>
                  <a:lnTo>
                    <a:pt x="1857" y="3240"/>
                  </a:lnTo>
                  <a:lnTo>
                    <a:pt x="1916" y="3180"/>
                  </a:lnTo>
                  <a:lnTo>
                    <a:pt x="1936" y="3121"/>
                  </a:lnTo>
                  <a:lnTo>
                    <a:pt x="1956" y="3101"/>
                  </a:lnTo>
                  <a:lnTo>
                    <a:pt x="1976" y="3121"/>
                  </a:lnTo>
                  <a:lnTo>
                    <a:pt x="1956" y="3200"/>
                  </a:lnTo>
                  <a:lnTo>
                    <a:pt x="1956" y="3240"/>
                  </a:lnTo>
                  <a:lnTo>
                    <a:pt x="1976" y="3220"/>
                  </a:lnTo>
                  <a:lnTo>
                    <a:pt x="2035" y="3161"/>
                  </a:lnTo>
                  <a:lnTo>
                    <a:pt x="2094" y="3121"/>
                  </a:lnTo>
                  <a:lnTo>
                    <a:pt x="2153" y="3121"/>
                  </a:lnTo>
                  <a:lnTo>
                    <a:pt x="2153" y="3141"/>
                  </a:lnTo>
                  <a:lnTo>
                    <a:pt x="2173" y="3161"/>
                  </a:lnTo>
                  <a:lnTo>
                    <a:pt x="2094" y="3200"/>
                  </a:lnTo>
                  <a:lnTo>
                    <a:pt x="2035" y="3220"/>
                  </a:lnTo>
                  <a:lnTo>
                    <a:pt x="2015" y="3240"/>
                  </a:lnTo>
                  <a:lnTo>
                    <a:pt x="2015" y="3279"/>
                  </a:lnTo>
                  <a:lnTo>
                    <a:pt x="2015" y="3299"/>
                  </a:lnTo>
                  <a:lnTo>
                    <a:pt x="2055" y="3338"/>
                  </a:lnTo>
                  <a:lnTo>
                    <a:pt x="2094" y="3358"/>
                  </a:lnTo>
                  <a:lnTo>
                    <a:pt x="2114" y="3378"/>
                  </a:lnTo>
                  <a:lnTo>
                    <a:pt x="2134" y="3398"/>
                  </a:lnTo>
                  <a:lnTo>
                    <a:pt x="2213" y="3338"/>
                  </a:lnTo>
                  <a:lnTo>
                    <a:pt x="2529" y="3121"/>
                  </a:lnTo>
                  <a:lnTo>
                    <a:pt x="2548" y="3022"/>
                  </a:lnTo>
                  <a:lnTo>
                    <a:pt x="2608" y="2924"/>
                  </a:lnTo>
                  <a:lnTo>
                    <a:pt x="2687" y="2825"/>
                  </a:lnTo>
                  <a:lnTo>
                    <a:pt x="2766" y="2726"/>
                  </a:lnTo>
                  <a:lnTo>
                    <a:pt x="2746" y="2785"/>
                  </a:lnTo>
                  <a:lnTo>
                    <a:pt x="2766" y="2845"/>
                  </a:lnTo>
                  <a:lnTo>
                    <a:pt x="2786" y="2884"/>
                  </a:lnTo>
                  <a:lnTo>
                    <a:pt x="2805" y="2943"/>
                  </a:lnTo>
                  <a:lnTo>
                    <a:pt x="2766" y="3022"/>
                  </a:lnTo>
                  <a:lnTo>
                    <a:pt x="2746" y="3101"/>
                  </a:lnTo>
                  <a:lnTo>
                    <a:pt x="2726" y="3161"/>
                  </a:lnTo>
                  <a:lnTo>
                    <a:pt x="2706" y="3180"/>
                  </a:lnTo>
                  <a:lnTo>
                    <a:pt x="2687" y="3200"/>
                  </a:lnTo>
                  <a:lnTo>
                    <a:pt x="2706" y="3082"/>
                  </a:lnTo>
                  <a:lnTo>
                    <a:pt x="2706" y="3042"/>
                  </a:lnTo>
                  <a:lnTo>
                    <a:pt x="2667" y="3042"/>
                  </a:lnTo>
                  <a:lnTo>
                    <a:pt x="2647" y="3200"/>
                  </a:lnTo>
                  <a:lnTo>
                    <a:pt x="2667" y="3378"/>
                  </a:lnTo>
                  <a:lnTo>
                    <a:pt x="2608" y="3437"/>
                  </a:lnTo>
                  <a:lnTo>
                    <a:pt x="2568" y="3457"/>
                  </a:lnTo>
                  <a:lnTo>
                    <a:pt x="2548" y="3457"/>
                  </a:lnTo>
                  <a:lnTo>
                    <a:pt x="2588" y="3398"/>
                  </a:lnTo>
                  <a:lnTo>
                    <a:pt x="2608" y="3358"/>
                  </a:lnTo>
                  <a:lnTo>
                    <a:pt x="2568" y="3378"/>
                  </a:lnTo>
                  <a:lnTo>
                    <a:pt x="2529" y="3417"/>
                  </a:lnTo>
                  <a:lnTo>
                    <a:pt x="2509" y="3496"/>
                  </a:lnTo>
                  <a:lnTo>
                    <a:pt x="2489" y="3595"/>
                  </a:lnTo>
                  <a:lnTo>
                    <a:pt x="2450" y="3674"/>
                  </a:lnTo>
                  <a:lnTo>
                    <a:pt x="2529" y="3674"/>
                  </a:lnTo>
                  <a:lnTo>
                    <a:pt x="2548" y="3635"/>
                  </a:lnTo>
                  <a:lnTo>
                    <a:pt x="2548" y="3694"/>
                  </a:lnTo>
                  <a:lnTo>
                    <a:pt x="2568" y="3714"/>
                  </a:lnTo>
                  <a:lnTo>
                    <a:pt x="2647" y="3714"/>
                  </a:lnTo>
                  <a:lnTo>
                    <a:pt x="2687" y="3694"/>
                  </a:lnTo>
                  <a:lnTo>
                    <a:pt x="2726" y="3694"/>
                  </a:lnTo>
                  <a:lnTo>
                    <a:pt x="2746" y="3714"/>
                  </a:lnTo>
                  <a:lnTo>
                    <a:pt x="2746" y="3773"/>
                  </a:lnTo>
                  <a:lnTo>
                    <a:pt x="2766" y="3714"/>
                  </a:lnTo>
                  <a:lnTo>
                    <a:pt x="2805" y="3635"/>
                  </a:lnTo>
                  <a:lnTo>
                    <a:pt x="2825" y="3615"/>
                  </a:lnTo>
                  <a:lnTo>
                    <a:pt x="2845" y="3635"/>
                  </a:lnTo>
                  <a:lnTo>
                    <a:pt x="2865" y="3674"/>
                  </a:lnTo>
                  <a:lnTo>
                    <a:pt x="2845" y="3793"/>
                  </a:lnTo>
                  <a:lnTo>
                    <a:pt x="2884" y="3753"/>
                  </a:lnTo>
                  <a:lnTo>
                    <a:pt x="2924" y="3733"/>
                  </a:lnTo>
                  <a:lnTo>
                    <a:pt x="2963" y="3733"/>
                  </a:lnTo>
                  <a:lnTo>
                    <a:pt x="2963" y="3753"/>
                  </a:lnTo>
                  <a:lnTo>
                    <a:pt x="2983" y="3733"/>
                  </a:lnTo>
                  <a:lnTo>
                    <a:pt x="3023" y="3674"/>
                  </a:lnTo>
                  <a:lnTo>
                    <a:pt x="3042" y="3595"/>
                  </a:lnTo>
                  <a:lnTo>
                    <a:pt x="3082" y="3516"/>
                  </a:lnTo>
                  <a:lnTo>
                    <a:pt x="3141" y="3437"/>
                  </a:lnTo>
                  <a:lnTo>
                    <a:pt x="3200" y="3398"/>
                  </a:lnTo>
                  <a:lnTo>
                    <a:pt x="3240" y="3398"/>
                  </a:lnTo>
                  <a:lnTo>
                    <a:pt x="3260" y="3437"/>
                  </a:lnTo>
                  <a:lnTo>
                    <a:pt x="3299" y="3437"/>
                  </a:lnTo>
                  <a:lnTo>
                    <a:pt x="3279" y="3516"/>
                  </a:lnTo>
                  <a:lnTo>
                    <a:pt x="3200" y="3516"/>
                  </a:lnTo>
                  <a:lnTo>
                    <a:pt x="3161" y="3536"/>
                  </a:lnTo>
                  <a:lnTo>
                    <a:pt x="3339" y="3536"/>
                  </a:lnTo>
                  <a:lnTo>
                    <a:pt x="3339" y="3595"/>
                  </a:lnTo>
                  <a:lnTo>
                    <a:pt x="3299" y="3635"/>
                  </a:lnTo>
                  <a:lnTo>
                    <a:pt x="3260" y="3654"/>
                  </a:lnTo>
                  <a:lnTo>
                    <a:pt x="3220" y="3635"/>
                  </a:lnTo>
                  <a:lnTo>
                    <a:pt x="3220" y="3674"/>
                  </a:lnTo>
                  <a:lnTo>
                    <a:pt x="3240" y="3694"/>
                  </a:lnTo>
                  <a:lnTo>
                    <a:pt x="3299" y="3694"/>
                  </a:lnTo>
                  <a:lnTo>
                    <a:pt x="3358" y="3654"/>
                  </a:lnTo>
                  <a:lnTo>
                    <a:pt x="3418" y="3595"/>
                  </a:lnTo>
                  <a:lnTo>
                    <a:pt x="3457" y="3635"/>
                  </a:lnTo>
                  <a:lnTo>
                    <a:pt x="3477" y="3654"/>
                  </a:lnTo>
                  <a:lnTo>
                    <a:pt x="3477" y="3674"/>
                  </a:lnTo>
                  <a:lnTo>
                    <a:pt x="3398" y="3793"/>
                  </a:lnTo>
                  <a:lnTo>
                    <a:pt x="3319" y="3911"/>
                  </a:lnTo>
                  <a:lnTo>
                    <a:pt x="3279" y="3951"/>
                  </a:lnTo>
                  <a:lnTo>
                    <a:pt x="3220" y="3951"/>
                  </a:lnTo>
                  <a:lnTo>
                    <a:pt x="3220" y="3931"/>
                  </a:lnTo>
                  <a:lnTo>
                    <a:pt x="3240" y="3872"/>
                  </a:lnTo>
                  <a:lnTo>
                    <a:pt x="3220" y="3832"/>
                  </a:lnTo>
                  <a:lnTo>
                    <a:pt x="3181" y="3832"/>
                  </a:lnTo>
                  <a:lnTo>
                    <a:pt x="3121" y="3852"/>
                  </a:lnTo>
                  <a:lnTo>
                    <a:pt x="3141" y="3812"/>
                  </a:lnTo>
                  <a:lnTo>
                    <a:pt x="3181" y="3793"/>
                  </a:lnTo>
                  <a:lnTo>
                    <a:pt x="3102" y="3753"/>
                  </a:lnTo>
                  <a:lnTo>
                    <a:pt x="3062" y="3753"/>
                  </a:lnTo>
                  <a:lnTo>
                    <a:pt x="3023" y="3773"/>
                  </a:lnTo>
                  <a:lnTo>
                    <a:pt x="2963" y="3812"/>
                  </a:lnTo>
                  <a:lnTo>
                    <a:pt x="2983" y="3852"/>
                  </a:lnTo>
                  <a:lnTo>
                    <a:pt x="3023" y="3891"/>
                  </a:lnTo>
                  <a:lnTo>
                    <a:pt x="3082" y="3931"/>
                  </a:lnTo>
                  <a:lnTo>
                    <a:pt x="3161" y="3951"/>
                  </a:lnTo>
                  <a:lnTo>
                    <a:pt x="3161" y="3990"/>
                  </a:lnTo>
                  <a:lnTo>
                    <a:pt x="3161" y="4030"/>
                  </a:lnTo>
                  <a:lnTo>
                    <a:pt x="3378" y="3951"/>
                  </a:lnTo>
                  <a:lnTo>
                    <a:pt x="3418" y="3931"/>
                  </a:lnTo>
                  <a:lnTo>
                    <a:pt x="3457" y="3812"/>
                  </a:lnTo>
                  <a:lnTo>
                    <a:pt x="3477" y="3753"/>
                  </a:lnTo>
                  <a:lnTo>
                    <a:pt x="3516" y="3694"/>
                  </a:lnTo>
                  <a:lnTo>
                    <a:pt x="3497" y="3793"/>
                  </a:lnTo>
                  <a:lnTo>
                    <a:pt x="3497" y="3891"/>
                  </a:lnTo>
                  <a:lnTo>
                    <a:pt x="3497" y="3951"/>
                  </a:lnTo>
                  <a:lnTo>
                    <a:pt x="3536" y="3990"/>
                  </a:lnTo>
                  <a:lnTo>
                    <a:pt x="3556" y="3951"/>
                  </a:lnTo>
                  <a:lnTo>
                    <a:pt x="3595" y="3911"/>
                  </a:lnTo>
                  <a:lnTo>
                    <a:pt x="3655" y="3872"/>
                  </a:lnTo>
                  <a:lnTo>
                    <a:pt x="3694" y="3832"/>
                  </a:lnTo>
                  <a:lnTo>
                    <a:pt x="3734" y="3793"/>
                  </a:lnTo>
                  <a:lnTo>
                    <a:pt x="3734" y="3753"/>
                  </a:lnTo>
                  <a:lnTo>
                    <a:pt x="3714" y="3773"/>
                  </a:lnTo>
                  <a:lnTo>
                    <a:pt x="3714" y="3733"/>
                  </a:lnTo>
                  <a:lnTo>
                    <a:pt x="3734" y="3654"/>
                  </a:lnTo>
                  <a:lnTo>
                    <a:pt x="3773" y="3654"/>
                  </a:lnTo>
                  <a:lnTo>
                    <a:pt x="3793" y="3595"/>
                  </a:lnTo>
                  <a:lnTo>
                    <a:pt x="3813" y="3536"/>
                  </a:lnTo>
                  <a:lnTo>
                    <a:pt x="3852" y="3516"/>
                  </a:lnTo>
                  <a:lnTo>
                    <a:pt x="3872" y="3556"/>
                  </a:lnTo>
                  <a:lnTo>
                    <a:pt x="3872" y="3575"/>
                  </a:lnTo>
                  <a:lnTo>
                    <a:pt x="3872" y="3615"/>
                  </a:lnTo>
                  <a:lnTo>
                    <a:pt x="3852" y="3674"/>
                  </a:lnTo>
                  <a:lnTo>
                    <a:pt x="3852" y="3694"/>
                  </a:lnTo>
                  <a:lnTo>
                    <a:pt x="3872" y="3733"/>
                  </a:lnTo>
                  <a:lnTo>
                    <a:pt x="3734" y="3872"/>
                  </a:lnTo>
                  <a:lnTo>
                    <a:pt x="3655" y="3931"/>
                  </a:lnTo>
                  <a:lnTo>
                    <a:pt x="3576" y="3970"/>
                  </a:lnTo>
                  <a:lnTo>
                    <a:pt x="3576" y="4010"/>
                  </a:lnTo>
                  <a:lnTo>
                    <a:pt x="3595" y="4030"/>
                  </a:lnTo>
                  <a:lnTo>
                    <a:pt x="3615" y="4030"/>
                  </a:lnTo>
                  <a:lnTo>
                    <a:pt x="3635" y="4069"/>
                  </a:lnTo>
                  <a:lnTo>
                    <a:pt x="3655" y="4010"/>
                  </a:lnTo>
                  <a:lnTo>
                    <a:pt x="3674" y="3970"/>
                  </a:lnTo>
                  <a:lnTo>
                    <a:pt x="3714" y="3931"/>
                  </a:lnTo>
                  <a:lnTo>
                    <a:pt x="3714" y="3891"/>
                  </a:lnTo>
                  <a:lnTo>
                    <a:pt x="3813" y="3872"/>
                  </a:lnTo>
                  <a:lnTo>
                    <a:pt x="3931" y="3812"/>
                  </a:lnTo>
                  <a:lnTo>
                    <a:pt x="4050" y="3773"/>
                  </a:lnTo>
                  <a:lnTo>
                    <a:pt x="4148" y="3773"/>
                  </a:lnTo>
                  <a:lnTo>
                    <a:pt x="4109" y="3832"/>
                  </a:lnTo>
                  <a:lnTo>
                    <a:pt x="4050" y="3891"/>
                  </a:lnTo>
                  <a:lnTo>
                    <a:pt x="3951" y="3931"/>
                  </a:lnTo>
                  <a:lnTo>
                    <a:pt x="3911" y="3970"/>
                  </a:lnTo>
                  <a:lnTo>
                    <a:pt x="3852" y="4010"/>
                  </a:lnTo>
                  <a:lnTo>
                    <a:pt x="3813" y="4069"/>
                  </a:lnTo>
                  <a:lnTo>
                    <a:pt x="3773" y="4148"/>
                  </a:lnTo>
                  <a:lnTo>
                    <a:pt x="3773" y="4168"/>
                  </a:lnTo>
                  <a:lnTo>
                    <a:pt x="3793" y="4168"/>
                  </a:lnTo>
                  <a:lnTo>
                    <a:pt x="3832" y="4128"/>
                  </a:lnTo>
                  <a:lnTo>
                    <a:pt x="3872" y="4089"/>
                  </a:lnTo>
                  <a:lnTo>
                    <a:pt x="3911" y="4069"/>
                  </a:lnTo>
                  <a:lnTo>
                    <a:pt x="3931" y="4069"/>
                  </a:lnTo>
                  <a:lnTo>
                    <a:pt x="3931" y="4128"/>
                  </a:lnTo>
                  <a:lnTo>
                    <a:pt x="3931" y="4148"/>
                  </a:lnTo>
                  <a:lnTo>
                    <a:pt x="3951" y="4168"/>
                  </a:lnTo>
                  <a:lnTo>
                    <a:pt x="3990" y="4188"/>
                  </a:lnTo>
                  <a:lnTo>
                    <a:pt x="4050" y="4168"/>
                  </a:lnTo>
                  <a:lnTo>
                    <a:pt x="4129" y="4188"/>
                  </a:lnTo>
                  <a:lnTo>
                    <a:pt x="4129" y="4089"/>
                  </a:lnTo>
                  <a:lnTo>
                    <a:pt x="4188" y="4089"/>
                  </a:lnTo>
                  <a:lnTo>
                    <a:pt x="4227" y="4148"/>
                  </a:lnTo>
                  <a:lnTo>
                    <a:pt x="4208" y="4168"/>
                  </a:lnTo>
                  <a:lnTo>
                    <a:pt x="4267" y="4148"/>
                  </a:lnTo>
                  <a:lnTo>
                    <a:pt x="4267" y="4168"/>
                  </a:lnTo>
                  <a:lnTo>
                    <a:pt x="4287" y="4168"/>
                  </a:lnTo>
                  <a:lnTo>
                    <a:pt x="4306" y="4148"/>
                  </a:lnTo>
                  <a:lnTo>
                    <a:pt x="4366" y="4188"/>
                  </a:lnTo>
                  <a:lnTo>
                    <a:pt x="4405" y="4207"/>
                  </a:lnTo>
                  <a:lnTo>
                    <a:pt x="4464" y="4227"/>
                  </a:lnTo>
                  <a:lnTo>
                    <a:pt x="4484" y="4168"/>
                  </a:lnTo>
                  <a:lnTo>
                    <a:pt x="4464" y="4148"/>
                  </a:lnTo>
                  <a:lnTo>
                    <a:pt x="4405" y="4168"/>
                  </a:lnTo>
                  <a:lnTo>
                    <a:pt x="4385" y="4148"/>
                  </a:lnTo>
                  <a:lnTo>
                    <a:pt x="4385" y="4069"/>
                  </a:lnTo>
                  <a:lnTo>
                    <a:pt x="4385" y="4030"/>
                  </a:lnTo>
                  <a:lnTo>
                    <a:pt x="4425" y="3970"/>
                  </a:lnTo>
                  <a:lnTo>
                    <a:pt x="4445" y="3990"/>
                  </a:lnTo>
                  <a:lnTo>
                    <a:pt x="4484" y="3990"/>
                  </a:lnTo>
                  <a:lnTo>
                    <a:pt x="4563" y="3951"/>
                  </a:lnTo>
                  <a:lnTo>
                    <a:pt x="4642" y="3931"/>
                  </a:lnTo>
                  <a:lnTo>
                    <a:pt x="4682" y="3931"/>
                  </a:lnTo>
                  <a:lnTo>
                    <a:pt x="4721" y="3951"/>
                  </a:lnTo>
                  <a:lnTo>
                    <a:pt x="4701" y="3911"/>
                  </a:lnTo>
                  <a:lnTo>
                    <a:pt x="4761" y="3872"/>
                  </a:lnTo>
                  <a:lnTo>
                    <a:pt x="4780" y="3872"/>
                  </a:lnTo>
                  <a:lnTo>
                    <a:pt x="4840" y="3911"/>
                  </a:lnTo>
                  <a:lnTo>
                    <a:pt x="4840" y="3951"/>
                  </a:lnTo>
                  <a:lnTo>
                    <a:pt x="4840" y="3990"/>
                  </a:lnTo>
                  <a:lnTo>
                    <a:pt x="4780" y="4030"/>
                  </a:lnTo>
                  <a:lnTo>
                    <a:pt x="4741" y="4089"/>
                  </a:lnTo>
                  <a:lnTo>
                    <a:pt x="4721" y="4109"/>
                  </a:lnTo>
                  <a:lnTo>
                    <a:pt x="4721" y="4148"/>
                  </a:lnTo>
                  <a:lnTo>
                    <a:pt x="4662" y="4168"/>
                  </a:lnTo>
                  <a:lnTo>
                    <a:pt x="4603" y="4168"/>
                  </a:lnTo>
                  <a:lnTo>
                    <a:pt x="4563" y="4227"/>
                  </a:lnTo>
                  <a:lnTo>
                    <a:pt x="4524" y="4425"/>
                  </a:lnTo>
                  <a:lnTo>
                    <a:pt x="4524" y="4425"/>
                  </a:lnTo>
                  <a:lnTo>
                    <a:pt x="4543" y="4405"/>
                  </a:lnTo>
                  <a:lnTo>
                    <a:pt x="4563" y="4405"/>
                  </a:lnTo>
                  <a:lnTo>
                    <a:pt x="4583" y="4425"/>
                  </a:lnTo>
                  <a:lnTo>
                    <a:pt x="4603" y="4484"/>
                  </a:lnTo>
                  <a:lnTo>
                    <a:pt x="4603" y="4504"/>
                  </a:lnTo>
                  <a:lnTo>
                    <a:pt x="4622" y="4504"/>
                  </a:lnTo>
                  <a:lnTo>
                    <a:pt x="4622" y="4405"/>
                  </a:lnTo>
                  <a:lnTo>
                    <a:pt x="4662" y="4365"/>
                  </a:lnTo>
                  <a:lnTo>
                    <a:pt x="4682" y="4346"/>
                  </a:lnTo>
                  <a:lnTo>
                    <a:pt x="4682" y="4365"/>
                  </a:lnTo>
                  <a:lnTo>
                    <a:pt x="4682" y="4425"/>
                  </a:lnTo>
                  <a:lnTo>
                    <a:pt x="4761" y="4227"/>
                  </a:lnTo>
                  <a:lnTo>
                    <a:pt x="4741" y="4207"/>
                  </a:lnTo>
                  <a:lnTo>
                    <a:pt x="4721" y="4227"/>
                  </a:lnTo>
                  <a:lnTo>
                    <a:pt x="4682" y="4247"/>
                  </a:lnTo>
                  <a:lnTo>
                    <a:pt x="4642" y="4247"/>
                  </a:lnTo>
                  <a:lnTo>
                    <a:pt x="4642" y="4227"/>
                  </a:lnTo>
                  <a:lnTo>
                    <a:pt x="4642" y="4188"/>
                  </a:lnTo>
                  <a:lnTo>
                    <a:pt x="4721" y="4168"/>
                  </a:lnTo>
                  <a:lnTo>
                    <a:pt x="4780" y="4109"/>
                  </a:lnTo>
                  <a:lnTo>
                    <a:pt x="4840" y="4069"/>
                  </a:lnTo>
                  <a:lnTo>
                    <a:pt x="4879" y="4049"/>
                  </a:lnTo>
                  <a:lnTo>
                    <a:pt x="4899" y="4069"/>
                  </a:lnTo>
                  <a:lnTo>
                    <a:pt x="4879" y="4089"/>
                  </a:lnTo>
                  <a:lnTo>
                    <a:pt x="4879" y="4109"/>
                  </a:lnTo>
                  <a:lnTo>
                    <a:pt x="4859" y="4109"/>
                  </a:lnTo>
                  <a:lnTo>
                    <a:pt x="4840" y="4128"/>
                  </a:lnTo>
                  <a:lnTo>
                    <a:pt x="4840" y="4148"/>
                  </a:lnTo>
                  <a:lnTo>
                    <a:pt x="4859" y="4148"/>
                  </a:lnTo>
                  <a:lnTo>
                    <a:pt x="4899" y="4128"/>
                  </a:lnTo>
                  <a:lnTo>
                    <a:pt x="4958" y="4128"/>
                  </a:lnTo>
                  <a:lnTo>
                    <a:pt x="4978" y="4148"/>
                  </a:lnTo>
                  <a:lnTo>
                    <a:pt x="4879" y="4207"/>
                  </a:lnTo>
                  <a:lnTo>
                    <a:pt x="4840" y="4267"/>
                  </a:lnTo>
                  <a:lnTo>
                    <a:pt x="4820" y="4346"/>
                  </a:lnTo>
                  <a:lnTo>
                    <a:pt x="4820" y="4346"/>
                  </a:lnTo>
                  <a:lnTo>
                    <a:pt x="4919" y="4227"/>
                  </a:lnTo>
                  <a:lnTo>
                    <a:pt x="4938" y="4247"/>
                  </a:lnTo>
                  <a:lnTo>
                    <a:pt x="4919" y="4286"/>
                  </a:lnTo>
                  <a:lnTo>
                    <a:pt x="4919" y="4306"/>
                  </a:lnTo>
                  <a:lnTo>
                    <a:pt x="4919" y="4326"/>
                  </a:lnTo>
                  <a:lnTo>
                    <a:pt x="4938" y="4306"/>
                  </a:lnTo>
                  <a:lnTo>
                    <a:pt x="4958" y="4267"/>
                  </a:lnTo>
                  <a:lnTo>
                    <a:pt x="4978" y="4227"/>
                  </a:lnTo>
                  <a:lnTo>
                    <a:pt x="5017" y="4227"/>
                  </a:lnTo>
                  <a:lnTo>
                    <a:pt x="4998" y="4286"/>
                  </a:lnTo>
                  <a:lnTo>
                    <a:pt x="4978" y="4326"/>
                  </a:lnTo>
                  <a:lnTo>
                    <a:pt x="5017" y="4346"/>
                  </a:lnTo>
                  <a:lnTo>
                    <a:pt x="5037" y="4326"/>
                  </a:lnTo>
                  <a:lnTo>
                    <a:pt x="5077" y="4286"/>
                  </a:lnTo>
                  <a:lnTo>
                    <a:pt x="5136" y="4267"/>
                  </a:lnTo>
                  <a:lnTo>
                    <a:pt x="5116" y="4247"/>
                  </a:lnTo>
                  <a:lnTo>
                    <a:pt x="5116" y="4207"/>
                  </a:lnTo>
                  <a:lnTo>
                    <a:pt x="5156" y="4128"/>
                  </a:lnTo>
                  <a:lnTo>
                    <a:pt x="5195" y="4069"/>
                  </a:lnTo>
                  <a:lnTo>
                    <a:pt x="5235" y="4030"/>
                  </a:lnTo>
                  <a:lnTo>
                    <a:pt x="5255" y="4030"/>
                  </a:lnTo>
                  <a:lnTo>
                    <a:pt x="5314" y="4049"/>
                  </a:lnTo>
                  <a:lnTo>
                    <a:pt x="5373" y="4069"/>
                  </a:lnTo>
                  <a:lnTo>
                    <a:pt x="5393" y="4069"/>
                  </a:lnTo>
                  <a:lnTo>
                    <a:pt x="5393" y="4109"/>
                  </a:lnTo>
                  <a:lnTo>
                    <a:pt x="5413" y="4148"/>
                  </a:lnTo>
                  <a:lnTo>
                    <a:pt x="5393" y="4207"/>
                  </a:lnTo>
                  <a:lnTo>
                    <a:pt x="5472" y="4128"/>
                  </a:lnTo>
                  <a:lnTo>
                    <a:pt x="5452" y="4188"/>
                  </a:lnTo>
                  <a:lnTo>
                    <a:pt x="5452" y="4207"/>
                  </a:lnTo>
                  <a:lnTo>
                    <a:pt x="5452" y="4227"/>
                  </a:lnTo>
                  <a:lnTo>
                    <a:pt x="5492" y="4227"/>
                  </a:lnTo>
                  <a:lnTo>
                    <a:pt x="5511" y="4247"/>
                  </a:lnTo>
                  <a:lnTo>
                    <a:pt x="5492" y="4286"/>
                  </a:lnTo>
                  <a:lnTo>
                    <a:pt x="5393" y="4286"/>
                  </a:lnTo>
                  <a:lnTo>
                    <a:pt x="5353" y="4306"/>
                  </a:lnTo>
                  <a:lnTo>
                    <a:pt x="5334" y="4346"/>
                  </a:lnTo>
                  <a:lnTo>
                    <a:pt x="5274" y="4405"/>
                  </a:lnTo>
                  <a:lnTo>
                    <a:pt x="5294" y="4444"/>
                  </a:lnTo>
                  <a:lnTo>
                    <a:pt x="5274" y="4484"/>
                  </a:lnTo>
                  <a:lnTo>
                    <a:pt x="5215" y="4583"/>
                  </a:lnTo>
                  <a:lnTo>
                    <a:pt x="5235" y="4563"/>
                  </a:lnTo>
                  <a:lnTo>
                    <a:pt x="5255" y="4543"/>
                  </a:lnTo>
                  <a:lnTo>
                    <a:pt x="5294" y="4484"/>
                  </a:lnTo>
                  <a:lnTo>
                    <a:pt x="5353" y="4405"/>
                  </a:lnTo>
                  <a:lnTo>
                    <a:pt x="5393" y="4326"/>
                  </a:lnTo>
                  <a:lnTo>
                    <a:pt x="5393" y="4365"/>
                  </a:lnTo>
                  <a:lnTo>
                    <a:pt x="5413" y="4405"/>
                  </a:lnTo>
                  <a:lnTo>
                    <a:pt x="5413" y="4444"/>
                  </a:lnTo>
                  <a:lnTo>
                    <a:pt x="5373" y="4504"/>
                  </a:lnTo>
                  <a:lnTo>
                    <a:pt x="5393" y="4523"/>
                  </a:lnTo>
                  <a:lnTo>
                    <a:pt x="5413" y="4504"/>
                  </a:lnTo>
                  <a:lnTo>
                    <a:pt x="5472" y="4464"/>
                  </a:lnTo>
                  <a:lnTo>
                    <a:pt x="5511" y="4444"/>
                  </a:lnTo>
                  <a:lnTo>
                    <a:pt x="5531" y="4444"/>
                  </a:lnTo>
                  <a:lnTo>
                    <a:pt x="5472" y="4543"/>
                  </a:lnTo>
                  <a:lnTo>
                    <a:pt x="5413" y="4642"/>
                  </a:lnTo>
                  <a:lnTo>
                    <a:pt x="5452" y="4642"/>
                  </a:lnTo>
                  <a:lnTo>
                    <a:pt x="5472" y="4681"/>
                  </a:lnTo>
                  <a:lnTo>
                    <a:pt x="5492" y="4622"/>
                  </a:lnTo>
                  <a:lnTo>
                    <a:pt x="5511" y="4602"/>
                  </a:lnTo>
                  <a:lnTo>
                    <a:pt x="5472" y="4602"/>
                  </a:lnTo>
                  <a:lnTo>
                    <a:pt x="5511" y="4563"/>
                  </a:lnTo>
                  <a:lnTo>
                    <a:pt x="5571" y="4563"/>
                  </a:lnTo>
                  <a:lnTo>
                    <a:pt x="5590" y="4583"/>
                  </a:lnTo>
                  <a:lnTo>
                    <a:pt x="5610" y="4563"/>
                  </a:lnTo>
                  <a:lnTo>
                    <a:pt x="5630" y="4543"/>
                  </a:lnTo>
                  <a:lnTo>
                    <a:pt x="5610" y="4583"/>
                  </a:lnTo>
                  <a:lnTo>
                    <a:pt x="5610" y="4622"/>
                  </a:lnTo>
                  <a:lnTo>
                    <a:pt x="5650" y="4642"/>
                  </a:lnTo>
                  <a:lnTo>
                    <a:pt x="5689" y="4662"/>
                  </a:lnTo>
                  <a:lnTo>
                    <a:pt x="5709" y="4681"/>
                  </a:lnTo>
                  <a:lnTo>
                    <a:pt x="5709" y="4701"/>
                  </a:lnTo>
                  <a:lnTo>
                    <a:pt x="5748" y="4602"/>
                  </a:lnTo>
                  <a:lnTo>
                    <a:pt x="5768" y="4583"/>
                  </a:lnTo>
                  <a:lnTo>
                    <a:pt x="5748" y="4563"/>
                  </a:lnTo>
                  <a:lnTo>
                    <a:pt x="5709" y="4583"/>
                  </a:lnTo>
                  <a:lnTo>
                    <a:pt x="5689" y="4602"/>
                  </a:lnTo>
                  <a:lnTo>
                    <a:pt x="5669" y="4602"/>
                  </a:lnTo>
                  <a:lnTo>
                    <a:pt x="5669" y="4583"/>
                  </a:lnTo>
                  <a:lnTo>
                    <a:pt x="5689" y="4504"/>
                  </a:lnTo>
                  <a:lnTo>
                    <a:pt x="5768" y="4504"/>
                  </a:lnTo>
                  <a:lnTo>
                    <a:pt x="5847" y="4523"/>
                  </a:lnTo>
                  <a:lnTo>
                    <a:pt x="5946" y="4543"/>
                  </a:lnTo>
                  <a:lnTo>
                    <a:pt x="5985" y="4543"/>
                  </a:lnTo>
                  <a:lnTo>
                    <a:pt x="6045" y="4523"/>
                  </a:lnTo>
                  <a:lnTo>
                    <a:pt x="6064" y="4563"/>
                  </a:lnTo>
                  <a:lnTo>
                    <a:pt x="6064" y="4583"/>
                  </a:lnTo>
                  <a:lnTo>
                    <a:pt x="6025" y="4622"/>
                  </a:lnTo>
                  <a:lnTo>
                    <a:pt x="5985" y="4681"/>
                  </a:lnTo>
                  <a:lnTo>
                    <a:pt x="5946" y="4760"/>
                  </a:lnTo>
                  <a:lnTo>
                    <a:pt x="5887" y="4741"/>
                  </a:lnTo>
                  <a:lnTo>
                    <a:pt x="5867" y="4721"/>
                  </a:lnTo>
                  <a:lnTo>
                    <a:pt x="5827" y="4681"/>
                  </a:lnTo>
                  <a:lnTo>
                    <a:pt x="5788" y="4681"/>
                  </a:lnTo>
                  <a:lnTo>
                    <a:pt x="5827" y="4741"/>
                  </a:lnTo>
                  <a:lnTo>
                    <a:pt x="5887" y="4780"/>
                  </a:lnTo>
                  <a:lnTo>
                    <a:pt x="5985" y="4780"/>
                  </a:lnTo>
                  <a:lnTo>
                    <a:pt x="6064" y="4741"/>
                  </a:lnTo>
                  <a:lnTo>
                    <a:pt x="6084" y="4760"/>
                  </a:lnTo>
                  <a:lnTo>
                    <a:pt x="6084" y="4800"/>
                  </a:lnTo>
                  <a:lnTo>
                    <a:pt x="6064" y="4919"/>
                  </a:lnTo>
                  <a:lnTo>
                    <a:pt x="6045" y="5017"/>
                  </a:lnTo>
                  <a:lnTo>
                    <a:pt x="6064" y="5057"/>
                  </a:lnTo>
                  <a:lnTo>
                    <a:pt x="6104" y="5057"/>
                  </a:lnTo>
                  <a:lnTo>
                    <a:pt x="6143" y="4958"/>
                  </a:lnTo>
                  <a:lnTo>
                    <a:pt x="6143" y="4879"/>
                  </a:lnTo>
                  <a:lnTo>
                    <a:pt x="6183" y="4879"/>
                  </a:lnTo>
                  <a:lnTo>
                    <a:pt x="6203" y="4899"/>
                  </a:lnTo>
                  <a:lnTo>
                    <a:pt x="6222" y="4919"/>
                  </a:lnTo>
                  <a:lnTo>
                    <a:pt x="6242" y="4899"/>
                  </a:lnTo>
                  <a:lnTo>
                    <a:pt x="6262" y="4859"/>
                  </a:lnTo>
                  <a:lnTo>
                    <a:pt x="6262" y="4820"/>
                  </a:lnTo>
                  <a:lnTo>
                    <a:pt x="6301" y="4800"/>
                  </a:lnTo>
                  <a:lnTo>
                    <a:pt x="6301" y="4839"/>
                  </a:lnTo>
                  <a:lnTo>
                    <a:pt x="6301" y="4879"/>
                  </a:lnTo>
                  <a:lnTo>
                    <a:pt x="6282" y="4919"/>
                  </a:lnTo>
                  <a:lnTo>
                    <a:pt x="6301" y="4919"/>
                  </a:lnTo>
                  <a:lnTo>
                    <a:pt x="6321" y="4938"/>
                  </a:lnTo>
                  <a:lnTo>
                    <a:pt x="6301" y="5017"/>
                  </a:lnTo>
                  <a:lnTo>
                    <a:pt x="6301" y="5057"/>
                  </a:lnTo>
                  <a:lnTo>
                    <a:pt x="6301" y="5077"/>
                  </a:lnTo>
                  <a:lnTo>
                    <a:pt x="6321" y="5077"/>
                  </a:lnTo>
                  <a:lnTo>
                    <a:pt x="6380" y="5037"/>
                  </a:lnTo>
                  <a:lnTo>
                    <a:pt x="6380" y="5017"/>
                  </a:lnTo>
                  <a:lnTo>
                    <a:pt x="6361" y="5017"/>
                  </a:lnTo>
                  <a:lnTo>
                    <a:pt x="6341" y="4998"/>
                  </a:lnTo>
                  <a:lnTo>
                    <a:pt x="6380" y="4938"/>
                  </a:lnTo>
                  <a:lnTo>
                    <a:pt x="6440" y="4899"/>
                  </a:lnTo>
                  <a:lnTo>
                    <a:pt x="6479" y="4859"/>
                  </a:lnTo>
                  <a:lnTo>
                    <a:pt x="6538" y="4839"/>
                  </a:lnTo>
                  <a:lnTo>
                    <a:pt x="6519" y="4859"/>
                  </a:lnTo>
                  <a:lnTo>
                    <a:pt x="6538" y="4879"/>
                  </a:lnTo>
                  <a:lnTo>
                    <a:pt x="6558" y="4879"/>
                  </a:lnTo>
                  <a:lnTo>
                    <a:pt x="6558" y="4899"/>
                  </a:lnTo>
                  <a:lnTo>
                    <a:pt x="6538" y="4938"/>
                  </a:lnTo>
                  <a:lnTo>
                    <a:pt x="6479" y="4938"/>
                  </a:lnTo>
                  <a:lnTo>
                    <a:pt x="6440" y="4958"/>
                  </a:lnTo>
                  <a:lnTo>
                    <a:pt x="6479" y="4998"/>
                  </a:lnTo>
                  <a:lnTo>
                    <a:pt x="6479" y="4998"/>
                  </a:lnTo>
                  <a:lnTo>
                    <a:pt x="6617" y="4919"/>
                  </a:lnTo>
                  <a:lnTo>
                    <a:pt x="6598" y="4919"/>
                  </a:lnTo>
                  <a:lnTo>
                    <a:pt x="6598" y="4899"/>
                  </a:lnTo>
                  <a:lnTo>
                    <a:pt x="6617" y="4859"/>
                  </a:lnTo>
                  <a:lnTo>
                    <a:pt x="6677" y="4800"/>
                  </a:lnTo>
                  <a:lnTo>
                    <a:pt x="6696" y="4780"/>
                  </a:lnTo>
                  <a:lnTo>
                    <a:pt x="6736" y="4800"/>
                  </a:lnTo>
                  <a:lnTo>
                    <a:pt x="6736" y="4859"/>
                  </a:lnTo>
                  <a:lnTo>
                    <a:pt x="6736" y="4899"/>
                  </a:lnTo>
                  <a:lnTo>
                    <a:pt x="6716" y="4978"/>
                  </a:lnTo>
                  <a:lnTo>
                    <a:pt x="6756" y="4919"/>
                  </a:lnTo>
                  <a:lnTo>
                    <a:pt x="6815" y="4899"/>
                  </a:lnTo>
                  <a:lnTo>
                    <a:pt x="6894" y="4919"/>
                  </a:lnTo>
                  <a:lnTo>
                    <a:pt x="6894" y="4859"/>
                  </a:lnTo>
                  <a:lnTo>
                    <a:pt x="6914" y="4820"/>
                  </a:lnTo>
                  <a:lnTo>
                    <a:pt x="6993" y="4780"/>
                  </a:lnTo>
                  <a:lnTo>
                    <a:pt x="6993" y="4938"/>
                  </a:lnTo>
                  <a:lnTo>
                    <a:pt x="6953" y="4938"/>
                  </a:lnTo>
                  <a:lnTo>
                    <a:pt x="6933" y="4958"/>
                  </a:lnTo>
                  <a:lnTo>
                    <a:pt x="6914" y="4998"/>
                  </a:lnTo>
                  <a:lnTo>
                    <a:pt x="6914" y="5057"/>
                  </a:lnTo>
                  <a:lnTo>
                    <a:pt x="6874" y="5136"/>
                  </a:lnTo>
                  <a:lnTo>
                    <a:pt x="6815" y="5175"/>
                  </a:lnTo>
                  <a:lnTo>
                    <a:pt x="6775" y="5175"/>
                  </a:lnTo>
                  <a:lnTo>
                    <a:pt x="6736" y="5116"/>
                  </a:lnTo>
                  <a:lnTo>
                    <a:pt x="6736" y="5195"/>
                  </a:lnTo>
                  <a:lnTo>
                    <a:pt x="6756" y="5215"/>
                  </a:lnTo>
                  <a:lnTo>
                    <a:pt x="6775" y="5215"/>
                  </a:lnTo>
                  <a:lnTo>
                    <a:pt x="6815" y="5195"/>
                  </a:lnTo>
                  <a:lnTo>
                    <a:pt x="6894" y="5156"/>
                  </a:lnTo>
                  <a:lnTo>
                    <a:pt x="6914" y="5156"/>
                  </a:lnTo>
                  <a:lnTo>
                    <a:pt x="6933" y="5195"/>
                  </a:lnTo>
                  <a:lnTo>
                    <a:pt x="6894" y="5254"/>
                  </a:lnTo>
                  <a:lnTo>
                    <a:pt x="6854" y="5294"/>
                  </a:lnTo>
                  <a:lnTo>
                    <a:pt x="6914" y="5274"/>
                  </a:lnTo>
                  <a:lnTo>
                    <a:pt x="6933" y="5274"/>
                  </a:lnTo>
                  <a:lnTo>
                    <a:pt x="6953" y="5314"/>
                  </a:lnTo>
                  <a:lnTo>
                    <a:pt x="6993" y="5195"/>
                  </a:lnTo>
                  <a:lnTo>
                    <a:pt x="7032" y="5136"/>
                  </a:lnTo>
                  <a:lnTo>
                    <a:pt x="7091" y="5116"/>
                  </a:lnTo>
                  <a:lnTo>
                    <a:pt x="7052" y="5294"/>
                  </a:lnTo>
                  <a:lnTo>
                    <a:pt x="7091" y="5294"/>
                  </a:lnTo>
                  <a:lnTo>
                    <a:pt x="7151" y="5235"/>
                  </a:lnTo>
                  <a:lnTo>
                    <a:pt x="7210" y="5175"/>
                  </a:lnTo>
                  <a:lnTo>
                    <a:pt x="7230" y="5136"/>
                  </a:lnTo>
                  <a:lnTo>
                    <a:pt x="7269" y="5116"/>
                  </a:lnTo>
                  <a:lnTo>
                    <a:pt x="7289" y="4998"/>
                  </a:lnTo>
                  <a:lnTo>
                    <a:pt x="7328" y="4958"/>
                  </a:lnTo>
                  <a:lnTo>
                    <a:pt x="7407" y="4958"/>
                  </a:lnTo>
                  <a:lnTo>
                    <a:pt x="7447" y="4919"/>
                  </a:lnTo>
                  <a:lnTo>
                    <a:pt x="7368" y="4919"/>
                  </a:lnTo>
                  <a:lnTo>
                    <a:pt x="7348" y="4938"/>
                  </a:lnTo>
                  <a:lnTo>
                    <a:pt x="7328" y="4938"/>
                  </a:lnTo>
                  <a:lnTo>
                    <a:pt x="7309" y="4919"/>
                  </a:lnTo>
                  <a:lnTo>
                    <a:pt x="7368" y="4859"/>
                  </a:lnTo>
                  <a:lnTo>
                    <a:pt x="7388" y="4839"/>
                  </a:lnTo>
                  <a:lnTo>
                    <a:pt x="7427" y="4839"/>
                  </a:lnTo>
                  <a:lnTo>
                    <a:pt x="7467" y="4820"/>
                  </a:lnTo>
                  <a:lnTo>
                    <a:pt x="7506" y="4919"/>
                  </a:lnTo>
                  <a:lnTo>
                    <a:pt x="7486" y="5057"/>
                  </a:lnTo>
                  <a:lnTo>
                    <a:pt x="7407" y="5175"/>
                  </a:lnTo>
                  <a:lnTo>
                    <a:pt x="7309" y="5254"/>
                  </a:lnTo>
                  <a:lnTo>
                    <a:pt x="7210" y="5373"/>
                  </a:lnTo>
                  <a:lnTo>
                    <a:pt x="7091" y="5531"/>
                  </a:lnTo>
                  <a:lnTo>
                    <a:pt x="7170" y="5531"/>
                  </a:lnTo>
                  <a:lnTo>
                    <a:pt x="7249" y="5551"/>
                  </a:lnTo>
                  <a:lnTo>
                    <a:pt x="7309" y="5570"/>
                  </a:lnTo>
                  <a:lnTo>
                    <a:pt x="7328" y="5610"/>
                  </a:lnTo>
                  <a:lnTo>
                    <a:pt x="7328" y="5649"/>
                  </a:lnTo>
                  <a:lnTo>
                    <a:pt x="7407" y="5610"/>
                  </a:lnTo>
                  <a:lnTo>
                    <a:pt x="7486" y="5531"/>
                  </a:lnTo>
                  <a:lnTo>
                    <a:pt x="7585" y="5333"/>
                  </a:lnTo>
                  <a:lnTo>
                    <a:pt x="7625" y="5333"/>
                  </a:lnTo>
                  <a:lnTo>
                    <a:pt x="7625" y="5353"/>
                  </a:lnTo>
                  <a:lnTo>
                    <a:pt x="7645" y="5393"/>
                  </a:lnTo>
                  <a:lnTo>
                    <a:pt x="7565" y="5452"/>
                  </a:lnTo>
                  <a:lnTo>
                    <a:pt x="7565" y="5452"/>
                  </a:lnTo>
                  <a:lnTo>
                    <a:pt x="7724" y="5412"/>
                  </a:lnTo>
                  <a:lnTo>
                    <a:pt x="7803" y="5412"/>
                  </a:lnTo>
                  <a:lnTo>
                    <a:pt x="7862" y="5452"/>
                  </a:lnTo>
                  <a:lnTo>
                    <a:pt x="7901" y="5412"/>
                  </a:lnTo>
                  <a:lnTo>
                    <a:pt x="7961" y="5373"/>
                  </a:lnTo>
                  <a:lnTo>
                    <a:pt x="8040" y="5215"/>
                  </a:lnTo>
                  <a:lnTo>
                    <a:pt x="8099" y="5215"/>
                  </a:lnTo>
                  <a:lnTo>
                    <a:pt x="8119" y="5195"/>
                  </a:lnTo>
                  <a:lnTo>
                    <a:pt x="8178" y="5136"/>
                  </a:lnTo>
                  <a:lnTo>
                    <a:pt x="8198" y="5116"/>
                  </a:lnTo>
                  <a:lnTo>
                    <a:pt x="8237" y="5156"/>
                  </a:lnTo>
                  <a:lnTo>
                    <a:pt x="8257" y="5175"/>
                  </a:lnTo>
                  <a:lnTo>
                    <a:pt x="8198" y="5215"/>
                  </a:lnTo>
                  <a:lnTo>
                    <a:pt x="8178" y="5254"/>
                  </a:lnTo>
                  <a:lnTo>
                    <a:pt x="8178" y="5294"/>
                  </a:lnTo>
                  <a:lnTo>
                    <a:pt x="8198" y="5314"/>
                  </a:lnTo>
                  <a:lnTo>
                    <a:pt x="8237" y="5333"/>
                  </a:lnTo>
                  <a:lnTo>
                    <a:pt x="8277" y="5314"/>
                  </a:lnTo>
                  <a:lnTo>
                    <a:pt x="8277" y="5314"/>
                  </a:lnTo>
                  <a:lnTo>
                    <a:pt x="8198" y="5393"/>
                  </a:lnTo>
                  <a:lnTo>
                    <a:pt x="8158" y="5432"/>
                  </a:lnTo>
                  <a:lnTo>
                    <a:pt x="8138" y="5432"/>
                  </a:lnTo>
                  <a:lnTo>
                    <a:pt x="8138" y="5412"/>
                  </a:lnTo>
                  <a:lnTo>
                    <a:pt x="8158" y="5353"/>
                  </a:lnTo>
                  <a:lnTo>
                    <a:pt x="8059" y="5393"/>
                  </a:lnTo>
                  <a:lnTo>
                    <a:pt x="8099" y="5393"/>
                  </a:lnTo>
                  <a:lnTo>
                    <a:pt x="8119" y="5412"/>
                  </a:lnTo>
                  <a:lnTo>
                    <a:pt x="8119" y="5432"/>
                  </a:lnTo>
                  <a:lnTo>
                    <a:pt x="8119" y="5472"/>
                  </a:lnTo>
                  <a:lnTo>
                    <a:pt x="8079" y="5570"/>
                  </a:lnTo>
                  <a:lnTo>
                    <a:pt x="8040" y="5669"/>
                  </a:lnTo>
                  <a:lnTo>
                    <a:pt x="8040" y="5669"/>
                  </a:lnTo>
                  <a:lnTo>
                    <a:pt x="8059" y="5649"/>
                  </a:lnTo>
                  <a:lnTo>
                    <a:pt x="8079" y="5630"/>
                  </a:lnTo>
                  <a:lnTo>
                    <a:pt x="8099" y="5570"/>
                  </a:lnTo>
                  <a:lnTo>
                    <a:pt x="8119" y="5511"/>
                  </a:lnTo>
                  <a:lnTo>
                    <a:pt x="8138" y="5511"/>
                  </a:lnTo>
                  <a:lnTo>
                    <a:pt x="8178" y="5491"/>
                  </a:lnTo>
                  <a:lnTo>
                    <a:pt x="8178" y="5590"/>
                  </a:lnTo>
                  <a:lnTo>
                    <a:pt x="8198" y="5649"/>
                  </a:lnTo>
                  <a:lnTo>
                    <a:pt x="8217" y="5689"/>
                  </a:lnTo>
                  <a:lnTo>
                    <a:pt x="8257" y="5709"/>
                  </a:lnTo>
                  <a:lnTo>
                    <a:pt x="8296" y="5728"/>
                  </a:lnTo>
                  <a:lnTo>
                    <a:pt x="8316" y="5768"/>
                  </a:lnTo>
                  <a:lnTo>
                    <a:pt x="8296" y="5847"/>
                  </a:lnTo>
                  <a:lnTo>
                    <a:pt x="8257" y="5965"/>
                  </a:lnTo>
                  <a:lnTo>
                    <a:pt x="8257" y="5965"/>
                  </a:lnTo>
                  <a:lnTo>
                    <a:pt x="8415" y="5906"/>
                  </a:lnTo>
                  <a:lnTo>
                    <a:pt x="8514" y="5886"/>
                  </a:lnTo>
                  <a:lnTo>
                    <a:pt x="8573" y="5886"/>
                  </a:lnTo>
                  <a:lnTo>
                    <a:pt x="8632" y="5847"/>
                  </a:lnTo>
                  <a:lnTo>
                    <a:pt x="8672" y="5827"/>
                  </a:lnTo>
                  <a:lnTo>
                    <a:pt x="8691" y="5807"/>
                  </a:lnTo>
                  <a:lnTo>
                    <a:pt x="8751" y="5748"/>
                  </a:lnTo>
                  <a:lnTo>
                    <a:pt x="8751" y="5689"/>
                  </a:lnTo>
                  <a:lnTo>
                    <a:pt x="8711" y="5689"/>
                  </a:lnTo>
                  <a:lnTo>
                    <a:pt x="8632" y="5709"/>
                  </a:lnTo>
                  <a:lnTo>
                    <a:pt x="8553" y="5709"/>
                  </a:lnTo>
                  <a:lnTo>
                    <a:pt x="8533" y="5689"/>
                  </a:lnTo>
                  <a:lnTo>
                    <a:pt x="8533" y="5610"/>
                  </a:lnTo>
                  <a:lnTo>
                    <a:pt x="8494" y="5649"/>
                  </a:lnTo>
                  <a:lnTo>
                    <a:pt x="8454" y="5689"/>
                  </a:lnTo>
                  <a:lnTo>
                    <a:pt x="8375" y="5788"/>
                  </a:lnTo>
                  <a:lnTo>
                    <a:pt x="8336" y="5788"/>
                  </a:lnTo>
                  <a:lnTo>
                    <a:pt x="8336" y="5748"/>
                  </a:lnTo>
                  <a:lnTo>
                    <a:pt x="8336" y="5728"/>
                  </a:lnTo>
                  <a:lnTo>
                    <a:pt x="8356" y="5669"/>
                  </a:lnTo>
                  <a:lnTo>
                    <a:pt x="8395" y="5669"/>
                  </a:lnTo>
                  <a:lnTo>
                    <a:pt x="8435" y="5630"/>
                  </a:lnTo>
                  <a:lnTo>
                    <a:pt x="8514" y="5551"/>
                  </a:lnTo>
                  <a:lnTo>
                    <a:pt x="8573" y="5491"/>
                  </a:lnTo>
                  <a:lnTo>
                    <a:pt x="8612" y="5472"/>
                  </a:lnTo>
                  <a:lnTo>
                    <a:pt x="8652" y="5491"/>
                  </a:lnTo>
                  <a:lnTo>
                    <a:pt x="8652" y="5432"/>
                  </a:lnTo>
                  <a:lnTo>
                    <a:pt x="8632" y="5393"/>
                  </a:lnTo>
                  <a:lnTo>
                    <a:pt x="8612" y="5353"/>
                  </a:lnTo>
                  <a:lnTo>
                    <a:pt x="8593" y="5314"/>
                  </a:lnTo>
                  <a:lnTo>
                    <a:pt x="8632" y="5235"/>
                  </a:lnTo>
                  <a:lnTo>
                    <a:pt x="8672" y="5156"/>
                  </a:lnTo>
                  <a:lnTo>
                    <a:pt x="8810" y="5057"/>
                  </a:lnTo>
                  <a:lnTo>
                    <a:pt x="8928" y="4978"/>
                  </a:lnTo>
                  <a:lnTo>
                    <a:pt x="8889" y="5057"/>
                  </a:lnTo>
                  <a:lnTo>
                    <a:pt x="8849" y="5096"/>
                  </a:lnTo>
                  <a:lnTo>
                    <a:pt x="9067" y="4998"/>
                  </a:lnTo>
                  <a:lnTo>
                    <a:pt x="9007" y="5136"/>
                  </a:lnTo>
                  <a:lnTo>
                    <a:pt x="8948" y="5235"/>
                  </a:lnTo>
                  <a:lnTo>
                    <a:pt x="8968" y="5254"/>
                  </a:lnTo>
                  <a:lnTo>
                    <a:pt x="8988" y="5254"/>
                  </a:lnTo>
                  <a:lnTo>
                    <a:pt x="9047" y="5274"/>
                  </a:lnTo>
                  <a:lnTo>
                    <a:pt x="9067" y="5274"/>
                  </a:lnTo>
                  <a:lnTo>
                    <a:pt x="9086" y="5294"/>
                  </a:lnTo>
                  <a:lnTo>
                    <a:pt x="9086" y="5333"/>
                  </a:lnTo>
                  <a:lnTo>
                    <a:pt x="9047" y="5373"/>
                  </a:lnTo>
                  <a:lnTo>
                    <a:pt x="9086" y="5373"/>
                  </a:lnTo>
                  <a:lnTo>
                    <a:pt x="9106" y="5333"/>
                  </a:lnTo>
                  <a:lnTo>
                    <a:pt x="9106" y="5274"/>
                  </a:lnTo>
                  <a:lnTo>
                    <a:pt x="9126" y="5215"/>
                  </a:lnTo>
                  <a:lnTo>
                    <a:pt x="9047" y="5175"/>
                  </a:lnTo>
                  <a:lnTo>
                    <a:pt x="9086" y="5116"/>
                  </a:lnTo>
                  <a:lnTo>
                    <a:pt x="9106" y="5096"/>
                  </a:lnTo>
                  <a:lnTo>
                    <a:pt x="9126" y="5116"/>
                  </a:lnTo>
                  <a:lnTo>
                    <a:pt x="9146" y="5136"/>
                  </a:lnTo>
                  <a:lnTo>
                    <a:pt x="9146" y="5156"/>
                  </a:lnTo>
                  <a:lnTo>
                    <a:pt x="9205" y="5156"/>
                  </a:lnTo>
                  <a:lnTo>
                    <a:pt x="9244" y="5116"/>
                  </a:lnTo>
                  <a:lnTo>
                    <a:pt x="9304" y="5017"/>
                  </a:lnTo>
                  <a:lnTo>
                    <a:pt x="9343" y="4998"/>
                  </a:lnTo>
                  <a:lnTo>
                    <a:pt x="9738" y="4148"/>
                  </a:lnTo>
                  <a:lnTo>
                    <a:pt x="9738" y="4148"/>
                  </a:lnTo>
                  <a:lnTo>
                    <a:pt x="9679" y="4168"/>
                  </a:lnTo>
                  <a:lnTo>
                    <a:pt x="9639" y="4168"/>
                  </a:lnTo>
                  <a:lnTo>
                    <a:pt x="9600" y="4148"/>
                  </a:lnTo>
                  <a:lnTo>
                    <a:pt x="9580" y="4128"/>
                  </a:lnTo>
                  <a:lnTo>
                    <a:pt x="9620" y="4069"/>
                  </a:lnTo>
                  <a:lnTo>
                    <a:pt x="9659" y="4030"/>
                  </a:lnTo>
                  <a:lnTo>
                    <a:pt x="9718" y="4010"/>
                  </a:lnTo>
                  <a:lnTo>
                    <a:pt x="9758" y="4010"/>
                  </a:lnTo>
                  <a:lnTo>
                    <a:pt x="9797" y="3990"/>
                  </a:lnTo>
                  <a:lnTo>
                    <a:pt x="9817" y="3951"/>
                  </a:lnTo>
                  <a:lnTo>
                    <a:pt x="9837" y="3891"/>
                  </a:lnTo>
                  <a:lnTo>
                    <a:pt x="9837" y="3872"/>
                  </a:lnTo>
                  <a:lnTo>
                    <a:pt x="9817" y="3872"/>
                  </a:lnTo>
                  <a:lnTo>
                    <a:pt x="9778" y="3891"/>
                  </a:lnTo>
                  <a:lnTo>
                    <a:pt x="9758" y="3951"/>
                  </a:lnTo>
                  <a:lnTo>
                    <a:pt x="9738" y="3990"/>
                  </a:lnTo>
                  <a:lnTo>
                    <a:pt x="9679" y="3891"/>
                  </a:lnTo>
                  <a:lnTo>
                    <a:pt x="9659" y="3812"/>
                  </a:lnTo>
                  <a:lnTo>
                    <a:pt x="9679" y="3714"/>
                  </a:lnTo>
                  <a:lnTo>
                    <a:pt x="9580" y="3753"/>
                  </a:lnTo>
                  <a:lnTo>
                    <a:pt x="9521" y="3773"/>
                  </a:lnTo>
                  <a:lnTo>
                    <a:pt x="9481" y="3793"/>
                  </a:lnTo>
                  <a:lnTo>
                    <a:pt x="9383" y="3872"/>
                  </a:lnTo>
                  <a:lnTo>
                    <a:pt x="9422" y="3872"/>
                  </a:lnTo>
                  <a:lnTo>
                    <a:pt x="9462" y="3832"/>
                  </a:lnTo>
                  <a:lnTo>
                    <a:pt x="9501" y="3832"/>
                  </a:lnTo>
                  <a:lnTo>
                    <a:pt x="9501" y="3852"/>
                  </a:lnTo>
                  <a:lnTo>
                    <a:pt x="9363" y="3970"/>
                  </a:lnTo>
                  <a:lnTo>
                    <a:pt x="9343" y="3951"/>
                  </a:lnTo>
                  <a:lnTo>
                    <a:pt x="9323" y="3931"/>
                  </a:lnTo>
                  <a:lnTo>
                    <a:pt x="9323" y="3852"/>
                  </a:lnTo>
                  <a:lnTo>
                    <a:pt x="9323" y="3793"/>
                  </a:lnTo>
                  <a:lnTo>
                    <a:pt x="9304" y="3733"/>
                  </a:lnTo>
                  <a:lnTo>
                    <a:pt x="9383" y="3714"/>
                  </a:lnTo>
                  <a:lnTo>
                    <a:pt x="9363" y="3733"/>
                  </a:lnTo>
                  <a:lnTo>
                    <a:pt x="9363" y="3733"/>
                  </a:lnTo>
                  <a:lnTo>
                    <a:pt x="9402" y="3714"/>
                  </a:lnTo>
                  <a:lnTo>
                    <a:pt x="9442" y="3714"/>
                  </a:lnTo>
                  <a:lnTo>
                    <a:pt x="9481" y="3694"/>
                  </a:lnTo>
                  <a:lnTo>
                    <a:pt x="9521" y="3654"/>
                  </a:lnTo>
                  <a:lnTo>
                    <a:pt x="9521" y="3654"/>
                  </a:lnTo>
                  <a:lnTo>
                    <a:pt x="9462" y="3674"/>
                  </a:lnTo>
                  <a:lnTo>
                    <a:pt x="9422" y="3674"/>
                  </a:lnTo>
                  <a:lnTo>
                    <a:pt x="9383" y="3654"/>
                  </a:lnTo>
                  <a:lnTo>
                    <a:pt x="9363" y="3635"/>
                  </a:lnTo>
                  <a:lnTo>
                    <a:pt x="9323" y="3654"/>
                  </a:lnTo>
                  <a:lnTo>
                    <a:pt x="9343" y="3635"/>
                  </a:lnTo>
                  <a:lnTo>
                    <a:pt x="9304" y="3635"/>
                  </a:lnTo>
                  <a:lnTo>
                    <a:pt x="9264" y="3615"/>
                  </a:lnTo>
                  <a:lnTo>
                    <a:pt x="9244" y="3516"/>
                  </a:lnTo>
                  <a:lnTo>
                    <a:pt x="9225" y="3477"/>
                  </a:lnTo>
                  <a:lnTo>
                    <a:pt x="9205" y="3477"/>
                  </a:lnTo>
                  <a:lnTo>
                    <a:pt x="9165" y="3496"/>
                  </a:lnTo>
                  <a:lnTo>
                    <a:pt x="9086" y="3556"/>
                  </a:lnTo>
                  <a:lnTo>
                    <a:pt x="9106" y="3575"/>
                  </a:lnTo>
                  <a:lnTo>
                    <a:pt x="9086" y="3615"/>
                  </a:lnTo>
                  <a:lnTo>
                    <a:pt x="9067" y="3674"/>
                  </a:lnTo>
                  <a:lnTo>
                    <a:pt x="9027" y="3714"/>
                  </a:lnTo>
                  <a:lnTo>
                    <a:pt x="9047" y="3674"/>
                  </a:lnTo>
                  <a:lnTo>
                    <a:pt x="9027" y="3635"/>
                  </a:lnTo>
                  <a:lnTo>
                    <a:pt x="9027" y="3595"/>
                  </a:lnTo>
                  <a:lnTo>
                    <a:pt x="9027" y="3556"/>
                  </a:lnTo>
                  <a:lnTo>
                    <a:pt x="9067" y="3536"/>
                  </a:lnTo>
                  <a:lnTo>
                    <a:pt x="9027" y="3477"/>
                  </a:lnTo>
                  <a:lnTo>
                    <a:pt x="8988" y="3457"/>
                  </a:lnTo>
                  <a:lnTo>
                    <a:pt x="8968" y="3457"/>
                  </a:lnTo>
                  <a:lnTo>
                    <a:pt x="8889" y="3595"/>
                  </a:lnTo>
                  <a:lnTo>
                    <a:pt x="8849" y="3635"/>
                  </a:lnTo>
                  <a:lnTo>
                    <a:pt x="8790" y="3654"/>
                  </a:lnTo>
                  <a:lnTo>
                    <a:pt x="8790" y="3615"/>
                  </a:lnTo>
                  <a:lnTo>
                    <a:pt x="8810" y="3575"/>
                  </a:lnTo>
                  <a:lnTo>
                    <a:pt x="8869" y="3496"/>
                  </a:lnTo>
                  <a:lnTo>
                    <a:pt x="8928" y="3437"/>
                  </a:lnTo>
                  <a:lnTo>
                    <a:pt x="8948" y="3398"/>
                  </a:lnTo>
                  <a:lnTo>
                    <a:pt x="8968" y="3338"/>
                  </a:lnTo>
                  <a:lnTo>
                    <a:pt x="8810" y="3398"/>
                  </a:lnTo>
                  <a:lnTo>
                    <a:pt x="8849" y="3299"/>
                  </a:lnTo>
                  <a:lnTo>
                    <a:pt x="8810" y="3240"/>
                  </a:lnTo>
                  <a:lnTo>
                    <a:pt x="8751" y="3220"/>
                  </a:lnTo>
                  <a:lnTo>
                    <a:pt x="8691" y="3240"/>
                  </a:lnTo>
                  <a:lnTo>
                    <a:pt x="8612" y="3240"/>
                  </a:lnTo>
                  <a:lnTo>
                    <a:pt x="8474" y="3279"/>
                  </a:lnTo>
                  <a:lnTo>
                    <a:pt x="8415" y="3279"/>
                  </a:lnTo>
                  <a:lnTo>
                    <a:pt x="8356" y="3259"/>
                  </a:lnTo>
                  <a:lnTo>
                    <a:pt x="8435" y="3180"/>
                  </a:lnTo>
                  <a:lnTo>
                    <a:pt x="8494" y="3141"/>
                  </a:lnTo>
                  <a:lnTo>
                    <a:pt x="8573" y="3121"/>
                  </a:lnTo>
                  <a:lnTo>
                    <a:pt x="8612" y="3121"/>
                  </a:lnTo>
                  <a:lnTo>
                    <a:pt x="8612" y="3082"/>
                  </a:lnTo>
                  <a:lnTo>
                    <a:pt x="8612" y="3062"/>
                  </a:lnTo>
                  <a:lnTo>
                    <a:pt x="8553" y="3042"/>
                  </a:lnTo>
                  <a:lnTo>
                    <a:pt x="8514" y="3042"/>
                  </a:lnTo>
                  <a:lnTo>
                    <a:pt x="8494" y="3022"/>
                  </a:lnTo>
                  <a:lnTo>
                    <a:pt x="8474" y="2983"/>
                  </a:lnTo>
                  <a:lnTo>
                    <a:pt x="8454" y="2963"/>
                  </a:lnTo>
                  <a:lnTo>
                    <a:pt x="8435" y="2963"/>
                  </a:lnTo>
                  <a:lnTo>
                    <a:pt x="8375" y="3003"/>
                  </a:lnTo>
                  <a:lnTo>
                    <a:pt x="8316" y="3062"/>
                  </a:lnTo>
                  <a:lnTo>
                    <a:pt x="8277" y="3121"/>
                  </a:lnTo>
                  <a:lnTo>
                    <a:pt x="8237" y="3121"/>
                  </a:lnTo>
                  <a:lnTo>
                    <a:pt x="8237" y="3062"/>
                  </a:lnTo>
                  <a:lnTo>
                    <a:pt x="8296" y="2983"/>
                  </a:lnTo>
                  <a:lnTo>
                    <a:pt x="8257" y="3022"/>
                  </a:lnTo>
                  <a:lnTo>
                    <a:pt x="8217" y="3042"/>
                  </a:lnTo>
                  <a:lnTo>
                    <a:pt x="8178" y="3062"/>
                  </a:lnTo>
                  <a:lnTo>
                    <a:pt x="8158" y="3062"/>
                  </a:lnTo>
                  <a:lnTo>
                    <a:pt x="8099" y="3042"/>
                  </a:lnTo>
                  <a:lnTo>
                    <a:pt x="8040" y="3022"/>
                  </a:lnTo>
                  <a:lnTo>
                    <a:pt x="8099" y="2943"/>
                  </a:lnTo>
                  <a:lnTo>
                    <a:pt x="7941" y="3003"/>
                  </a:lnTo>
                  <a:lnTo>
                    <a:pt x="7941" y="3022"/>
                  </a:lnTo>
                  <a:lnTo>
                    <a:pt x="7921" y="3062"/>
                  </a:lnTo>
                  <a:lnTo>
                    <a:pt x="7862" y="3141"/>
                  </a:lnTo>
                  <a:lnTo>
                    <a:pt x="7842" y="3121"/>
                  </a:lnTo>
                  <a:lnTo>
                    <a:pt x="7842" y="3220"/>
                  </a:lnTo>
                  <a:lnTo>
                    <a:pt x="7862" y="3240"/>
                  </a:lnTo>
                  <a:lnTo>
                    <a:pt x="7901" y="3259"/>
                  </a:lnTo>
                  <a:lnTo>
                    <a:pt x="7961" y="3240"/>
                  </a:lnTo>
                  <a:lnTo>
                    <a:pt x="8000" y="3240"/>
                  </a:lnTo>
                  <a:lnTo>
                    <a:pt x="8040" y="3259"/>
                  </a:lnTo>
                  <a:lnTo>
                    <a:pt x="8059" y="3299"/>
                  </a:lnTo>
                  <a:lnTo>
                    <a:pt x="8059" y="3398"/>
                  </a:lnTo>
                  <a:lnTo>
                    <a:pt x="8020" y="3417"/>
                  </a:lnTo>
                  <a:lnTo>
                    <a:pt x="8000" y="3457"/>
                  </a:lnTo>
                  <a:lnTo>
                    <a:pt x="8000" y="3477"/>
                  </a:lnTo>
                  <a:lnTo>
                    <a:pt x="7961" y="3496"/>
                  </a:lnTo>
                  <a:lnTo>
                    <a:pt x="7961" y="3477"/>
                  </a:lnTo>
                  <a:lnTo>
                    <a:pt x="7980" y="3437"/>
                  </a:lnTo>
                  <a:lnTo>
                    <a:pt x="7901" y="3516"/>
                  </a:lnTo>
                  <a:lnTo>
                    <a:pt x="7882" y="3536"/>
                  </a:lnTo>
                  <a:lnTo>
                    <a:pt x="7882" y="3556"/>
                  </a:lnTo>
                  <a:lnTo>
                    <a:pt x="7803" y="3654"/>
                  </a:lnTo>
                  <a:lnTo>
                    <a:pt x="7783" y="3674"/>
                  </a:lnTo>
                  <a:lnTo>
                    <a:pt x="7743" y="3694"/>
                  </a:lnTo>
                  <a:lnTo>
                    <a:pt x="7684" y="3674"/>
                  </a:lnTo>
                  <a:lnTo>
                    <a:pt x="7625" y="3694"/>
                  </a:lnTo>
                  <a:lnTo>
                    <a:pt x="7625" y="3635"/>
                  </a:lnTo>
                  <a:lnTo>
                    <a:pt x="7645" y="3595"/>
                  </a:lnTo>
                  <a:lnTo>
                    <a:pt x="7704" y="3536"/>
                  </a:lnTo>
                  <a:lnTo>
                    <a:pt x="7783" y="3496"/>
                  </a:lnTo>
                  <a:lnTo>
                    <a:pt x="7842" y="3457"/>
                  </a:lnTo>
                  <a:lnTo>
                    <a:pt x="7783" y="3477"/>
                  </a:lnTo>
                  <a:lnTo>
                    <a:pt x="7763" y="3477"/>
                  </a:lnTo>
                  <a:lnTo>
                    <a:pt x="7743" y="3457"/>
                  </a:lnTo>
                  <a:lnTo>
                    <a:pt x="7842" y="3319"/>
                  </a:lnTo>
                  <a:lnTo>
                    <a:pt x="7763" y="3358"/>
                  </a:lnTo>
                  <a:lnTo>
                    <a:pt x="7724" y="3398"/>
                  </a:lnTo>
                  <a:lnTo>
                    <a:pt x="7704" y="3477"/>
                  </a:lnTo>
                  <a:lnTo>
                    <a:pt x="7645" y="3556"/>
                  </a:lnTo>
                  <a:lnTo>
                    <a:pt x="7605" y="3615"/>
                  </a:lnTo>
                  <a:lnTo>
                    <a:pt x="7585" y="3635"/>
                  </a:lnTo>
                  <a:lnTo>
                    <a:pt x="7565" y="3615"/>
                  </a:lnTo>
                  <a:lnTo>
                    <a:pt x="7565" y="3595"/>
                  </a:lnTo>
                  <a:lnTo>
                    <a:pt x="7546" y="3536"/>
                  </a:lnTo>
                  <a:lnTo>
                    <a:pt x="7546" y="3516"/>
                  </a:lnTo>
                  <a:lnTo>
                    <a:pt x="7585" y="3496"/>
                  </a:lnTo>
                  <a:lnTo>
                    <a:pt x="7565" y="3457"/>
                  </a:lnTo>
                  <a:lnTo>
                    <a:pt x="7546" y="3457"/>
                  </a:lnTo>
                  <a:lnTo>
                    <a:pt x="7506" y="3477"/>
                  </a:lnTo>
                  <a:lnTo>
                    <a:pt x="7447" y="3496"/>
                  </a:lnTo>
                  <a:lnTo>
                    <a:pt x="7407" y="3496"/>
                  </a:lnTo>
                  <a:lnTo>
                    <a:pt x="7447" y="3358"/>
                  </a:lnTo>
                  <a:lnTo>
                    <a:pt x="7447" y="3398"/>
                  </a:lnTo>
                  <a:lnTo>
                    <a:pt x="7467" y="3417"/>
                  </a:lnTo>
                  <a:lnTo>
                    <a:pt x="7546" y="3358"/>
                  </a:lnTo>
                  <a:lnTo>
                    <a:pt x="7605" y="3299"/>
                  </a:lnTo>
                  <a:lnTo>
                    <a:pt x="7645" y="3279"/>
                  </a:lnTo>
                  <a:lnTo>
                    <a:pt x="7645" y="3240"/>
                  </a:lnTo>
                  <a:lnTo>
                    <a:pt x="7664" y="3180"/>
                  </a:lnTo>
                  <a:lnTo>
                    <a:pt x="7704" y="3121"/>
                  </a:lnTo>
                  <a:lnTo>
                    <a:pt x="7743" y="3082"/>
                  </a:lnTo>
                  <a:lnTo>
                    <a:pt x="7941" y="2924"/>
                  </a:lnTo>
                  <a:lnTo>
                    <a:pt x="7901" y="2904"/>
                  </a:lnTo>
                  <a:lnTo>
                    <a:pt x="7882" y="2884"/>
                  </a:lnTo>
                  <a:lnTo>
                    <a:pt x="7862" y="2845"/>
                  </a:lnTo>
                  <a:lnTo>
                    <a:pt x="7862" y="2785"/>
                  </a:lnTo>
                  <a:lnTo>
                    <a:pt x="7822" y="2825"/>
                  </a:lnTo>
                  <a:lnTo>
                    <a:pt x="7783" y="2825"/>
                  </a:lnTo>
                  <a:lnTo>
                    <a:pt x="7743" y="2805"/>
                  </a:lnTo>
                  <a:lnTo>
                    <a:pt x="7724" y="2785"/>
                  </a:lnTo>
                  <a:lnTo>
                    <a:pt x="7704" y="2766"/>
                  </a:lnTo>
                  <a:lnTo>
                    <a:pt x="7684" y="2746"/>
                  </a:lnTo>
                  <a:lnTo>
                    <a:pt x="7625" y="2766"/>
                  </a:lnTo>
                  <a:lnTo>
                    <a:pt x="7565" y="2825"/>
                  </a:lnTo>
                  <a:lnTo>
                    <a:pt x="7585" y="2785"/>
                  </a:lnTo>
                  <a:lnTo>
                    <a:pt x="7605" y="2746"/>
                  </a:lnTo>
                  <a:lnTo>
                    <a:pt x="7625" y="2726"/>
                  </a:lnTo>
                  <a:lnTo>
                    <a:pt x="7625" y="2706"/>
                  </a:lnTo>
                  <a:lnTo>
                    <a:pt x="7565" y="2667"/>
                  </a:lnTo>
                  <a:lnTo>
                    <a:pt x="7506" y="2647"/>
                  </a:lnTo>
                  <a:lnTo>
                    <a:pt x="7427" y="2647"/>
                  </a:lnTo>
                  <a:lnTo>
                    <a:pt x="7348" y="2667"/>
                  </a:lnTo>
                  <a:lnTo>
                    <a:pt x="7328" y="2647"/>
                  </a:lnTo>
                  <a:lnTo>
                    <a:pt x="7348" y="2608"/>
                  </a:lnTo>
                  <a:lnTo>
                    <a:pt x="7388" y="2529"/>
                  </a:lnTo>
                  <a:lnTo>
                    <a:pt x="7328" y="2469"/>
                  </a:lnTo>
                  <a:lnTo>
                    <a:pt x="7249" y="2449"/>
                  </a:lnTo>
                  <a:lnTo>
                    <a:pt x="7190" y="2469"/>
                  </a:lnTo>
                  <a:lnTo>
                    <a:pt x="7111" y="2489"/>
                  </a:lnTo>
                  <a:lnTo>
                    <a:pt x="7032" y="2509"/>
                  </a:lnTo>
                  <a:lnTo>
                    <a:pt x="6874" y="2509"/>
                  </a:lnTo>
                  <a:lnTo>
                    <a:pt x="6815" y="2449"/>
                  </a:lnTo>
                  <a:lnTo>
                    <a:pt x="6894" y="2390"/>
                  </a:lnTo>
                  <a:lnTo>
                    <a:pt x="6874" y="2351"/>
                  </a:lnTo>
                  <a:lnTo>
                    <a:pt x="6835" y="2331"/>
                  </a:lnTo>
                  <a:lnTo>
                    <a:pt x="6795" y="2351"/>
                  </a:lnTo>
                  <a:lnTo>
                    <a:pt x="6756" y="2390"/>
                  </a:lnTo>
                  <a:lnTo>
                    <a:pt x="6775" y="2311"/>
                  </a:lnTo>
                  <a:lnTo>
                    <a:pt x="6756" y="2272"/>
                  </a:lnTo>
                  <a:lnTo>
                    <a:pt x="6657" y="2272"/>
                  </a:lnTo>
                  <a:lnTo>
                    <a:pt x="6617" y="2291"/>
                  </a:lnTo>
                  <a:lnTo>
                    <a:pt x="6578" y="2272"/>
                  </a:lnTo>
                  <a:lnTo>
                    <a:pt x="6558" y="2232"/>
                  </a:lnTo>
                  <a:lnTo>
                    <a:pt x="6558" y="2153"/>
                  </a:lnTo>
                  <a:lnTo>
                    <a:pt x="6538" y="2114"/>
                  </a:lnTo>
                  <a:lnTo>
                    <a:pt x="6499" y="2114"/>
                  </a:lnTo>
                  <a:lnTo>
                    <a:pt x="6440" y="2173"/>
                  </a:lnTo>
                  <a:lnTo>
                    <a:pt x="6361" y="2232"/>
                  </a:lnTo>
                  <a:lnTo>
                    <a:pt x="6321" y="2252"/>
                  </a:lnTo>
                  <a:lnTo>
                    <a:pt x="6282" y="2272"/>
                  </a:lnTo>
                  <a:lnTo>
                    <a:pt x="6341" y="2173"/>
                  </a:lnTo>
                  <a:lnTo>
                    <a:pt x="6380" y="2114"/>
                  </a:lnTo>
                  <a:lnTo>
                    <a:pt x="6380" y="2074"/>
                  </a:lnTo>
                  <a:lnTo>
                    <a:pt x="6163" y="2035"/>
                  </a:lnTo>
                  <a:lnTo>
                    <a:pt x="5985" y="1995"/>
                  </a:lnTo>
                  <a:lnTo>
                    <a:pt x="5590" y="1877"/>
                  </a:lnTo>
                  <a:lnTo>
                    <a:pt x="5650" y="1837"/>
                  </a:lnTo>
                  <a:lnTo>
                    <a:pt x="5571" y="1798"/>
                  </a:lnTo>
                  <a:lnTo>
                    <a:pt x="5353" y="1798"/>
                  </a:lnTo>
                  <a:lnTo>
                    <a:pt x="5215" y="1817"/>
                  </a:lnTo>
                  <a:lnTo>
                    <a:pt x="5156" y="1798"/>
                  </a:lnTo>
                  <a:lnTo>
                    <a:pt x="5096" y="1738"/>
                  </a:lnTo>
                  <a:lnTo>
                    <a:pt x="5017" y="1798"/>
                  </a:lnTo>
                  <a:lnTo>
                    <a:pt x="4958" y="1837"/>
                  </a:lnTo>
                  <a:lnTo>
                    <a:pt x="4938" y="1896"/>
                  </a:lnTo>
                  <a:lnTo>
                    <a:pt x="4938" y="1936"/>
                  </a:lnTo>
                  <a:lnTo>
                    <a:pt x="4919" y="1995"/>
                  </a:lnTo>
                  <a:lnTo>
                    <a:pt x="4859" y="2153"/>
                  </a:lnTo>
                  <a:lnTo>
                    <a:pt x="4800" y="2153"/>
                  </a:lnTo>
                  <a:lnTo>
                    <a:pt x="4780" y="2133"/>
                  </a:lnTo>
                  <a:lnTo>
                    <a:pt x="4780" y="2094"/>
                  </a:lnTo>
                  <a:lnTo>
                    <a:pt x="4800" y="2054"/>
                  </a:lnTo>
                  <a:lnTo>
                    <a:pt x="4820" y="1956"/>
                  </a:lnTo>
                  <a:lnTo>
                    <a:pt x="4820" y="1936"/>
                  </a:lnTo>
                  <a:lnTo>
                    <a:pt x="4780" y="1916"/>
                  </a:lnTo>
                  <a:lnTo>
                    <a:pt x="4840" y="1817"/>
                  </a:lnTo>
                  <a:lnTo>
                    <a:pt x="4879" y="1758"/>
                  </a:lnTo>
                  <a:lnTo>
                    <a:pt x="4938" y="1719"/>
                  </a:lnTo>
                  <a:lnTo>
                    <a:pt x="4998" y="1640"/>
                  </a:lnTo>
                  <a:lnTo>
                    <a:pt x="4998" y="1640"/>
                  </a:lnTo>
                  <a:lnTo>
                    <a:pt x="4800" y="1699"/>
                  </a:lnTo>
                  <a:lnTo>
                    <a:pt x="4800" y="1679"/>
                  </a:lnTo>
                  <a:lnTo>
                    <a:pt x="4780" y="1659"/>
                  </a:lnTo>
                  <a:lnTo>
                    <a:pt x="4721" y="1640"/>
                  </a:lnTo>
                  <a:lnTo>
                    <a:pt x="4662" y="1620"/>
                  </a:lnTo>
                  <a:lnTo>
                    <a:pt x="4642" y="1600"/>
                  </a:lnTo>
                  <a:lnTo>
                    <a:pt x="4642" y="1580"/>
                  </a:lnTo>
                  <a:lnTo>
                    <a:pt x="4662" y="1561"/>
                  </a:lnTo>
                  <a:lnTo>
                    <a:pt x="4682" y="1521"/>
                  </a:lnTo>
                  <a:lnTo>
                    <a:pt x="4721" y="1482"/>
                  </a:lnTo>
                  <a:lnTo>
                    <a:pt x="4721" y="1501"/>
                  </a:lnTo>
                  <a:lnTo>
                    <a:pt x="4721" y="1521"/>
                  </a:lnTo>
                  <a:lnTo>
                    <a:pt x="4701" y="1541"/>
                  </a:lnTo>
                  <a:lnTo>
                    <a:pt x="4741" y="1561"/>
                  </a:lnTo>
                  <a:lnTo>
                    <a:pt x="4761" y="1561"/>
                  </a:lnTo>
                  <a:lnTo>
                    <a:pt x="4800" y="1541"/>
                  </a:lnTo>
                  <a:lnTo>
                    <a:pt x="4840" y="1501"/>
                  </a:lnTo>
                  <a:lnTo>
                    <a:pt x="4879" y="1482"/>
                  </a:lnTo>
                  <a:lnTo>
                    <a:pt x="4761" y="1482"/>
                  </a:lnTo>
                  <a:lnTo>
                    <a:pt x="4682" y="1462"/>
                  </a:lnTo>
                  <a:lnTo>
                    <a:pt x="4642" y="1422"/>
                  </a:lnTo>
                  <a:lnTo>
                    <a:pt x="4603" y="1482"/>
                  </a:lnTo>
                  <a:lnTo>
                    <a:pt x="4563" y="1501"/>
                  </a:lnTo>
                  <a:lnTo>
                    <a:pt x="4524" y="1501"/>
                  </a:lnTo>
                  <a:lnTo>
                    <a:pt x="4484" y="1521"/>
                  </a:lnTo>
                  <a:lnTo>
                    <a:pt x="4484" y="1501"/>
                  </a:lnTo>
                  <a:lnTo>
                    <a:pt x="4464" y="1541"/>
                  </a:lnTo>
                  <a:lnTo>
                    <a:pt x="4425" y="1561"/>
                  </a:lnTo>
                  <a:lnTo>
                    <a:pt x="4385" y="1600"/>
                  </a:lnTo>
                  <a:lnTo>
                    <a:pt x="4445" y="1422"/>
                  </a:lnTo>
                  <a:lnTo>
                    <a:pt x="4425" y="1442"/>
                  </a:lnTo>
                  <a:lnTo>
                    <a:pt x="4405" y="1462"/>
                  </a:lnTo>
                  <a:lnTo>
                    <a:pt x="4405" y="1501"/>
                  </a:lnTo>
                  <a:lnTo>
                    <a:pt x="4366" y="1521"/>
                  </a:lnTo>
                  <a:lnTo>
                    <a:pt x="4306" y="1521"/>
                  </a:lnTo>
                  <a:lnTo>
                    <a:pt x="4247" y="1482"/>
                  </a:lnTo>
                  <a:lnTo>
                    <a:pt x="4227" y="1462"/>
                  </a:lnTo>
                  <a:lnTo>
                    <a:pt x="4208" y="1403"/>
                  </a:lnTo>
                  <a:lnTo>
                    <a:pt x="4208" y="1363"/>
                  </a:lnTo>
                  <a:lnTo>
                    <a:pt x="4227" y="1304"/>
                  </a:lnTo>
                  <a:lnTo>
                    <a:pt x="4188" y="1304"/>
                  </a:lnTo>
                  <a:lnTo>
                    <a:pt x="4148" y="1324"/>
                  </a:lnTo>
                  <a:lnTo>
                    <a:pt x="4109" y="1343"/>
                  </a:lnTo>
                  <a:lnTo>
                    <a:pt x="4069" y="1324"/>
                  </a:lnTo>
                  <a:lnTo>
                    <a:pt x="4129" y="1245"/>
                  </a:lnTo>
                  <a:lnTo>
                    <a:pt x="4050" y="1185"/>
                  </a:lnTo>
                  <a:lnTo>
                    <a:pt x="3951" y="1146"/>
                  </a:lnTo>
                  <a:lnTo>
                    <a:pt x="3872" y="1087"/>
                  </a:lnTo>
                  <a:lnTo>
                    <a:pt x="3832" y="1047"/>
                  </a:lnTo>
                  <a:lnTo>
                    <a:pt x="3813" y="988"/>
                  </a:lnTo>
                  <a:lnTo>
                    <a:pt x="3655" y="1008"/>
                  </a:lnTo>
                  <a:lnTo>
                    <a:pt x="3576" y="1027"/>
                  </a:lnTo>
                  <a:lnTo>
                    <a:pt x="3497" y="1087"/>
                  </a:lnTo>
                  <a:lnTo>
                    <a:pt x="3516" y="1087"/>
                  </a:lnTo>
                  <a:lnTo>
                    <a:pt x="3536" y="1126"/>
                  </a:lnTo>
                  <a:lnTo>
                    <a:pt x="3536" y="1185"/>
                  </a:lnTo>
                  <a:lnTo>
                    <a:pt x="3477" y="1225"/>
                  </a:lnTo>
                  <a:lnTo>
                    <a:pt x="3457" y="1264"/>
                  </a:lnTo>
                  <a:lnTo>
                    <a:pt x="3358" y="1264"/>
                  </a:lnTo>
                  <a:lnTo>
                    <a:pt x="3378" y="1205"/>
                  </a:lnTo>
                  <a:lnTo>
                    <a:pt x="3358" y="1166"/>
                  </a:lnTo>
                  <a:lnTo>
                    <a:pt x="3358" y="1126"/>
                  </a:lnTo>
                  <a:lnTo>
                    <a:pt x="3398" y="1106"/>
                  </a:lnTo>
                  <a:lnTo>
                    <a:pt x="3418" y="1047"/>
                  </a:lnTo>
                  <a:lnTo>
                    <a:pt x="3418" y="1008"/>
                  </a:lnTo>
                  <a:lnTo>
                    <a:pt x="3398" y="988"/>
                  </a:lnTo>
                  <a:lnTo>
                    <a:pt x="3339" y="988"/>
                  </a:lnTo>
                  <a:lnTo>
                    <a:pt x="3319" y="968"/>
                  </a:lnTo>
                  <a:lnTo>
                    <a:pt x="3319" y="929"/>
                  </a:lnTo>
                  <a:lnTo>
                    <a:pt x="3339" y="869"/>
                  </a:lnTo>
                  <a:lnTo>
                    <a:pt x="3299" y="889"/>
                  </a:lnTo>
                  <a:lnTo>
                    <a:pt x="3181" y="889"/>
                  </a:lnTo>
                  <a:lnTo>
                    <a:pt x="3102" y="929"/>
                  </a:lnTo>
                  <a:lnTo>
                    <a:pt x="3141" y="889"/>
                  </a:lnTo>
                  <a:lnTo>
                    <a:pt x="3161" y="869"/>
                  </a:lnTo>
                  <a:lnTo>
                    <a:pt x="3200" y="869"/>
                  </a:lnTo>
                  <a:lnTo>
                    <a:pt x="3220" y="830"/>
                  </a:lnTo>
                  <a:lnTo>
                    <a:pt x="3161" y="850"/>
                  </a:lnTo>
                  <a:lnTo>
                    <a:pt x="3161" y="850"/>
                  </a:lnTo>
                  <a:lnTo>
                    <a:pt x="3200" y="790"/>
                  </a:lnTo>
                  <a:lnTo>
                    <a:pt x="3161" y="771"/>
                  </a:lnTo>
                  <a:lnTo>
                    <a:pt x="3141" y="771"/>
                  </a:lnTo>
                  <a:lnTo>
                    <a:pt x="3062" y="810"/>
                  </a:lnTo>
                  <a:lnTo>
                    <a:pt x="2983" y="889"/>
                  </a:lnTo>
                  <a:lnTo>
                    <a:pt x="2924" y="929"/>
                  </a:lnTo>
                  <a:lnTo>
                    <a:pt x="2944" y="909"/>
                  </a:lnTo>
                  <a:lnTo>
                    <a:pt x="2884" y="929"/>
                  </a:lnTo>
                  <a:lnTo>
                    <a:pt x="3003" y="790"/>
                  </a:lnTo>
                  <a:lnTo>
                    <a:pt x="3003" y="790"/>
                  </a:lnTo>
                  <a:lnTo>
                    <a:pt x="2944" y="810"/>
                  </a:lnTo>
                  <a:lnTo>
                    <a:pt x="2884" y="850"/>
                  </a:lnTo>
                  <a:lnTo>
                    <a:pt x="2825" y="889"/>
                  </a:lnTo>
                  <a:lnTo>
                    <a:pt x="2766" y="909"/>
                  </a:lnTo>
                  <a:lnTo>
                    <a:pt x="2786" y="850"/>
                  </a:lnTo>
                  <a:lnTo>
                    <a:pt x="2706" y="889"/>
                  </a:lnTo>
                  <a:lnTo>
                    <a:pt x="2746" y="850"/>
                  </a:lnTo>
                  <a:lnTo>
                    <a:pt x="2667" y="909"/>
                  </a:lnTo>
                  <a:lnTo>
                    <a:pt x="2608" y="929"/>
                  </a:lnTo>
                  <a:lnTo>
                    <a:pt x="2548" y="948"/>
                  </a:lnTo>
                  <a:lnTo>
                    <a:pt x="2489" y="988"/>
                  </a:lnTo>
                  <a:lnTo>
                    <a:pt x="2489" y="948"/>
                  </a:lnTo>
                  <a:lnTo>
                    <a:pt x="2489" y="869"/>
                  </a:lnTo>
                  <a:lnTo>
                    <a:pt x="2489" y="830"/>
                  </a:lnTo>
                  <a:lnTo>
                    <a:pt x="2469" y="850"/>
                  </a:lnTo>
                  <a:lnTo>
                    <a:pt x="2450" y="869"/>
                  </a:lnTo>
                  <a:lnTo>
                    <a:pt x="2548" y="692"/>
                  </a:lnTo>
                  <a:lnTo>
                    <a:pt x="2568" y="692"/>
                  </a:lnTo>
                  <a:lnTo>
                    <a:pt x="2588" y="711"/>
                  </a:lnTo>
                  <a:lnTo>
                    <a:pt x="2568" y="771"/>
                  </a:lnTo>
                  <a:lnTo>
                    <a:pt x="2568" y="810"/>
                  </a:lnTo>
                  <a:lnTo>
                    <a:pt x="2627" y="810"/>
                  </a:lnTo>
                  <a:lnTo>
                    <a:pt x="2647" y="711"/>
                  </a:lnTo>
                  <a:lnTo>
                    <a:pt x="2627" y="632"/>
                  </a:lnTo>
                  <a:lnTo>
                    <a:pt x="2608" y="573"/>
                  </a:lnTo>
                  <a:lnTo>
                    <a:pt x="2568" y="534"/>
                  </a:lnTo>
                  <a:lnTo>
                    <a:pt x="2469" y="474"/>
                  </a:lnTo>
                  <a:lnTo>
                    <a:pt x="2351" y="435"/>
                  </a:lnTo>
                  <a:lnTo>
                    <a:pt x="2311" y="455"/>
                  </a:lnTo>
                  <a:lnTo>
                    <a:pt x="2252" y="435"/>
                  </a:lnTo>
                  <a:lnTo>
                    <a:pt x="2173" y="395"/>
                  </a:lnTo>
                  <a:lnTo>
                    <a:pt x="2134" y="376"/>
                  </a:lnTo>
                  <a:lnTo>
                    <a:pt x="2074" y="376"/>
                  </a:lnTo>
                  <a:lnTo>
                    <a:pt x="2035" y="415"/>
                  </a:lnTo>
                  <a:lnTo>
                    <a:pt x="1956" y="474"/>
                  </a:lnTo>
                  <a:lnTo>
                    <a:pt x="2035" y="376"/>
                  </a:lnTo>
                  <a:lnTo>
                    <a:pt x="1916" y="198"/>
                  </a:lnTo>
                  <a:lnTo>
                    <a:pt x="1818" y="158"/>
                  </a:lnTo>
                  <a:lnTo>
                    <a:pt x="1719" y="99"/>
                  </a:lnTo>
                  <a:lnTo>
                    <a:pt x="1660" y="79"/>
                  </a:lnTo>
                  <a:lnTo>
                    <a:pt x="1541" y="79"/>
                  </a:lnTo>
                  <a:lnTo>
                    <a:pt x="1482" y="119"/>
                  </a:lnTo>
                  <a:lnTo>
                    <a:pt x="1482" y="119"/>
                  </a:lnTo>
                  <a:lnTo>
                    <a:pt x="150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5" name="Google Shape;7635;p29"/>
            <p:cNvSpPr/>
            <p:nvPr/>
          </p:nvSpPr>
          <p:spPr>
            <a:xfrm>
              <a:off x="-1255850" y="3936575"/>
              <a:ext cx="1000" cy="1025"/>
            </a:xfrm>
            <a:custGeom>
              <a:rect b="b" l="l" r="r" t="t"/>
              <a:pathLst>
                <a:path extrusionOk="0" h="41" w="40">
                  <a:moveTo>
                    <a:pt x="40" y="1"/>
                  </a:moveTo>
                  <a:lnTo>
                    <a:pt x="4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6" name="Google Shape;7636;p29"/>
            <p:cNvSpPr/>
            <p:nvPr/>
          </p:nvSpPr>
          <p:spPr>
            <a:xfrm>
              <a:off x="-1226725" y="3948425"/>
              <a:ext cx="525" cy="1025"/>
            </a:xfrm>
            <a:custGeom>
              <a:rect b="b" l="l" r="r" t="t"/>
              <a:pathLst>
                <a:path extrusionOk="0" h="41" w="21">
                  <a:moveTo>
                    <a:pt x="21" y="1"/>
                  </a:moveTo>
                  <a:lnTo>
                    <a:pt x="2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7" name="Google Shape;7637;p29"/>
            <p:cNvSpPr/>
            <p:nvPr/>
          </p:nvSpPr>
          <p:spPr>
            <a:xfrm>
              <a:off x="-1426225" y="3852150"/>
              <a:ext cx="310150" cy="250875"/>
            </a:xfrm>
            <a:custGeom>
              <a:rect b="b" l="l" r="r" t="t"/>
              <a:pathLst>
                <a:path extrusionOk="0" h="10035" w="12406">
                  <a:moveTo>
                    <a:pt x="2470" y="0"/>
                  </a:moveTo>
                  <a:lnTo>
                    <a:pt x="2391" y="20"/>
                  </a:lnTo>
                  <a:lnTo>
                    <a:pt x="2332" y="60"/>
                  </a:lnTo>
                  <a:lnTo>
                    <a:pt x="2174" y="158"/>
                  </a:lnTo>
                  <a:lnTo>
                    <a:pt x="2016" y="316"/>
                  </a:lnTo>
                  <a:lnTo>
                    <a:pt x="1858" y="514"/>
                  </a:lnTo>
                  <a:lnTo>
                    <a:pt x="1700" y="731"/>
                  </a:lnTo>
                  <a:lnTo>
                    <a:pt x="1522" y="988"/>
                  </a:lnTo>
                  <a:lnTo>
                    <a:pt x="1364" y="1284"/>
                  </a:lnTo>
                  <a:lnTo>
                    <a:pt x="1344" y="1284"/>
                  </a:lnTo>
                  <a:lnTo>
                    <a:pt x="1324" y="1324"/>
                  </a:lnTo>
                  <a:lnTo>
                    <a:pt x="1324" y="1363"/>
                  </a:lnTo>
                  <a:lnTo>
                    <a:pt x="1265" y="1422"/>
                  </a:lnTo>
                  <a:lnTo>
                    <a:pt x="1226" y="1501"/>
                  </a:lnTo>
                  <a:lnTo>
                    <a:pt x="1226" y="1521"/>
                  </a:lnTo>
                  <a:lnTo>
                    <a:pt x="1226" y="1541"/>
                  </a:lnTo>
                  <a:lnTo>
                    <a:pt x="989" y="1995"/>
                  </a:lnTo>
                  <a:lnTo>
                    <a:pt x="752" y="2450"/>
                  </a:lnTo>
                  <a:lnTo>
                    <a:pt x="554" y="2904"/>
                  </a:lnTo>
                  <a:lnTo>
                    <a:pt x="376" y="3338"/>
                  </a:lnTo>
                  <a:lnTo>
                    <a:pt x="218" y="3733"/>
                  </a:lnTo>
                  <a:lnTo>
                    <a:pt x="100" y="4049"/>
                  </a:lnTo>
                  <a:lnTo>
                    <a:pt x="21" y="4306"/>
                  </a:lnTo>
                  <a:lnTo>
                    <a:pt x="1" y="4464"/>
                  </a:lnTo>
                  <a:lnTo>
                    <a:pt x="21" y="4524"/>
                  </a:lnTo>
                  <a:lnTo>
                    <a:pt x="40" y="4563"/>
                  </a:lnTo>
                  <a:lnTo>
                    <a:pt x="139" y="4701"/>
                  </a:lnTo>
                  <a:lnTo>
                    <a:pt x="277" y="4840"/>
                  </a:lnTo>
                  <a:lnTo>
                    <a:pt x="495" y="4978"/>
                  </a:lnTo>
                  <a:lnTo>
                    <a:pt x="732" y="5156"/>
                  </a:lnTo>
                  <a:lnTo>
                    <a:pt x="1008" y="5333"/>
                  </a:lnTo>
                  <a:lnTo>
                    <a:pt x="1680" y="5709"/>
                  </a:lnTo>
                  <a:lnTo>
                    <a:pt x="2411" y="6104"/>
                  </a:lnTo>
                  <a:lnTo>
                    <a:pt x="3201" y="6519"/>
                  </a:lnTo>
                  <a:lnTo>
                    <a:pt x="4662" y="7269"/>
                  </a:lnTo>
                  <a:lnTo>
                    <a:pt x="6243" y="8099"/>
                  </a:lnTo>
                  <a:lnTo>
                    <a:pt x="7131" y="8592"/>
                  </a:lnTo>
                  <a:lnTo>
                    <a:pt x="8040" y="9067"/>
                  </a:lnTo>
                  <a:lnTo>
                    <a:pt x="8889" y="9481"/>
                  </a:lnTo>
                  <a:lnTo>
                    <a:pt x="9620" y="9797"/>
                  </a:lnTo>
                  <a:lnTo>
                    <a:pt x="9916" y="9916"/>
                  </a:lnTo>
                  <a:lnTo>
                    <a:pt x="10173" y="9995"/>
                  </a:lnTo>
                  <a:lnTo>
                    <a:pt x="10371" y="10034"/>
                  </a:lnTo>
                  <a:lnTo>
                    <a:pt x="10450" y="10034"/>
                  </a:lnTo>
                  <a:lnTo>
                    <a:pt x="10509" y="10015"/>
                  </a:lnTo>
                  <a:lnTo>
                    <a:pt x="10588" y="9955"/>
                  </a:lnTo>
                  <a:lnTo>
                    <a:pt x="10667" y="9857"/>
                  </a:lnTo>
                  <a:lnTo>
                    <a:pt x="10687" y="9837"/>
                  </a:lnTo>
                  <a:lnTo>
                    <a:pt x="10687" y="9817"/>
                  </a:lnTo>
                  <a:lnTo>
                    <a:pt x="10707" y="9797"/>
                  </a:lnTo>
                  <a:lnTo>
                    <a:pt x="10726" y="9797"/>
                  </a:lnTo>
                  <a:lnTo>
                    <a:pt x="10726" y="9778"/>
                  </a:lnTo>
                  <a:lnTo>
                    <a:pt x="10746" y="9738"/>
                  </a:lnTo>
                  <a:lnTo>
                    <a:pt x="10766" y="9718"/>
                  </a:lnTo>
                  <a:lnTo>
                    <a:pt x="10904" y="9481"/>
                  </a:lnTo>
                  <a:lnTo>
                    <a:pt x="11042" y="9225"/>
                  </a:lnTo>
                  <a:lnTo>
                    <a:pt x="11319" y="8573"/>
                  </a:lnTo>
                  <a:lnTo>
                    <a:pt x="11516" y="8099"/>
                  </a:lnTo>
                  <a:lnTo>
                    <a:pt x="11714" y="7605"/>
                  </a:lnTo>
                  <a:lnTo>
                    <a:pt x="12050" y="6637"/>
                  </a:lnTo>
                  <a:lnTo>
                    <a:pt x="12306" y="5827"/>
                  </a:lnTo>
                  <a:lnTo>
                    <a:pt x="12366" y="5551"/>
                  </a:lnTo>
                  <a:lnTo>
                    <a:pt x="12405" y="5353"/>
                  </a:lnTo>
                  <a:lnTo>
                    <a:pt x="12385" y="5274"/>
                  </a:lnTo>
                  <a:lnTo>
                    <a:pt x="12326" y="5195"/>
                  </a:lnTo>
                  <a:lnTo>
                    <a:pt x="12247" y="5096"/>
                  </a:lnTo>
                  <a:lnTo>
                    <a:pt x="12129" y="4998"/>
                  </a:lnTo>
                  <a:lnTo>
                    <a:pt x="11832" y="4800"/>
                  </a:lnTo>
                  <a:lnTo>
                    <a:pt x="11418" y="4563"/>
                  </a:lnTo>
                  <a:lnTo>
                    <a:pt x="11358" y="4524"/>
                  </a:lnTo>
                  <a:lnTo>
                    <a:pt x="11339" y="4524"/>
                  </a:lnTo>
                  <a:lnTo>
                    <a:pt x="11260" y="4484"/>
                  </a:lnTo>
                  <a:lnTo>
                    <a:pt x="11260" y="4464"/>
                  </a:lnTo>
                  <a:lnTo>
                    <a:pt x="11240" y="4464"/>
                  </a:lnTo>
                  <a:lnTo>
                    <a:pt x="11220" y="4445"/>
                  </a:lnTo>
                  <a:lnTo>
                    <a:pt x="10233" y="3970"/>
                  </a:lnTo>
                  <a:lnTo>
                    <a:pt x="8435" y="3101"/>
                  </a:lnTo>
                  <a:lnTo>
                    <a:pt x="7447" y="2627"/>
                  </a:lnTo>
                  <a:lnTo>
                    <a:pt x="6499" y="2134"/>
                  </a:lnTo>
                  <a:lnTo>
                    <a:pt x="4761" y="1205"/>
                  </a:lnTo>
                  <a:lnTo>
                    <a:pt x="3537" y="553"/>
                  </a:lnTo>
                  <a:lnTo>
                    <a:pt x="2588" y="20"/>
                  </a:lnTo>
                  <a:lnTo>
                    <a:pt x="252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8" name="Google Shape;7638;p29"/>
            <p:cNvSpPr/>
            <p:nvPr/>
          </p:nvSpPr>
          <p:spPr>
            <a:xfrm>
              <a:off x="-1160050" y="3541050"/>
              <a:ext cx="44950" cy="29150"/>
            </a:xfrm>
            <a:custGeom>
              <a:rect b="b" l="l" r="r" t="t"/>
              <a:pathLst>
                <a:path extrusionOk="0" h="1166" w="1798">
                  <a:moveTo>
                    <a:pt x="1699" y="0"/>
                  </a:moveTo>
                  <a:lnTo>
                    <a:pt x="1679" y="139"/>
                  </a:lnTo>
                  <a:lnTo>
                    <a:pt x="1659" y="336"/>
                  </a:lnTo>
                  <a:lnTo>
                    <a:pt x="1679" y="514"/>
                  </a:lnTo>
                  <a:lnTo>
                    <a:pt x="1699" y="554"/>
                  </a:lnTo>
                  <a:lnTo>
                    <a:pt x="1245" y="751"/>
                  </a:lnTo>
                  <a:lnTo>
                    <a:pt x="889" y="889"/>
                  </a:lnTo>
                  <a:lnTo>
                    <a:pt x="632" y="988"/>
                  </a:lnTo>
                  <a:lnTo>
                    <a:pt x="376" y="1067"/>
                  </a:lnTo>
                  <a:lnTo>
                    <a:pt x="297" y="1067"/>
                  </a:lnTo>
                  <a:lnTo>
                    <a:pt x="237" y="1047"/>
                  </a:lnTo>
                  <a:lnTo>
                    <a:pt x="178" y="968"/>
                  </a:lnTo>
                  <a:lnTo>
                    <a:pt x="139" y="889"/>
                  </a:lnTo>
                  <a:lnTo>
                    <a:pt x="119" y="791"/>
                  </a:lnTo>
                  <a:lnTo>
                    <a:pt x="99" y="712"/>
                  </a:lnTo>
                  <a:lnTo>
                    <a:pt x="119" y="633"/>
                  </a:lnTo>
                  <a:lnTo>
                    <a:pt x="0" y="692"/>
                  </a:lnTo>
                  <a:lnTo>
                    <a:pt x="40" y="850"/>
                  </a:lnTo>
                  <a:lnTo>
                    <a:pt x="79" y="988"/>
                  </a:lnTo>
                  <a:lnTo>
                    <a:pt x="139" y="1107"/>
                  </a:lnTo>
                  <a:lnTo>
                    <a:pt x="178" y="1146"/>
                  </a:lnTo>
                  <a:lnTo>
                    <a:pt x="218" y="1166"/>
                  </a:lnTo>
                  <a:lnTo>
                    <a:pt x="297" y="1166"/>
                  </a:lnTo>
                  <a:lnTo>
                    <a:pt x="376" y="1146"/>
                  </a:lnTo>
                  <a:lnTo>
                    <a:pt x="593" y="1087"/>
                  </a:lnTo>
                  <a:lnTo>
                    <a:pt x="830" y="1008"/>
                  </a:lnTo>
                  <a:lnTo>
                    <a:pt x="1106" y="889"/>
                  </a:lnTo>
                  <a:lnTo>
                    <a:pt x="1580" y="692"/>
                  </a:lnTo>
                  <a:lnTo>
                    <a:pt x="1798" y="593"/>
                  </a:lnTo>
                  <a:lnTo>
                    <a:pt x="1758" y="554"/>
                  </a:lnTo>
                  <a:lnTo>
                    <a:pt x="1738" y="415"/>
                  </a:lnTo>
                  <a:lnTo>
                    <a:pt x="1719" y="336"/>
                  </a:lnTo>
                  <a:lnTo>
                    <a:pt x="1719" y="238"/>
                  </a:lnTo>
                  <a:lnTo>
                    <a:pt x="1758" y="119"/>
                  </a:lnTo>
                  <a:lnTo>
                    <a:pt x="1798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9" name="Google Shape;7639;p29"/>
            <p:cNvSpPr/>
            <p:nvPr/>
          </p:nvSpPr>
          <p:spPr>
            <a:xfrm>
              <a:off x="-1201050" y="3651650"/>
              <a:ext cx="61750" cy="19800"/>
            </a:xfrm>
            <a:custGeom>
              <a:rect b="b" l="l" r="r" t="t"/>
              <a:pathLst>
                <a:path extrusionOk="0" h="792" w="2470">
                  <a:moveTo>
                    <a:pt x="2154" y="1"/>
                  </a:moveTo>
                  <a:lnTo>
                    <a:pt x="1917" y="60"/>
                  </a:lnTo>
                  <a:lnTo>
                    <a:pt x="1166" y="218"/>
                  </a:lnTo>
                  <a:lnTo>
                    <a:pt x="929" y="277"/>
                  </a:lnTo>
                  <a:lnTo>
                    <a:pt x="712" y="357"/>
                  </a:lnTo>
                  <a:lnTo>
                    <a:pt x="514" y="455"/>
                  </a:lnTo>
                  <a:lnTo>
                    <a:pt x="337" y="554"/>
                  </a:lnTo>
                  <a:lnTo>
                    <a:pt x="100" y="732"/>
                  </a:lnTo>
                  <a:lnTo>
                    <a:pt x="1" y="791"/>
                  </a:lnTo>
                  <a:lnTo>
                    <a:pt x="100" y="752"/>
                  </a:lnTo>
                  <a:lnTo>
                    <a:pt x="337" y="633"/>
                  </a:lnTo>
                  <a:lnTo>
                    <a:pt x="672" y="495"/>
                  </a:lnTo>
                  <a:lnTo>
                    <a:pt x="870" y="436"/>
                  </a:lnTo>
                  <a:lnTo>
                    <a:pt x="1087" y="376"/>
                  </a:lnTo>
                  <a:lnTo>
                    <a:pt x="1542" y="317"/>
                  </a:lnTo>
                  <a:lnTo>
                    <a:pt x="1996" y="277"/>
                  </a:lnTo>
                  <a:lnTo>
                    <a:pt x="2470" y="238"/>
                  </a:lnTo>
                  <a:lnTo>
                    <a:pt x="215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0" name="Google Shape;7640;p29"/>
            <p:cNvSpPr/>
            <p:nvPr/>
          </p:nvSpPr>
          <p:spPr>
            <a:xfrm>
              <a:off x="-1604475" y="3372675"/>
              <a:ext cx="1500" cy="25"/>
            </a:xfrm>
            <a:custGeom>
              <a:rect b="b" l="l" r="r" t="t"/>
              <a:pathLst>
                <a:path extrusionOk="0" h="1" w="60">
                  <a:moveTo>
                    <a:pt x="60" y="0"/>
                  </a:moveTo>
                  <a:lnTo>
                    <a:pt x="6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60" y="0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1" name="Google Shape;7641;p29"/>
            <p:cNvSpPr/>
            <p:nvPr/>
          </p:nvSpPr>
          <p:spPr>
            <a:xfrm>
              <a:off x="-1617800" y="3278850"/>
              <a:ext cx="158525" cy="230125"/>
            </a:xfrm>
            <a:custGeom>
              <a:rect b="b" l="l" r="r" t="t"/>
              <a:pathLst>
                <a:path extrusionOk="0" h="9205" w="6341">
                  <a:moveTo>
                    <a:pt x="1245" y="4089"/>
                  </a:moveTo>
                  <a:lnTo>
                    <a:pt x="1324" y="4148"/>
                  </a:lnTo>
                  <a:lnTo>
                    <a:pt x="1324" y="4148"/>
                  </a:lnTo>
                  <a:lnTo>
                    <a:pt x="1284" y="4109"/>
                  </a:lnTo>
                  <a:lnTo>
                    <a:pt x="1245" y="4089"/>
                  </a:lnTo>
                  <a:close/>
                  <a:moveTo>
                    <a:pt x="2054" y="5570"/>
                  </a:moveTo>
                  <a:lnTo>
                    <a:pt x="1995" y="5590"/>
                  </a:lnTo>
                  <a:lnTo>
                    <a:pt x="1857" y="5728"/>
                  </a:lnTo>
                  <a:lnTo>
                    <a:pt x="1896" y="5728"/>
                  </a:lnTo>
                  <a:lnTo>
                    <a:pt x="1916" y="5748"/>
                  </a:lnTo>
                  <a:lnTo>
                    <a:pt x="1896" y="5787"/>
                  </a:lnTo>
                  <a:lnTo>
                    <a:pt x="1896" y="5827"/>
                  </a:lnTo>
                  <a:lnTo>
                    <a:pt x="1877" y="5847"/>
                  </a:lnTo>
                  <a:lnTo>
                    <a:pt x="1896" y="5867"/>
                  </a:lnTo>
                  <a:lnTo>
                    <a:pt x="1956" y="5807"/>
                  </a:lnTo>
                  <a:lnTo>
                    <a:pt x="2015" y="5787"/>
                  </a:lnTo>
                  <a:lnTo>
                    <a:pt x="1995" y="5847"/>
                  </a:lnTo>
                  <a:lnTo>
                    <a:pt x="2173" y="5728"/>
                  </a:lnTo>
                  <a:lnTo>
                    <a:pt x="2153" y="5728"/>
                  </a:lnTo>
                  <a:lnTo>
                    <a:pt x="2153" y="5708"/>
                  </a:lnTo>
                  <a:lnTo>
                    <a:pt x="2133" y="5689"/>
                  </a:lnTo>
                  <a:lnTo>
                    <a:pt x="2074" y="5689"/>
                  </a:lnTo>
                  <a:lnTo>
                    <a:pt x="2054" y="5669"/>
                  </a:lnTo>
                  <a:lnTo>
                    <a:pt x="2074" y="5629"/>
                  </a:lnTo>
                  <a:lnTo>
                    <a:pt x="2133" y="5629"/>
                  </a:lnTo>
                  <a:lnTo>
                    <a:pt x="2114" y="5610"/>
                  </a:lnTo>
                  <a:lnTo>
                    <a:pt x="2094" y="5570"/>
                  </a:lnTo>
                  <a:close/>
                  <a:moveTo>
                    <a:pt x="3321" y="7543"/>
                  </a:moveTo>
                  <a:lnTo>
                    <a:pt x="3319" y="7545"/>
                  </a:lnTo>
                  <a:lnTo>
                    <a:pt x="3338" y="7545"/>
                  </a:lnTo>
                  <a:lnTo>
                    <a:pt x="3321" y="7543"/>
                  </a:lnTo>
                  <a:close/>
                  <a:moveTo>
                    <a:pt x="1640" y="0"/>
                  </a:moveTo>
                  <a:lnTo>
                    <a:pt x="0" y="810"/>
                  </a:lnTo>
                  <a:lnTo>
                    <a:pt x="1087" y="3259"/>
                  </a:lnTo>
                  <a:lnTo>
                    <a:pt x="1225" y="3200"/>
                  </a:lnTo>
                  <a:lnTo>
                    <a:pt x="1383" y="3180"/>
                  </a:lnTo>
                  <a:lnTo>
                    <a:pt x="1383" y="3180"/>
                  </a:lnTo>
                  <a:lnTo>
                    <a:pt x="1343" y="3200"/>
                  </a:lnTo>
                  <a:lnTo>
                    <a:pt x="1324" y="3259"/>
                  </a:lnTo>
                  <a:lnTo>
                    <a:pt x="1324" y="3318"/>
                  </a:lnTo>
                  <a:lnTo>
                    <a:pt x="1304" y="3378"/>
                  </a:lnTo>
                  <a:lnTo>
                    <a:pt x="1225" y="3417"/>
                  </a:lnTo>
                  <a:lnTo>
                    <a:pt x="1166" y="3457"/>
                  </a:lnTo>
                  <a:lnTo>
                    <a:pt x="1106" y="3516"/>
                  </a:lnTo>
                  <a:lnTo>
                    <a:pt x="1087" y="3516"/>
                  </a:lnTo>
                  <a:lnTo>
                    <a:pt x="1047" y="3496"/>
                  </a:lnTo>
                  <a:lnTo>
                    <a:pt x="1146" y="3397"/>
                  </a:lnTo>
                  <a:lnTo>
                    <a:pt x="1166" y="3378"/>
                  </a:lnTo>
                  <a:lnTo>
                    <a:pt x="1126" y="3378"/>
                  </a:lnTo>
                  <a:lnTo>
                    <a:pt x="1027" y="3496"/>
                  </a:lnTo>
                  <a:lnTo>
                    <a:pt x="929" y="3635"/>
                  </a:lnTo>
                  <a:lnTo>
                    <a:pt x="850" y="3654"/>
                  </a:lnTo>
                  <a:lnTo>
                    <a:pt x="810" y="3654"/>
                  </a:lnTo>
                  <a:lnTo>
                    <a:pt x="790" y="3635"/>
                  </a:lnTo>
                  <a:lnTo>
                    <a:pt x="850" y="3615"/>
                  </a:lnTo>
                  <a:lnTo>
                    <a:pt x="909" y="3575"/>
                  </a:lnTo>
                  <a:lnTo>
                    <a:pt x="810" y="3575"/>
                  </a:lnTo>
                  <a:lnTo>
                    <a:pt x="731" y="3635"/>
                  </a:lnTo>
                  <a:lnTo>
                    <a:pt x="652" y="3694"/>
                  </a:lnTo>
                  <a:lnTo>
                    <a:pt x="593" y="3753"/>
                  </a:lnTo>
                  <a:lnTo>
                    <a:pt x="632" y="3793"/>
                  </a:lnTo>
                  <a:lnTo>
                    <a:pt x="652" y="3793"/>
                  </a:lnTo>
                  <a:lnTo>
                    <a:pt x="691" y="3773"/>
                  </a:lnTo>
                  <a:lnTo>
                    <a:pt x="652" y="3832"/>
                  </a:lnTo>
                  <a:lnTo>
                    <a:pt x="652" y="3852"/>
                  </a:lnTo>
                  <a:lnTo>
                    <a:pt x="691" y="3872"/>
                  </a:lnTo>
                  <a:lnTo>
                    <a:pt x="731" y="3891"/>
                  </a:lnTo>
                  <a:lnTo>
                    <a:pt x="770" y="3911"/>
                  </a:lnTo>
                  <a:lnTo>
                    <a:pt x="790" y="3931"/>
                  </a:lnTo>
                  <a:lnTo>
                    <a:pt x="790" y="3970"/>
                  </a:lnTo>
                  <a:lnTo>
                    <a:pt x="770" y="4010"/>
                  </a:lnTo>
                  <a:lnTo>
                    <a:pt x="830" y="3970"/>
                  </a:lnTo>
                  <a:lnTo>
                    <a:pt x="869" y="3951"/>
                  </a:lnTo>
                  <a:lnTo>
                    <a:pt x="929" y="3951"/>
                  </a:lnTo>
                  <a:lnTo>
                    <a:pt x="929" y="3970"/>
                  </a:lnTo>
                  <a:lnTo>
                    <a:pt x="929" y="3990"/>
                  </a:lnTo>
                  <a:lnTo>
                    <a:pt x="909" y="4010"/>
                  </a:lnTo>
                  <a:lnTo>
                    <a:pt x="830" y="4089"/>
                  </a:lnTo>
                  <a:lnTo>
                    <a:pt x="889" y="4089"/>
                  </a:lnTo>
                  <a:lnTo>
                    <a:pt x="948" y="4109"/>
                  </a:lnTo>
                  <a:lnTo>
                    <a:pt x="968" y="4128"/>
                  </a:lnTo>
                  <a:lnTo>
                    <a:pt x="968" y="4148"/>
                  </a:lnTo>
                  <a:lnTo>
                    <a:pt x="988" y="4148"/>
                  </a:lnTo>
                  <a:lnTo>
                    <a:pt x="1027" y="4128"/>
                  </a:lnTo>
                  <a:lnTo>
                    <a:pt x="1106" y="4089"/>
                  </a:lnTo>
                  <a:lnTo>
                    <a:pt x="1185" y="4030"/>
                  </a:lnTo>
                  <a:lnTo>
                    <a:pt x="1245" y="4010"/>
                  </a:lnTo>
                  <a:lnTo>
                    <a:pt x="1383" y="4010"/>
                  </a:lnTo>
                  <a:lnTo>
                    <a:pt x="1383" y="4030"/>
                  </a:lnTo>
                  <a:lnTo>
                    <a:pt x="1383" y="4069"/>
                  </a:lnTo>
                  <a:lnTo>
                    <a:pt x="1403" y="4089"/>
                  </a:lnTo>
                  <a:lnTo>
                    <a:pt x="1422" y="4109"/>
                  </a:lnTo>
                  <a:lnTo>
                    <a:pt x="1363" y="4148"/>
                  </a:lnTo>
                  <a:lnTo>
                    <a:pt x="1324" y="4148"/>
                  </a:lnTo>
                  <a:lnTo>
                    <a:pt x="1403" y="4207"/>
                  </a:lnTo>
                  <a:lnTo>
                    <a:pt x="1343" y="4247"/>
                  </a:lnTo>
                  <a:lnTo>
                    <a:pt x="1304" y="4267"/>
                  </a:lnTo>
                  <a:lnTo>
                    <a:pt x="1264" y="4247"/>
                  </a:lnTo>
                  <a:lnTo>
                    <a:pt x="1245" y="4207"/>
                  </a:lnTo>
                  <a:lnTo>
                    <a:pt x="1225" y="4247"/>
                  </a:lnTo>
                  <a:lnTo>
                    <a:pt x="1225" y="4286"/>
                  </a:lnTo>
                  <a:lnTo>
                    <a:pt x="1245" y="4306"/>
                  </a:lnTo>
                  <a:lnTo>
                    <a:pt x="1264" y="4326"/>
                  </a:lnTo>
                  <a:lnTo>
                    <a:pt x="1343" y="4326"/>
                  </a:lnTo>
                  <a:lnTo>
                    <a:pt x="1442" y="4306"/>
                  </a:lnTo>
                  <a:lnTo>
                    <a:pt x="1442" y="4365"/>
                  </a:lnTo>
                  <a:lnTo>
                    <a:pt x="1442" y="4385"/>
                  </a:lnTo>
                  <a:lnTo>
                    <a:pt x="1422" y="4425"/>
                  </a:lnTo>
                  <a:lnTo>
                    <a:pt x="1343" y="4444"/>
                  </a:lnTo>
                  <a:lnTo>
                    <a:pt x="1245" y="4484"/>
                  </a:lnTo>
                  <a:lnTo>
                    <a:pt x="1146" y="4504"/>
                  </a:lnTo>
                  <a:lnTo>
                    <a:pt x="1067" y="4504"/>
                  </a:lnTo>
                  <a:lnTo>
                    <a:pt x="1067" y="4464"/>
                  </a:lnTo>
                  <a:lnTo>
                    <a:pt x="1087" y="4444"/>
                  </a:lnTo>
                  <a:lnTo>
                    <a:pt x="1146" y="4425"/>
                  </a:lnTo>
                  <a:lnTo>
                    <a:pt x="1205" y="4405"/>
                  </a:lnTo>
                  <a:lnTo>
                    <a:pt x="1225" y="4385"/>
                  </a:lnTo>
                  <a:lnTo>
                    <a:pt x="1245" y="4365"/>
                  </a:lnTo>
                  <a:lnTo>
                    <a:pt x="1106" y="4405"/>
                  </a:lnTo>
                  <a:lnTo>
                    <a:pt x="1126" y="4385"/>
                  </a:lnTo>
                  <a:lnTo>
                    <a:pt x="1106" y="4365"/>
                  </a:lnTo>
                  <a:lnTo>
                    <a:pt x="1067" y="4346"/>
                  </a:lnTo>
                  <a:lnTo>
                    <a:pt x="1027" y="4326"/>
                  </a:lnTo>
                  <a:lnTo>
                    <a:pt x="1047" y="4326"/>
                  </a:lnTo>
                  <a:lnTo>
                    <a:pt x="1067" y="4306"/>
                  </a:lnTo>
                  <a:lnTo>
                    <a:pt x="1106" y="4326"/>
                  </a:lnTo>
                  <a:lnTo>
                    <a:pt x="1087" y="4267"/>
                  </a:lnTo>
                  <a:lnTo>
                    <a:pt x="1067" y="4227"/>
                  </a:lnTo>
                  <a:lnTo>
                    <a:pt x="1027" y="4207"/>
                  </a:lnTo>
                  <a:lnTo>
                    <a:pt x="929" y="4207"/>
                  </a:lnTo>
                  <a:lnTo>
                    <a:pt x="909" y="4247"/>
                  </a:lnTo>
                  <a:lnTo>
                    <a:pt x="929" y="4286"/>
                  </a:lnTo>
                  <a:lnTo>
                    <a:pt x="968" y="4365"/>
                  </a:lnTo>
                  <a:lnTo>
                    <a:pt x="988" y="4425"/>
                  </a:lnTo>
                  <a:lnTo>
                    <a:pt x="988" y="4464"/>
                  </a:lnTo>
                  <a:lnTo>
                    <a:pt x="948" y="4504"/>
                  </a:lnTo>
                  <a:lnTo>
                    <a:pt x="1225" y="4602"/>
                  </a:lnTo>
                  <a:lnTo>
                    <a:pt x="1324" y="4504"/>
                  </a:lnTo>
                  <a:lnTo>
                    <a:pt x="1383" y="4484"/>
                  </a:lnTo>
                  <a:lnTo>
                    <a:pt x="1462" y="4464"/>
                  </a:lnTo>
                  <a:lnTo>
                    <a:pt x="1363" y="4523"/>
                  </a:lnTo>
                  <a:lnTo>
                    <a:pt x="1324" y="4602"/>
                  </a:lnTo>
                  <a:lnTo>
                    <a:pt x="1284" y="4662"/>
                  </a:lnTo>
                  <a:lnTo>
                    <a:pt x="1284" y="4721"/>
                  </a:lnTo>
                  <a:lnTo>
                    <a:pt x="1343" y="4701"/>
                  </a:lnTo>
                  <a:lnTo>
                    <a:pt x="1383" y="4681"/>
                  </a:lnTo>
                  <a:lnTo>
                    <a:pt x="1462" y="4681"/>
                  </a:lnTo>
                  <a:lnTo>
                    <a:pt x="1521" y="4701"/>
                  </a:lnTo>
                  <a:lnTo>
                    <a:pt x="1561" y="4681"/>
                  </a:lnTo>
                  <a:lnTo>
                    <a:pt x="1600" y="4662"/>
                  </a:lnTo>
                  <a:lnTo>
                    <a:pt x="1561" y="4642"/>
                  </a:lnTo>
                  <a:lnTo>
                    <a:pt x="1580" y="4622"/>
                  </a:lnTo>
                  <a:lnTo>
                    <a:pt x="1640" y="4563"/>
                  </a:lnTo>
                  <a:lnTo>
                    <a:pt x="1659" y="4583"/>
                  </a:lnTo>
                  <a:lnTo>
                    <a:pt x="1699" y="4583"/>
                  </a:lnTo>
                  <a:lnTo>
                    <a:pt x="1758" y="4563"/>
                  </a:lnTo>
                  <a:lnTo>
                    <a:pt x="1798" y="4543"/>
                  </a:lnTo>
                  <a:lnTo>
                    <a:pt x="1817" y="4543"/>
                  </a:lnTo>
                  <a:lnTo>
                    <a:pt x="1817" y="4602"/>
                  </a:lnTo>
                  <a:lnTo>
                    <a:pt x="1778" y="4622"/>
                  </a:lnTo>
                  <a:lnTo>
                    <a:pt x="1738" y="4642"/>
                  </a:lnTo>
                  <a:lnTo>
                    <a:pt x="1719" y="4662"/>
                  </a:lnTo>
                  <a:lnTo>
                    <a:pt x="1719" y="4701"/>
                  </a:lnTo>
                  <a:lnTo>
                    <a:pt x="1719" y="4721"/>
                  </a:lnTo>
                  <a:lnTo>
                    <a:pt x="1521" y="4741"/>
                  </a:lnTo>
                  <a:lnTo>
                    <a:pt x="1324" y="4741"/>
                  </a:lnTo>
                  <a:lnTo>
                    <a:pt x="1304" y="4760"/>
                  </a:lnTo>
                  <a:lnTo>
                    <a:pt x="1324" y="4780"/>
                  </a:lnTo>
                  <a:lnTo>
                    <a:pt x="1324" y="4820"/>
                  </a:lnTo>
                  <a:lnTo>
                    <a:pt x="1304" y="4859"/>
                  </a:lnTo>
                  <a:lnTo>
                    <a:pt x="1363" y="4820"/>
                  </a:lnTo>
                  <a:lnTo>
                    <a:pt x="1422" y="4800"/>
                  </a:lnTo>
                  <a:lnTo>
                    <a:pt x="1462" y="4780"/>
                  </a:lnTo>
                  <a:lnTo>
                    <a:pt x="1501" y="4760"/>
                  </a:lnTo>
                  <a:lnTo>
                    <a:pt x="1640" y="4820"/>
                  </a:lnTo>
                  <a:lnTo>
                    <a:pt x="1778" y="4859"/>
                  </a:lnTo>
                  <a:lnTo>
                    <a:pt x="1857" y="4899"/>
                  </a:lnTo>
                  <a:lnTo>
                    <a:pt x="1936" y="4938"/>
                  </a:lnTo>
                  <a:lnTo>
                    <a:pt x="1837" y="4978"/>
                  </a:lnTo>
                  <a:lnTo>
                    <a:pt x="1719" y="4958"/>
                  </a:lnTo>
                  <a:lnTo>
                    <a:pt x="1640" y="4938"/>
                  </a:lnTo>
                  <a:lnTo>
                    <a:pt x="1580" y="4938"/>
                  </a:lnTo>
                  <a:lnTo>
                    <a:pt x="1521" y="4958"/>
                  </a:lnTo>
                  <a:lnTo>
                    <a:pt x="1462" y="4978"/>
                  </a:lnTo>
                  <a:lnTo>
                    <a:pt x="1383" y="5017"/>
                  </a:lnTo>
                  <a:lnTo>
                    <a:pt x="1442" y="5037"/>
                  </a:lnTo>
                  <a:lnTo>
                    <a:pt x="1561" y="5037"/>
                  </a:lnTo>
                  <a:lnTo>
                    <a:pt x="1561" y="5057"/>
                  </a:lnTo>
                  <a:lnTo>
                    <a:pt x="1541" y="5096"/>
                  </a:lnTo>
                  <a:lnTo>
                    <a:pt x="1521" y="5116"/>
                  </a:lnTo>
                  <a:lnTo>
                    <a:pt x="1541" y="5155"/>
                  </a:lnTo>
                  <a:lnTo>
                    <a:pt x="1561" y="5175"/>
                  </a:lnTo>
                  <a:lnTo>
                    <a:pt x="1620" y="5215"/>
                  </a:lnTo>
                  <a:lnTo>
                    <a:pt x="1659" y="5274"/>
                  </a:lnTo>
                  <a:lnTo>
                    <a:pt x="1719" y="5195"/>
                  </a:lnTo>
                  <a:lnTo>
                    <a:pt x="1758" y="5215"/>
                  </a:lnTo>
                  <a:lnTo>
                    <a:pt x="1778" y="5234"/>
                  </a:lnTo>
                  <a:lnTo>
                    <a:pt x="1778" y="5313"/>
                  </a:lnTo>
                  <a:lnTo>
                    <a:pt x="1738" y="5313"/>
                  </a:lnTo>
                  <a:lnTo>
                    <a:pt x="1798" y="5333"/>
                  </a:lnTo>
                  <a:lnTo>
                    <a:pt x="1778" y="5353"/>
                  </a:lnTo>
                  <a:lnTo>
                    <a:pt x="1817" y="5353"/>
                  </a:lnTo>
                  <a:lnTo>
                    <a:pt x="1837" y="5373"/>
                  </a:lnTo>
                  <a:lnTo>
                    <a:pt x="1857" y="5412"/>
                  </a:lnTo>
                  <a:lnTo>
                    <a:pt x="1877" y="5471"/>
                  </a:lnTo>
                  <a:lnTo>
                    <a:pt x="1936" y="5531"/>
                  </a:lnTo>
                  <a:lnTo>
                    <a:pt x="1975" y="5491"/>
                  </a:lnTo>
                  <a:lnTo>
                    <a:pt x="1956" y="5471"/>
                  </a:lnTo>
                  <a:lnTo>
                    <a:pt x="1916" y="5432"/>
                  </a:lnTo>
                  <a:lnTo>
                    <a:pt x="1896" y="5412"/>
                  </a:lnTo>
                  <a:lnTo>
                    <a:pt x="1916" y="5373"/>
                  </a:lnTo>
                  <a:lnTo>
                    <a:pt x="1956" y="5333"/>
                  </a:lnTo>
                  <a:lnTo>
                    <a:pt x="1975" y="5313"/>
                  </a:lnTo>
                  <a:lnTo>
                    <a:pt x="2035" y="5294"/>
                  </a:lnTo>
                  <a:lnTo>
                    <a:pt x="2054" y="5313"/>
                  </a:lnTo>
                  <a:lnTo>
                    <a:pt x="2074" y="5353"/>
                  </a:lnTo>
                  <a:lnTo>
                    <a:pt x="2153" y="5373"/>
                  </a:lnTo>
                  <a:lnTo>
                    <a:pt x="2232" y="5412"/>
                  </a:lnTo>
                  <a:lnTo>
                    <a:pt x="2272" y="5432"/>
                  </a:lnTo>
                  <a:lnTo>
                    <a:pt x="2291" y="5471"/>
                  </a:lnTo>
                  <a:lnTo>
                    <a:pt x="2311" y="5432"/>
                  </a:lnTo>
                  <a:lnTo>
                    <a:pt x="2370" y="5432"/>
                  </a:lnTo>
                  <a:lnTo>
                    <a:pt x="2390" y="5452"/>
                  </a:lnTo>
                  <a:lnTo>
                    <a:pt x="2410" y="5531"/>
                  </a:lnTo>
                  <a:lnTo>
                    <a:pt x="2390" y="5550"/>
                  </a:lnTo>
                  <a:lnTo>
                    <a:pt x="2370" y="5590"/>
                  </a:lnTo>
                  <a:lnTo>
                    <a:pt x="2232" y="5590"/>
                  </a:lnTo>
                  <a:lnTo>
                    <a:pt x="2193" y="5610"/>
                  </a:lnTo>
                  <a:lnTo>
                    <a:pt x="2173" y="5629"/>
                  </a:lnTo>
                  <a:lnTo>
                    <a:pt x="2133" y="5629"/>
                  </a:lnTo>
                  <a:lnTo>
                    <a:pt x="2193" y="5649"/>
                  </a:lnTo>
                  <a:lnTo>
                    <a:pt x="2272" y="5629"/>
                  </a:lnTo>
                  <a:lnTo>
                    <a:pt x="2331" y="5649"/>
                  </a:lnTo>
                  <a:lnTo>
                    <a:pt x="2351" y="5669"/>
                  </a:lnTo>
                  <a:lnTo>
                    <a:pt x="2390" y="5689"/>
                  </a:lnTo>
                  <a:lnTo>
                    <a:pt x="2351" y="5708"/>
                  </a:lnTo>
                  <a:lnTo>
                    <a:pt x="2331" y="5708"/>
                  </a:lnTo>
                  <a:lnTo>
                    <a:pt x="2311" y="5689"/>
                  </a:lnTo>
                  <a:lnTo>
                    <a:pt x="2291" y="5689"/>
                  </a:lnTo>
                  <a:lnTo>
                    <a:pt x="2272" y="5708"/>
                  </a:lnTo>
                  <a:lnTo>
                    <a:pt x="2291" y="5728"/>
                  </a:lnTo>
                  <a:lnTo>
                    <a:pt x="2331" y="5748"/>
                  </a:lnTo>
                  <a:lnTo>
                    <a:pt x="2390" y="5768"/>
                  </a:lnTo>
                  <a:lnTo>
                    <a:pt x="2390" y="5787"/>
                  </a:lnTo>
                  <a:lnTo>
                    <a:pt x="2390" y="5807"/>
                  </a:lnTo>
                  <a:lnTo>
                    <a:pt x="2252" y="5807"/>
                  </a:lnTo>
                  <a:lnTo>
                    <a:pt x="2212" y="5827"/>
                  </a:lnTo>
                  <a:lnTo>
                    <a:pt x="2153" y="5867"/>
                  </a:lnTo>
                  <a:lnTo>
                    <a:pt x="2212" y="5867"/>
                  </a:lnTo>
                  <a:lnTo>
                    <a:pt x="2311" y="5847"/>
                  </a:lnTo>
                  <a:lnTo>
                    <a:pt x="2311" y="5847"/>
                  </a:lnTo>
                  <a:lnTo>
                    <a:pt x="2291" y="5867"/>
                  </a:lnTo>
                  <a:lnTo>
                    <a:pt x="2272" y="5886"/>
                  </a:lnTo>
                  <a:lnTo>
                    <a:pt x="2232" y="5906"/>
                  </a:lnTo>
                  <a:lnTo>
                    <a:pt x="2252" y="5906"/>
                  </a:lnTo>
                  <a:lnTo>
                    <a:pt x="2331" y="5886"/>
                  </a:lnTo>
                  <a:lnTo>
                    <a:pt x="2370" y="5886"/>
                  </a:lnTo>
                  <a:lnTo>
                    <a:pt x="2370" y="5906"/>
                  </a:lnTo>
                  <a:lnTo>
                    <a:pt x="2331" y="5946"/>
                  </a:lnTo>
                  <a:lnTo>
                    <a:pt x="2291" y="5965"/>
                  </a:lnTo>
                  <a:lnTo>
                    <a:pt x="2311" y="6005"/>
                  </a:lnTo>
                  <a:lnTo>
                    <a:pt x="2449" y="6005"/>
                  </a:lnTo>
                  <a:lnTo>
                    <a:pt x="2449" y="5985"/>
                  </a:lnTo>
                  <a:lnTo>
                    <a:pt x="2469" y="5965"/>
                  </a:lnTo>
                  <a:lnTo>
                    <a:pt x="2548" y="5906"/>
                  </a:lnTo>
                  <a:lnTo>
                    <a:pt x="2627" y="5886"/>
                  </a:lnTo>
                  <a:lnTo>
                    <a:pt x="2686" y="5886"/>
                  </a:lnTo>
                  <a:lnTo>
                    <a:pt x="2726" y="5946"/>
                  </a:lnTo>
                  <a:lnTo>
                    <a:pt x="2765" y="6005"/>
                  </a:lnTo>
                  <a:lnTo>
                    <a:pt x="2785" y="6025"/>
                  </a:lnTo>
                  <a:lnTo>
                    <a:pt x="2765" y="6044"/>
                  </a:lnTo>
                  <a:lnTo>
                    <a:pt x="2746" y="6084"/>
                  </a:lnTo>
                  <a:lnTo>
                    <a:pt x="2706" y="6143"/>
                  </a:lnTo>
                  <a:lnTo>
                    <a:pt x="2825" y="6123"/>
                  </a:lnTo>
                  <a:lnTo>
                    <a:pt x="2765" y="6163"/>
                  </a:lnTo>
                  <a:lnTo>
                    <a:pt x="2746" y="6183"/>
                  </a:lnTo>
                  <a:lnTo>
                    <a:pt x="2765" y="6183"/>
                  </a:lnTo>
                  <a:lnTo>
                    <a:pt x="2785" y="6222"/>
                  </a:lnTo>
                  <a:lnTo>
                    <a:pt x="2785" y="6242"/>
                  </a:lnTo>
                  <a:lnTo>
                    <a:pt x="2746" y="6262"/>
                  </a:lnTo>
                  <a:lnTo>
                    <a:pt x="2726" y="6262"/>
                  </a:lnTo>
                  <a:lnTo>
                    <a:pt x="2686" y="6222"/>
                  </a:lnTo>
                  <a:lnTo>
                    <a:pt x="2667" y="6202"/>
                  </a:lnTo>
                  <a:lnTo>
                    <a:pt x="2568" y="6202"/>
                  </a:lnTo>
                  <a:lnTo>
                    <a:pt x="2489" y="6222"/>
                  </a:lnTo>
                  <a:lnTo>
                    <a:pt x="2489" y="6262"/>
                  </a:lnTo>
                  <a:lnTo>
                    <a:pt x="2469" y="6281"/>
                  </a:lnTo>
                  <a:lnTo>
                    <a:pt x="2410" y="6301"/>
                  </a:lnTo>
                  <a:lnTo>
                    <a:pt x="2351" y="6321"/>
                  </a:lnTo>
                  <a:lnTo>
                    <a:pt x="2370" y="6341"/>
                  </a:lnTo>
                  <a:lnTo>
                    <a:pt x="2430" y="6321"/>
                  </a:lnTo>
                  <a:lnTo>
                    <a:pt x="2528" y="6281"/>
                  </a:lnTo>
                  <a:lnTo>
                    <a:pt x="2627" y="6242"/>
                  </a:lnTo>
                  <a:lnTo>
                    <a:pt x="2607" y="6281"/>
                  </a:lnTo>
                  <a:lnTo>
                    <a:pt x="2607" y="6321"/>
                  </a:lnTo>
                  <a:lnTo>
                    <a:pt x="2588" y="6360"/>
                  </a:lnTo>
                  <a:lnTo>
                    <a:pt x="2528" y="6380"/>
                  </a:lnTo>
                  <a:lnTo>
                    <a:pt x="2528" y="6400"/>
                  </a:lnTo>
                  <a:lnTo>
                    <a:pt x="2667" y="6400"/>
                  </a:lnTo>
                  <a:lnTo>
                    <a:pt x="2686" y="6420"/>
                  </a:lnTo>
                  <a:lnTo>
                    <a:pt x="2509" y="6499"/>
                  </a:lnTo>
                  <a:lnTo>
                    <a:pt x="2469" y="6518"/>
                  </a:lnTo>
                  <a:lnTo>
                    <a:pt x="2489" y="6518"/>
                  </a:lnTo>
                  <a:lnTo>
                    <a:pt x="2489" y="6538"/>
                  </a:lnTo>
                  <a:lnTo>
                    <a:pt x="2489" y="6597"/>
                  </a:lnTo>
                  <a:lnTo>
                    <a:pt x="2528" y="6558"/>
                  </a:lnTo>
                  <a:lnTo>
                    <a:pt x="2568" y="6538"/>
                  </a:lnTo>
                  <a:lnTo>
                    <a:pt x="2548" y="6518"/>
                  </a:lnTo>
                  <a:lnTo>
                    <a:pt x="2607" y="6518"/>
                  </a:lnTo>
                  <a:lnTo>
                    <a:pt x="2647" y="6558"/>
                  </a:lnTo>
                  <a:lnTo>
                    <a:pt x="2667" y="6578"/>
                  </a:lnTo>
                  <a:lnTo>
                    <a:pt x="2706" y="6578"/>
                  </a:lnTo>
                  <a:lnTo>
                    <a:pt x="2667" y="6597"/>
                  </a:lnTo>
                  <a:lnTo>
                    <a:pt x="2647" y="6617"/>
                  </a:lnTo>
                  <a:lnTo>
                    <a:pt x="2667" y="6676"/>
                  </a:lnTo>
                  <a:lnTo>
                    <a:pt x="2686" y="6716"/>
                  </a:lnTo>
                  <a:lnTo>
                    <a:pt x="2706" y="6736"/>
                  </a:lnTo>
                  <a:lnTo>
                    <a:pt x="2686" y="6755"/>
                  </a:lnTo>
                  <a:lnTo>
                    <a:pt x="2785" y="6716"/>
                  </a:lnTo>
                  <a:lnTo>
                    <a:pt x="2805" y="6696"/>
                  </a:lnTo>
                  <a:lnTo>
                    <a:pt x="2785" y="6676"/>
                  </a:lnTo>
                  <a:lnTo>
                    <a:pt x="2765" y="6676"/>
                  </a:lnTo>
                  <a:lnTo>
                    <a:pt x="2726" y="6657"/>
                  </a:lnTo>
                  <a:lnTo>
                    <a:pt x="2706" y="6657"/>
                  </a:lnTo>
                  <a:lnTo>
                    <a:pt x="2726" y="6637"/>
                  </a:lnTo>
                  <a:lnTo>
                    <a:pt x="2785" y="6597"/>
                  </a:lnTo>
                  <a:lnTo>
                    <a:pt x="2825" y="6597"/>
                  </a:lnTo>
                  <a:lnTo>
                    <a:pt x="2864" y="6637"/>
                  </a:lnTo>
                  <a:lnTo>
                    <a:pt x="2904" y="6696"/>
                  </a:lnTo>
                  <a:lnTo>
                    <a:pt x="2983" y="6775"/>
                  </a:lnTo>
                  <a:lnTo>
                    <a:pt x="3022" y="6815"/>
                  </a:lnTo>
                  <a:lnTo>
                    <a:pt x="3081" y="6834"/>
                  </a:lnTo>
                  <a:lnTo>
                    <a:pt x="3062" y="6874"/>
                  </a:lnTo>
                  <a:lnTo>
                    <a:pt x="3062" y="6894"/>
                  </a:lnTo>
                  <a:lnTo>
                    <a:pt x="3002" y="6913"/>
                  </a:lnTo>
                  <a:lnTo>
                    <a:pt x="2943" y="6933"/>
                  </a:lnTo>
                  <a:lnTo>
                    <a:pt x="2864" y="6973"/>
                  </a:lnTo>
                  <a:lnTo>
                    <a:pt x="2825" y="6913"/>
                  </a:lnTo>
                  <a:lnTo>
                    <a:pt x="2805" y="6874"/>
                  </a:lnTo>
                  <a:lnTo>
                    <a:pt x="2805" y="6834"/>
                  </a:lnTo>
                  <a:lnTo>
                    <a:pt x="2765" y="6795"/>
                  </a:lnTo>
                  <a:lnTo>
                    <a:pt x="2765" y="6874"/>
                  </a:lnTo>
                  <a:lnTo>
                    <a:pt x="2805" y="6953"/>
                  </a:lnTo>
                  <a:lnTo>
                    <a:pt x="2864" y="6992"/>
                  </a:lnTo>
                  <a:lnTo>
                    <a:pt x="2963" y="7032"/>
                  </a:lnTo>
                  <a:lnTo>
                    <a:pt x="2963" y="7052"/>
                  </a:lnTo>
                  <a:lnTo>
                    <a:pt x="2963" y="7071"/>
                  </a:lnTo>
                  <a:lnTo>
                    <a:pt x="2923" y="7111"/>
                  </a:lnTo>
                  <a:lnTo>
                    <a:pt x="2825" y="7229"/>
                  </a:lnTo>
                  <a:lnTo>
                    <a:pt x="2785" y="7289"/>
                  </a:lnTo>
                  <a:lnTo>
                    <a:pt x="2805" y="7308"/>
                  </a:lnTo>
                  <a:lnTo>
                    <a:pt x="2825" y="7328"/>
                  </a:lnTo>
                  <a:lnTo>
                    <a:pt x="2864" y="7308"/>
                  </a:lnTo>
                  <a:lnTo>
                    <a:pt x="2923" y="7269"/>
                  </a:lnTo>
                  <a:lnTo>
                    <a:pt x="2963" y="7210"/>
                  </a:lnTo>
                  <a:lnTo>
                    <a:pt x="2983" y="7229"/>
                  </a:lnTo>
                  <a:lnTo>
                    <a:pt x="3002" y="7249"/>
                  </a:lnTo>
                  <a:lnTo>
                    <a:pt x="3002" y="7308"/>
                  </a:lnTo>
                  <a:lnTo>
                    <a:pt x="3042" y="7289"/>
                  </a:lnTo>
                  <a:lnTo>
                    <a:pt x="3062" y="7249"/>
                  </a:lnTo>
                  <a:lnTo>
                    <a:pt x="3101" y="7229"/>
                  </a:lnTo>
                  <a:lnTo>
                    <a:pt x="3141" y="7229"/>
                  </a:lnTo>
                  <a:lnTo>
                    <a:pt x="3121" y="7269"/>
                  </a:lnTo>
                  <a:lnTo>
                    <a:pt x="3101" y="7308"/>
                  </a:lnTo>
                  <a:lnTo>
                    <a:pt x="3062" y="7328"/>
                  </a:lnTo>
                  <a:lnTo>
                    <a:pt x="3042" y="7328"/>
                  </a:lnTo>
                  <a:lnTo>
                    <a:pt x="3081" y="7348"/>
                  </a:lnTo>
                  <a:lnTo>
                    <a:pt x="3062" y="7368"/>
                  </a:lnTo>
                  <a:lnTo>
                    <a:pt x="3022" y="7427"/>
                  </a:lnTo>
                  <a:lnTo>
                    <a:pt x="2983" y="7466"/>
                  </a:lnTo>
                  <a:lnTo>
                    <a:pt x="2983" y="7486"/>
                  </a:lnTo>
                  <a:lnTo>
                    <a:pt x="3002" y="7506"/>
                  </a:lnTo>
                  <a:lnTo>
                    <a:pt x="3062" y="7506"/>
                  </a:lnTo>
                  <a:lnTo>
                    <a:pt x="3081" y="7486"/>
                  </a:lnTo>
                  <a:lnTo>
                    <a:pt x="3081" y="7466"/>
                  </a:lnTo>
                  <a:lnTo>
                    <a:pt x="3062" y="7466"/>
                  </a:lnTo>
                  <a:lnTo>
                    <a:pt x="3062" y="7447"/>
                  </a:lnTo>
                  <a:lnTo>
                    <a:pt x="3121" y="7407"/>
                  </a:lnTo>
                  <a:lnTo>
                    <a:pt x="3319" y="7407"/>
                  </a:lnTo>
                  <a:lnTo>
                    <a:pt x="3279" y="7427"/>
                  </a:lnTo>
                  <a:lnTo>
                    <a:pt x="3299" y="7447"/>
                  </a:lnTo>
                  <a:lnTo>
                    <a:pt x="3299" y="7466"/>
                  </a:lnTo>
                  <a:lnTo>
                    <a:pt x="3319" y="7486"/>
                  </a:lnTo>
                  <a:lnTo>
                    <a:pt x="3259" y="7526"/>
                  </a:lnTo>
                  <a:lnTo>
                    <a:pt x="3220" y="7506"/>
                  </a:lnTo>
                  <a:lnTo>
                    <a:pt x="3200" y="7466"/>
                  </a:lnTo>
                  <a:lnTo>
                    <a:pt x="3160" y="7466"/>
                  </a:lnTo>
                  <a:lnTo>
                    <a:pt x="3180" y="7545"/>
                  </a:lnTo>
                  <a:lnTo>
                    <a:pt x="3200" y="7526"/>
                  </a:lnTo>
                  <a:lnTo>
                    <a:pt x="3321" y="7543"/>
                  </a:lnTo>
                  <a:lnTo>
                    <a:pt x="3321" y="7543"/>
                  </a:lnTo>
                  <a:lnTo>
                    <a:pt x="3338" y="7526"/>
                  </a:lnTo>
                  <a:lnTo>
                    <a:pt x="3378" y="7486"/>
                  </a:lnTo>
                  <a:lnTo>
                    <a:pt x="3457" y="7466"/>
                  </a:lnTo>
                  <a:lnTo>
                    <a:pt x="3496" y="7466"/>
                  </a:lnTo>
                  <a:lnTo>
                    <a:pt x="3496" y="7526"/>
                  </a:lnTo>
                  <a:lnTo>
                    <a:pt x="3477" y="7565"/>
                  </a:lnTo>
                  <a:lnTo>
                    <a:pt x="3437" y="7624"/>
                  </a:lnTo>
                  <a:lnTo>
                    <a:pt x="3378" y="7664"/>
                  </a:lnTo>
                  <a:lnTo>
                    <a:pt x="3457" y="7644"/>
                  </a:lnTo>
                  <a:lnTo>
                    <a:pt x="3516" y="7664"/>
                  </a:lnTo>
                  <a:lnTo>
                    <a:pt x="3575" y="7723"/>
                  </a:lnTo>
                  <a:lnTo>
                    <a:pt x="3615" y="7684"/>
                  </a:lnTo>
                  <a:lnTo>
                    <a:pt x="3654" y="7664"/>
                  </a:lnTo>
                  <a:lnTo>
                    <a:pt x="3733" y="7664"/>
                  </a:lnTo>
                  <a:lnTo>
                    <a:pt x="3654" y="7802"/>
                  </a:lnTo>
                  <a:lnTo>
                    <a:pt x="3615" y="7782"/>
                  </a:lnTo>
                  <a:lnTo>
                    <a:pt x="3595" y="7782"/>
                  </a:lnTo>
                  <a:lnTo>
                    <a:pt x="3556" y="7822"/>
                  </a:lnTo>
                  <a:lnTo>
                    <a:pt x="3516" y="7861"/>
                  </a:lnTo>
                  <a:lnTo>
                    <a:pt x="3457" y="7901"/>
                  </a:lnTo>
                  <a:lnTo>
                    <a:pt x="3378" y="7901"/>
                  </a:lnTo>
                  <a:lnTo>
                    <a:pt x="3338" y="7881"/>
                  </a:lnTo>
                  <a:lnTo>
                    <a:pt x="3338" y="7802"/>
                  </a:lnTo>
                  <a:lnTo>
                    <a:pt x="3299" y="7861"/>
                  </a:lnTo>
                  <a:lnTo>
                    <a:pt x="3279" y="7881"/>
                  </a:lnTo>
                  <a:lnTo>
                    <a:pt x="3319" y="7901"/>
                  </a:lnTo>
                  <a:lnTo>
                    <a:pt x="3358" y="7921"/>
                  </a:lnTo>
                  <a:lnTo>
                    <a:pt x="3437" y="7940"/>
                  </a:lnTo>
                  <a:lnTo>
                    <a:pt x="3457" y="7960"/>
                  </a:lnTo>
                  <a:lnTo>
                    <a:pt x="3457" y="7980"/>
                  </a:lnTo>
                  <a:lnTo>
                    <a:pt x="3358" y="8019"/>
                  </a:lnTo>
                  <a:lnTo>
                    <a:pt x="3338" y="8019"/>
                  </a:lnTo>
                  <a:lnTo>
                    <a:pt x="3319" y="8000"/>
                  </a:lnTo>
                  <a:lnTo>
                    <a:pt x="3319" y="8019"/>
                  </a:lnTo>
                  <a:lnTo>
                    <a:pt x="3378" y="8039"/>
                  </a:lnTo>
                  <a:lnTo>
                    <a:pt x="3417" y="8059"/>
                  </a:lnTo>
                  <a:lnTo>
                    <a:pt x="3437" y="8079"/>
                  </a:lnTo>
                  <a:lnTo>
                    <a:pt x="3417" y="8098"/>
                  </a:lnTo>
                  <a:lnTo>
                    <a:pt x="3516" y="8039"/>
                  </a:lnTo>
                  <a:lnTo>
                    <a:pt x="3575" y="8000"/>
                  </a:lnTo>
                  <a:lnTo>
                    <a:pt x="3635" y="8019"/>
                  </a:lnTo>
                  <a:lnTo>
                    <a:pt x="3516" y="8158"/>
                  </a:lnTo>
                  <a:lnTo>
                    <a:pt x="3536" y="8178"/>
                  </a:lnTo>
                  <a:lnTo>
                    <a:pt x="3556" y="8178"/>
                  </a:lnTo>
                  <a:lnTo>
                    <a:pt x="3615" y="8158"/>
                  </a:lnTo>
                  <a:lnTo>
                    <a:pt x="3714" y="8138"/>
                  </a:lnTo>
                  <a:lnTo>
                    <a:pt x="3793" y="8138"/>
                  </a:lnTo>
                  <a:lnTo>
                    <a:pt x="3872" y="8039"/>
                  </a:lnTo>
                  <a:lnTo>
                    <a:pt x="3931" y="8039"/>
                  </a:lnTo>
                  <a:lnTo>
                    <a:pt x="3970" y="8059"/>
                  </a:lnTo>
                  <a:lnTo>
                    <a:pt x="3990" y="8079"/>
                  </a:lnTo>
                  <a:lnTo>
                    <a:pt x="4069" y="8079"/>
                  </a:lnTo>
                  <a:lnTo>
                    <a:pt x="4030" y="8039"/>
                  </a:lnTo>
                  <a:lnTo>
                    <a:pt x="3990" y="8039"/>
                  </a:lnTo>
                  <a:lnTo>
                    <a:pt x="3951" y="8019"/>
                  </a:lnTo>
                  <a:lnTo>
                    <a:pt x="3951" y="8000"/>
                  </a:lnTo>
                  <a:lnTo>
                    <a:pt x="4010" y="7960"/>
                  </a:lnTo>
                  <a:lnTo>
                    <a:pt x="4049" y="7980"/>
                  </a:lnTo>
                  <a:lnTo>
                    <a:pt x="4089" y="8000"/>
                  </a:lnTo>
                  <a:lnTo>
                    <a:pt x="4128" y="8000"/>
                  </a:lnTo>
                  <a:lnTo>
                    <a:pt x="4109" y="8079"/>
                  </a:lnTo>
                  <a:lnTo>
                    <a:pt x="4089" y="8118"/>
                  </a:lnTo>
                  <a:lnTo>
                    <a:pt x="4010" y="8217"/>
                  </a:lnTo>
                  <a:lnTo>
                    <a:pt x="3872" y="8276"/>
                  </a:lnTo>
                  <a:lnTo>
                    <a:pt x="3753" y="8296"/>
                  </a:lnTo>
                  <a:lnTo>
                    <a:pt x="3615" y="8316"/>
                  </a:lnTo>
                  <a:lnTo>
                    <a:pt x="3516" y="8336"/>
                  </a:lnTo>
                  <a:lnTo>
                    <a:pt x="3437" y="8395"/>
                  </a:lnTo>
                  <a:lnTo>
                    <a:pt x="3496" y="8434"/>
                  </a:lnTo>
                  <a:lnTo>
                    <a:pt x="3556" y="8494"/>
                  </a:lnTo>
                  <a:lnTo>
                    <a:pt x="3595" y="8573"/>
                  </a:lnTo>
                  <a:lnTo>
                    <a:pt x="3595" y="8612"/>
                  </a:lnTo>
                  <a:lnTo>
                    <a:pt x="3575" y="8652"/>
                  </a:lnTo>
                  <a:lnTo>
                    <a:pt x="3674" y="8652"/>
                  </a:lnTo>
                  <a:lnTo>
                    <a:pt x="3773" y="8632"/>
                  </a:lnTo>
                  <a:lnTo>
                    <a:pt x="3872" y="8592"/>
                  </a:lnTo>
                  <a:lnTo>
                    <a:pt x="3970" y="8533"/>
                  </a:lnTo>
                  <a:lnTo>
                    <a:pt x="3990" y="8553"/>
                  </a:lnTo>
                  <a:lnTo>
                    <a:pt x="3990" y="8573"/>
                  </a:lnTo>
                  <a:lnTo>
                    <a:pt x="3970" y="8612"/>
                  </a:lnTo>
                  <a:lnTo>
                    <a:pt x="3891" y="8612"/>
                  </a:lnTo>
                  <a:lnTo>
                    <a:pt x="4030" y="8691"/>
                  </a:lnTo>
                  <a:lnTo>
                    <a:pt x="4089" y="8731"/>
                  </a:lnTo>
                  <a:lnTo>
                    <a:pt x="4148" y="8790"/>
                  </a:lnTo>
                  <a:lnTo>
                    <a:pt x="4188" y="8810"/>
                  </a:lnTo>
                  <a:lnTo>
                    <a:pt x="4267" y="8790"/>
                  </a:lnTo>
                  <a:lnTo>
                    <a:pt x="4425" y="8691"/>
                  </a:lnTo>
                  <a:lnTo>
                    <a:pt x="4464" y="8750"/>
                  </a:lnTo>
                  <a:lnTo>
                    <a:pt x="4484" y="8711"/>
                  </a:lnTo>
                  <a:lnTo>
                    <a:pt x="4602" y="8711"/>
                  </a:lnTo>
                  <a:lnTo>
                    <a:pt x="4622" y="8750"/>
                  </a:lnTo>
                  <a:lnTo>
                    <a:pt x="4622" y="8790"/>
                  </a:lnTo>
                  <a:lnTo>
                    <a:pt x="4563" y="8810"/>
                  </a:lnTo>
                  <a:lnTo>
                    <a:pt x="4504" y="8810"/>
                  </a:lnTo>
                  <a:lnTo>
                    <a:pt x="4504" y="8869"/>
                  </a:lnTo>
                  <a:lnTo>
                    <a:pt x="4504" y="8889"/>
                  </a:lnTo>
                  <a:lnTo>
                    <a:pt x="4543" y="8928"/>
                  </a:lnTo>
                  <a:lnTo>
                    <a:pt x="4583" y="8928"/>
                  </a:lnTo>
                  <a:lnTo>
                    <a:pt x="4464" y="8968"/>
                  </a:lnTo>
                  <a:lnTo>
                    <a:pt x="4425" y="8968"/>
                  </a:lnTo>
                  <a:lnTo>
                    <a:pt x="4405" y="8948"/>
                  </a:lnTo>
                  <a:lnTo>
                    <a:pt x="4405" y="8928"/>
                  </a:lnTo>
                  <a:lnTo>
                    <a:pt x="4444" y="8908"/>
                  </a:lnTo>
                  <a:lnTo>
                    <a:pt x="4346" y="8869"/>
                  </a:lnTo>
                  <a:lnTo>
                    <a:pt x="4346" y="8869"/>
                  </a:lnTo>
                  <a:lnTo>
                    <a:pt x="4365" y="8889"/>
                  </a:lnTo>
                  <a:lnTo>
                    <a:pt x="4385" y="8908"/>
                  </a:lnTo>
                  <a:lnTo>
                    <a:pt x="4385" y="8948"/>
                  </a:lnTo>
                  <a:lnTo>
                    <a:pt x="4365" y="8968"/>
                  </a:lnTo>
                  <a:lnTo>
                    <a:pt x="4286" y="9047"/>
                  </a:lnTo>
                  <a:lnTo>
                    <a:pt x="4188" y="9106"/>
                  </a:lnTo>
                  <a:lnTo>
                    <a:pt x="4247" y="9106"/>
                  </a:lnTo>
                  <a:lnTo>
                    <a:pt x="4286" y="9066"/>
                  </a:lnTo>
                  <a:lnTo>
                    <a:pt x="4346" y="9027"/>
                  </a:lnTo>
                  <a:lnTo>
                    <a:pt x="4405" y="9027"/>
                  </a:lnTo>
                  <a:lnTo>
                    <a:pt x="4346" y="9126"/>
                  </a:lnTo>
                  <a:lnTo>
                    <a:pt x="4326" y="9205"/>
                  </a:lnTo>
                  <a:lnTo>
                    <a:pt x="6321" y="8019"/>
                  </a:lnTo>
                  <a:lnTo>
                    <a:pt x="6321" y="7940"/>
                  </a:lnTo>
                  <a:lnTo>
                    <a:pt x="6341" y="7881"/>
                  </a:lnTo>
                  <a:lnTo>
                    <a:pt x="6341" y="7861"/>
                  </a:lnTo>
                  <a:lnTo>
                    <a:pt x="6321" y="7842"/>
                  </a:lnTo>
                  <a:lnTo>
                    <a:pt x="6202" y="7842"/>
                  </a:lnTo>
                  <a:lnTo>
                    <a:pt x="6183" y="7881"/>
                  </a:lnTo>
                  <a:lnTo>
                    <a:pt x="6163" y="7901"/>
                  </a:lnTo>
                  <a:lnTo>
                    <a:pt x="6104" y="7940"/>
                  </a:lnTo>
                  <a:lnTo>
                    <a:pt x="6064" y="7960"/>
                  </a:lnTo>
                  <a:lnTo>
                    <a:pt x="6084" y="7921"/>
                  </a:lnTo>
                  <a:lnTo>
                    <a:pt x="6084" y="7881"/>
                  </a:lnTo>
                  <a:lnTo>
                    <a:pt x="6104" y="7861"/>
                  </a:lnTo>
                  <a:lnTo>
                    <a:pt x="6143" y="7822"/>
                  </a:lnTo>
                  <a:lnTo>
                    <a:pt x="6183" y="7842"/>
                  </a:lnTo>
                  <a:lnTo>
                    <a:pt x="6183" y="7743"/>
                  </a:lnTo>
                  <a:lnTo>
                    <a:pt x="6163" y="7723"/>
                  </a:lnTo>
                  <a:lnTo>
                    <a:pt x="6143" y="7723"/>
                  </a:lnTo>
                  <a:lnTo>
                    <a:pt x="6005" y="7763"/>
                  </a:lnTo>
                  <a:lnTo>
                    <a:pt x="5946" y="7782"/>
                  </a:lnTo>
                  <a:lnTo>
                    <a:pt x="5886" y="7782"/>
                  </a:lnTo>
                  <a:lnTo>
                    <a:pt x="5906" y="7743"/>
                  </a:lnTo>
                  <a:lnTo>
                    <a:pt x="5926" y="7723"/>
                  </a:lnTo>
                  <a:lnTo>
                    <a:pt x="6025" y="7684"/>
                  </a:lnTo>
                  <a:lnTo>
                    <a:pt x="6123" y="7664"/>
                  </a:lnTo>
                  <a:lnTo>
                    <a:pt x="6163" y="7644"/>
                  </a:lnTo>
                  <a:lnTo>
                    <a:pt x="6202" y="7605"/>
                  </a:lnTo>
                  <a:lnTo>
                    <a:pt x="6044" y="7565"/>
                  </a:lnTo>
                  <a:lnTo>
                    <a:pt x="6123" y="7506"/>
                  </a:lnTo>
                  <a:lnTo>
                    <a:pt x="6123" y="7427"/>
                  </a:lnTo>
                  <a:lnTo>
                    <a:pt x="6084" y="7387"/>
                  </a:lnTo>
                  <a:lnTo>
                    <a:pt x="6025" y="7368"/>
                  </a:lnTo>
                  <a:lnTo>
                    <a:pt x="5965" y="7328"/>
                  </a:lnTo>
                  <a:lnTo>
                    <a:pt x="5827" y="7289"/>
                  </a:lnTo>
                  <a:lnTo>
                    <a:pt x="5768" y="7249"/>
                  </a:lnTo>
                  <a:lnTo>
                    <a:pt x="5728" y="7190"/>
                  </a:lnTo>
                  <a:lnTo>
                    <a:pt x="5827" y="7170"/>
                  </a:lnTo>
                  <a:lnTo>
                    <a:pt x="5926" y="7170"/>
                  </a:lnTo>
                  <a:lnTo>
                    <a:pt x="5985" y="7210"/>
                  </a:lnTo>
                  <a:lnTo>
                    <a:pt x="6025" y="7229"/>
                  </a:lnTo>
                  <a:lnTo>
                    <a:pt x="6044" y="7190"/>
                  </a:lnTo>
                  <a:lnTo>
                    <a:pt x="6064" y="7170"/>
                  </a:lnTo>
                  <a:lnTo>
                    <a:pt x="6025" y="7131"/>
                  </a:lnTo>
                  <a:lnTo>
                    <a:pt x="5985" y="7091"/>
                  </a:lnTo>
                  <a:lnTo>
                    <a:pt x="5965" y="7071"/>
                  </a:lnTo>
                  <a:lnTo>
                    <a:pt x="5985" y="7032"/>
                  </a:lnTo>
                  <a:lnTo>
                    <a:pt x="5985" y="7012"/>
                  </a:lnTo>
                  <a:lnTo>
                    <a:pt x="5965" y="6992"/>
                  </a:lnTo>
                  <a:lnTo>
                    <a:pt x="5886" y="6992"/>
                  </a:lnTo>
                  <a:lnTo>
                    <a:pt x="5807" y="7012"/>
                  </a:lnTo>
                  <a:lnTo>
                    <a:pt x="5748" y="7032"/>
                  </a:lnTo>
                  <a:lnTo>
                    <a:pt x="5709" y="7012"/>
                  </a:lnTo>
                  <a:lnTo>
                    <a:pt x="5709" y="6992"/>
                  </a:lnTo>
                  <a:lnTo>
                    <a:pt x="5748" y="6973"/>
                  </a:lnTo>
                  <a:lnTo>
                    <a:pt x="5827" y="6913"/>
                  </a:lnTo>
                  <a:lnTo>
                    <a:pt x="5768" y="6933"/>
                  </a:lnTo>
                  <a:lnTo>
                    <a:pt x="5728" y="6933"/>
                  </a:lnTo>
                  <a:lnTo>
                    <a:pt x="5689" y="6913"/>
                  </a:lnTo>
                  <a:lnTo>
                    <a:pt x="5669" y="6913"/>
                  </a:lnTo>
                  <a:lnTo>
                    <a:pt x="5629" y="6854"/>
                  </a:lnTo>
                  <a:lnTo>
                    <a:pt x="5610" y="6815"/>
                  </a:lnTo>
                  <a:lnTo>
                    <a:pt x="5689" y="6775"/>
                  </a:lnTo>
                  <a:lnTo>
                    <a:pt x="5531" y="6736"/>
                  </a:lnTo>
                  <a:lnTo>
                    <a:pt x="5511" y="6755"/>
                  </a:lnTo>
                  <a:lnTo>
                    <a:pt x="5471" y="6775"/>
                  </a:lnTo>
                  <a:lnTo>
                    <a:pt x="5373" y="6815"/>
                  </a:lnTo>
                  <a:lnTo>
                    <a:pt x="5373" y="6795"/>
                  </a:lnTo>
                  <a:lnTo>
                    <a:pt x="5333" y="6854"/>
                  </a:lnTo>
                  <a:lnTo>
                    <a:pt x="5333" y="6894"/>
                  </a:lnTo>
                  <a:lnTo>
                    <a:pt x="5353" y="6933"/>
                  </a:lnTo>
                  <a:lnTo>
                    <a:pt x="5412" y="6953"/>
                  </a:lnTo>
                  <a:lnTo>
                    <a:pt x="5452" y="6973"/>
                  </a:lnTo>
                  <a:lnTo>
                    <a:pt x="5471" y="7012"/>
                  </a:lnTo>
                  <a:lnTo>
                    <a:pt x="5471" y="7052"/>
                  </a:lnTo>
                  <a:lnTo>
                    <a:pt x="5392" y="7131"/>
                  </a:lnTo>
                  <a:lnTo>
                    <a:pt x="5373" y="7131"/>
                  </a:lnTo>
                  <a:lnTo>
                    <a:pt x="5333" y="7150"/>
                  </a:lnTo>
                  <a:lnTo>
                    <a:pt x="5294" y="7170"/>
                  </a:lnTo>
                  <a:lnTo>
                    <a:pt x="5274" y="7170"/>
                  </a:lnTo>
                  <a:lnTo>
                    <a:pt x="5274" y="7131"/>
                  </a:lnTo>
                  <a:lnTo>
                    <a:pt x="5313" y="7111"/>
                  </a:lnTo>
                  <a:lnTo>
                    <a:pt x="5313" y="7111"/>
                  </a:lnTo>
                  <a:lnTo>
                    <a:pt x="5195" y="7131"/>
                  </a:lnTo>
                  <a:lnTo>
                    <a:pt x="5175" y="7150"/>
                  </a:lnTo>
                  <a:lnTo>
                    <a:pt x="5175" y="7170"/>
                  </a:lnTo>
                  <a:lnTo>
                    <a:pt x="5096" y="7210"/>
                  </a:lnTo>
                  <a:lnTo>
                    <a:pt x="5017" y="7210"/>
                  </a:lnTo>
                  <a:lnTo>
                    <a:pt x="4978" y="7190"/>
                  </a:lnTo>
                  <a:lnTo>
                    <a:pt x="4938" y="7150"/>
                  </a:lnTo>
                  <a:lnTo>
                    <a:pt x="4879" y="7111"/>
                  </a:lnTo>
                  <a:lnTo>
                    <a:pt x="4918" y="7091"/>
                  </a:lnTo>
                  <a:lnTo>
                    <a:pt x="4958" y="7071"/>
                  </a:lnTo>
                  <a:lnTo>
                    <a:pt x="5037" y="7052"/>
                  </a:lnTo>
                  <a:lnTo>
                    <a:pt x="5136" y="7052"/>
                  </a:lnTo>
                  <a:lnTo>
                    <a:pt x="5096" y="7032"/>
                  </a:lnTo>
                  <a:lnTo>
                    <a:pt x="5116" y="7012"/>
                  </a:lnTo>
                  <a:lnTo>
                    <a:pt x="5274" y="6933"/>
                  </a:lnTo>
                  <a:lnTo>
                    <a:pt x="5195" y="6933"/>
                  </a:lnTo>
                  <a:lnTo>
                    <a:pt x="5116" y="6953"/>
                  </a:lnTo>
                  <a:lnTo>
                    <a:pt x="5057" y="6992"/>
                  </a:lnTo>
                  <a:lnTo>
                    <a:pt x="4958" y="7032"/>
                  </a:lnTo>
                  <a:lnTo>
                    <a:pt x="4899" y="7052"/>
                  </a:lnTo>
                  <a:lnTo>
                    <a:pt x="4879" y="7052"/>
                  </a:lnTo>
                  <a:lnTo>
                    <a:pt x="4859" y="7032"/>
                  </a:lnTo>
                  <a:lnTo>
                    <a:pt x="4859" y="7012"/>
                  </a:lnTo>
                  <a:lnTo>
                    <a:pt x="4899" y="6953"/>
                  </a:lnTo>
                  <a:lnTo>
                    <a:pt x="4899" y="6913"/>
                  </a:lnTo>
                  <a:lnTo>
                    <a:pt x="4958" y="6933"/>
                  </a:lnTo>
                  <a:lnTo>
                    <a:pt x="4958" y="6894"/>
                  </a:lnTo>
                  <a:lnTo>
                    <a:pt x="4938" y="6874"/>
                  </a:lnTo>
                  <a:lnTo>
                    <a:pt x="4899" y="6874"/>
                  </a:lnTo>
                  <a:lnTo>
                    <a:pt x="4839" y="6854"/>
                  </a:lnTo>
                  <a:lnTo>
                    <a:pt x="4820" y="6834"/>
                  </a:lnTo>
                  <a:lnTo>
                    <a:pt x="4800" y="6815"/>
                  </a:lnTo>
                  <a:lnTo>
                    <a:pt x="4899" y="6736"/>
                  </a:lnTo>
                  <a:lnTo>
                    <a:pt x="4879" y="6775"/>
                  </a:lnTo>
                  <a:lnTo>
                    <a:pt x="4899" y="6795"/>
                  </a:lnTo>
                  <a:lnTo>
                    <a:pt x="5116" y="6795"/>
                  </a:lnTo>
                  <a:lnTo>
                    <a:pt x="5155" y="6755"/>
                  </a:lnTo>
                  <a:lnTo>
                    <a:pt x="5215" y="6716"/>
                  </a:lnTo>
                  <a:lnTo>
                    <a:pt x="5254" y="6696"/>
                  </a:lnTo>
                  <a:lnTo>
                    <a:pt x="5333" y="6676"/>
                  </a:lnTo>
                  <a:lnTo>
                    <a:pt x="5452" y="6676"/>
                  </a:lnTo>
                  <a:lnTo>
                    <a:pt x="5570" y="6657"/>
                  </a:lnTo>
                  <a:lnTo>
                    <a:pt x="5550" y="6637"/>
                  </a:lnTo>
                  <a:lnTo>
                    <a:pt x="5531" y="6597"/>
                  </a:lnTo>
                  <a:lnTo>
                    <a:pt x="5550" y="6558"/>
                  </a:lnTo>
                  <a:lnTo>
                    <a:pt x="5590" y="6499"/>
                  </a:lnTo>
                  <a:lnTo>
                    <a:pt x="5531" y="6499"/>
                  </a:lnTo>
                  <a:lnTo>
                    <a:pt x="5491" y="6479"/>
                  </a:lnTo>
                  <a:lnTo>
                    <a:pt x="5471" y="6459"/>
                  </a:lnTo>
                  <a:lnTo>
                    <a:pt x="5471" y="6420"/>
                  </a:lnTo>
                  <a:lnTo>
                    <a:pt x="5471" y="6400"/>
                  </a:lnTo>
                  <a:lnTo>
                    <a:pt x="5452" y="6360"/>
                  </a:lnTo>
                  <a:lnTo>
                    <a:pt x="5313" y="6360"/>
                  </a:lnTo>
                  <a:lnTo>
                    <a:pt x="5353" y="6341"/>
                  </a:lnTo>
                  <a:lnTo>
                    <a:pt x="5392" y="6321"/>
                  </a:lnTo>
                  <a:lnTo>
                    <a:pt x="5412" y="6321"/>
                  </a:lnTo>
                  <a:lnTo>
                    <a:pt x="5432" y="6301"/>
                  </a:lnTo>
                  <a:lnTo>
                    <a:pt x="5412" y="6242"/>
                  </a:lnTo>
                  <a:lnTo>
                    <a:pt x="5373" y="6183"/>
                  </a:lnTo>
                  <a:lnTo>
                    <a:pt x="5294" y="6143"/>
                  </a:lnTo>
                  <a:lnTo>
                    <a:pt x="5215" y="6104"/>
                  </a:lnTo>
                  <a:lnTo>
                    <a:pt x="5215" y="6084"/>
                  </a:lnTo>
                  <a:lnTo>
                    <a:pt x="5254" y="6044"/>
                  </a:lnTo>
                  <a:lnTo>
                    <a:pt x="5333" y="6005"/>
                  </a:lnTo>
                  <a:lnTo>
                    <a:pt x="5313" y="5926"/>
                  </a:lnTo>
                  <a:lnTo>
                    <a:pt x="5274" y="5867"/>
                  </a:lnTo>
                  <a:lnTo>
                    <a:pt x="5195" y="5827"/>
                  </a:lnTo>
                  <a:lnTo>
                    <a:pt x="5116" y="5787"/>
                  </a:lnTo>
                  <a:lnTo>
                    <a:pt x="5057" y="5768"/>
                  </a:lnTo>
                  <a:lnTo>
                    <a:pt x="4978" y="5728"/>
                  </a:lnTo>
                  <a:lnTo>
                    <a:pt x="4938" y="5669"/>
                  </a:lnTo>
                  <a:lnTo>
                    <a:pt x="4899" y="5590"/>
                  </a:lnTo>
                  <a:lnTo>
                    <a:pt x="4997" y="5570"/>
                  </a:lnTo>
                  <a:lnTo>
                    <a:pt x="4997" y="5531"/>
                  </a:lnTo>
                  <a:lnTo>
                    <a:pt x="4997" y="5511"/>
                  </a:lnTo>
                  <a:lnTo>
                    <a:pt x="4958" y="5491"/>
                  </a:lnTo>
                  <a:lnTo>
                    <a:pt x="4879" y="5511"/>
                  </a:lnTo>
                  <a:lnTo>
                    <a:pt x="4938" y="5452"/>
                  </a:lnTo>
                  <a:lnTo>
                    <a:pt x="4958" y="5412"/>
                  </a:lnTo>
                  <a:lnTo>
                    <a:pt x="4918" y="5373"/>
                  </a:lnTo>
                  <a:lnTo>
                    <a:pt x="4879" y="5353"/>
                  </a:lnTo>
                  <a:lnTo>
                    <a:pt x="4839" y="5333"/>
                  </a:lnTo>
                  <a:lnTo>
                    <a:pt x="4800" y="5294"/>
                  </a:lnTo>
                  <a:lnTo>
                    <a:pt x="4820" y="5234"/>
                  </a:lnTo>
                  <a:lnTo>
                    <a:pt x="4879" y="5175"/>
                  </a:lnTo>
                  <a:lnTo>
                    <a:pt x="4859" y="5136"/>
                  </a:lnTo>
                  <a:lnTo>
                    <a:pt x="4839" y="5116"/>
                  </a:lnTo>
                  <a:lnTo>
                    <a:pt x="4602" y="5116"/>
                  </a:lnTo>
                  <a:lnTo>
                    <a:pt x="4583" y="5096"/>
                  </a:lnTo>
                  <a:lnTo>
                    <a:pt x="4681" y="5057"/>
                  </a:lnTo>
                  <a:lnTo>
                    <a:pt x="4741" y="5037"/>
                  </a:lnTo>
                  <a:lnTo>
                    <a:pt x="4760" y="4997"/>
                  </a:lnTo>
                  <a:lnTo>
                    <a:pt x="4622" y="4839"/>
                  </a:lnTo>
                  <a:lnTo>
                    <a:pt x="4484" y="4681"/>
                  </a:lnTo>
                  <a:lnTo>
                    <a:pt x="4247" y="4326"/>
                  </a:lnTo>
                  <a:lnTo>
                    <a:pt x="4306" y="4326"/>
                  </a:lnTo>
                  <a:lnTo>
                    <a:pt x="4267" y="4267"/>
                  </a:lnTo>
                  <a:lnTo>
                    <a:pt x="4207" y="4207"/>
                  </a:lnTo>
                  <a:lnTo>
                    <a:pt x="4069" y="4109"/>
                  </a:lnTo>
                  <a:lnTo>
                    <a:pt x="3951" y="4030"/>
                  </a:lnTo>
                  <a:lnTo>
                    <a:pt x="3911" y="3970"/>
                  </a:lnTo>
                  <a:lnTo>
                    <a:pt x="3911" y="3911"/>
                  </a:lnTo>
                  <a:lnTo>
                    <a:pt x="3812" y="3872"/>
                  </a:lnTo>
                  <a:lnTo>
                    <a:pt x="3733" y="3872"/>
                  </a:lnTo>
                  <a:lnTo>
                    <a:pt x="3674" y="3911"/>
                  </a:lnTo>
                  <a:lnTo>
                    <a:pt x="3654" y="3951"/>
                  </a:lnTo>
                  <a:lnTo>
                    <a:pt x="3595" y="3990"/>
                  </a:lnTo>
                  <a:lnTo>
                    <a:pt x="3457" y="4069"/>
                  </a:lnTo>
                  <a:lnTo>
                    <a:pt x="3417" y="4030"/>
                  </a:lnTo>
                  <a:lnTo>
                    <a:pt x="3417" y="4010"/>
                  </a:lnTo>
                  <a:lnTo>
                    <a:pt x="3437" y="3990"/>
                  </a:lnTo>
                  <a:lnTo>
                    <a:pt x="3477" y="3951"/>
                  </a:lnTo>
                  <a:lnTo>
                    <a:pt x="3536" y="3891"/>
                  </a:lnTo>
                  <a:lnTo>
                    <a:pt x="3556" y="3872"/>
                  </a:lnTo>
                  <a:lnTo>
                    <a:pt x="3536" y="3832"/>
                  </a:lnTo>
                  <a:lnTo>
                    <a:pt x="3654" y="3773"/>
                  </a:lnTo>
                  <a:lnTo>
                    <a:pt x="3773" y="3773"/>
                  </a:lnTo>
                  <a:lnTo>
                    <a:pt x="3872" y="3733"/>
                  </a:lnTo>
                  <a:lnTo>
                    <a:pt x="3694" y="3674"/>
                  </a:lnTo>
                  <a:lnTo>
                    <a:pt x="3694" y="3635"/>
                  </a:lnTo>
                  <a:lnTo>
                    <a:pt x="3694" y="3615"/>
                  </a:lnTo>
                  <a:lnTo>
                    <a:pt x="3654" y="3575"/>
                  </a:lnTo>
                  <a:lnTo>
                    <a:pt x="3615" y="3516"/>
                  </a:lnTo>
                  <a:lnTo>
                    <a:pt x="3615" y="3496"/>
                  </a:lnTo>
                  <a:lnTo>
                    <a:pt x="3635" y="3457"/>
                  </a:lnTo>
                  <a:lnTo>
                    <a:pt x="3654" y="3457"/>
                  </a:lnTo>
                  <a:lnTo>
                    <a:pt x="3694" y="3437"/>
                  </a:lnTo>
                  <a:lnTo>
                    <a:pt x="3753" y="3437"/>
                  </a:lnTo>
                  <a:lnTo>
                    <a:pt x="3733" y="3477"/>
                  </a:lnTo>
                  <a:lnTo>
                    <a:pt x="3694" y="3477"/>
                  </a:lnTo>
                  <a:lnTo>
                    <a:pt x="3714" y="3516"/>
                  </a:lnTo>
                  <a:lnTo>
                    <a:pt x="3733" y="3536"/>
                  </a:lnTo>
                  <a:lnTo>
                    <a:pt x="3872" y="3536"/>
                  </a:lnTo>
                  <a:lnTo>
                    <a:pt x="3911" y="3556"/>
                  </a:lnTo>
                  <a:lnTo>
                    <a:pt x="3911" y="3556"/>
                  </a:lnTo>
                  <a:lnTo>
                    <a:pt x="3852" y="3516"/>
                  </a:lnTo>
                  <a:lnTo>
                    <a:pt x="3773" y="3457"/>
                  </a:lnTo>
                  <a:lnTo>
                    <a:pt x="3733" y="3378"/>
                  </a:lnTo>
                  <a:lnTo>
                    <a:pt x="3714" y="3318"/>
                  </a:lnTo>
                  <a:lnTo>
                    <a:pt x="3654" y="3358"/>
                  </a:lnTo>
                  <a:lnTo>
                    <a:pt x="3615" y="3338"/>
                  </a:lnTo>
                  <a:lnTo>
                    <a:pt x="3595" y="3318"/>
                  </a:lnTo>
                  <a:lnTo>
                    <a:pt x="3536" y="3318"/>
                  </a:lnTo>
                  <a:lnTo>
                    <a:pt x="3536" y="3299"/>
                  </a:lnTo>
                  <a:lnTo>
                    <a:pt x="3496" y="3318"/>
                  </a:lnTo>
                  <a:lnTo>
                    <a:pt x="3457" y="3318"/>
                  </a:lnTo>
                  <a:lnTo>
                    <a:pt x="3398" y="3299"/>
                  </a:lnTo>
                  <a:lnTo>
                    <a:pt x="3556" y="3200"/>
                  </a:lnTo>
                  <a:lnTo>
                    <a:pt x="3536" y="3200"/>
                  </a:lnTo>
                  <a:lnTo>
                    <a:pt x="3496" y="3220"/>
                  </a:lnTo>
                  <a:lnTo>
                    <a:pt x="3477" y="3239"/>
                  </a:lnTo>
                  <a:lnTo>
                    <a:pt x="3437" y="3220"/>
                  </a:lnTo>
                  <a:lnTo>
                    <a:pt x="3398" y="3180"/>
                  </a:lnTo>
                  <a:lnTo>
                    <a:pt x="3358" y="3121"/>
                  </a:lnTo>
                  <a:lnTo>
                    <a:pt x="3358" y="3081"/>
                  </a:lnTo>
                  <a:lnTo>
                    <a:pt x="3358" y="3042"/>
                  </a:lnTo>
                  <a:lnTo>
                    <a:pt x="3398" y="2983"/>
                  </a:lnTo>
                  <a:lnTo>
                    <a:pt x="3457" y="2943"/>
                  </a:lnTo>
                  <a:lnTo>
                    <a:pt x="3417" y="2923"/>
                  </a:lnTo>
                  <a:lnTo>
                    <a:pt x="3358" y="2923"/>
                  </a:lnTo>
                  <a:lnTo>
                    <a:pt x="3319" y="2904"/>
                  </a:lnTo>
                  <a:lnTo>
                    <a:pt x="3299" y="2864"/>
                  </a:lnTo>
                  <a:lnTo>
                    <a:pt x="3398" y="2844"/>
                  </a:lnTo>
                  <a:lnTo>
                    <a:pt x="3358" y="2746"/>
                  </a:lnTo>
                  <a:lnTo>
                    <a:pt x="3299" y="2647"/>
                  </a:lnTo>
                  <a:lnTo>
                    <a:pt x="3279" y="2548"/>
                  </a:lnTo>
                  <a:lnTo>
                    <a:pt x="3259" y="2489"/>
                  </a:lnTo>
                  <a:lnTo>
                    <a:pt x="3279" y="2430"/>
                  </a:lnTo>
                  <a:lnTo>
                    <a:pt x="3141" y="2331"/>
                  </a:lnTo>
                  <a:lnTo>
                    <a:pt x="3062" y="2291"/>
                  </a:lnTo>
                  <a:lnTo>
                    <a:pt x="2963" y="2291"/>
                  </a:lnTo>
                  <a:lnTo>
                    <a:pt x="2983" y="2311"/>
                  </a:lnTo>
                  <a:lnTo>
                    <a:pt x="2983" y="2351"/>
                  </a:lnTo>
                  <a:lnTo>
                    <a:pt x="2943" y="2390"/>
                  </a:lnTo>
                  <a:lnTo>
                    <a:pt x="2864" y="2410"/>
                  </a:lnTo>
                  <a:lnTo>
                    <a:pt x="2825" y="2410"/>
                  </a:lnTo>
                  <a:lnTo>
                    <a:pt x="2785" y="2390"/>
                  </a:lnTo>
                  <a:lnTo>
                    <a:pt x="2765" y="2370"/>
                  </a:lnTo>
                  <a:lnTo>
                    <a:pt x="2746" y="2351"/>
                  </a:lnTo>
                  <a:lnTo>
                    <a:pt x="2785" y="2311"/>
                  </a:lnTo>
                  <a:lnTo>
                    <a:pt x="2805" y="2272"/>
                  </a:lnTo>
                  <a:lnTo>
                    <a:pt x="2825" y="2232"/>
                  </a:lnTo>
                  <a:lnTo>
                    <a:pt x="2884" y="2252"/>
                  </a:lnTo>
                  <a:lnTo>
                    <a:pt x="2923" y="2212"/>
                  </a:lnTo>
                  <a:lnTo>
                    <a:pt x="2943" y="2173"/>
                  </a:lnTo>
                  <a:lnTo>
                    <a:pt x="2923" y="2133"/>
                  </a:lnTo>
                  <a:lnTo>
                    <a:pt x="2904" y="2114"/>
                  </a:lnTo>
                  <a:lnTo>
                    <a:pt x="2884" y="2094"/>
                  </a:lnTo>
                  <a:lnTo>
                    <a:pt x="2884" y="2054"/>
                  </a:lnTo>
                  <a:lnTo>
                    <a:pt x="2904" y="2035"/>
                  </a:lnTo>
                  <a:lnTo>
                    <a:pt x="2943" y="1995"/>
                  </a:lnTo>
                  <a:lnTo>
                    <a:pt x="2904" y="1995"/>
                  </a:lnTo>
                  <a:lnTo>
                    <a:pt x="2864" y="1956"/>
                  </a:lnTo>
                  <a:lnTo>
                    <a:pt x="2805" y="1916"/>
                  </a:lnTo>
                  <a:lnTo>
                    <a:pt x="2765" y="1896"/>
                  </a:lnTo>
                  <a:lnTo>
                    <a:pt x="2726" y="1896"/>
                  </a:lnTo>
                  <a:lnTo>
                    <a:pt x="2785" y="1877"/>
                  </a:lnTo>
                  <a:lnTo>
                    <a:pt x="2805" y="1896"/>
                  </a:lnTo>
                  <a:lnTo>
                    <a:pt x="2884" y="1896"/>
                  </a:lnTo>
                  <a:lnTo>
                    <a:pt x="2825" y="1857"/>
                  </a:lnTo>
                  <a:lnTo>
                    <a:pt x="2884" y="1837"/>
                  </a:lnTo>
                  <a:lnTo>
                    <a:pt x="2864" y="1798"/>
                  </a:lnTo>
                  <a:lnTo>
                    <a:pt x="2844" y="1778"/>
                  </a:lnTo>
                  <a:lnTo>
                    <a:pt x="2588" y="1778"/>
                  </a:lnTo>
                  <a:lnTo>
                    <a:pt x="2548" y="1738"/>
                  </a:lnTo>
                  <a:lnTo>
                    <a:pt x="2726" y="1719"/>
                  </a:lnTo>
                  <a:lnTo>
                    <a:pt x="2667" y="1679"/>
                  </a:lnTo>
                  <a:lnTo>
                    <a:pt x="2509" y="1679"/>
                  </a:lnTo>
                  <a:lnTo>
                    <a:pt x="2449" y="1659"/>
                  </a:lnTo>
                  <a:lnTo>
                    <a:pt x="2489" y="1620"/>
                  </a:lnTo>
                  <a:lnTo>
                    <a:pt x="2410" y="1600"/>
                  </a:lnTo>
                  <a:lnTo>
                    <a:pt x="2469" y="1580"/>
                  </a:lnTo>
                  <a:lnTo>
                    <a:pt x="2469" y="1580"/>
                  </a:lnTo>
                  <a:lnTo>
                    <a:pt x="2370" y="1600"/>
                  </a:lnTo>
                  <a:lnTo>
                    <a:pt x="2311" y="1561"/>
                  </a:lnTo>
                  <a:lnTo>
                    <a:pt x="2252" y="1541"/>
                  </a:lnTo>
                  <a:lnTo>
                    <a:pt x="2173" y="1541"/>
                  </a:lnTo>
                  <a:lnTo>
                    <a:pt x="2193" y="1501"/>
                  </a:lnTo>
                  <a:lnTo>
                    <a:pt x="2232" y="1442"/>
                  </a:lnTo>
                  <a:lnTo>
                    <a:pt x="2252" y="1403"/>
                  </a:lnTo>
                  <a:lnTo>
                    <a:pt x="2193" y="1403"/>
                  </a:lnTo>
                  <a:lnTo>
                    <a:pt x="2390" y="1324"/>
                  </a:lnTo>
                  <a:lnTo>
                    <a:pt x="2410" y="1343"/>
                  </a:lnTo>
                  <a:lnTo>
                    <a:pt x="2410" y="1363"/>
                  </a:lnTo>
                  <a:lnTo>
                    <a:pt x="2370" y="1403"/>
                  </a:lnTo>
                  <a:lnTo>
                    <a:pt x="2351" y="1442"/>
                  </a:lnTo>
                  <a:lnTo>
                    <a:pt x="2370" y="1462"/>
                  </a:lnTo>
                  <a:lnTo>
                    <a:pt x="2390" y="1482"/>
                  </a:lnTo>
                  <a:lnTo>
                    <a:pt x="2449" y="1403"/>
                  </a:lnTo>
                  <a:lnTo>
                    <a:pt x="2489" y="1343"/>
                  </a:lnTo>
                  <a:lnTo>
                    <a:pt x="2489" y="1264"/>
                  </a:lnTo>
                  <a:lnTo>
                    <a:pt x="2489" y="1205"/>
                  </a:lnTo>
                  <a:lnTo>
                    <a:pt x="2449" y="1086"/>
                  </a:lnTo>
                  <a:lnTo>
                    <a:pt x="2370" y="988"/>
                  </a:lnTo>
                  <a:lnTo>
                    <a:pt x="2331" y="948"/>
                  </a:lnTo>
                  <a:lnTo>
                    <a:pt x="2291" y="909"/>
                  </a:lnTo>
                  <a:lnTo>
                    <a:pt x="2232" y="810"/>
                  </a:lnTo>
                  <a:lnTo>
                    <a:pt x="2212" y="770"/>
                  </a:lnTo>
                  <a:lnTo>
                    <a:pt x="2173" y="751"/>
                  </a:lnTo>
                  <a:lnTo>
                    <a:pt x="2094" y="751"/>
                  </a:lnTo>
                  <a:lnTo>
                    <a:pt x="2015" y="770"/>
                  </a:lnTo>
                  <a:lnTo>
                    <a:pt x="2133" y="711"/>
                  </a:lnTo>
                  <a:lnTo>
                    <a:pt x="2133" y="494"/>
                  </a:lnTo>
                  <a:lnTo>
                    <a:pt x="2054" y="375"/>
                  </a:lnTo>
                  <a:lnTo>
                    <a:pt x="1995" y="277"/>
                  </a:lnTo>
                  <a:lnTo>
                    <a:pt x="1956" y="217"/>
                  </a:lnTo>
                  <a:lnTo>
                    <a:pt x="1916" y="178"/>
                  </a:lnTo>
                  <a:lnTo>
                    <a:pt x="1857" y="138"/>
                  </a:lnTo>
                  <a:lnTo>
                    <a:pt x="1778" y="119"/>
                  </a:lnTo>
                  <a:lnTo>
                    <a:pt x="1857" y="40"/>
                  </a:lnTo>
                  <a:lnTo>
                    <a:pt x="1738" y="40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2" name="Google Shape;7642;p29"/>
            <p:cNvSpPr/>
            <p:nvPr/>
          </p:nvSpPr>
          <p:spPr>
            <a:xfrm>
              <a:off x="-1574350" y="34126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1"/>
                  </a:moveTo>
                  <a:lnTo>
                    <a:pt x="4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40" y="1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3" name="Google Shape;7643;p29"/>
            <p:cNvSpPr/>
            <p:nvPr/>
          </p:nvSpPr>
          <p:spPr>
            <a:xfrm>
              <a:off x="-1557075" y="3441800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40" y="0"/>
                  </a:moveTo>
                  <a:lnTo>
                    <a:pt x="40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4" name="Google Shape;7644;p29"/>
            <p:cNvSpPr/>
            <p:nvPr/>
          </p:nvSpPr>
          <p:spPr>
            <a:xfrm>
              <a:off x="-1245975" y="3259100"/>
              <a:ext cx="260250" cy="195075"/>
            </a:xfrm>
            <a:custGeom>
              <a:rect b="b" l="l" r="r" t="t"/>
              <a:pathLst>
                <a:path extrusionOk="0" h="7803" w="10410">
                  <a:moveTo>
                    <a:pt x="0" y="0"/>
                  </a:moveTo>
                  <a:lnTo>
                    <a:pt x="139" y="277"/>
                  </a:lnTo>
                  <a:lnTo>
                    <a:pt x="356" y="612"/>
                  </a:lnTo>
                  <a:lnTo>
                    <a:pt x="652" y="1047"/>
                  </a:lnTo>
                  <a:lnTo>
                    <a:pt x="1047" y="1560"/>
                  </a:lnTo>
                  <a:lnTo>
                    <a:pt x="1284" y="1837"/>
                  </a:lnTo>
                  <a:lnTo>
                    <a:pt x="1541" y="2133"/>
                  </a:lnTo>
                  <a:lnTo>
                    <a:pt x="1837" y="2430"/>
                  </a:lnTo>
                  <a:lnTo>
                    <a:pt x="2153" y="2746"/>
                  </a:lnTo>
                  <a:lnTo>
                    <a:pt x="2509" y="3062"/>
                  </a:lnTo>
                  <a:lnTo>
                    <a:pt x="2884" y="3378"/>
                  </a:lnTo>
                  <a:lnTo>
                    <a:pt x="3615" y="3950"/>
                  </a:lnTo>
                  <a:lnTo>
                    <a:pt x="4445" y="4583"/>
                  </a:lnTo>
                  <a:lnTo>
                    <a:pt x="5333" y="5215"/>
                  </a:lnTo>
                  <a:lnTo>
                    <a:pt x="6242" y="5866"/>
                  </a:lnTo>
                  <a:lnTo>
                    <a:pt x="7901" y="7012"/>
                  </a:lnTo>
                  <a:lnTo>
                    <a:pt x="9067" y="7802"/>
                  </a:lnTo>
                  <a:lnTo>
                    <a:pt x="10410" y="5491"/>
                  </a:lnTo>
                  <a:lnTo>
                    <a:pt x="8652" y="4365"/>
                  </a:lnTo>
                  <a:lnTo>
                    <a:pt x="7447" y="3615"/>
                  </a:lnTo>
                  <a:lnTo>
                    <a:pt x="6124" y="2805"/>
                  </a:lnTo>
                  <a:lnTo>
                    <a:pt x="4800" y="2035"/>
                  </a:lnTo>
                  <a:lnTo>
                    <a:pt x="3576" y="1343"/>
                  </a:lnTo>
                  <a:lnTo>
                    <a:pt x="3023" y="1047"/>
                  </a:lnTo>
                  <a:lnTo>
                    <a:pt x="2529" y="810"/>
                  </a:lnTo>
                  <a:lnTo>
                    <a:pt x="2114" y="632"/>
                  </a:lnTo>
                  <a:lnTo>
                    <a:pt x="1778" y="5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5" name="Google Shape;7645;p29"/>
            <p:cNvSpPr/>
            <p:nvPr/>
          </p:nvSpPr>
          <p:spPr>
            <a:xfrm>
              <a:off x="-1722000" y="3272425"/>
              <a:ext cx="240000" cy="328900"/>
            </a:xfrm>
            <a:custGeom>
              <a:rect b="b" l="l" r="r" t="t"/>
              <a:pathLst>
                <a:path extrusionOk="0" h="13156" w="9600">
                  <a:moveTo>
                    <a:pt x="4267" y="0"/>
                  </a:moveTo>
                  <a:lnTo>
                    <a:pt x="3990" y="40"/>
                  </a:lnTo>
                  <a:lnTo>
                    <a:pt x="3694" y="139"/>
                  </a:lnTo>
                  <a:lnTo>
                    <a:pt x="3339" y="257"/>
                  </a:lnTo>
                  <a:lnTo>
                    <a:pt x="2983" y="395"/>
                  </a:lnTo>
                  <a:lnTo>
                    <a:pt x="2608" y="573"/>
                  </a:lnTo>
                  <a:lnTo>
                    <a:pt x="2232" y="751"/>
                  </a:lnTo>
                  <a:lnTo>
                    <a:pt x="1620" y="1067"/>
                  </a:lnTo>
                  <a:lnTo>
                    <a:pt x="1067" y="1383"/>
                  </a:lnTo>
                  <a:lnTo>
                    <a:pt x="968" y="1442"/>
                  </a:lnTo>
                  <a:lnTo>
                    <a:pt x="909" y="1482"/>
                  </a:lnTo>
                  <a:lnTo>
                    <a:pt x="870" y="1502"/>
                  </a:lnTo>
                  <a:lnTo>
                    <a:pt x="336" y="1837"/>
                  </a:lnTo>
                  <a:lnTo>
                    <a:pt x="198" y="1936"/>
                  </a:lnTo>
                  <a:lnTo>
                    <a:pt x="119" y="2055"/>
                  </a:lnTo>
                  <a:lnTo>
                    <a:pt x="60" y="2153"/>
                  </a:lnTo>
                  <a:lnTo>
                    <a:pt x="20" y="2272"/>
                  </a:lnTo>
                  <a:lnTo>
                    <a:pt x="0" y="2410"/>
                  </a:lnTo>
                  <a:lnTo>
                    <a:pt x="0" y="2529"/>
                  </a:lnTo>
                  <a:lnTo>
                    <a:pt x="40" y="2667"/>
                  </a:lnTo>
                  <a:lnTo>
                    <a:pt x="80" y="2825"/>
                  </a:lnTo>
                  <a:lnTo>
                    <a:pt x="218" y="3141"/>
                  </a:lnTo>
                  <a:lnTo>
                    <a:pt x="396" y="3516"/>
                  </a:lnTo>
                  <a:lnTo>
                    <a:pt x="593" y="3911"/>
                  </a:lnTo>
                  <a:lnTo>
                    <a:pt x="791" y="4366"/>
                  </a:lnTo>
                  <a:lnTo>
                    <a:pt x="1620" y="6222"/>
                  </a:lnTo>
                  <a:lnTo>
                    <a:pt x="2924" y="9106"/>
                  </a:lnTo>
                  <a:lnTo>
                    <a:pt x="3595" y="10548"/>
                  </a:lnTo>
                  <a:lnTo>
                    <a:pt x="4188" y="11812"/>
                  </a:lnTo>
                  <a:lnTo>
                    <a:pt x="4662" y="12721"/>
                  </a:lnTo>
                  <a:lnTo>
                    <a:pt x="4820" y="12997"/>
                  </a:lnTo>
                  <a:lnTo>
                    <a:pt x="4919" y="13116"/>
                  </a:lnTo>
                  <a:lnTo>
                    <a:pt x="4958" y="13136"/>
                  </a:lnTo>
                  <a:lnTo>
                    <a:pt x="5018" y="13155"/>
                  </a:lnTo>
                  <a:lnTo>
                    <a:pt x="5195" y="13116"/>
                  </a:lnTo>
                  <a:lnTo>
                    <a:pt x="5413" y="13037"/>
                  </a:lnTo>
                  <a:lnTo>
                    <a:pt x="5669" y="12938"/>
                  </a:lnTo>
                  <a:lnTo>
                    <a:pt x="5966" y="12780"/>
                  </a:lnTo>
                  <a:lnTo>
                    <a:pt x="6282" y="12602"/>
                  </a:lnTo>
                  <a:lnTo>
                    <a:pt x="6953" y="12187"/>
                  </a:lnTo>
                  <a:lnTo>
                    <a:pt x="7645" y="11753"/>
                  </a:lnTo>
                  <a:lnTo>
                    <a:pt x="8277" y="11358"/>
                  </a:lnTo>
                  <a:lnTo>
                    <a:pt x="9067" y="10805"/>
                  </a:lnTo>
                  <a:lnTo>
                    <a:pt x="9225" y="10686"/>
                  </a:lnTo>
                  <a:lnTo>
                    <a:pt x="9343" y="10568"/>
                  </a:lnTo>
                  <a:lnTo>
                    <a:pt x="9442" y="10449"/>
                  </a:lnTo>
                  <a:lnTo>
                    <a:pt x="9521" y="10350"/>
                  </a:lnTo>
                  <a:lnTo>
                    <a:pt x="9560" y="10232"/>
                  </a:lnTo>
                  <a:lnTo>
                    <a:pt x="9580" y="10153"/>
                  </a:lnTo>
                  <a:lnTo>
                    <a:pt x="9600" y="10054"/>
                  </a:lnTo>
                  <a:lnTo>
                    <a:pt x="9600" y="9955"/>
                  </a:lnTo>
                  <a:lnTo>
                    <a:pt x="9541" y="9797"/>
                  </a:lnTo>
                  <a:lnTo>
                    <a:pt x="9481" y="9639"/>
                  </a:lnTo>
                  <a:lnTo>
                    <a:pt x="9402" y="9501"/>
                  </a:lnTo>
                  <a:lnTo>
                    <a:pt x="9343" y="9363"/>
                  </a:lnTo>
                  <a:lnTo>
                    <a:pt x="9323" y="9343"/>
                  </a:lnTo>
                  <a:lnTo>
                    <a:pt x="9323" y="9323"/>
                  </a:lnTo>
                  <a:lnTo>
                    <a:pt x="9304" y="9304"/>
                  </a:lnTo>
                  <a:lnTo>
                    <a:pt x="9304" y="9284"/>
                  </a:lnTo>
                  <a:lnTo>
                    <a:pt x="9304" y="9264"/>
                  </a:lnTo>
                  <a:lnTo>
                    <a:pt x="9067" y="8652"/>
                  </a:lnTo>
                  <a:lnTo>
                    <a:pt x="8770" y="7980"/>
                  </a:lnTo>
                  <a:lnTo>
                    <a:pt x="8138" y="6538"/>
                  </a:lnTo>
                  <a:lnTo>
                    <a:pt x="7427" y="4998"/>
                  </a:lnTo>
                  <a:lnTo>
                    <a:pt x="6677" y="3477"/>
                  </a:lnTo>
                  <a:lnTo>
                    <a:pt x="5966" y="2114"/>
                  </a:lnTo>
                  <a:lnTo>
                    <a:pt x="5650" y="1521"/>
                  </a:lnTo>
                  <a:lnTo>
                    <a:pt x="5353" y="1008"/>
                  </a:lnTo>
                  <a:lnTo>
                    <a:pt x="5334" y="968"/>
                  </a:lnTo>
                  <a:lnTo>
                    <a:pt x="5294" y="929"/>
                  </a:lnTo>
                  <a:lnTo>
                    <a:pt x="5294" y="909"/>
                  </a:lnTo>
                  <a:lnTo>
                    <a:pt x="5274" y="889"/>
                  </a:lnTo>
                  <a:lnTo>
                    <a:pt x="5235" y="830"/>
                  </a:lnTo>
                  <a:lnTo>
                    <a:pt x="5057" y="553"/>
                  </a:lnTo>
                  <a:lnTo>
                    <a:pt x="4899" y="316"/>
                  </a:lnTo>
                  <a:lnTo>
                    <a:pt x="4761" y="158"/>
                  </a:lnTo>
                  <a:lnTo>
                    <a:pt x="4662" y="60"/>
                  </a:lnTo>
                  <a:lnTo>
                    <a:pt x="4583" y="20"/>
                  </a:lnTo>
                  <a:lnTo>
                    <a:pt x="450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6" name="Google Shape;7646;p29"/>
            <p:cNvSpPr/>
            <p:nvPr/>
          </p:nvSpPr>
          <p:spPr>
            <a:xfrm>
              <a:off x="-1415350" y="3197850"/>
              <a:ext cx="229650" cy="228650"/>
            </a:xfrm>
            <a:custGeom>
              <a:rect b="b" l="l" r="r" t="t"/>
              <a:pathLst>
                <a:path extrusionOk="0" h="9146" w="9186">
                  <a:moveTo>
                    <a:pt x="7566" y="1"/>
                  </a:moveTo>
                  <a:lnTo>
                    <a:pt x="7368" y="60"/>
                  </a:lnTo>
                  <a:lnTo>
                    <a:pt x="7190" y="119"/>
                  </a:lnTo>
                  <a:lnTo>
                    <a:pt x="7012" y="198"/>
                  </a:lnTo>
                  <a:lnTo>
                    <a:pt x="6854" y="277"/>
                  </a:lnTo>
                  <a:lnTo>
                    <a:pt x="6696" y="376"/>
                  </a:lnTo>
                  <a:lnTo>
                    <a:pt x="6558" y="495"/>
                  </a:lnTo>
                  <a:lnTo>
                    <a:pt x="6282" y="751"/>
                  </a:lnTo>
                  <a:lnTo>
                    <a:pt x="6025" y="1028"/>
                  </a:lnTo>
                  <a:lnTo>
                    <a:pt x="5788" y="1304"/>
                  </a:lnTo>
                  <a:lnTo>
                    <a:pt x="5551" y="1581"/>
                  </a:lnTo>
                  <a:lnTo>
                    <a:pt x="5294" y="1838"/>
                  </a:lnTo>
                  <a:lnTo>
                    <a:pt x="5057" y="2075"/>
                  </a:lnTo>
                  <a:lnTo>
                    <a:pt x="4800" y="2292"/>
                  </a:lnTo>
                  <a:lnTo>
                    <a:pt x="4543" y="2490"/>
                  </a:lnTo>
                  <a:lnTo>
                    <a:pt x="4287" y="2648"/>
                  </a:lnTo>
                  <a:lnTo>
                    <a:pt x="4010" y="2786"/>
                  </a:lnTo>
                  <a:lnTo>
                    <a:pt x="3734" y="2885"/>
                  </a:lnTo>
                  <a:lnTo>
                    <a:pt x="3457" y="2983"/>
                  </a:lnTo>
                  <a:lnTo>
                    <a:pt x="3161" y="3023"/>
                  </a:lnTo>
                  <a:lnTo>
                    <a:pt x="3003" y="3062"/>
                  </a:lnTo>
                  <a:lnTo>
                    <a:pt x="2805" y="3122"/>
                  </a:lnTo>
                  <a:lnTo>
                    <a:pt x="2588" y="3240"/>
                  </a:lnTo>
                  <a:lnTo>
                    <a:pt x="2351" y="3378"/>
                  </a:lnTo>
                  <a:lnTo>
                    <a:pt x="2114" y="3536"/>
                  </a:lnTo>
                  <a:lnTo>
                    <a:pt x="1857" y="3714"/>
                  </a:lnTo>
                  <a:lnTo>
                    <a:pt x="1600" y="3931"/>
                  </a:lnTo>
                  <a:lnTo>
                    <a:pt x="1344" y="4168"/>
                  </a:lnTo>
                  <a:lnTo>
                    <a:pt x="1087" y="4425"/>
                  </a:lnTo>
                  <a:lnTo>
                    <a:pt x="870" y="4682"/>
                  </a:lnTo>
                  <a:lnTo>
                    <a:pt x="652" y="4978"/>
                  </a:lnTo>
                  <a:lnTo>
                    <a:pt x="455" y="5255"/>
                  </a:lnTo>
                  <a:lnTo>
                    <a:pt x="297" y="5571"/>
                  </a:lnTo>
                  <a:lnTo>
                    <a:pt x="159" y="5867"/>
                  </a:lnTo>
                  <a:lnTo>
                    <a:pt x="60" y="6183"/>
                  </a:lnTo>
                  <a:lnTo>
                    <a:pt x="20" y="6499"/>
                  </a:lnTo>
                  <a:lnTo>
                    <a:pt x="0" y="6796"/>
                  </a:lnTo>
                  <a:lnTo>
                    <a:pt x="40" y="7072"/>
                  </a:lnTo>
                  <a:lnTo>
                    <a:pt x="119" y="7349"/>
                  </a:lnTo>
                  <a:lnTo>
                    <a:pt x="218" y="7586"/>
                  </a:lnTo>
                  <a:lnTo>
                    <a:pt x="356" y="7823"/>
                  </a:lnTo>
                  <a:lnTo>
                    <a:pt x="514" y="8020"/>
                  </a:lnTo>
                  <a:lnTo>
                    <a:pt x="672" y="8218"/>
                  </a:lnTo>
                  <a:lnTo>
                    <a:pt x="830" y="8376"/>
                  </a:lnTo>
                  <a:lnTo>
                    <a:pt x="1008" y="8534"/>
                  </a:lnTo>
                  <a:lnTo>
                    <a:pt x="1186" y="8672"/>
                  </a:lnTo>
                  <a:lnTo>
                    <a:pt x="1482" y="8869"/>
                  </a:lnTo>
                  <a:lnTo>
                    <a:pt x="1699" y="8988"/>
                  </a:lnTo>
                  <a:lnTo>
                    <a:pt x="1778" y="9027"/>
                  </a:lnTo>
                  <a:lnTo>
                    <a:pt x="2094" y="9087"/>
                  </a:lnTo>
                  <a:lnTo>
                    <a:pt x="2450" y="9126"/>
                  </a:lnTo>
                  <a:lnTo>
                    <a:pt x="2904" y="9146"/>
                  </a:lnTo>
                  <a:lnTo>
                    <a:pt x="3141" y="9126"/>
                  </a:lnTo>
                  <a:lnTo>
                    <a:pt x="3378" y="9107"/>
                  </a:lnTo>
                  <a:lnTo>
                    <a:pt x="3615" y="9067"/>
                  </a:lnTo>
                  <a:lnTo>
                    <a:pt x="3872" y="9008"/>
                  </a:lnTo>
                  <a:lnTo>
                    <a:pt x="4089" y="8909"/>
                  </a:lnTo>
                  <a:lnTo>
                    <a:pt x="4326" y="8810"/>
                  </a:lnTo>
                  <a:lnTo>
                    <a:pt x="4524" y="8672"/>
                  </a:lnTo>
                  <a:lnTo>
                    <a:pt x="4721" y="8494"/>
                  </a:lnTo>
                  <a:lnTo>
                    <a:pt x="5037" y="8119"/>
                  </a:lnTo>
                  <a:lnTo>
                    <a:pt x="5314" y="7744"/>
                  </a:lnTo>
                  <a:lnTo>
                    <a:pt x="5531" y="7368"/>
                  </a:lnTo>
                  <a:lnTo>
                    <a:pt x="5748" y="6993"/>
                  </a:lnTo>
                  <a:lnTo>
                    <a:pt x="6143" y="6242"/>
                  </a:lnTo>
                  <a:lnTo>
                    <a:pt x="6361" y="5887"/>
                  </a:lnTo>
                  <a:lnTo>
                    <a:pt x="6598" y="5531"/>
                  </a:lnTo>
                  <a:lnTo>
                    <a:pt x="6736" y="5354"/>
                  </a:lnTo>
                  <a:lnTo>
                    <a:pt x="6894" y="5176"/>
                  </a:lnTo>
                  <a:lnTo>
                    <a:pt x="7249" y="4820"/>
                  </a:lnTo>
                  <a:lnTo>
                    <a:pt x="7625" y="4445"/>
                  </a:lnTo>
                  <a:lnTo>
                    <a:pt x="8020" y="4050"/>
                  </a:lnTo>
                  <a:lnTo>
                    <a:pt x="8415" y="3615"/>
                  </a:lnTo>
                  <a:lnTo>
                    <a:pt x="8573" y="3398"/>
                  </a:lnTo>
                  <a:lnTo>
                    <a:pt x="8731" y="3181"/>
                  </a:lnTo>
                  <a:lnTo>
                    <a:pt x="8869" y="2944"/>
                  </a:lnTo>
                  <a:lnTo>
                    <a:pt x="8988" y="2687"/>
                  </a:lnTo>
                  <a:lnTo>
                    <a:pt x="9086" y="2430"/>
                  </a:lnTo>
                  <a:lnTo>
                    <a:pt x="9146" y="2174"/>
                  </a:lnTo>
                  <a:lnTo>
                    <a:pt x="9185" y="1897"/>
                  </a:lnTo>
                  <a:lnTo>
                    <a:pt x="9185" y="1660"/>
                  </a:lnTo>
                  <a:lnTo>
                    <a:pt x="9165" y="1423"/>
                  </a:lnTo>
                  <a:lnTo>
                    <a:pt x="9126" y="1206"/>
                  </a:lnTo>
                  <a:lnTo>
                    <a:pt x="9047" y="1008"/>
                  </a:lnTo>
                  <a:lnTo>
                    <a:pt x="8948" y="811"/>
                  </a:lnTo>
                  <a:lnTo>
                    <a:pt x="8849" y="653"/>
                  </a:lnTo>
                  <a:lnTo>
                    <a:pt x="8731" y="495"/>
                  </a:lnTo>
                  <a:lnTo>
                    <a:pt x="8593" y="376"/>
                  </a:lnTo>
                  <a:lnTo>
                    <a:pt x="8454" y="258"/>
                  </a:lnTo>
                  <a:lnTo>
                    <a:pt x="8296" y="159"/>
                  </a:lnTo>
                  <a:lnTo>
                    <a:pt x="8158" y="100"/>
                  </a:lnTo>
                  <a:lnTo>
                    <a:pt x="8000" y="40"/>
                  </a:lnTo>
                  <a:lnTo>
                    <a:pt x="7862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7" name="Google Shape;7647;p29"/>
            <p:cNvSpPr/>
            <p:nvPr/>
          </p:nvSpPr>
          <p:spPr>
            <a:xfrm>
              <a:off x="-1467200" y="3098100"/>
              <a:ext cx="269150" cy="274600"/>
            </a:xfrm>
            <a:custGeom>
              <a:rect b="b" l="l" r="r" t="t"/>
              <a:pathLst>
                <a:path extrusionOk="0" h="10984" w="10766">
                  <a:moveTo>
                    <a:pt x="9659" y="1"/>
                  </a:moveTo>
                  <a:lnTo>
                    <a:pt x="9363" y="21"/>
                  </a:lnTo>
                  <a:lnTo>
                    <a:pt x="9086" y="60"/>
                  </a:lnTo>
                  <a:lnTo>
                    <a:pt x="8830" y="119"/>
                  </a:lnTo>
                  <a:lnTo>
                    <a:pt x="8612" y="198"/>
                  </a:lnTo>
                  <a:lnTo>
                    <a:pt x="8435" y="297"/>
                  </a:lnTo>
                  <a:lnTo>
                    <a:pt x="8316" y="376"/>
                  </a:lnTo>
                  <a:lnTo>
                    <a:pt x="8198" y="435"/>
                  </a:lnTo>
                  <a:lnTo>
                    <a:pt x="7842" y="376"/>
                  </a:lnTo>
                  <a:lnTo>
                    <a:pt x="7526" y="317"/>
                  </a:lnTo>
                  <a:lnTo>
                    <a:pt x="7210" y="277"/>
                  </a:lnTo>
                  <a:lnTo>
                    <a:pt x="6914" y="258"/>
                  </a:lnTo>
                  <a:lnTo>
                    <a:pt x="6380" y="258"/>
                  </a:lnTo>
                  <a:lnTo>
                    <a:pt x="5926" y="297"/>
                  </a:lnTo>
                  <a:lnTo>
                    <a:pt x="5571" y="337"/>
                  </a:lnTo>
                  <a:lnTo>
                    <a:pt x="5314" y="396"/>
                  </a:lnTo>
                  <a:lnTo>
                    <a:pt x="5097" y="475"/>
                  </a:lnTo>
                  <a:lnTo>
                    <a:pt x="4840" y="514"/>
                  </a:lnTo>
                  <a:lnTo>
                    <a:pt x="4603" y="554"/>
                  </a:lnTo>
                  <a:lnTo>
                    <a:pt x="4405" y="613"/>
                  </a:lnTo>
                  <a:lnTo>
                    <a:pt x="4227" y="672"/>
                  </a:lnTo>
                  <a:lnTo>
                    <a:pt x="3931" y="811"/>
                  </a:lnTo>
                  <a:lnTo>
                    <a:pt x="3714" y="949"/>
                  </a:lnTo>
                  <a:lnTo>
                    <a:pt x="3556" y="1067"/>
                  </a:lnTo>
                  <a:lnTo>
                    <a:pt x="3457" y="1186"/>
                  </a:lnTo>
                  <a:lnTo>
                    <a:pt x="3378" y="1245"/>
                  </a:lnTo>
                  <a:lnTo>
                    <a:pt x="3339" y="1285"/>
                  </a:lnTo>
                  <a:lnTo>
                    <a:pt x="3102" y="1364"/>
                  </a:lnTo>
                  <a:lnTo>
                    <a:pt x="2647" y="1581"/>
                  </a:lnTo>
                  <a:lnTo>
                    <a:pt x="2351" y="1739"/>
                  </a:lnTo>
                  <a:lnTo>
                    <a:pt x="2055" y="1937"/>
                  </a:lnTo>
                  <a:lnTo>
                    <a:pt x="1739" y="2154"/>
                  </a:lnTo>
                  <a:lnTo>
                    <a:pt x="1442" y="2391"/>
                  </a:lnTo>
                  <a:lnTo>
                    <a:pt x="1304" y="2529"/>
                  </a:lnTo>
                  <a:lnTo>
                    <a:pt x="1146" y="2707"/>
                  </a:lnTo>
                  <a:lnTo>
                    <a:pt x="1008" y="2924"/>
                  </a:lnTo>
                  <a:lnTo>
                    <a:pt x="889" y="3141"/>
                  </a:lnTo>
                  <a:lnTo>
                    <a:pt x="633" y="3635"/>
                  </a:lnTo>
                  <a:lnTo>
                    <a:pt x="415" y="4129"/>
                  </a:lnTo>
                  <a:lnTo>
                    <a:pt x="238" y="4583"/>
                  </a:lnTo>
                  <a:lnTo>
                    <a:pt x="119" y="4978"/>
                  </a:lnTo>
                  <a:lnTo>
                    <a:pt x="1" y="5354"/>
                  </a:lnTo>
                  <a:lnTo>
                    <a:pt x="317" y="6223"/>
                  </a:lnTo>
                  <a:lnTo>
                    <a:pt x="672" y="7131"/>
                  </a:lnTo>
                  <a:lnTo>
                    <a:pt x="1087" y="8158"/>
                  </a:lnTo>
                  <a:lnTo>
                    <a:pt x="1541" y="9205"/>
                  </a:lnTo>
                  <a:lnTo>
                    <a:pt x="1758" y="9679"/>
                  </a:lnTo>
                  <a:lnTo>
                    <a:pt x="1976" y="10114"/>
                  </a:lnTo>
                  <a:lnTo>
                    <a:pt x="2193" y="10469"/>
                  </a:lnTo>
                  <a:lnTo>
                    <a:pt x="2391" y="10746"/>
                  </a:lnTo>
                  <a:lnTo>
                    <a:pt x="2470" y="10845"/>
                  </a:lnTo>
                  <a:lnTo>
                    <a:pt x="2549" y="10924"/>
                  </a:lnTo>
                  <a:lnTo>
                    <a:pt x="2628" y="10983"/>
                  </a:lnTo>
                  <a:lnTo>
                    <a:pt x="2766" y="10983"/>
                  </a:lnTo>
                  <a:lnTo>
                    <a:pt x="2845" y="10963"/>
                  </a:lnTo>
                  <a:lnTo>
                    <a:pt x="3042" y="10865"/>
                  </a:lnTo>
                  <a:lnTo>
                    <a:pt x="3240" y="10707"/>
                  </a:lnTo>
                  <a:lnTo>
                    <a:pt x="3477" y="10509"/>
                  </a:lnTo>
                  <a:lnTo>
                    <a:pt x="3734" y="10272"/>
                  </a:lnTo>
                  <a:lnTo>
                    <a:pt x="3990" y="9995"/>
                  </a:lnTo>
                  <a:lnTo>
                    <a:pt x="4247" y="9699"/>
                  </a:lnTo>
                  <a:lnTo>
                    <a:pt x="4524" y="9383"/>
                  </a:lnTo>
                  <a:lnTo>
                    <a:pt x="5018" y="8751"/>
                  </a:lnTo>
                  <a:lnTo>
                    <a:pt x="5452" y="8119"/>
                  </a:lnTo>
                  <a:lnTo>
                    <a:pt x="5610" y="7842"/>
                  </a:lnTo>
                  <a:lnTo>
                    <a:pt x="5748" y="7605"/>
                  </a:lnTo>
                  <a:lnTo>
                    <a:pt x="5847" y="7388"/>
                  </a:lnTo>
                  <a:lnTo>
                    <a:pt x="5906" y="7210"/>
                  </a:lnTo>
                  <a:lnTo>
                    <a:pt x="5985" y="6894"/>
                  </a:lnTo>
                  <a:lnTo>
                    <a:pt x="6124" y="6499"/>
                  </a:lnTo>
                  <a:lnTo>
                    <a:pt x="6301" y="6065"/>
                  </a:lnTo>
                  <a:lnTo>
                    <a:pt x="6499" y="5630"/>
                  </a:lnTo>
                  <a:lnTo>
                    <a:pt x="6696" y="5196"/>
                  </a:lnTo>
                  <a:lnTo>
                    <a:pt x="6894" y="4820"/>
                  </a:lnTo>
                  <a:lnTo>
                    <a:pt x="7052" y="4524"/>
                  </a:lnTo>
                  <a:lnTo>
                    <a:pt x="7171" y="4346"/>
                  </a:lnTo>
                  <a:lnTo>
                    <a:pt x="7329" y="4188"/>
                  </a:lnTo>
                  <a:lnTo>
                    <a:pt x="7585" y="3991"/>
                  </a:lnTo>
                  <a:lnTo>
                    <a:pt x="8296" y="3497"/>
                  </a:lnTo>
                  <a:lnTo>
                    <a:pt x="9146" y="2944"/>
                  </a:lnTo>
                  <a:lnTo>
                    <a:pt x="9580" y="2648"/>
                  </a:lnTo>
                  <a:lnTo>
                    <a:pt x="9975" y="2371"/>
                  </a:lnTo>
                  <a:lnTo>
                    <a:pt x="10153" y="2233"/>
                  </a:lnTo>
                  <a:lnTo>
                    <a:pt x="10311" y="2075"/>
                  </a:lnTo>
                  <a:lnTo>
                    <a:pt x="10430" y="1917"/>
                  </a:lnTo>
                  <a:lnTo>
                    <a:pt x="10548" y="1759"/>
                  </a:lnTo>
                  <a:lnTo>
                    <a:pt x="10627" y="1581"/>
                  </a:lnTo>
                  <a:lnTo>
                    <a:pt x="10706" y="1403"/>
                  </a:lnTo>
                  <a:lnTo>
                    <a:pt x="10746" y="1225"/>
                  </a:lnTo>
                  <a:lnTo>
                    <a:pt x="10765" y="1048"/>
                  </a:lnTo>
                  <a:lnTo>
                    <a:pt x="10746" y="890"/>
                  </a:lnTo>
                  <a:lnTo>
                    <a:pt x="10726" y="732"/>
                  </a:lnTo>
                  <a:lnTo>
                    <a:pt x="10667" y="574"/>
                  </a:lnTo>
                  <a:lnTo>
                    <a:pt x="10588" y="435"/>
                  </a:lnTo>
                  <a:lnTo>
                    <a:pt x="10489" y="317"/>
                  </a:lnTo>
                  <a:lnTo>
                    <a:pt x="10370" y="218"/>
                  </a:lnTo>
                  <a:lnTo>
                    <a:pt x="10212" y="139"/>
                  </a:lnTo>
                  <a:lnTo>
                    <a:pt x="10035" y="80"/>
                  </a:lnTo>
                  <a:lnTo>
                    <a:pt x="9798" y="21"/>
                  </a:lnTo>
                  <a:lnTo>
                    <a:pt x="9659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8" name="Google Shape;7648;p29"/>
            <p:cNvSpPr/>
            <p:nvPr/>
          </p:nvSpPr>
          <p:spPr>
            <a:xfrm>
              <a:off x="-1390175" y="3108975"/>
              <a:ext cx="127925" cy="124950"/>
            </a:xfrm>
            <a:custGeom>
              <a:rect b="b" l="l" r="r" t="t"/>
              <a:pathLst>
                <a:path extrusionOk="0" h="4998" w="5117">
                  <a:moveTo>
                    <a:pt x="5117" y="0"/>
                  </a:moveTo>
                  <a:lnTo>
                    <a:pt x="4781" y="40"/>
                  </a:lnTo>
                  <a:lnTo>
                    <a:pt x="4406" y="99"/>
                  </a:lnTo>
                  <a:lnTo>
                    <a:pt x="3932" y="198"/>
                  </a:lnTo>
                  <a:lnTo>
                    <a:pt x="3675" y="277"/>
                  </a:lnTo>
                  <a:lnTo>
                    <a:pt x="3398" y="376"/>
                  </a:lnTo>
                  <a:lnTo>
                    <a:pt x="3102" y="474"/>
                  </a:lnTo>
                  <a:lnTo>
                    <a:pt x="2825" y="613"/>
                  </a:lnTo>
                  <a:lnTo>
                    <a:pt x="2529" y="771"/>
                  </a:lnTo>
                  <a:lnTo>
                    <a:pt x="2253" y="949"/>
                  </a:lnTo>
                  <a:lnTo>
                    <a:pt x="1976" y="1166"/>
                  </a:lnTo>
                  <a:lnTo>
                    <a:pt x="1719" y="1383"/>
                  </a:lnTo>
                  <a:lnTo>
                    <a:pt x="1482" y="1660"/>
                  </a:lnTo>
                  <a:lnTo>
                    <a:pt x="1265" y="1936"/>
                  </a:lnTo>
                  <a:lnTo>
                    <a:pt x="1067" y="2213"/>
                  </a:lnTo>
                  <a:lnTo>
                    <a:pt x="890" y="2509"/>
                  </a:lnTo>
                  <a:lnTo>
                    <a:pt x="732" y="2825"/>
                  </a:lnTo>
                  <a:lnTo>
                    <a:pt x="593" y="3121"/>
                  </a:lnTo>
                  <a:lnTo>
                    <a:pt x="475" y="3418"/>
                  </a:lnTo>
                  <a:lnTo>
                    <a:pt x="356" y="3694"/>
                  </a:lnTo>
                  <a:lnTo>
                    <a:pt x="198" y="4208"/>
                  </a:lnTo>
                  <a:lnTo>
                    <a:pt x="80" y="4622"/>
                  </a:lnTo>
                  <a:lnTo>
                    <a:pt x="1" y="4998"/>
                  </a:lnTo>
                  <a:lnTo>
                    <a:pt x="139" y="4583"/>
                  </a:lnTo>
                  <a:lnTo>
                    <a:pt x="317" y="4109"/>
                  </a:lnTo>
                  <a:lnTo>
                    <a:pt x="534" y="3556"/>
                  </a:lnTo>
                  <a:lnTo>
                    <a:pt x="672" y="3260"/>
                  </a:lnTo>
                  <a:lnTo>
                    <a:pt x="830" y="2963"/>
                  </a:lnTo>
                  <a:lnTo>
                    <a:pt x="1008" y="2667"/>
                  </a:lnTo>
                  <a:lnTo>
                    <a:pt x="1186" y="2371"/>
                  </a:lnTo>
                  <a:lnTo>
                    <a:pt x="1383" y="2094"/>
                  </a:lnTo>
                  <a:lnTo>
                    <a:pt x="1581" y="1837"/>
                  </a:lnTo>
                  <a:lnTo>
                    <a:pt x="1798" y="1600"/>
                  </a:lnTo>
                  <a:lnTo>
                    <a:pt x="2035" y="1403"/>
                  </a:lnTo>
                  <a:lnTo>
                    <a:pt x="2272" y="1245"/>
                  </a:lnTo>
                  <a:lnTo>
                    <a:pt x="2529" y="1087"/>
                  </a:lnTo>
                  <a:lnTo>
                    <a:pt x="3062" y="790"/>
                  </a:lnTo>
                  <a:lnTo>
                    <a:pt x="3576" y="553"/>
                  </a:lnTo>
                  <a:lnTo>
                    <a:pt x="4050" y="356"/>
                  </a:lnTo>
                  <a:lnTo>
                    <a:pt x="4485" y="198"/>
                  </a:lnTo>
                  <a:lnTo>
                    <a:pt x="4820" y="99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9" name="Google Shape;7649;p29"/>
            <p:cNvSpPr/>
            <p:nvPr/>
          </p:nvSpPr>
          <p:spPr>
            <a:xfrm>
              <a:off x="-1421275" y="3109475"/>
              <a:ext cx="81500" cy="108150"/>
            </a:xfrm>
            <a:custGeom>
              <a:rect b="b" l="l" r="r" t="t"/>
              <a:pathLst>
                <a:path extrusionOk="0" h="4326" w="3260">
                  <a:moveTo>
                    <a:pt x="3260" y="0"/>
                  </a:moveTo>
                  <a:lnTo>
                    <a:pt x="3023" y="119"/>
                  </a:lnTo>
                  <a:lnTo>
                    <a:pt x="2746" y="257"/>
                  </a:lnTo>
                  <a:lnTo>
                    <a:pt x="2410" y="474"/>
                  </a:lnTo>
                  <a:lnTo>
                    <a:pt x="2055" y="731"/>
                  </a:lnTo>
                  <a:lnTo>
                    <a:pt x="1857" y="869"/>
                  </a:lnTo>
                  <a:lnTo>
                    <a:pt x="1679" y="1047"/>
                  </a:lnTo>
                  <a:lnTo>
                    <a:pt x="1502" y="1225"/>
                  </a:lnTo>
                  <a:lnTo>
                    <a:pt x="1324" y="1422"/>
                  </a:lnTo>
                  <a:lnTo>
                    <a:pt x="1146" y="1640"/>
                  </a:lnTo>
                  <a:lnTo>
                    <a:pt x="988" y="1877"/>
                  </a:lnTo>
                  <a:lnTo>
                    <a:pt x="731" y="2351"/>
                  </a:lnTo>
                  <a:lnTo>
                    <a:pt x="514" y="2785"/>
                  </a:lnTo>
                  <a:lnTo>
                    <a:pt x="336" y="3200"/>
                  </a:lnTo>
                  <a:lnTo>
                    <a:pt x="198" y="3575"/>
                  </a:lnTo>
                  <a:lnTo>
                    <a:pt x="99" y="3891"/>
                  </a:lnTo>
                  <a:lnTo>
                    <a:pt x="40" y="4128"/>
                  </a:lnTo>
                  <a:lnTo>
                    <a:pt x="0" y="4326"/>
                  </a:lnTo>
                  <a:lnTo>
                    <a:pt x="40" y="4188"/>
                  </a:lnTo>
                  <a:lnTo>
                    <a:pt x="198" y="3753"/>
                  </a:lnTo>
                  <a:lnTo>
                    <a:pt x="336" y="3437"/>
                  </a:lnTo>
                  <a:lnTo>
                    <a:pt x="514" y="3062"/>
                  </a:lnTo>
                  <a:lnTo>
                    <a:pt x="751" y="2627"/>
                  </a:lnTo>
                  <a:lnTo>
                    <a:pt x="1028" y="2114"/>
                  </a:lnTo>
                  <a:lnTo>
                    <a:pt x="1186" y="1857"/>
                  </a:lnTo>
                  <a:lnTo>
                    <a:pt x="1363" y="1620"/>
                  </a:lnTo>
                  <a:lnTo>
                    <a:pt x="1541" y="1403"/>
                  </a:lnTo>
                  <a:lnTo>
                    <a:pt x="1719" y="1185"/>
                  </a:lnTo>
                  <a:lnTo>
                    <a:pt x="1897" y="988"/>
                  </a:lnTo>
                  <a:lnTo>
                    <a:pt x="2094" y="830"/>
                  </a:lnTo>
                  <a:lnTo>
                    <a:pt x="2450" y="533"/>
                  </a:lnTo>
                  <a:lnTo>
                    <a:pt x="2766" y="296"/>
                  </a:lnTo>
                  <a:lnTo>
                    <a:pt x="3023" y="138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0" name="Google Shape;7650;p29"/>
            <p:cNvSpPr/>
            <p:nvPr/>
          </p:nvSpPr>
          <p:spPr>
            <a:xfrm>
              <a:off x="-1439550" y="3130200"/>
              <a:ext cx="55825" cy="79050"/>
            </a:xfrm>
            <a:custGeom>
              <a:rect b="b" l="l" r="r" t="t"/>
              <a:pathLst>
                <a:path extrusionOk="0" h="3162" w="2233">
                  <a:moveTo>
                    <a:pt x="2233" y="1"/>
                  </a:moveTo>
                  <a:lnTo>
                    <a:pt x="1857" y="80"/>
                  </a:lnTo>
                  <a:lnTo>
                    <a:pt x="1798" y="119"/>
                  </a:lnTo>
                  <a:lnTo>
                    <a:pt x="1660" y="238"/>
                  </a:lnTo>
                  <a:lnTo>
                    <a:pt x="1541" y="337"/>
                  </a:lnTo>
                  <a:lnTo>
                    <a:pt x="1423" y="475"/>
                  </a:lnTo>
                  <a:lnTo>
                    <a:pt x="1285" y="653"/>
                  </a:lnTo>
                  <a:lnTo>
                    <a:pt x="1127" y="850"/>
                  </a:lnTo>
                  <a:lnTo>
                    <a:pt x="949" y="1146"/>
                  </a:lnTo>
                  <a:lnTo>
                    <a:pt x="771" y="1482"/>
                  </a:lnTo>
                  <a:lnTo>
                    <a:pt x="396" y="2252"/>
                  </a:lnTo>
                  <a:lnTo>
                    <a:pt x="119" y="2904"/>
                  </a:lnTo>
                  <a:lnTo>
                    <a:pt x="1" y="3161"/>
                  </a:lnTo>
                  <a:lnTo>
                    <a:pt x="672" y="1877"/>
                  </a:lnTo>
                  <a:lnTo>
                    <a:pt x="929" y="1423"/>
                  </a:lnTo>
                  <a:lnTo>
                    <a:pt x="1186" y="1028"/>
                  </a:lnTo>
                  <a:lnTo>
                    <a:pt x="1462" y="712"/>
                  </a:lnTo>
                  <a:lnTo>
                    <a:pt x="1699" y="455"/>
                  </a:lnTo>
                  <a:lnTo>
                    <a:pt x="1917" y="258"/>
                  </a:lnTo>
                  <a:lnTo>
                    <a:pt x="2075" y="119"/>
                  </a:lnTo>
                  <a:lnTo>
                    <a:pt x="223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1" name="Google Shape;7651;p29"/>
            <p:cNvSpPr/>
            <p:nvPr/>
          </p:nvSpPr>
          <p:spPr>
            <a:xfrm>
              <a:off x="-1268200" y="3098100"/>
              <a:ext cx="50400" cy="39550"/>
            </a:xfrm>
            <a:custGeom>
              <a:rect b="b" l="l" r="r" t="t"/>
              <a:pathLst>
                <a:path extrusionOk="0" h="1582" w="2016">
                  <a:moveTo>
                    <a:pt x="1699" y="1"/>
                  </a:moveTo>
                  <a:lnTo>
                    <a:pt x="1719" y="297"/>
                  </a:lnTo>
                  <a:lnTo>
                    <a:pt x="1759" y="574"/>
                  </a:lnTo>
                  <a:lnTo>
                    <a:pt x="1818" y="830"/>
                  </a:lnTo>
                  <a:lnTo>
                    <a:pt x="1838" y="929"/>
                  </a:lnTo>
                  <a:lnTo>
                    <a:pt x="1541" y="1087"/>
                  </a:lnTo>
                  <a:lnTo>
                    <a:pt x="1265" y="1225"/>
                  </a:lnTo>
                  <a:lnTo>
                    <a:pt x="949" y="1344"/>
                  </a:lnTo>
                  <a:lnTo>
                    <a:pt x="692" y="1423"/>
                  </a:lnTo>
                  <a:lnTo>
                    <a:pt x="514" y="1463"/>
                  </a:lnTo>
                  <a:lnTo>
                    <a:pt x="376" y="1463"/>
                  </a:lnTo>
                  <a:lnTo>
                    <a:pt x="336" y="1423"/>
                  </a:lnTo>
                  <a:lnTo>
                    <a:pt x="277" y="1384"/>
                  </a:lnTo>
                  <a:lnTo>
                    <a:pt x="198" y="1285"/>
                  </a:lnTo>
                  <a:lnTo>
                    <a:pt x="139" y="1186"/>
                  </a:lnTo>
                  <a:lnTo>
                    <a:pt x="99" y="1048"/>
                  </a:lnTo>
                  <a:lnTo>
                    <a:pt x="80" y="929"/>
                  </a:lnTo>
                  <a:lnTo>
                    <a:pt x="80" y="613"/>
                  </a:lnTo>
                  <a:lnTo>
                    <a:pt x="80" y="455"/>
                  </a:lnTo>
                  <a:lnTo>
                    <a:pt x="1" y="475"/>
                  </a:lnTo>
                  <a:lnTo>
                    <a:pt x="1" y="613"/>
                  </a:lnTo>
                  <a:lnTo>
                    <a:pt x="1" y="751"/>
                  </a:lnTo>
                  <a:lnTo>
                    <a:pt x="1" y="890"/>
                  </a:lnTo>
                  <a:lnTo>
                    <a:pt x="1" y="1048"/>
                  </a:lnTo>
                  <a:lnTo>
                    <a:pt x="40" y="1225"/>
                  </a:lnTo>
                  <a:lnTo>
                    <a:pt x="99" y="1384"/>
                  </a:lnTo>
                  <a:lnTo>
                    <a:pt x="139" y="1443"/>
                  </a:lnTo>
                  <a:lnTo>
                    <a:pt x="198" y="1502"/>
                  </a:lnTo>
                  <a:lnTo>
                    <a:pt x="257" y="1542"/>
                  </a:lnTo>
                  <a:lnTo>
                    <a:pt x="336" y="1581"/>
                  </a:lnTo>
                  <a:lnTo>
                    <a:pt x="514" y="1581"/>
                  </a:lnTo>
                  <a:lnTo>
                    <a:pt x="771" y="1542"/>
                  </a:lnTo>
                  <a:lnTo>
                    <a:pt x="1047" y="1443"/>
                  </a:lnTo>
                  <a:lnTo>
                    <a:pt x="1324" y="1324"/>
                  </a:lnTo>
                  <a:lnTo>
                    <a:pt x="1798" y="1087"/>
                  </a:lnTo>
                  <a:lnTo>
                    <a:pt x="2015" y="988"/>
                  </a:lnTo>
                  <a:lnTo>
                    <a:pt x="1976" y="890"/>
                  </a:lnTo>
                  <a:lnTo>
                    <a:pt x="1897" y="653"/>
                  </a:lnTo>
                  <a:lnTo>
                    <a:pt x="1838" y="356"/>
                  </a:lnTo>
                  <a:lnTo>
                    <a:pt x="1838" y="179"/>
                  </a:lnTo>
                  <a:lnTo>
                    <a:pt x="1838" y="21"/>
                  </a:lnTo>
                  <a:lnTo>
                    <a:pt x="169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2" name="Google Shape;7652;p29"/>
            <p:cNvSpPr/>
            <p:nvPr/>
          </p:nvSpPr>
          <p:spPr>
            <a:xfrm>
              <a:off x="-1265225" y="3218100"/>
              <a:ext cx="72600" cy="76075"/>
            </a:xfrm>
            <a:custGeom>
              <a:rect b="b" l="l" r="r" t="t"/>
              <a:pathLst>
                <a:path extrusionOk="0" h="3043" w="2904">
                  <a:moveTo>
                    <a:pt x="1304" y="198"/>
                  </a:moveTo>
                  <a:lnTo>
                    <a:pt x="2667" y="1541"/>
                  </a:lnTo>
                  <a:lnTo>
                    <a:pt x="2548" y="1699"/>
                  </a:lnTo>
                  <a:lnTo>
                    <a:pt x="2252" y="2094"/>
                  </a:lnTo>
                  <a:lnTo>
                    <a:pt x="2054" y="2292"/>
                  </a:lnTo>
                  <a:lnTo>
                    <a:pt x="1877" y="2489"/>
                  </a:lnTo>
                  <a:lnTo>
                    <a:pt x="1699" y="2647"/>
                  </a:lnTo>
                  <a:lnTo>
                    <a:pt x="1561" y="2766"/>
                  </a:lnTo>
                  <a:lnTo>
                    <a:pt x="1403" y="2825"/>
                  </a:lnTo>
                  <a:lnTo>
                    <a:pt x="1264" y="2845"/>
                  </a:lnTo>
                  <a:lnTo>
                    <a:pt x="1106" y="2865"/>
                  </a:lnTo>
                  <a:lnTo>
                    <a:pt x="948" y="2845"/>
                  </a:lnTo>
                  <a:lnTo>
                    <a:pt x="790" y="2825"/>
                  </a:lnTo>
                  <a:lnTo>
                    <a:pt x="632" y="2766"/>
                  </a:lnTo>
                  <a:lnTo>
                    <a:pt x="494" y="2687"/>
                  </a:lnTo>
                  <a:lnTo>
                    <a:pt x="375" y="2588"/>
                  </a:lnTo>
                  <a:lnTo>
                    <a:pt x="277" y="2470"/>
                  </a:lnTo>
                  <a:lnTo>
                    <a:pt x="198" y="2331"/>
                  </a:lnTo>
                  <a:lnTo>
                    <a:pt x="178" y="2173"/>
                  </a:lnTo>
                  <a:lnTo>
                    <a:pt x="158" y="2015"/>
                  </a:lnTo>
                  <a:lnTo>
                    <a:pt x="158" y="1857"/>
                  </a:lnTo>
                  <a:lnTo>
                    <a:pt x="178" y="1719"/>
                  </a:lnTo>
                  <a:lnTo>
                    <a:pt x="217" y="1581"/>
                  </a:lnTo>
                  <a:lnTo>
                    <a:pt x="257" y="1482"/>
                  </a:lnTo>
                  <a:lnTo>
                    <a:pt x="336" y="1344"/>
                  </a:lnTo>
                  <a:lnTo>
                    <a:pt x="454" y="1166"/>
                  </a:lnTo>
                  <a:lnTo>
                    <a:pt x="810" y="731"/>
                  </a:lnTo>
                  <a:lnTo>
                    <a:pt x="1304" y="198"/>
                  </a:lnTo>
                  <a:close/>
                  <a:moveTo>
                    <a:pt x="1323" y="1"/>
                  </a:moveTo>
                  <a:lnTo>
                    <a:pt x="1185" y="119"/>
                  </a:lnTo>
                  <a:lnTo>
                    <a:pt x="869" y="415"/>
                  </a:lnTo>
                  <a:lnTo>
                    <a:pt x="514" y="810"/>
                  </a:lnTo>
                  <a:lnTo>
                    <a:pt x="336" y="1008"/>
                  </a:lnTo>
                  <a:lnTo>
                    <a:pt x="217" y="1225"/>
                  </a:lnTo>
                  <a:lnTo>
                    <a:pt x="119" y="1423"/>
                  </a:lnTo>
                  <a:lnTo>
                    <a:pt x="40" y="1620"/>
                  </a:lnTo>
                  <a:lnTo>
                    <a:pt x="0" y="1818"/>
                  </a:lnTo>
                  <a:lnTo>
                    <a:pt x="0" y="2015"/>
                  </a:lnTo>
                  <a:lnTo>
                    <a:pt x="0" y="2193"/>
                  </a:lnTo>
                  <a:lnTo>
                    <a:pt x="59" y="2371"/>
                  </a:lnTo>
                  <a:lnTo>
                    <a:pt x="119" y="2529"/>
                  </a:lnTo>
                  <a:lnTo>
                    <a:pt x="237" y="2667"/>
                  </a:lnTo>
                  <a:lnTo>
                    <a:pt x="356" y="2786"/>
                  </a:lnTo>
                  <a:lnTo>
                    <a:pt x="533" y="2904"/>
                  </a:lnTo>
                  <a:lnTo>
                    <a:pt x="731" y="2983"/>
                  </a:lnTo>
                  <a:lnTo>
                    <a:pt x="948" y="3023"/>
                  </a:lnTo>
                  <a:lnTo>
                    <a:pt x="1165" y="3042"/>
                  </a:lnTo>
                  <a:lnTo>
                    <a:pt x="1383" y="3023"/>
                  </a:lnTo>
                  <a:lnTo>
                    <a:pt x="1501" y="2983"/>
                  </a:lnTo>
                  <a:lnTo>
                    <a:pt x="1600" y="2944"/>
                  </a:lnTo>
                  <a:lnTo>
                    <a:pt x="1719" y="2884"/>
                  </a:lnTo>
                  <a:lnTo>
                    <a:pt x="1798" y="2805"/>
                  </a:lnTo>
                  <a:lnTo>
                    <a:pt x="1995" y="2628"/>
                  </a:lnTo>
                  <a:lnTo>
                    <a:pt x="2193" y="2430"/>
                  </a:lnTo>
                  <a:lnTo>
                    <a:pt x="2548" y="1996"/>
                  </a:lnTo>
                  <a:lnTo>
                    <a:pt x="2805" y="1660"/>
                  </a:lnTo>
                  <a:lnTo>
                    <a:pt x="2904" y="1522"/>
                  </a:lnTo>
                  <a:lnTo>
                    <a:pt x="2785" y="1423"/>
                  </a:lnTo>
                  <a:lnTo>
                    <a:pt x="2607" y="1265"/>
                  </a:lnTo>
                  <a:lnTo>
                    <a:pt x="2193" y="850"/>
                  </a:lnTo>
                  <a:lnTo>
                    <a:pt x="1640" y="277"/>
                  </a:lnTo>
                  <a:lnTo>
                    <a:pt x="132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3" name="Google Shape;7653;p29"/>
            <p:cNvSpPr/>
            <p:nvPr/>
          </p:nvSpPr>
          <p:spPr>
            <a:xfrm>
              <a:off x="-1000075" y="3266000"/>
              <a:ext cx="252375" cy="325450"/>
            </a:xfrm>
            <a:custGeom>
              <a:rect b="b" l="l" r="r" t="t"/>
              <a:pathLst>
                <a:path extrusionOk="0" h="13018" w="10095">
                  <a:moveTo>
                    <a:pt x="6539" y="1"/>
                  </a:moveTo>
                  <a:lnTo>
                    <a:pt x="6361" y="20"/>
                  </a:lnTo>
                  <a:lnTo>
                    <a:pt x="6183" y="40"/>
                  </a:lnTo>
                  <a:lnTo>
                    <a:pt x="6025" y="99"/>
                  </a:lnTo>
                  <a:lnTo>
                    <a:pt x="5867" y="178"/>
                  </a:lnTo>
                  <a:lnTo>
                    <a:pt x="5729" y="277"/>
                  </a:lnTo>
                  <a:lnTo>
                    <a:pt x="5591" y="376"/>
                  </a:lnTo>
                  <a:lnTo>
                    <a:pt x="5472" y="514"/>
                  </a:lnTo>
                  <a:lnTo>
                    <a:pt x="5215" y="791"/>
                  </a:lnTo>
                  <a:lnTo>
                    <a:pt x="4939" y="1126"/>
                  </a:lnTo>
                  <a:lnTo>
                    <a:pt x="4623" y="1600"/>
                  </a:lnTo>
                  <a:lnTo>
                    <a:pt x="4188" y="2272"/>
                  </a:lnTo>
                  <a:lnTo>
                    <a:pt x="3655" y="3141"/>
                  </a:lnTo>
                  <a:lnTo>
                    <a:pt x="3063" y="4149"/>
                  </a:lnTo>
                  <a:lnTo>
                    <a:pt x="1779" y="6400"/>
                  </a:lnTo>
                  <a:lnTo>
                    <a:pt x="495" y="8711"/>
                  </a:lnTo>
                  <a:lnTo>
                    <a:pt x="356" y="8988"/>
                  </a:lnTo>
                  <a:lnTo>
                    <a:pt x="238" y="9245"/>
                  </a:lnTo>
                  <a:lnTo>
                    <a:pt x="139" y="9501"/>
                  </a:lnTo>
                  <a:lnTo>
                    <a:pt x="80" y="9738"/>
                  </a:lnTo>
                  <a:lnTo>
                    <a:pt x="40" y="9956"/>
                  </a:lnTo>
                  <a:lnTo>
                    <a:pt x="1" y="10173"/>
                  </a:lnTo>
                  <a:lnTo>
                    <a:pt x="1" y="10390"/>
                  </a:lnTo>
                  <a:lnTo>
                    <a:pt x="1" y="10568"/>
                  </a:lnTo>
                  <a:lnTo>
                    <a:pt x="40" y="10765"/>
                  </a:lnTo>
                  <a:lnTo>
                    <a:pt x="80" y="10923"/>
                  </a:lnTo>
                  <a:lnTo>
                    <a:pt x="119" y="11101"/>
                  </a:lnTo>
                  <a:lnTo>
                    <a:pt x="198" y="11240"/>
                  </a:lnTo>
                  <a:lnTo>
                    <a:pt x="258" y="11378"/>
                  </a:lnTo>
                  <a:lnTo>
                    <a:pt x="356" y="11516"/>
                  </a:lnTo>
                  <a:lnTo>
                    <a:pt x="534" y="11753"/>
                  </a:lnTo>
                  <a:lnTo>
                    <a:pt x="752" y="11970"/>
                  </a:lnTo>
                  <a:lnTo>
                    <a:pt x="969" y="12128"/>
                  </a:lnTo>
                  <a:lnTo>
                    <a:pt x="1166" y="12267"/>
                  </a:lnTo>
                  <a:lnTo>
                    <a:pt x="1364" y="12385"/>
                  </a:lnTo>
                  <a:lnTo>
                    <a:pt x="1680" y="12523"/>
                  </a:lnTo>
                  <a:lnTo>
                    <a:pt x="1798" y="12563"/>
                  </a:lnTo>
                  <a:lnTo>
                    <a:pt x="2075" y="12662"/>
                  </a:lnTo>
                  <a:lnTo>
                    <a:pt x="2391" y="12760"/>
                  </a:lnTo>
                  <a:lnTo>
                    <a:pt x="2786" y="12859"/>
                  </a:lnTo>
                  <a:lnTo>
                    <a:pt x="3240" y="12938"/>
                  </a:lnTo>
                  <a:lnTo>
                    <a:pt x="3774" y="12997"/>
                  </a:lnTo>
                  <a:lnTo>
                    <a:pt x="4030" y="13017"/>
                  </a:lnTo>
                  <a:lnTo>
                    <a:pt x="4327" y="13017"/>
                  </a:lnTo>
                  <a:lnTo>
                    <a:pt x="4603" y="12997"/>
                  </a:lnTo>
                  <a:lnTo>
                    <a:pt x="4880" y="12958"/>
                  </a:lnTo>
                  <a:lnTo>
                    <a:pt x="5156" y="12899"/>
                  </a:lnTo>
                  <a:lnTo>
                    <a:pt x="5413" y="12820"/>
                  </a:lnTo>
                  <a:lnTo>
                    <a:pt x="5670" y="12721"/>
                  </a:lnTo>
                  <a:lnTo>
                    <a:pt x="5887" y="12583"/>
                  </a:lnTo>
                  <a:lnTo>
                    <a:pt x="6104" y="12425"/>
                  </a:lnTo>
                  <a:lnTo>
                    <a:pt x="6322" y="12247"/>
                  </a:lnTo>
                  <a:lnTo>
                    <a:pt x="6519" y="12049"/>
                  </a:lnTo>
                  <a:lnTo>
                    <a:pt x="6717" y="11832"/>
                  </a:lnTo>
                  <a:lnTo>
                    <a:pt x="6894" y="11595"/>
                  </a:lnTo>
                  <a:lnTo>
                    <a:pt x="7072" y="11338"/>
                  </a:lnTo>
                  <a:lnTo>
                    <a:pt x="7428" y="10805"/>
                  </a:lnTo>
                  <a:lnTo>
                    <a:pt x="7763" y="10212"/>
                  </a:lnTo>
                  <a:lnTo>
                    <a:pt x="8099" y="9600"/>
                  </a:lnTo>
                  <a:lnTo>
                    <a:pt x="8455" y="8948"/>
                  </a:lnTo>
                  <a:lnTo>
                    <a:pt x="8791" y="8277"/>
                  </a:lnTo>
                  <a:lnTo>
                    <a:pt x="9126" y="7566"/>
                  </a:lnTo>
                  <a:lnTo>
                    <a:pt x="9423" y="6835"/>
                  </a:lnTo>
                  <a:lnTo>
                    <a:pt x="9679" y="6124"/>
                  </a:lnTo>
                  <a:lnTo>
                    <a:pt x="9798" y="5748"/>
                  </a:lnTo>
                  <a:lnTo>
                    <a:pt x="9877" y="5393"/>
                  </a:lnTo>
                  <a:lnTo>
                    <a:pt x="9956" y="5037"/>
                  </a:lnTo>
                  <a:lnTo>
                    <a:pt x="10035" y="4682"/>
                  </a:lnTo>
                  <a:lnTo>
                    <a:pt x="10074" y="4346"/>
                  </a:lnTo>
                  <a:lnTo>
                    <a:pt x="10094" y="3991"/>
                  </a:lnTo>
                  <a:lnTo>
                    <a:pt x="10094" y="3674"/>
                  </a:lnTo>
                  <a:lnTo>
                    <a:pt x="10074" y="3358"/>
                  </a:lnTo>
                  <a:lnTo>
                    <a:pt x="10035" y="3062"/>
                  </a:lnTo>
                  <a:lnTo>
                    <a:pt x="9956" y="2766"/>
                  </a:lnTo>
                  <a:lnTo>
                    <a:pt x="9877" y="2509"/>
                  </a:lnTo>
                  <a:lnTo>
                    <a:pt x="9758" y="2252"/>
                  </a:lnTo>
                  <a:lnTo>
                    <a:pt x="9640" y="1996"/>
                  </a:lnTo>
                  <a:lnTo>
                    <a:pt x="9482" y="1759"/>
                  </a:lnTo>
                  <a:lnTo>
                    <a:pt x="9324" y="1541"/>
                  </a:lnTo>
                  <a:lnTo>
                    <a:pt x="9146" y="1344"/>
                  </a:lnTo>
                  <a:lnTo>
                    <a:pt x="8929" y="1146"/>
                  </a:lnTo>
                  <a:lnTo>
                    <a:pt x="8712" y="949"/>
                  </a:lnTo>
                  <a:lnTo>
                    <a:pt x="8494" y="791"/>
                  </a:lnTo>
                  <a:lnTo>
                    <a:pt x="8238" y="613"/>
                  </a:lnTo>
                  <a:lnTo>
                    <a:pt x="7981" y="475"/>
                  </a:lnTo>
                  <a:lnTo>
                    <a:pt x="7704" y="317"/>
                  </a:lnTo>
                  <a:lnTo>
                    <a:pt x="7428" y="198"/>
                  </a:lnTo>
                  <a:lnTo>
                    <a:pt x="7171" y="119"/>
                  </a:lnTo>
                  <a:lnTo>
                    <a:pt x="6954" y="40"/>
                  </a:lnTo>
                  <a:lnTo>
                    <a:pt x="67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4" name="Google Shape;7654;p29"/>
            <p:cNvSpPr/>
            <p:nvPr/>
          </p:nvSpPr>
          <p:spPr>
            <a:xfrm>
              <a:off x="-1423750" y="3975100"/>
              <a:ext cx="253850" cy="137300"/>
            </a:xfrm>
            <a:custGeom>
              <a:rect b="b" l="l" r="r" t="t"/>
              <a:pathLst>
                <a:path extrusionOk="0" h="5492" w="10154">
                  <a:moveTo>
                    <a:pt x="178" y="1"/>
                  </a:moveTo>
                  <a:lnTo>
                    <a:pt x="1" y="277"/>
                  </a:lnTo>
                  <a:lnTo>
                    <a:pt x="1285" y="1008"/>
                  </a:lnTo>
                  <a:lnTo>
                    <a:pt x="2509" y="1680"/>
                  </a:lnTo>
                  <a:lnTo>
                    <a:pt x="3754" y="2351"/>
                  </a:lnTo>
                  <a:lnTo>
                    <a:pt x="5373" y="3200"/>
                  </a:lnTo>
                  <a:lnTo>
                    <a:pt x="7427" y="4228"/>
                  </a:lnTo>
                  <a:lnTo>
                    <a:pt x="9975" y="5492"/>
                  </a:lnTo>
                  <a:lnTo>
                    <a:pt x="10153" y="5097"/>
                  </a:lnTo>
                  <a:lnTo>
                    <a:pt x="9936" y="4998"/>
                  </a:lnTo>
                  <a:lnTo>
                    <a:pt x="9264" y="4702"/>
                  </a:lnTo>
                  <a:lnTo>
                    <a:pt x="8257" y="4188"/>
                  </a:lnTo>
                  <a:lnTo>
                    <a:pt x="7625" y="3872"/>
                  </a:lnTo>
                  <a:lnTo>
                    <a:pt x="6934" y="3477"/>
                  </a:lnTo>
                  <a:lnTo>
                    <a:pt x="6084" y="3023"/>
                  </a:lnTo>
                  <a:lnTo>
                    <a:pt x="5077" y="2489"/>
                  </a:lnTo>
                  <a:lnTo>
                    <a:pt x="2825" y="1344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5" name="Google Shape;7655;p29"/>
            <p:cNvSpPr/>
            <p:nvPr/>
          </p:nvSpPr>
          <p:spPr>
            <a:xfrm>
              <a:off x="-1731375" y="3345000"/>
              <a:ext cx="124950" cy="251375"/>
            </a:xfrm>
            <a:custGeom>
              <a:rect b="b" l="l" r="r" t="t"/>
              <a:pathLst>
                <a:path extrusionOk="0" h="10055" w="4998">
                  <a:moveTo>
                    <a:pt x="395" y="1"/>
                  </a:moveTo>
                  <a:lnTo>
                    <a:pt x="178" y="40"/>
                  </a:lnTo>
                  <a:lnTo>
                    <a:pt x="40" y="60"/>
                  </a:lnTo>
                  <a:lnTo>
                    <a:pt x="20" y="100"/>
                  </a:lnTo>
                  <a:lnTo>
                    <a:pt x="0" y="119"/>
                  </a:lnTo>
                  <a:lnTo>
                    <a:pt x="2331" y="5117"/>
                  </a:lnTo>
                  <a:lnTo>
                    <a:pt x="4622" y="10055"/>
                  </a:lnTo>
                  <a:lnTo>
                    <a:pt x="4997" y="9699"/>
                  </a:lnTo>
                  <a:lnTo>
                    <a:pt x="4089" y="7823"/>
                  </a:lnTo>
                  <a:lnTo>
                    <a:pt x="2528" y="45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98B1E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6" name="Google Shape;7656;p29"/>
            <p:cNvSpPr/>
            <p:nvPr/>
          </p:nvSpPr>
          <p:spPr>
            <a:xfrm>
              <a:off x="-1187225" y="3148475"/>
              <a:ext cx="262250" cy="196550"/>
            </a:xfrm>
            <a:custGeom>
              <a:rect b="b" l="l" r="r" t="t"/>
              <a:pathLst>
                <a:path extrusionOk="0" h="7862" w="10490">
                  <a:moveTo>
                    <a:pt x="119" y="1"/>
                  </a:moveTo>
                  <a:lnTo>
                    <a:pt x="60" y="20"/>
                  </a:lnTo>
                  <a:lnTo>
                    <a:pt x="40" y="40"/>
                  </a:lnTo>
                  <a:lnTo>
                    <a:pt x="21" y="60"/>
                  </a:lnTo>
                  <a:lnTo>
                    <a:pt x="1" y="99"/>
                  </a:lnTo>
                  <a:lnTo>
                    <a:pt x="21" y="159"/>
                  </a:lnTo>
                  <a:lnTo>
                    <a:pt x="60" y="297"/>
                  </a:lnTo>
                  <a:lnTo>
                    <a:pt x="139" y="494"/>
                  </a:lnTo>
                  <a:lnTo>
                    <a:pt x="258" y="712"/>
                  </a:lnTo>
                  <a:lnTo>
                    <a:pt x="435" y="949"/>
                  </a:lnTo>
                  <a:lnTo>
                    <a:pt x="633" y="1225"/>
                  </a:lnTo>
                  <a:lnTo>
                    <a:pt x="870" y="1541"/>
                  </a:lnTo>
                  <a:lnTo>
                    <a:pt x="1127" y="1838"/>
                  </a:lnTo>
                  <a:lnTo>
                    <a:pt x="1423" y="2173"/>
                  </a:lnTo>
                  <a:lnTo>
                    <a:pt x="1739" y="2509"/>
                  </a:lnTo>
                  <a:lnTo>
                    <a:pt x="2095" y="2845"/>
                  </a:lnTo>
                  <a:lnTo>
                    <a:pt x="2470" y="3181"/>
                  </a:lnTo>
                  <a:lnTo>
                    <a:pt x="2845" y="3516"/>
                  </a:lnTo>
                  <a:lnTo>
                    <a:pt x="3260" y="3813"/>
                  </a:lnTo>
                  <a:lnTo>
                    <a:pt x="3695" y="4129"/>
                  </a:lnTo>
                  <a:lnTo>
                    <a:pt x="6993" y="6321"/>
                  </a:lnTo>
                  <a:lnTo>
                    <a:pt x="9265" y="7862"/>
                  </a:lnTo>
                  <a:lnTo>
                    <a:pt x="10489" y="5788"/>
                  </a:lnTo>
                  <a:lnTo>
                    <a:pt x="9028" y="4860"/>
                  </a:lnTo>
                  <a:lnTo>
                    <a:pt x="6796" y="3477"/>
                  </a:lnTo>
                  <a:lnTo>
                    <a:pt x="5887" y="2944"/>
                  </a:lnTo>
                  <a:lnTo>
                    <a:pt x="4880" y="2351"/>
                  </a:lnTo>
                  <a:lnTo>
                    <a:pt x="3813" y="1759"/>
                  </a:lnTo>
                  <a:lnTo>
                    <a:pt x="2766" y="1205"/>
                  </a:lnTo>
                  <a:lnTo>
                    <a:pt x="1798" y="712"/>
                  </a:lnTo>
                  <a:lnTo>
                    <a:pt x="969" y="317"/>
                  </a:lnTo>
                  <a:lnTo>
                    <a:pt x="653" y="178"/>
                  </a:lnTo>
                  <a:lnTo>
                    <a:pt x="376" y="80"/>
                  </a:lnTo>
                  <a:lnTo>
                    <a:pt x="179" y="20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7" name="Google Shape;7657;p29"/>
            <p:cNvSpPr/>
            <p:nvPr/>
          </p:nvSpPr>
          <p:spPr>
            <a:xfrm>
              <a:off x="-1768900" y="35534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8" name="Google Shape;7658;p29"/>
            <p:cNvSpPr/>
            <p:nvPr/>
          </p:nvSpPr>
          <p:spPr>
            <a:xfrm>
              <a:off x="-1768425" y="355092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9" name="Google Shape;7659;p29"/>
            <p:cNvSpPr/>
            <p:nvPr/>
          </p:nvSpPr>
          <p:spPr>
            <a:xfrm>
              <a:off x="-1782750" y="3483275"/>
              <a:ext cx="58800" cy="75075"/>
            </a:xfrm>
            <a:custGeom>
              <a:rect b="b" l="l" r="r" t="t"/>
              <a:pathLst>
                <a:path extrusionOk="0" h="3003" w="2352">
                  <a:moveTo>
                    <a:pt x="1324" y="20"/>
                  </a:moveTo>
                  <a:lnTo>
                    <a:pt x="1364" y="40"/>
                  </a:lnTo>
                  <a:lnTo>
                    <a:pt x="1364" y="40"/>
                  </a:lnTo>
                  <a:lnTo>
                    <a:pt x="1344" y="20"/>
                  </a:lnTo>
                  <a:close/>
                  <a:moveTo>
                    <a:pt x="969" y="99"/>
                  </a:moveTo>
                  <a:lnTo>
                    <a:pt x="969" y="119"/>
                  </a:lnTo>
                  <a:lnTo>
                    <a:pt x="949" y="11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89" y="119"/>
                  </a:lnTo>
                  <a:lnTo>
                    <a:pt x="1008" y="129"/>
                  </a:lnTo>
                  <a:lnTo>
                    <a:pt x="969" y="99"/>
                  </a:lnTo>
                  <a:close/>
                  <a:moveTo>
                    <a:pt x="1008" y="129"/>
                  </a:moveTo>
                  <a:lnTo>
                    <a:pt x="1048" y="159"/>
                  </a:lnTo>
                  <a:lnTo>
                    <a:pt x="1048" y="159"/>
                  </a:lnTo>
                  <a:lnTo>
                    <a:pt x="1041" y="145"/>
                  </a:lnTo>
                  <a:lnTo>
                    <a:pt x="1041" y="145"/>
                  </a:lnTo>
                  <a:lnTo>
                    <a:pt x="1028" y="139"/>
                  </a:lnTo>
                  <a:lnTo>
                    <a:pt x="1008" y="129"/>
                  </a:lnTo>
                  <a:close/>
                  <a:moveTo>
                    <a:pt x="1028" y="119"/>
                  </a:moveTo>
                  <a:lnTo>
                    <a:pt x="1041" y="145"/>
                  </a:lnTo>
                  <a:lnTo>
                    <a:pt x="1041" y="145"/>
                  </a:lnTo>
                  <a:lnTo>
                    <a:pt x="1068" y="159"/>
                  </a:lnTo>
                  <a:lnTo>
                    <a:pt x="1028" y="119"/>
                  </a:lnTo>
                  <a:close/>
                  <a:moveTo>
                    <a:pt x="1048" y="159"/>
                  </a:moveTo>
                  <a:lnTo>
                    <a:pt x="1074" y="172"/>
                  </a:lnTo>
                  <a:lnTo>
                    <a:pt x="1074" y="172"/>
                  </a:lnTo>
                  <a:lnTo>
                    <a:pt x="1068" y="159"/>
                  </a:lnTo>
                  <a:close/>
                  <a:moveTo>
                    <a:pt x="1087" y="435"/>
                  </a:moveTo>
                  <a:lnTo>
                    <a:pt x="1107" y="455"/>
                  </a:lnTo>
                  <a:lnTo>
                    <a:pt x="1068" y="435"/>
                  </a:lnTo>
                  <a:close/>
                  <a:moveTo>
                    <a:pt x="811" y="494"/>
                  </a:moveTo>
                  <a:lnTo>
                    <a:pt x="850" y="534"/>
                  </a:lnTo>
                  <a:lnTo>
                    <a:pt x="850" y="554"/>
                  </a:lnTo>
                  <a:lnTo>
                    <a:pt x="811" y="494"/>
                  </a:lnTo>
                  <a:close/>
                  <a:moveTo>
                    <a:pt x="613" y="731"/>
                  </a:moveTo>
                  <a:lnTo>
                    <a:pt x="673" y="771"/>
                  </a:lnTo>
                  <a:lnTo>
                    <a:pt x="653" y="751"/>
                  </a:lnTo>
                  <a:lnTo>
                    <a:pt x="633" y="731"/>
                  </a:lnTo>
                  <a:close/>
                  <a:moveTo>
                    <a:pt x="594" y="652"/>
                  </a:moveTo>
                  <a:lnTo>
                    <a:pt x="594" y="672"/>
                  </a:lnTo>
                  <a:lnTo>
                    <a:pt x="574" y="692"/>
                  </a:lnTo>
                  <a:lnTo>
                    <a:pt x="534" y="672"/>
                  </a:lnTo>
                  <a:lnTo>
                    <a:pt x="534" y="672"/>
                  </a:lnTo>
                  <a:lnTo>
                    <a:pt x="594" y="771"/>
                  </a:lnTo>
                  <a:lnTo>
                    <a:pt x="653" y="791"/>
                  </a:lnTo>
                  <a:lnTo>
                    <a:pt x="712" y="830"/>
                  </a:lnTo>
                  <a:lnTo>
                    <a:pt x="712" y="830"/>
                  </a:lnTo>
                  <a:lnTo>
                    <a:pt x="633" y="771"/>
                  </a:lnTo>
                  <a:lnTo>
                    <a:pt x="574" y="712"/>
                  </a:lnTo>
                  <a:lnTo>
                    <a:pt x="594" y="712"/>
                  </a:lnTo>
                  <a:lnTo>
                    <a:pt x="633" y="731"/>
                  </a:lnTo>
                  <a:lnTo>
                    <a:pt x="633" y="712"/>
                  </a:lnTo>
                  <a:lnTo>
                    <a:pt x="653" y="712"/>
                  </a:lnTo>
                  <a:lnTo>
                    <a:pt x="613" y="652"/>
                  </a:lnTo>
                  <a:close/>
                  <a:moveTo>
                    <a:pt x="475" y="988"/>
                  </a:moveTo>
                  <a:lnTo>
                    <a:pt x="495" y="1008"/>
                  </a:lnTo>
                  <a:lnTo>
                    <a:pt x="455" y="1008"/>
                  </a:lnTo>
                  <a:lnTo>
                    <a:pt x="475" y="1028"/>
                  </a:lnTo>
                  <a:lnTo>
                    <a:pt x="515" y="1047"/>
                  </a:lnTo>
                  <a:lnTo>
                    <a:pt x="475" y="1047"/>
                  </a:lnTo>
                  <a:lnTo>
                    <a:pt x="574" y="1087"/>
                  </a:lnTo>
                  <a:lnTo>
                    <a:pt x="554" y="1067"/>
                  </a:lnTo>
                  <a:lnTo>
                    <a:pt x="574" y="1067"/>
                  </a:lnTo>
                  <a:lnTo>
                    <a:pt x="607" y="1100"/>
                  </a:lnTo>
                  <a:lnTo>
                    <a:pt x="594" y="1087"/>
                  </a:lnTo>
                  <a:lnTo>
                    <a:pt x="594" y="1067"/>
                  </a:lnTo>
                  <a:lnTo>
                    <a:pt x="554" y="1028"/>
                  </a:lnTo>
                  <a:lnTo>
                    <a:pt x="475" y="988"/>
                  </a:lnTo>
                  <a:close/>
                  <a:moveTo>
                    <a:pt x="613" y="1107"/>
                  </a:moveTo>
                  <a:lnTo>
                    <a:pt x="633" y="1126"/>
                  </a:lnTo>
                  <a:lnTo>
                    <a:pt x="653" y="1146"/>
                  </a:lnTo>
                  <a:lnTo>
                    <a:pt x="613" y="1107"/>
                  </a:lnTo>
                  <a:close/>
                  <a:moveTo>
                    <a:pt x="436" y="1205"/>
                  </a:moveTo>
                  <a:lnTo>
                    <a:pt x="436" y="1205"/>
                  </a:lnTo>
                  <a:lnTo>
                    <a:pt x="436" y="1205"/>
                  </a:lnTo>
                  <a:close/>
                  <a:moveTo>
                    <a:pt x="455" y="1304"/>
                  </a:moveTo>
                  <a:lnTo>
                    <a:pt x="436" y="1324"/>
                  </a:lnTo>
                  <a:lnTo>
                    <a:pt x="440" y="1339"/>
                  </a:lnTo>
                  <a:lnTo>
                    <a:pt x="440" y="1339"/>
                  </a:lnTo>
                  <a:lnTo>
                    <a:pt x="455" y="1324"/>
                  </a:lnTo>
                  <a:lnTo>
                    <a:pt x="455" y="1304"/>
                  </a:lnTo>
                  <a:close/>
                  <a:moveTo>
                    <a:pt x="440" y="1339"/>
                  </a:moveTo>
                  <a:lnTo>
                    <a:pt x="436" y="1344"/>
                  </a:lnTo>
                  <a:lnTo>
                    <a:pt x="445" y="1354"/>
                  </a:lnTo>
                  <a:lnTo>
                    <a:pt x="440" y="1339"/>
                  </a:lnTo>
                  <a:close/>
                  <a:moveTo>
                    <a:pt x="1680" y="1477"/>
                  </a:moveTo>
                  <a:lnTo>
                    <a:pt x="1680" y="1482"/>
                  </a:lnTo>
                  <a:lnTo>
                    <a:pt x="1739" y="1521"/>
                  </a:lnTo>
                  <a:lnTo>
                    <a:pt x="1680" y="1477"/>
                  </a:lnTo>
                  <a:close/>
                  <a:moveTo>
                    <a:pt x="324" y="1732"/>
                  </a:moveTo>
                  <a:lnTo>
                    <a:pt x="357" y="1758"/>
                  </a:lnTo>
                  <a:lnTo>
                    <a:pt x="337" y="1758"/>
                  </a:lnTo>
                  <a:lnTo>
                    <a:pt x="324" y="1732"/>
                  </a:lnTo>
                  <a:close/>
                  <a:moveTo>
                    <a:pt x="495" y="1739"/>
                  </a:moveTo>
                  <a:lnTo>
                    <a:pt x="495" y="1758"/>
                  </a:lnTo>
                  <a:lnTo>
                    <a:pt x="515" y="1778"/>
                  </a:lnTo>
                  <a:lnTo>
                    <a:pt x="495" y="1739"/>
                  </a:lnTo>
                  <a:close/>
                  <a:moveTo>
                    <a:pt x="1087" y="2055"/>
                  </a:moveTo>
                  <a:lnTo>
                    <a:pt x="1107" y="2074"/>
                  </a:lnTo>
                  <a:lnTo>
                    <a:pt x="1166" y="2134"/>
                  </a:lnTo>
                  <a:lnTo>
                    <a:pt x="1166" y="2134"/>
                  </a:lnTo>
                  <a:lnTo>
                    <a:pt x="1147" y="2094"/>
                  </a:lnTo>
                  <a:lnTo>
                    <a:pt x="1206" y="2153"/>
                  </a:lnTo>
                  <a:lnTo>
                    <a:pt x="1166" y="2094"/>
                  </a:lnTo>
                  <a:lnTo>
                    <a:pt x="1087" y="2055"/>
                  </a:lnTo>
                  <a:close/>
                  <a:moveTo>
                    <a:pt x="199" y="2134"/>
                  </a:moveTo>
                  <a:lnTo>
                    <a:pt x="218" y="2153"/>
                  </a:lnTo>
                  <a:lnTo>
                    <a:pt x="218" y="2134"/>
                  </a:lnTo>
                  <a:close/>
                  <a:moveTo>
                    <a:pt x="515" y="2193"/>
                  </a:moveTo>
                  <a:lnTo>
                    <a:pt x="534" y="2213"/>
                  </a:lnTo>
                  <a:lnTo>
                    <a:pt x="554" y="2213"/>
                  </a:lnTo>
                  <a:lnTo>
                    <a:pt x="515" y="2193"/>
                  </a:lnTo>
                  <a:close/>
                  <a:moveTo>
                    <a:pt x="1" y="2351"/>
                  </a:moveTo>
                  <a:lnTo>
                    <a:pt x="40" y="2371"/>
                  </a:lnTo>
                  <a:lnTo>
                    <a:pt x="21" y="2351"/>
                  </a:lnTo>
                  <a:close/>
                  <a:moveTo>
                    <a:pt x="278" y="2391"/>
                  </a:moveTo>
                  <a:lnTo>
                    <a:pt x="317" y="2430"/>
                  </a:lnTo>
                  <a:lnTo>
                    <a:pt x="297" y="2430"/>
                  </a:lnTo>
                  <a:lnTo>
                    <a:pt x="238" y="2391"/>
                  </a:lnTo>
                  <a:close/>
                  <a:moveTo>
                    <a:pt x="1226" y="2430"/>
                  </a:moveTo>
                  <a:lnTo>
                    <a:pt x="1245" y="2450"/>
                  </a:lnTo>
                  <a:lnTo>
                    <a:pt x="1265" y="2470"/>
                  </a:lnTo>
                  <a:lnTo>
                    <a:pt x="1265" y="2470"/>
                  </a:lnTo>
                  <a:lnTo>
                    <a:pt x="1186" y="2430"/>
                  </a:lnTo>
                  <a:close/>
                  <a:moveTo>
                    <a:pt x="1324" y="2470"/>
                  </a:moveTo>
                  <a:lnTo>
                    <a:pt x="1324" y="2470"/>
                  </a:lnTo>
                  <a:lnTo>
                    <a:pt x="1324" y="2470"/>
                  </a:lnTo>
                  <a:close/>
                  <a:moveTo>
                    <a:pt x="1166" y="2509"/>
                  </a:moveTo>
                  <a:lnTo>
                    <a:pt x="1186" y="2529"/>
                  </a:lnTo>
                  <a:lnTo>
                    <a:pt x="1206" y="2549"/>
                  </a:lnTo>
                  <a:lnTo>
                    <a:pt x="1166" y="2509"/>
                  </a:lnTo>
                  <a:close/>
                  <a:moveTo>
                    <a:pt x="297" y="2549"/>
                  </a:moveTo>
                  <a:lnTo>
                    <a:pt x="317" y="2568"/>
                  </a:lnTo>
                  <a:lnTo>
                    <a:pt x="337" y="2568"/>
                  </a:lnTo>
                  <a:lnTo>
                    <a:pt x="297" y="2549"/>
                  </a:lnTo>
                  <a:close/>
                  <a:moveTo>
                    <a:pt x="673" y="2568"/>
                  </a:moveTo>
                  <a:lnTo>
                    <a:pt x="673" y="2608"/>
                  </a:lnTo>
                  <a:lnTo>
                    <a:pt x="692" y="2588"/>
                  </a:lnTo>
                  <a:lnTo>
                    <a:pt x="673" y="2568"/>
                  </a:lnTo>
                  <a:close/>
                  <a:moveTo>
                    <a:pt x="1166" y="2588"/>
                  </a:moveTo>
                  <a:lnTo>
                    <a:pt x="1166" y="2608"/>
                  </a:lnTo>
                  <a:lnTo>
                    <a:pt x="1226" y="2647"/>
                  </a:lnTo>
                  <a:lnTo>
                    <a:pt x="1226" y="2647"/>
                  </a:lnTo>
                  <a:lnTo>
                    <a:pt x="1206" y="2628"/>
                  </a:lnTo>
                  <a:lnTo>
                    <a:pt x="1166" y="2588"/>
                  </a:lnTo>
                  <a:close/>
                  <a:moveTo>
                    <a:pt x="771" y="2647"/>
                  </a:moveTo>
                  <a:lnTo>
                    <a:pt x="831" y="2707"/>
                  </a:lnTo>
                  <a:lnTo>
                    <a:pt x="929" y="2805"/>
                  </a:lnTo>
                  <a:lnTo>
                    <a:pt x="910" y="2766"/>
                  </a:lnTo>
                  <a:lnTo>
                    <a:pt x="870" y="2726"/>
                  </a:lnTo>
                  <a:lnTo>
                    <a:pt x="771" y="2647"/>
                  </a:lnTo>
                  <a:close/>
                  <a:moveTo>
                    <a:pt x="732" y="2825"/>
                  </a:moveTo>
                  <a:lnTo>
                    <a:pt x="752" y="2845"/>
                  </a:lnTo>
                  <a:lnTo>
                    <a:pt x="771" y="2884"/>
                  </a:lnTo>
                  <a:lnTo>
                    <a:pt x="791" y="2884"/>
                  </a:lnTo>
                  <a:lnTo>
                    <a:pt x="771" y="2865"/>
                  </a:lnTo>
                  <a:lnTo>
                    <a:pt x="752" y="2845"/>
                  </a:lnTo>
                  <a:lnTo>
                    <a:pt x="752" y="2845"/>
                  </a:lnTo>
                  <a:lnTo>
                    <a:pt x="791" y="2865"/>
                  </a:lnTo>
                  <a:lnTo>
                    <a:pt x="732" y="2825"/>
                  </a:lnTo>
                  <a:close/>
                  <a:moveTo>
                    <a:pt x="1443" y="1"/>
                  </a:moveTo>
                  <a:lnTo>
                    <a:pt x="1443" y="20"/>
                  </a:lnTo>
                  <a:lnTo>
                    <a:pt x="1463" y="40"/>
                  </a:lnTo>
                  <a:lnTo>
                    <a:pt x="1482" y="60"/>
                  </a:lnTo>
                  <a:lnTo>
                    <a:pt x="1463" y="60"/>
                  </a:lnTo>
                  <a:lnTo>
                    <a:pt x="1443" y="40"/>
                  </a:lnTo>
                  <a:lnTo>
                    <a:pt x="1443" y="60"/>
                  </a:lnTo>
                  <a:lnTo>
                    <a:pt x="1423" y="60"/>
                  </a:lnTo>
                  <a:lnTo>
                    <a:pt x="1364" y="40"/>
                  </a:lnTo>
                  <a:lnTo>
                    <a:pt x="1344" y="40"/>
                  </a:lnTo>
                  <a:lnTo>
                    <a:pt x="1344" y="60"/>
                  </a:lnTo>
                  <a:lnTo>
                    <a:pt x="1384" y="80"/>
                  </a:lnTo>
                  <a:lnTo>
                    <a:pt x="1384" y="80"/>
                  </a:lnTo>
                  <a:lnTo>
                    <a:pt x="1324" y="60"/>
                  </a:lnTo>
                  <a:lnTo>
                    <a:pt x="1423" y="139"/>
                  </a:lnTo>
                  <a:lnTo>
                    <a:pt x="1463" y="159"/>
                  </a:lnTo>
                  <a:lnTo>
                    <a:pt x="1482" y="198"/>
                  </a:lnTo>
                  <a:lnTo>
                    <a:pt x="1423" y="178"/>
                  </a:lnTo>
                  <a:lnTo>
                    <a:pt x="1384" y="139"/>
                  </a:lnTo>
                  <a:lnTo>
                    <a:pt x="1324" y="99"/>
                  </a:lnTo>
                  <a:lnTo>
                    <a:pt x="1324" y="99"/>
                  </a:lnTo>
                  <a:lnTo>
                    <a:pt x="1285" y="80"/>
                  </a:lnTo>
                  <a:lnTo>
                    <a:pt x="1245" y="80"/>
                  </a:lnTo>
                  <a:lnTo>
                    <a:pt x="1206" y="40"/>
                  </a:lnTo>
                  <a:lnTo>
                    <a:pt x="1147" y="40"/>
                  </a:lnTo>
                  <a:lnTo>
                    <a:pt x="1186" y="80"/>
                  </a:lnTo>
                  <a:lnTo>
                    <a:pt x="1147" y="80"/>
                  </a:lnTo>
                  <a:lnTo>
                    <a:pt x="1107" y="60"/>
                  </a:lnTo>
                  <a:lnTo>
                    <a:pt x="1107" y="60"/>
                  </a:lnTo>
                  <a:lnTo>
                    <a:pt x="1127" y="80"/>
                  </a:lnTo>
                  <a:lnTo>
                    <a:pt x="1107" y="80"/>
                  </a:lnTo>
                  <a:lnTo>
                    <a:pt x="1107" y="99"/>
                  </a:lnTo>
                  <a:lnTo>
                    <a:pt x="1127" y="119"/>
                  </a:lnTo>
                  <a:lnTo>
                    <a:pt x="1107" y="139"/>
                  </a:lnTo>
                  <a:lnTo>
                    <a:pt x="1087" y="119"/>
                  </a:lnTo>
                  <a:lnTo>
                    <a:pt x="1048" y="99"/>
                  </a:lnTo>
                  <a:lnTo>
                    <a:pt x="1107" y="159"/>
                  </a:lnTo>
                  <a:lnTo>
                    <a:pt x="1186" y="218"/>
                  </a:lnTo>
                  <a:lnTo>
                    <a:pt x="1186" y="218"/>
                  </a:lnTo>
                  <a:lnTo>
                    <a:pt x="1127" y="198"/>
                  </a:lnTo>
                  <a:lnTo>
                    <a:pt x="1074" y="172"/>
                  </a:lnTo>
                  <a:lnTo>
                    <a:pt x="1074" y="172"/>
                  </a:lnTo>
                  <a:lnTo>
                    <a:pt x="1087" y="198"/>
                  </a:lnTo>
                  <a:lnTo>
                    <a:pt x="1107" y="238"/>
                  </a:lnTo>
                  <a:lnTo>
                    <a:pt x="1186" y="297"/>
                  </a:lnTo>
                  <a:lnTo>
                    <a:pt x="1127" y="297"/>
                  </a:lnTo>
                  <a:lnTo>
                    <a:pt x="1087" y="257"/>
                  </a:lnTo>
                  <a:lnTo>
                    <a:pt x="1048" y="218"/>
                  </a:lnTo>
                  <a:lnTo>
                    <a:pt x="1048" y="238"/>
                  </a:lnTo>
                  <a:lnTo>
                    <a:pt x="1028" y="238"/>
                  </a:lnTo>
                  <a:lnTo>
                    <a:pt x="969" y="218"/>
                  </a:lnTo>
                  <a:lnTo>
                    <a:pt x="969" y="218"/>
                  </a:lnTo>
                  <a:lnTo>
                    <a:pt x="1008" y="238"/>
                  </a:lnTo>
                  <a:lnTo>
                    <a:pt x="1048" y="277"/>
                  </a:lnTo>
                  <a:lnTo>
                    <a:pt x="1048" y="277"/>
                  </a:lnTo>
                  <a:lnTo>
                    <a:pt x="969" y="238"/>
                  </a:lnTo>
                  <a:lnTo>
                    <a:pt x="949" y="257"/>
                  </a:lnTo>
                  <a:lnTo>
                    <a:pt x="890" y="257"/>
                  </a:lnTo>
                  <a:lnTo>
                    <a:pt x="890" y="277"/>
                  </a:lnTo>
                  <a:lnTo>
                    <a:pt x="969" y="317"/>
                  </a:lnTo>
                  <a:lnTo>
                    <a:pt x="969" y="317"/>
                  </a:lnTo>
                  <a:lnTo>
                    <a:pt x="910" y="277"/>
                  </a:lnTo>
                  <a:lnTo>
                    <a:pt x="1008" y="336"/>
                  </a:lnTo>
                  <a:lnTo>
                    <a:pt x="1087" y="415"/>
                  </a:lnTo>
                  <a:lnTo>
                    <a:pt x="1068" y="415"/>
                  </a:lnTo>
                  <a:lnTo>
                    <a:pt x="1028" y="396"/>
                  </a:lnTo>
                  <a:lnTo>
                    <a:pt x="1028" y="396"/>
                  </a:lnTo>
                  <a:lnTo>
                    <a:pt x="1041" y="422"/>
                  </a:lnTo>
                  <a:lnTo>
                    <a:pt x="1041" y="422"/>
                  </a:lnTo>
                  <a:lnTo>
                    <a:pt x="1028" y="415"/>
                  </a:lnTo>
                  <a:lnTo>
                    <a:pt x="1028" y="435"/>
                  </a:lnTo>
                  <a:lnTo>
                    <a:pt x="969" y="376"/>
                  </a:lnTo>
                  <a:lnTo>
                    <a:pt x="929" y="376"/>
                  </a:lnTo>
                  <a:lnTo>
                    <a:pt x="890" y="336"/>
                  </a:lnTo>
                  <a:lnTo>
                    <a:pt x="890" y="356"/>
                  </a:lnTo>
                  <a:lnTo>
                    <a:pt x="831" y="297"/>
                  </a:lnTo>
                  <a:lnTo>
                    <a:pt x="811" y="297"/>
                  </a:lnTo>
                  <a:lnTo>
                    <a:pt x="831" y="317"/>
                  </a:lnTo>
                  <a:lnTo>
                    <a:pt x="831" y="336"/>
                  </a:lnTo>
                  <a:lnTo>
                    <a:pt x="791" y="317"/>
                  </a:lnTo>
                  <a:lnTo>
                    <a:pt x="850" y="356"/>
                  </a:lnTo>
                  <a:lnTo>
                    <a:pt x="771" y="356"/>
                  </a:lnTo>
                  <a:lnTo>
                    <a:pt x="811" y="396"/>
                  </a:lnTo>
                  <a:lnTo>
                    <a:pt x="831" y="415"/>
                  </a:lnTo>
                  <a:lnTo>
                    <a:pt x="791" y="396"/>
                  </a:lnTo>
                  <a:lnTo>
                    <a:pt x="752" y="396"/>
                  </a:lnTo>
                  <a:lnTo>
                    <a:pt x="771" y="435"/>
                  </a:lnTo>
                  <a:lnTo>
                    <a:pt x="850" y="494"/>
                  </a:lnTo>
                  <a:lnTo>
                    <a:pt x="850" y="514"/>
                  </a:lnTo>
                  <a:lnTo>
                    <a:pt x="831" y="494"/>
                  </a:lnTo>
                  <a:lnTo>
                    <a:pt x="791" y="475"/>
                  </a:lnTo>
                  <a:lnTo>
                    <a:pt x="811" y="494"/>
                  </a:lnTo>
                  <a:lnTo>
                    <a:pt x="771" y="475"/>
                  </a:lnTo>
                  <a:lnTo>
                    <a:pt x="752" y="494"/>
                  </a:lnTo>
                  <a:lnTo>
                    <a:pt x="732" y="494"/>
                  </a:lnTo>
                  <a:lnTo>
                    <a:pt x="890" y="652"/>
                  </a:lnTo>
                  <a:lnTo>
                    <a:pt x="969" y="731"/>
                  </a:lnTo>
                  <a:lnTo>
                    <a:pt x="1068" y="791"/>
                  </a:lnTo>
                  <a:lnTo>
                    <a:pt x="1068" y="791"/>
                  </a:lnTo>
                  <a:lnTo>
                    <a:pt x="1008" y="771"/>
                  </a:lnTo>
                  <a:lnTo>
                    <a:pt x="969" y="771"/>
                  </a:lnTo>
                  <a:lnTo>
                    <a:pt x="910" y="731"/>
                  </a:lnTo>
                  <a:lnTo>
                    <a:pt x="870" y="712"/>
                  </a:lnTo>
                  <a:lnTo>
                    <a:pt x="870" y="692"/>
                  </a:lnTo>
                  <a:lnTo>
                    <a:pt x="910" y="712"/>
                  </a:lnTo>
                  <a:lnTo>
                    <a:pt x="929" y="731"/>
                  </a:lnTo>
                  <a:lnTo>
                    <a:pt x="929" y="712"/>
                  </a:lnTo>
                  <a:lnTo>
                    <a:pt x="791" y="652"/>
                  </a:lnTo>
                  <a:lnTo>
                    <a:pt x="752" y="613"/>
                  </a:lnTo>
                  <a:lnTo>
                    <a:pt x="732" y="593"/>
                  </a:lnTo>
                  <a:lnTo>
                    <a:pt x="653" y="534"/>
                  </a:lnTo>
                  <a:lnTo>
                    <a:pt x="653" y="554"/>
                  </a:lnTo>
                  <a:lnTo>
                    <a:pt x="673" y="573"/>
                  </a:lnTo>
                  <a:lnTo>
                    <a:pt x="633" y="573"/>
                  </a:lnTo>
                  <a:lnTo>
                    <a:pt x="653" y="593"/>
                  </a:lnTo>
                  <a:lnTo>
                    <a:pt x="653" y="613"/>
                  </a:lnTo>
                  <a:lnTo>
                    <a:pt x="692" y="652"/>
                  </a:lnTo>
                  <a:lnTo>
                    <a:pt x="673" y="652"/>
                  </a:lnTo>
                  <a:lnTo>
                    <a:pt x="633" y="633"/>
                  </a:lnTo>
                  <a:lnTo>
                    <a:pt x="653" y="672"/>
                  </a:lnTo>
                  <a:lnTo>
                    <a:pt x="712" y="712"/>
                  </a:lnTo>
                  <a:lnTo>
                    <a:pt x="791" y="771"/>
                  </a:lnTo>
                  <a:lnTo>
                    <a:pt x="811" y="810"/>
                  </a:lnTo>
                  <a:lnTo>
                    <a:pt x="791" y="810"/>
                  </a:lnTo>
                  <a:lnTo>
                    <a:pt x="771" y="791"/>
                  </a:lnTo>
                  <a:lnTo>
                    <a:pt x="752" y="771"/>
                  </a:lnTo>
                  <a:lnTo>
                    <a:pt x="771" y="810"/>
                  </a:lnTo>
                  <a:lnTo>
                    <a:pt x="712" y="791"/>
                  </a:lnTo>
                  <a:lnTo>
                    <a:pt x="712" y="771"/>
                  </a:lnTo>
                  <a:lnTo>
                    <a:pt x="692" y="751"/>
                  </a:lnTo>
                  <a:lnTo>
                    <a:pt x="692" y="771"/>
                  </a:lnTo>
                  <a:lnTo>
                    <a:pt x="752" y="830"/>
                  </a:lnTo>
                  <a:lnTo>
                    <a:pt x="712" y="830"/>
                  </a:lnTo>
                  <a:lnTo>
                    <a:pt x="633" y="791"/>
                  </a:lnTo>
                  <a:lnTo>
                    <a:pt x="574" y="791"/>
                  </a:lnTo>
                  <a:lnTo>
                    <a:pt x="653" y="850"/>
                  </a:lnTo>
                  <a:lnTo>
                    <a:pt x="692" y="889"/>
                  </a:lnTo>
                  <a:lnTo>
                    <a:pt x="692" y="870"/>
                  </a:lnTo>
                  <a:lnTo>
                    <a:pt x="712" y="889"/>
                  </a:lnTo>
                  <a:lnTo>
                    <a:pt x="732" y="909"/>
                  </a:lnTo>
                  <a:lnTo>
                    <a:pt x="771" y="929"/>
                  </a:lnTo>
                  <a:lnTo>
                    <a:pt x="811" y="968"/>
                  </a:lnTo>
                  <a:lnTo>
                    <a:pt x="791" y="968"/>
                  </a:lnTo>
                  <a:lnTo>
                    <a:pt x="771" y="949"/>
                  </a:lnTo>
                  <a:lnTo>
                    <a:pt x="752" y="929"/>
                  </a:lnTo>
                  <a:lnTo>
                    <a:pt x="712" y="929"/>
                  </a:lnTo>
                  <a:lnTo>
                    <a:pt x="594" y="810"/>
                  </a:lnTo>
                  <a:lnTo>
                    <a:pt x="574" y="791"/>
                  </a:lnTo>
                  <a:lnTo>
                    <a:pt x="574" y="810"/>
                  </a:lnTo>
                  <a:lnTo>
                    <a:pt x="574" y="810"/>
                  </a:lnTo>
                  <a:lnTo>
                    <a:pt x="594" y="830"/>
                  </a:lnTo>
                  <a:lnTo>
                    <a:pt x="633" y="850"/>
                  </a:lnTo>
                  <a:lnTo>
                    <a:pt x="692" y="929"/>
                  </a:lnTo>
                  <a:lnTo>
                    <a:pt x="732" y="1008"/>
                  </a:lnTo>
                  <a:lnTo>
                    <a:pt x="732" y="1008"/>
                  </a:lnTo>
                  <a:lnTo>
                    <a:pt x="673" y="949"/>
                  </a:lnTo>
                  <a:lnTo>
                    <a:pt x="633" y="909"/>
                  </a:lnTo>
                  <a:lnTo>
                    <a:pt x="594" y="870"/>
                  </a:lnTo>
                  <a:lnTo>
                    <a:pt x="534" y="830"/>
                  </a:lnTo>
                  <a:lnTo>
                    <a:pt x="534" y="830"/>
                  </a:lnTo>
                  <a:lnTo>
                    <a:pt x="554" y="870"/>
                  </a:lnTo>
                  <a:lnTo>
                    <a:pt x="574" y="889"/>
                  </a:lnTo>
                  <a:lnTo>
                    <a:pt x="534" y="870"/>
                  </a:lnTo>
                  <a:lnTo>
                    <a:pt x="534" y="889"/>
                  </a:lnTo>
                  <a:lnTo>
                    <a:pt x="554" y="929"/>
                  </a:lnTo>
                  <a:lnTo>
                    <a:pt x="574" y="929"/>
                  </a:lnTo>
                  <a:lnTo>
                    <a:pt x="594" y="949"/>
                  </a:lnTo>
                  <a:lnTo>
                    <a:pt x="574" y="968"/>
                  </a:lnTo>
                  <a:lnTo>
                    <a:pt x="554" y="968"/>
                  </a:lnTo>
                  <a:lnTo>
                    <a:pt x="574" y="988"/>
                  </a:lnTo>
                  <a:lnTo>
                    <a:pt x="554" y="988"/>
                  </a:lnTo>
                  <a:lnTo>
                    <a:pt x="554" y="1008"/>
                  </a:lnTo>
                  <a:lnTo>
                    <a:pt x="574" y="1028"/>
                  </a:lnTo>
                  <a:lnTo>
                    <a:pt x="574" y="1008"/>
                  </a:lnTo>
                  <a:lnTo>
                    <a:pt x="613" y="1008"/>
                  </a:lnTo>
                  <a:lnTo>
                    <a:pt x="653" y="1047"/>
                  </a:lnTo>
                  <a:lnTo>
                    <a:pt x="653" y="1067"/>
                  </a:lnTo>
                  <a:lnTo>
                    <a:pt x="673" y="1087"/>
                  </a:lnTo>
                  <a:lnTo>
                    <a:pt x="692" y="1107"/>
                  </a:lnTo>
                  <a:lnTo>
                    <a:pt x="692" y="1126"/>
                  </a:lnTo>
                  <a:lnTo>
                    <a:pt x="712" y="1146"/>
                  </a:lnTo>
                  <a:lnTo>
                    <a:pt x="712" y="1166"/>
                  </a:lnTo>
                  <a:lnTo>
                    <a:pt x="712" y="1186"/>
                  </a:lnTo>
                  <a:lnTo>
                    <a:pt x="673" y="1166"/>
                  </a:lnTo>
                  <a:lnTo>
                    <a:pt x="653" y="1146"/>
                  </a:lnTo>
                  <a:lnTo>
                    <a:pt x="653" y="1166"/>
                  </a:lnTo>
                  <a:lnTo>
                    <a:pt x="613" y="1126"/>
                  </a:lnTo>
                  <a:lnTo>
                    <a:pt x="613" y="1146"/>
                  </a:lnTo>
                  <a:lnTo>
                    <a:pt x="633" y="1166"/>
                  </a:lnTo>
                  <a:lnTo>
                    <a:pt x="613" y="1166"/>
                  </a:lnTo>
                  <a:lnTo>
                    <a:pt x="594" y="1126"/>
                  </a:lnTo>
                  <a:lnTo>
                    <a:pt x="534" y="1087"/>
                  </a:lnTo>
                  <a:lnTo>
                    <a:pt x="594" y="1146"/>
                  </a:lnTo>
                  <a:lnTo>
                    <a:pt x="554" y="1126"/>
                  </a:lnTo>
                  <a:lnTo>
                    <a:pt x="574" y="1146"/>
                  </a:lnTo>
                  <a:lnTo>
                    <a:pt x="594" y="1166"/>
                  </a:lnTo>
                  <a:lnTo>
                    <a:pt x="554" y="1146"/>
                  </a:lnTo>
                  <a:lnTo>
                    <a:pt x="554" y="1166"/>
                  </a:lnTo>
                  <a:lnTo>
                    <a:pt x="594" y="1205"/>
                  </a:lnTo>
                  <a:lnTo>
                    <a:pt x="633" y="1225"/>
                  </a:lnTo>
                  <a:lnTo>
                    <a:pt x="692" y="1265"/>
                  </a:lnTo>
                  <a:lnTo>
                    <a:pt x="692" y="1284"/>
                  </a:lnTo>
                  <a:lnTo>
                    <a:pt x="692" y="1304"/>
                  </a:lnTo>
                  <a:lnTo>
                    <a:pt x="673" y="1304"/>
                  </a:lnTo>
                  <a:lnTo>
                    <a:pt x="633" y="1284"/>
                  </a:lnTo>
                  <a:lnTo>
                    <a:pt x="673" y="1324"/>
                  </a:lnTo>
                  <a:lnTo>
                    <a:pt x="673" y="1324"/>
                  </a:lnTo>
                  <a:lnTo>
                    <a:pt x="633" y="1304"/>
                  </a:lnTo>
                  <a:lnTo>
                    <a:pt x="594" y="1284"/>
                  </a:lnTo>
                  <a:lnTo>
                    <a:pt x="594" y="1265"/>
                  </a:lnTo>
                  <a:lnTo>
                    <a:pt x="534" y="1225"/>
                  </a:lnTo>
                  <a:lnTo>
                    <a:pt x="495" y="1205"/>
                  </a:lnTo>
                  <a:lnTo>
                    <a:pt x="495" y="1205"/>
                  </a:lnTo>
                  <a:lnTo>
                    <a:pt x="542" y="1241"/>
                  </a:lnTo>
                  <a:lnTo>
                    <a:pt x="542" y="1241"/>
                  </a:lnTo>
                  <a:lnTo>
                    <a:pt x="495" y="1225"/>
                  </a:lnTo>
                  <a:lnTo>
                    <a:pt x="515" y="1265"/>
                  </a:lnTo>
                  <a:lnTo>
                    <a:pt x="534" y="1284"/>
                  </a:lnTo>
                  <a:lnTo>
                    <a:pt x="534" y="1284"/>
                  </a:lnTo>
                  <a:lnTo>
                    <a:pt x="436" y="1205"/>
                  </a:lnTo>
                  <a:lnTo>
                    <a:pt x="455" y="1225"/>
                  </a:lnTo>
                  <a:lnTo>
                    <a:pt x="436" y="1225"/>
                  </a:lnTo>
                  <a:lnTo>
                    <a:pt x="455" y="1245"/>
                  </a:lnTo>
                  <a:lnTo>
                    <a:pt x="475" y="1245"/>
                  </a:lnTo>
                  <a:lnTo>
                    <a:pt x="495" y="1265"/>
                  </a:lnTo>
                  <a:lnTo>
                    <a:pt x="495" y="1284"/>
                  </a:lnTo>
                  <a:lnTo>
                    <a:pt x="455" y="1284"/>
                  </a:lnTo>
                  <a:lnTo>
                    <a:pt x="495" y="1324"/>
                  </a:lnTo>
                  <a:lnTo>
                    <a:pt x="495" y="1304"/>
                  </a:lnTo>
                  <a:lnTo>
                    <a:pt x="515" y="1324"/>
                  </a:lnTo>
                  <a:lnTo>
                    <a:pt x="534" y="1344"/>
                  </a:lnTo>
                  <a:lnTo>
                    <a:pt x="534" y="1363"/>
                  </a:lnTo>
                  <a:lnTo>
                    <a:pt x="534" y="1383"/>
                  </a:lnTo>
                  <a:lnTo>
                    <a:pt x="554" y="1423"/>
                  </a:lnTo>
                  <a:lnTo>
                    <a:pt x="495" y="1403"/>
                  </a:lnTo>
                  <a:lnTo>
                    <a:pt x="445" y="1354"/>
                  </a:lnTo>
                  <a:lnTo>
                    <a:pt x="455" y="1383"/>
                  </a:lnTo>
                  <a:lnTo>
                    <a:pt x="436" y="1383"/>
                  </a:lnTo>
                  <a:lnTo>
                    <a:pt x="376" y="1363"/>
                  </a:lnTo>
                  <a:lnTo>
                    <a:pt x="337" y="1344"/>
                  </a:lnTo>
                  <a:lnTo>
                    <a:pt x="317" y="1344"/>
                  </a:lnTo>
                  <a:lnTo>
                    <a:pt x="396" y="1383"/>
                  </a:lnTo>
                  <a:lnTo>
                    <a:pt x="396" y="1403"/>
                  </a:lnTo>
                  <a:lnTo>
                    <a:pt x="436" y="1423"/>
                  </a:lnTo>
                  <a:lnTo>
                    <a:pt x="455" y="1442"/>
                  </a:lnTo>
                  <a:lnTo>
                    <a:pt x="455" y="1442"/>
                  </a:lnTo>
                  <a:lnTo>
                    <a:pt x="396" y="1423"/>
                  </a:lnTo>
                  <a:lnTo>
                    <a:pt x="376" y="1423"/>
                  </a:lnTo>
                  <a:lnTo>
                    <a:pt x="436" y="1462"/>
                  </a:lnTo>
                  <a:lnTo>
                    <a:pt x="455" y="1521"/>
                  </a:lnTo>
                  <a:lnTo>
                    <a:pt x="436" y="1502"/>
                  </a:lnTo>
                  <a:lnTo>
                    <a:pt x="416" y="1482"/>
                  </a:lnTo>
                  <a:lnTo>
                    <a:pt x="396" y="1462"/>
                  </a:lnTo>
                  <a:lnTo>
                    <a:pt x="436" y="1521"/>
                  </a:lnTo>
                  <a:lnTo>
                    <a:pt x="455" y="1541"/>
                  </a:lnTo>
                  <a:lnTo>
                    <a:pt x="475" y="1561"/>
                  </a:lnTo>
                  <a:lnTo>
                    <a:pt x="416" y="1541"/>
                  </a:lnTo>
                  <a:lnTo>
                    <a:pt x="455" y="1581"/>
                  </a:lnTo>
                  <a:lnTo>
                    <a:pt x="455" y="1600"/>
                  </a:lnTo>
                  <a:lnTo>
                    <a:pt x="495" y="1620"/>
                  </a:lnTo>
                  <a:lnTo>
                    <a:pt x="534" y="1660"/>
                  </a:lnTo>
                  <a:lnTo>
                    <a:pt x="455" y="1640"/>
                  </a:lnTo>
                  <a:lnTo>
                    <a:pt x="455" y="1620"/>
                  </a:lnTo>
                  <a:lnTo>
                    <a:pt x="416" y="1600"/>
                  </a:lnTo>
                  <a:lnTo>
                    <a:pt x="376" y="1561"/>
                  </a:lnTo>
                  <a:lnTo>
                    <a:pt x="337" y="1521"/>
                  </a:lnTo>
                  <a:lnTo>
                    <a:pt x="317" y="1521"/>
                  </a:lnTo>
                  <a:lnTo>
                    <a:pt x="337" y="1541"/>
                  </a:lnTo>
                  <a:lnTo>
                    <a:pt x="357" y="1561"/>
                  </a:lnTo>
                  <a:lnTo>
                    <a:pt x="357" y="1581"/>
                  </a:lnTo>
                  <a:lnTo>
                    <a:pt x="337" y="1561"/>
                  </a:lnTo>
                  <a:lnTo>
                    <a:pt x="297" y="1541"/>
                  </a:lnTo>
                  <a:lnTo>
                    <a:pt x="317" y="1561"/>
                  </a:lnTo>
                  <a:lnTo>
                    <a:pt x="297" y="1561"/>
                  </a:lnTo>
                  <a:lnTo>
                    <a:pt x="357" y="1600"/>
                  </a:lnTo>
                  <a:lnTo>
                    <a:pt x="396" y="1640"/>
                  </a:lnTo>
                  <a:lnTo>
                    <a:pt x="396" y="1640"/>
                  </a:lnTo>
                  <a:lnTo>
                    <a:pt x="317" y="1600"/>
                  </a:lnTo>
                  <a:lnTo>
                    <a:pt x="357" y="1640"/>
                  </a:lnTo>
                  <a:lnTo>
                    <a:pt x="416" y="1679"/>
                  </a:lnTo>
                  <a:lnTo>
                    <a:pt x="455" y="1719"/>
                  </a:lnTo>
                  <a:lnTo>
                    <a:pt x="495" y="1739"/>
                  </a:lnTo>
                  <a:lnTo>
                    <a:pt x="534" y="1758"/>
                  </a:lnTo>
                  <a:lnTo>
                    <a:pt x="554" y="1798"/>
                  </a:lnTo>
                  <a:lnTo>
                    <a:pt x="515" y="1778"/>
                  </a:lnTo>
                  <a:lnTo>
                    <a:pt x="455" y="1758"/>
                  </a:lnTo>
                  <a:lnTo>
                    <a:pt x="357" y="1679"/>
                  </a:lnTo>
                  <a:lnTo>
                    <a:pt x="218" y="1581"/>
                  </a:lnTo>
                  <a:lnTo>
                    <a:pt x="238" y="1620"/>
                  </a:lnTo>
                  <a:lnTo>
                    <a:pt x="199" y="1620"/>
                  </a:lnTo>
                  <a:lnTo>
                    <a:pt x="258" y="1679"/>
                  </a:lnTo>
                  <a:lnTo>
                    <a:pt x="321" y="1730"/>
                  </a:lnTo>
                  <a:lnTo>
                    <a:pt x="321" y="1730"/>
                  </a:lnTo>
                  <a:lnTo>
                    <a:pt x="337" y="1778"/>
                  </a:lnTo>
                  <a:lnTo>
                    <a:pt x="337" y="1798"/>
                  </a:lnTo>
                  <a:lnTo>
                    <a:pt x="337" y="1818"/>
                  </a:lnTo>
                  <a:lnTo>
                    <a:pt x="376" y="1857"/>
                  </a:lnTo>
                  <a:lnTo>
                    <a:pt x="455" y="1897"/>
                  </a:lnTo>
                  <a:lnTo>
                    <a:pt x="455" y="1916"/>
                  </a:lnTo>
                  <a:lnTo>
                    <a:pt x="475" y="1936"/>
                  </a:lnTo>
                  <a:lnTo>
                    <a:pt x="515" y="1976"/>
                  </a:lnTo>
                  <a:lnTo>
                    <a:pt x="495" y="1976"/>
                  </a:lnTo>
                  <a:lnTo>
                    <a:pt x="455" y="1936"/>
                  </a:lnTo>
                  <a:lnTo>
                    <a:pt x="436" y="1936"/>
                  </a:lnTo>
                  <a:lnTo>
                    <a:pt x="455" y="1976"/>
                  </a:lnTo>
                  <a:lnTo>
                    <a:pt x="396" y="1936"/>
                  </a:lnTo>
                  <a:lnTo>
                    <a:pt x="376" y="1916"/>
                  </a:lnTo>
                  <a:lnTo>
                    <a:pt x="416" y="1916"/>
                  </a:lnTo>
                  <a:lnTo>
                    <a:pt x="376" y="1877"/>
                  </a:lnTo>
                  <a:lnTo>
                    <a:pt x="376" y="1897"/>
                  </a:lnTo>
                  <a:lnTo>
                    <a:pt x="357" y="1897"/>
                  </a:lnTo>
                  <a:lnTo>
                    <a:pt x="278" y="1837"/>
                  </a:lnTo>
                  <a:lnTo>
                    <a:pt x="297" y="1857"/>
                  </a:lnTo>
                  <a:lnTo>
                    <a:pt x="317" y="1877"/>
                  </a:lnTo>
                  <a:lnTo>
                    <a:pt x="337" y="1897"/>
                  </a:lnTo>
                  <a:lnTo>
                    <a:pt x="357" y="1916"/>
                  </a:lnTo>
                  <a:lnTo>
                    <a:pt x="297" y="1897"/>
                  </a:lnTo>
                  <a:lnTo>
                    <a:pt x="278" y="1897"/>
                  </a:lnTo>
                  <a:lnTo>
                    <a:pt x="278" y="1916"/>
                  </a:lnTo>
                  <a:lnTo>
                    <a:pt x="258" y="1916"/>
                  </a:lnTo>
                  <a:lnTo>
                    <a:pt x="179" y="1857"/>
                  </a:lnTo>
                  <a:lnTo>
                    <a:pt x="179" y="1857"/>
                  </a:lnTo>
                  <a:lnTo>
                    <a:pt x="218" y="1936"/>
                  </a:lnTo>
                  <a:lnTo>
                    <a:pt x="238" y="1976"/>
                  </a:lnTo>
                  <a:lnTo>
                    <a:pt x="278" y="2015"/>
                  </a:lnTo>
                  <a:lnTo>
                    <a:pt x="317" y="2055"/>
                  </a:lnTo>
                  <a:lnTo>
                    <a:pt x="357" y="2055"/>
                  </a:lnTo>
                  <a:lnTo>
                    <a:pt x="337" y="2015"/>
                  </a:lnTo>
                  <a:lnTo>
                    <a:pt x="317" y="1995"/>
                  </a:lnTo>
                  <a:lnTo>
                    <a:pt x="357" y="1995"/>
                  </a:lnTo>
                  <a:lnTo>
                    <a:pt x="258" y="1916"/>
                  </a:lnTo>
                  <a:lnTo>
                    <a:pt x="258" y="1916"/>
                  </a:lnTo>
                  <a:lnTo>
                    <a:pt x="297" y="1936"/>
                  </a:lnTo>
                  <a:lnTo>
                    <a:pt x="376" y="1995"/>
                  </a:lnTo>
                  <a:lnTo>
                    <a:pt x="416" y="2035"/>
                  </a:lnTo>
                  <a:lnTo>
                    <a:pt x="416" y="2055"/>
                  </a:lnTo>
                  <a:lnTo>
                    <a:pt x="455" y="2074"/>
                  </a:lnTo>
                  <a:lnTo>
                    <a:pt x="475" y="2055"/>
                  </a:lnTo>
                  <a:lnTo>
                    <a:pt x="554" y="2114"/>
                  </a:lnTo>
                  <a:lnTo>
                    <a:pt x="613" y="2173"/>
                  </a:lnTo>
                  <a:lnTo>
                    <a:pt x="613" y="2173"/>
                  </a:lnTo>
                  <a:lnTo>
                    <a:pt x="673" y="2252"/>
                  </a:lnTo>
                  <a:lnTo>
                    <a:pt x="554" y="2173"/>
                  </a:lnTo>
                  <a:lnTo>
                    <a:pt x="554" y="2193"/>
                  </a:lnTo>
                  <a:lnTo>
                    <a:pt x="554" y="2213"/>
                  </a:lnTo>
                  <a:lnTo>
                    <a:pt x="594" y="2232"/>
                  </a:lnTo>
                  <a:lnTo>
                    <a:pt x="594" y="2213"/>
                  </a:lnTo>
                  <a:lnTo>
                    <a:pt x="633" y="2252"/>
                  </a:lnTo>
                  <a:lnTo>
                    <a:pt x="613" y="2252"/>
                  </a:lnTo>
                  <a:lnTo>
                    <a:pt x="653" y="2292"/>
                  </a:lnTo>
                  <a:lnTo>
                    <a:pt x="712" y="2331"/>
                  </a:lnTo>
                  <a:lnTo>
                    <a:pt x="673" y="2331"/>
                  </a:lnTo>
                  <a:lnTo>
                    <a:pt x="633" y="2311"/>
                  </a:lnTo>
                  <a:lnTo>
                    <a:pt x="594" y="2292"/>
                  </a:lnTo>
                  <a:lnTo>
                    <a:pt x="495" y="2193"/>
                  </a:lnTo>
                  <a:lnTo>
                    <a:pt x="515" y="2232"/>
                  </a:lnTo>
                  <a:lnTo>
                    <a:pt x="337" y="2094"/>
                  </a:lnTo>
                  <a:lnTo>
                    <a:pt x="297" y="2094"/>
                  </a:lnTo>
                  <a:lnTo>
                    <a:pt x="297" y="2114"/>
                  </a:lnTo>
                  <a:lnTo>
                    <a:pt x="159" y="2035"/>
                  </a:lnTo>
                  <a:lnTo>
                    <a:pt x="179" y="2074"/>
                  </a:lnTo>
                  <a:lnTo>
                    <a:pt x="159" y="2074"/>
                  </a:lnTo>
                  <a:lnTo>
                    <a:pt x="100" y="2055"/>
                  </a:lnTo>
                  <a:lnTo>
                    <a:pt x="120" y="2074"/>
                  </a:lnTo>
                  <a:lnTo>
                    <a:pt x="159" y="2094"/>
                  </a:lnTo>
                  <a:lnTo>
                    <a:pt x="218" y="2134"/>
                  </a:lnTo>
                  <a:lnTo>
                    <a:pt x="238" y="2134"/>
                  </a:lnTo>
                  <a:lnTo>
                    <a:pt x="278" y="2153"/>
                  </a:lnTo>
                  <a:lnTo>
                    <a:pt x="297" y="2173"/>
                  </a:lnTo>
                  <a:lnTo>
                    <a:pt x="357" y="2213"/>
                  </a:lnTo>
                  <a:lnTo>
                    <a:pt x="376" y="2213"/>
                  </a:lnTo>
                  <a:lnTo>
                    <a:pt x="416" y="2232"/>
                  </a:lnTo>
                  <a:lnTo>
                    <a:pt x="396" y="2252"/>
                  </a:lnTo>
                  <a:lnTo>
                    <a:pt x="396" y="2272"/>
                  </a:lnTo>
                  <a:lnTo>
                    <a:pt x="278" y="2173"/>
                  </a:lnTo>
                  <a:lnTo>
                    <a:pt x="278" y="2193"/>
                  </a:lnTo>
                  <a:lnTo>
                    <a:pt x="238" y="2193"/>
                  </a:lnTo>
                  <a:lnTo>
                    <a:pt x="199" y="2173"/>
                  </a:lnTo>
                  <a:lnTo>
                    <a:pt x="179" y="2153"/>
                  </a:lnTo>
                  <a:lnTo>
                    <a:pt x="159" y="2134"/>
                  </a:lnTo>
                  <a:lnTo>
                    <a:pt x="139" y="2114"/>
                  </a:lnTo>
                  <a:lnTo>
                    <a:pt x="100" y="2134"/>
                  </a:lnTo>
                  <a:lnTo>
                    <a:pt x="80" y="2114"/>
                  </a:lnTo>
                  <a:lnTo>
                    <a:pt x="80" y="2094"/>
                  </a:lnTo>
                  <a:lnTo>
                    <a:pt x="60" y="2094"/>
                  </a:lnTo>
                  <a:lnTo>
                    <a:pt x="60" y="2114"/>
                  </a:lnTo>
                  <a:lnTo>
                    <a:pt x="139" y="2173"/>
                  </a:lnTo>
                  <a:lnTo>
                    <a:pt x="80" y="2173"/>
                  </a:lnTo>
                  <a:lnTo>
                    <a:pt x="80" y="2193"/>
                  </a:lnTo>
                  <a:lnTo>
                    <a:pt x="120" y="2213"/>
                  </a:lnTo>
                  <a:lnTo>
                    <a:pt x="159" y="2252"/>
                  </a:lnTo>
                  <a:lnTo>
                    <a:pt x="199" y="2292"/>
                  </a:lnTo>
                  <a:lnTo>
                    <a:pt x="218" y="2311"/>
                  </a:lnTo>
                  <a:lnTo>
                    <a:pt x="238" y="2331"/>
                  </a:lnTo>
                  <a:lnTo>
                    <a:pt x="60" y="2213"/>
                  </a:lnTo>
                  <a:lnTo>
                    <a:pt x="80" y="2232"/>
                  </a:lnTo>
                  <a:lnTo>
                    <a:pt x="60" y="2232"/>
                  </a:lnTo>
                  <a:lnTo>
                    <a:pt x="120" y="2272"/>
                  </a:lnTo>
                  <a:lnTo>
                    <a:pt x="159" y="2311"/>
                  </a:lnTo>
                  <a:lnTo>
                    <a:pt x="179" y="2331"/>
                  </a:lnTo>
                  <a:lnTo>
                    <a:pt x="159" y="2331"/>
                  </a:lnTo>
                  <a:lnTo>
                    <a:pt x="179" y="2371"/>
                  </a:lnTo>
                  <a:lnTo>
                    <a:pt x="218" y="2391"/>
                  </a:lnTo>
                  <a:lnTo>
                    <a:pt x="278" y="2430"/>
                  </a:lnTo>
                  <a:lnTo>
                    <a:pt x="218" y="2430"/>
                  </a:lnTo>
                  <a:lnTo>
                    <a:pt x="139" y="2371"/>
                  </a:lnTo>
                  <a:lnTo>
                    <a:pt x="159" y="2371"/>
                  </a:lnTo>
                  <a:lnTo>
                    <a:pt x="139" y="2351"/>
                  </a:lnTo>
                  <a:lnTo>
                    <a:pt x="120" y="2371"/>
                  </a:lnTo>
                  <a:lnTo>
                    <a:pt x="80" y="2351"/>
                  </a:lnTo>
                  <a:lnTo>
                    <a:pt x="21" y="2311"/>
                  </a:lnTo>
                  <a:lnTo>
                    <a:pt x="40" y="2351"/>
                  </a:lnTo>
                  <a:lnTo>
                    <a:pt x="80" y="2371"/>
                  </a:lnTo>
                  <a:lnTo>
                    <a:pt x="80" y="2391"/>
                  </a:lnTo>
                  <a:lnTo>
                    <a:pt x="179" y="2470"/>
                  </a:lnTo>
                  <a:lnTo>
                    <a:pt x="199" y="2470"/>
                  </a:lnTo>
                  <a:lnTo>
                    <a:pt x="159" y="2450"/>
                  </a:lnTo>
                  <a:lnTo>
                    <a:pt x="139" y="2430"/>
                  </a:lnTo>
                  <a:lnTo>
                    <a:pt x="120" y="2410"/>
                  </a:lnTo>
                  <a:lnTo>
                    <a:pt x="120" y="2410"/>
                  </a:lnTo>
                  <a:lnTo>
                    <a:pt x="199" y="2450"/>
                  </a:lnTo>
                  <a:lnTo>
                    <a:pt x="238" y="2489"/>
                  </a:lnTo>
                  <a:lnTo>
                    <a:pt x="238" y="2489"/>
                  </a:lnTo>
                  <a:lnTo>
                    <a:pt x="199" y="2430"/>
                  </a:lnTo>
                  <a:lnTo>
                    <a:pt x="258" y="2489"/>
                  </a:lnTo>
                  <a:lnTo>
                    <a:pt x="278" y="2470"/>
                  </a:lnTo>
                  <a:lnTo>
                    <a:pt x="297" y="2470"/>
                  </a:lnTo>
                  <a:lnTo>
                    <a:pt x="357" y="2489"/>
                  </a:lnTo>
                  <a:lnTo>
                    <a:pt x="297" y="2430"/>
                  </a:lnTo>
                  <a:lnTo>
                    <a:pt x="297" y="2430"/>
                  </a:lnTo>
                  <a:lnTo>
                    <a:pt x="376" y="2489"/>
                  </a:lnTo>
                  <a:lnTo>
                    <a:pt x="475" y="2568"/>
                  </a:lnTo>
                  <a:lnTo>
                    <a:pt x="515" y="2608"/>
                  </a:lnTo>
                  <a:lnTo>
                    <a:pt x="534" y="2647"/>
                  </a:lnTo>
                  <a:lnTo>
                    <a:pt x="574" y="2687"/>
                  </a:lnTo>
                  <a:lnTo>
                    <a:pt x="594" y="2707"/>
                  </a:lnTo>
                  <a:lnTo>
                    <a:pt x="574" y="2707"/>
                  </a:lnTo>
                  <a:lnTo>
                    <a:pt x="633" y="2746"/>
                  </a:lnTo>
                  <a:lnTo>
                    <a:pt x="594" y="2746"/>
                  </a:lnTo>
                  <a:lnTo>
                    <a:pt x="613" y="2766"/>
                  </a:lnTo>
                  <a:lnTo>
                    <a:pt x="613" y="2766"/>
                  </a:lnTo>
                  <a:lnTo>
                    <a:pt x="455" y="2667"/>
                  </a:lnTo>
                  <a:lnTo>
                    <a:pt x="337" y="2568"/>
                  </a:lnTo>
                  <a:lnTo>
                    <a:pt x="317" y="2588"/>
                  </a:lnTo>
                  <a:lnTo>
                    <a:pt x="337" y="2628"/>
                  </a:lnTo>
                  <a:lnTo>
                    <a:pt x="337" y="2628"/>
                  </a:lnTo>
                  <a:lnTo>
                    <a:pt x="258" y="2568"/>
                  </a:lnTo>
                  <a:lnTo>
                    <a:pt x="179" y="2509"/>
                  </a:lnTo>
                  <a:lnTo>
                    <a:pt x="199" y="2529"/>
                  </a:lnTo>
                  <a:lnTo>
                    <a:pt x="258" y="2588"/>
                  </a:lnTo>
                  <a:lnTo>
                    <a:pt x="218" y="2568"/>
                  </a:lnTo>
                  <a:lnTo>
                    <a:pt x="199" y="2568"/>
                  </a:lnTo>
                  <a:lnTo>
                    <a:pt x="238" y="2608"/>
                  </a:lnTo>
                  <a:lnTo>
                    <a:pt x="297" y="2667"/>
                  </a:lnTo>
                  <a:lnTo>
                    <a:pt x="330" y="2667"/>
                  </a:lnTo>
                  <a:lnTo>
                    <a:pt x="357" y="2707"/>
                  </a:lnTo>
                  <a:lnTo>
                    <a:pt x="416" y="2707"/>
                  </a:lnTo>
                  <a:lnTo>
                    <a:pt x="455" y="2733"/>
                  </a:lnTo>
                  <a:lnTo>
                    <a:pt x="455" y="2733"/>
                  </a:lnTo>
                  <a:lnTo>
                    <a:pt x="455" y="2746"/>
                  </a:lnTo>
                  <a:lnTo>
                    <a:pt x="475" y="2766"/>
                  </a:lnTo>
                  <a:lnTo>
                    <a:pt x="495" y="2766"/>
                  </a:lnTo>
                  <a:lnTo>
                    <a:pt x="475" y="2726"/>
                  </a:lnTo>
                  <a:lnTo>
                    <a:pt x="475" y="2726"/>
                  </a:lnTo>
                  <a:lnTo>
                    <a:pt x="515" y="2746"/>
                  </a:lnTo>
                  <a:lnTo>
                    <a:pt x="554" y="2746"/>
                  </a:lnTo>
                  <a:lnTo>
                    <a:pt x="633" y="2825"/>
                  </a:lnTo>
                  <a:lnTo>
                    <a:pt x="554" y="2786"/>
                  </a:lnTo>
                  <a:lnTo>
                    <a:pt x="554" y="2805"/>
                  </a:lnTo>
                  <a:lnTo>
                    <a:pt x="574" y="2825"/>
                  </a:lnTo>
                  <a:lnTo>
                    <a:pt x="613" y="2825"/>
                  </a:lnTo>
                  <a:lnTo>
                    <a:pt x="653" y="2884"/>
                  </a:lnTo>
                  <a:lnTo>
                    <a:pt x="653" y="2904"/>
                  </a:lnTo>
                  <a:lnTo>
                    <a:pt x="673" y="2904"/>
                  </a:lnTo>
                  <a:lnTo>
                    <a:pt x="732" y="2963"/>
                  </a:lnTo>
                  <a:lnTo>
                    <a:pt x="791" y="3003"/>
                  </a:lnTo>
                  <a:lnTo>
                    <a:pt x="791" y="3003"/>
                  </a:lnTo>
                  <a:lnTo>
                    <a:pt x="771" y="2983"/>
                  </a:lnTo>
                  <a:lnTo>
                    <a:pt x="732" y="2944"/>
                  </a:lnTo>
                  <a:lnTo>
                    <a:pt x="752" y="2944"/>
                  </a:lnTo>
                  <a:lnTo>
                    <a:pt x="811" y="2983"/>
                  </a:lnTo>
                  <a:lnTo>
                    <a:pt x="771" y="2924"/>
                  </a:lnTo>
                  <a:lnTo>
                    <a:pt x="791" y="2944"/>
                  </a:lnTo>
                  <a:lnTo>
                    <a:pt x="811" y="2944"/>
                  </a:lnTo>
                  <a:lnTo>
                    <a:pt x="791" y="2904"/>
                  </a:lnTo>
                  <a:lnTo>
                    <a:pt x="752" y="2884"/>
                  </a:lnTo>
                  <a:lnTo>
                    <a:pt x="732" y="2845"/>
                  </a:lnTo>
                  <a:lnTo>
                    <a:pt x="673" y="2786"/>
                  </a:lnTo>
                  <a:lnTo>
                    <a:pt x="732" y="2825"/>
                  </a:lnTo>
                  <a:lnTo>
                    <a:pt x="771" y="2845"/>
                  </a:lnTo>
                  <a:lnTo>
                    <a:pt x="692" y="2766"/>
                  </a:lnTo>
                  <a:lnTo>
                    <a:pt x="673" y="2746"/>
                  </a:lnTo>
                  <a:lnTo>
                    <a:pt x="653" y="2726"/>
                  </a:lnTo>
                  <a:lnTo>
                    <a:pt x="633" y="2726"/>
                  </a:lnTo>
                  <a:lnTo>
                    <a:pt x="653" y="2746"/>
                  </a:lnTo>
                  <a:lnTo>
                    <a:pt x="673" y="2766"/>
                  </a:lnTo>
                  <a:lnTo>
                    <a:pt x="673" y="2766"/>
                  </a:lnTo>
                  <a:lnTo>
                    <a:pt x="613" y="2726"/>
                  </a:lnTo>
                  <a:lnTo>
                    <a:pt x="574" y="2667"/>
                  </a:lnTo>
                  <a:lnTo>
                    <a:pt x="633" y="2707"/>
                  </a:lnTo>
                  <a:lnTo>
                    <a:pt x="673" y="2707"/>
                  </a:lnTo>
                  <a:lnTo>
                    <a:pt x="692" y="2726"/>
                  </a:lnTo>
                  <a:lnTo>
                    <a:pt x="712" y="2746"/>
                  </a:lnTo>
                  <a:lnTo>
                    <a:pt x="752" y="2786"/>
                  </a:lnTo>
                  <a:lnTo>
                    <a:pt x="791" y="2805"/>
                  </a:lnTo>
                  <a:lnTo>
                    <a:pt x="752" y="2766"/>
                  </a:lnTo>
                  <a:lnTo>
                    <a:pt x="732" y="2746"/>
                  </a:lnTo>
                  <a:lnTo>
                    <a:pt x="673" y="2687"/>
                  </a:lnTo>
                  <a:lnTo>
                    <a:pt x="692" y="2687"/>
                  </a:lnTo>
                  <a:lnTo>
                    <a:pt x="692" y="2667"/>
                  </a:lnTo>
                  <a:lnTo>
                    <a:pt x="673" y="2647"/>
                  </a:lnTo>
                  <a:lnTo>
                    <a:pt x="673" y="2628"/>
                  </a:lnTo>
                  <a:lnTo>
                    <a:pt x="712" y="2647"/>
                  </a:lnTo>
                  <a:lnTo>
                    <a:pt x="633" y="2588"/>
                  </a:lnTo>
                  <a:lnTo>
                    <a:pt x="633" y="2568"/>
                  </a:lnTo>
                  <a:lnTo>
                    <a:pt x="633" y="2549"/>
                  </a:lnTo>
                  <a:lnTo>
                    <a:pt x="673" y="2568"/>
                  </a:lnTo>
                  <a:lnTo>
                    <a:pt x="633" y="2489"/>
                  </a:lnTo>
                  <a:lnTo>
                    <a:pt x="534" y="2450"/>
                  </a:lnTo>
                  <a:lnTo>
                    <a:pt x="503" y="2419"/>
                  </a:lnTo>
                  <a:lnTo>
                    <a:pt x="515" y="2430"/>
                  </a:lnTo>
                  <a:lnTo>
                    <a:pt x="554" y="2450"/>
                  </a:lnTo>
                  <a:lnTo>
                    <a:pt x="574" y="2450"/>
                  </a:lnTo>
                  <a:lnTo>
                    <a:pt x="554" y="2430"/>
                  </a:lnTo>
                  <a:lnTo>
                    <a:pt x="692" y="2529"/>
                  </a:lnTo>
                  <a:lnTo>
                    <a:pt x="653" y="2489"/>
                  </a:lnTo>
                  <a:lnTo>
                    <a:pt x="633" y="2450"/>
                  </a:lnTo>
                  <a:lnTo>
                    <a:pt x="712" y="2509"/>
                  </a:lnTo>
                  <a:lnTo>
                    <a:pt x="752" y="2549"/>
                  </a:lnTo>
                  <a:lnTo>
                    <a:pt x="712" y="2549"/>
                  </a:lnTo>
                  <a:lnTo>
                    <a:pt x="732" y="2568"/>
                  </a:lnTo>
                  <a:lnTo>
                    <a:pt x="732" y="2588"/>
                  </a:lnTo>
                  <a:lnTo>
                    <a:pt x="712" y="2588"/>
                  </a:lnTo>
                  <a:lnTo>
                    <a:pt x="752" y="2608"/>
                  </a:lnTo>
                  <a:lnTo>
                    <a:pt x="771" y="2628"/>
                  </a:lnTo>
                  <a:lnTo>
                    <a:pt x="771" y="2647"/>
                  </a:lnTo>
                  <a:lnTo>
                    <a:pt x="791" y="2647"/>
                  </a:lnTo>
                  <a:lnTo>
                    <a:pt x="831" y="2667"/>
                  </a:lnTo>
                  <a:lnTo>
                    <a:pt x="870" y="2687"/>
                  </a:lnTo>
                  <a:lnTo>
                    <a:pt x="850" y="2667"/>
                  </a:lnTo>
                  <a:lnTo>
                    <a:pt x="910" y="2687"/>
                  </a:lnTo>
                  <a:lnTo>
                    <a:pt x="949" y="2726"/>
                  </a:lnTo>
                  <a:lnTo>
                    <a:pt x="949" y="2746"/>
                  </a:lnTo>
                  <a:lnTo>
                    <a:pt x="969" y="2766"/>
                  </a:lnTo>
                  <a:lnTo>
                    <a:pt x="989" y="2766"/>
                  </a:lnTo>
                  <a:lnTo>
                    <a:pt x="1008" y="2746"/>
                  </a:lnTo>
                  <a:lnTo>
                    <a:pt x="850" y="2608"/>
                  </a:lnTo>
                  <a:lnTo>
                    <a:pt x="831" y="2568"/>
                  </a:lnTo>
                  <a:lnTo>
                    <a:pt x="850" y="2568"/>
                  </a:lnTo>
                  <a:lnTo>
                    <a:pt x="890" y="2608"/>
                  </a:lnTo>
                  <a:lnTo>
                    <a:pt x="929" y="2647"/>
                  </a:lnTo>
                  <a:lnTo>
                    <a:pt x="969" y="2647"/>
                  </a:lnTo>
                  <a:lnTo>
                    <a:pt x="929" y="2628"/>
                  </a:lnTo>
                  <a:lnTo>
                    <a:pt x="949" y="2608"/>
                  </a:lnTo>
                  <a:lnTo>
                    <a:pt x="1028" y="2647"/>
                  </a:lnTo>
                  <a:lnTo>
                    <a:pt x="1028" y="2667"/>
                  </a:lnTo>
                  <a:lnTo>
                    <a:pt x="1008" y="2667"/>
                  </a:lnTo>
                  <a:lnTo>
                    <a:pt x="1008" y="2687"/>
                  </a:lnTo>
                  <a:lnTo>
                    <a:pt x="1048" y="2707"/>
                  </a:lnTo>
                  <a:lnTo>
                    <a:pt x="1028" y="2707"/>
                  </a:lnTo>
                  <a:lnTo>
                    <a:pt x="1087" y="2726"/>
                  </a:lnTo>
                  <a:lnTo>
                    <a:pt x="1107" y="2726"/>
                  </a:lnTo>
                  <a:lnTo>
                    <a:pt x="1068" y="2707"/>
                  </a:lnTo>
                  <a:lnTo>
                    <a:pt x="1087" y="2707"/>
                  </a:lnTo>
                  <a:lnTo>
                    <a:pt x="1147" y="2746"/>
                  </a:lnTo>
                  <a:lnTo>
                    <a:pt x="1186" y="2726"/>
                  </a:lnTo>
                  <a:lnTo>
                    <a:pt x="1206" y="2726"/>
                  </a:lnTo>
                  <a:lnTo>
                    <a:pt x="1206" y="2707"/>
                  </a:lnTo>
                  <a:lnTo>
                    <a:pt x="1166" y="2667"/>
                  </a:lnTo>
                  <a:lnTo>
                    <a:pt x="1087" y="2588"/>
                  </a:lnTo>
                  <a:lnTo>
                    <a:pt x="1087" y="2588"/>
                  </a:lnTo>
                  <a:lnTo>
                    <a:pt x="1186" y="2647"/>
                  </a:lnTo>
                  <a:lnTo>
                    <a:pt x="1245" y="2667"/>
                  </a:lnTo>
                  <a:lnTo>
                    <a:pt x="1186" y="2628"/>
                  </a:lnTo>
                  <a:lnTo>
                    <a:pt x="1147" y="2588"/>
                  </a:lnTo>
                  <a:lnTo>
                    <a:pt x="1087" y="2549"/>
                  </a:lnTo>
                  <a:lnTo>
                    <a:pt x="1087" y="2529"/>
                  </a:lnTo>
                  <a:lnTo>
                    <a:pt x="1147" y="2568"/>
                  </a:lnTo>
                  <a:lnTo>
                    <a:pt x="1166" y="2588"/>
                  </a:lnTo>
                  <a:lnTo>
                    <a:pt x="1206" y="2588"/>
                  </a:lnTo>
                  <a:lnTo>
                    <a:pt x="1265" y="2608"/>
                  </a:lnTo>
                  <a:lnTo>
                    <a:pt x="1226" y="2568"/>
                  </a:lnTo>
                  <a:lnTo>
                    <a:pt x="1206" y="2549"/>
                  </a:lnTo>
                  <a:lnTo>
                    <a:pt x="1186" y="2549"/>
                  </a:lnTo>
                  <a:lnTo>
                    <a:pt x="1127" y="2489"/>
                  </a:lnTo>
                  <a:lnTo>
                    <a:pt x="1166" y="2489"/>
                  </a:lnTo>
                  <a:lnTo>
                    <a:pt x="1206" y="2509"/>
                  </a:lnTo>
                  <a:lnTo>
                    <a:pt x="1226" y="2529"/>
                  </a:lnTo>
                  <a:lnTo>
                    <a:pt x="1245" y="2549"/>
                  </a:lnTo>
                  <a:lnTo>
                    <a:pt x="1265" y="2549"/>
                  </a:lnTo>
                  <a:lnTo>
                    <a:pt x="1245" y="2529"/>
                  </a:lnTo>
                  <a:lnTo>
                    <a:pt x="1265" y="2509"/>
                  </a:lnTo>
                  <a:lnTo>
                    <a:pt x="1285" y="2529"/>
                  </a:lnTo>
                  <a:lnTo>
                    <a:pt x="1305" y="2509"/>
                  </a:lnTo>
                  <a:lnTo>
                    <a:pt x="1265" y="2470"/>
                  </a:lnTo>
                  <a:lnTo>
                    <a:pt x="1285" y="2470"/>
                  </a:lnTo>
                  <a:lnTo>
                    <a:pt x="1285" y="2450"/>
                  </a:lnTo>
                  <a:lnTo>
                    <a:pt x="1219" y="2397"/>
                  </a:lnTo>
                  <a:lnTo>
                    <a:pt x="1219" y="2397"/>
                  </a:lnTo>
                  <a:lnTo>
                    <a:pt x="1245" y="2410"/>
                  </a:lnTo>
                  <a:lnTo>
                    <a:pt x="1324" y="2470"/>
                  </a:lnTo>
                  <a:lnTo>
                    <a:pt x="1285" y="2410"/>
                  </a:lnTo>
                  <a:lnTo>
                    <a:pt x="1344" y="2430"/>
                  </a:lnTo>
                  <a:lnTo>
                    <a:pt x="1324" y="2391"/>
                  </a:lnTo>
                  <a:lnTo>
                    <a:pt x="1305" y="2331"/>
                  </a:lnTo>
                  <a:lnTo>
                    <a:pt x="1285" y="2292"/>
                  </a:lnTo>
                  <a:lnTo>
                    <a:pt x="1364" y="2371"/>
                  </a:lnTo>
                  <a:lnTo>
                    <a:pt x="1384" y="2391"/>
                  </a:lnTo>
                  <a:lnTo>
                    <a:pt x="1403" y="2410"/>
                  </a:lnTo>
                  <a:lnTo>
                    <a:pt x="1403" y="2391"/>
                  </a:lnTo>
                  <a:lnTo>
                    <a:pt x="1423" y="2391"/>
                  </a:lnTo>
                  <a:lnTo>
                    <a:pt x="1423" y="2371"/>
                  </a:lnTo>
                  <a:lnTo>
                    <a:pt x="1403" y="2351"/>
                  </a:lnTo>
                  <a:lnTo>
                    <a:pt x="1344" y="2311"/>
                  </a:lnTo>
                  <a:lnTo>
                    <a:pt x="1344" y="2292"/>
                  </a:lnTo>
                  <a:lnTo>
                    <a:pt x="1364" y="2311"/>
                  </a:lnTo>
                  <a:lnTo>
                    <a:pt x="1403" y="2331"/>
                  </a:lnTo>
                  <a:lnTo>
                    <a:pt x="1403" y="2331"/>
                  </a:lnTo>
                  <a:lnTo>
                    <a:pt x="1364" y="2292"/>
                  </a:lnTo>
                  <a:lnTo>
                    <a:pt x="1364" y="2272"/>
                  </a:lnTo>
                  <a:lnTo>
                    <a:pt x="1364" y="2252"/>
                  </a:lnTo>
                  <a:lnTo>
                    <a:pt x="1403" y="2292"/>
                  </a:lnTo>
                  <a:lnTo>
                    <a:pt x="1403" y="2292"/>
                  </a:lnTo>
                  <a:lnTo>
                    <a:pt x="1364" y="2232"/>
                  </a:lnTo>
                  <a:lnTo>
                    <a:pt x="1285" y="2173"/>
                  </a:lnTo>
                  <a:lnTo>
                    <a:pt x="1245" y="2153"/>
                  </a:lnTo>
                  <a:lnTo>
                    <a:pt x="1245" y="2153"/>
                  </a:lnTo>
                  <a:lnTo>
                    <a:pt x="1265" y="2193"/>
                  </a:lnTo>
                  <a:lnTo>
                    <a:pt x="1265" y="2213"/>
                  </a:lnTo>
                  <a:lnTo>
                    <a:pt x="1206" y="2193"/>
                  </a:lnTo>
                  <a:lnTo>
                    <a:pt x="1147" y="2153"/>
                  </a:lnTo>
                  <a:lnTo>
                    <a:pt x="1147" y="2153"/>
                  </a:lnTo>
                  <a:lnTo>
                    <a:pt x="1186" y="2173"/>
                  </a:lnTo>
                  <a:lnTo>
                    <a:pt x="1147" y="2134"/>
                  </a:lnTo>
                  <a:lnTo>
                    <a:pt x="1127" y="2114"/>
                  </a:lnTo>
                  <a:lnTo>
                    <a:pt x="1048" y="2055"/>
                  </a:lnTo>
                  <a:lnTo>
                    <a:pt x="1048" y="2015"/>
                  </a:lnTo>
                  <a:lnTo>
                    <a:pt x="1087" y="2055"/>
                  </a:lnTo>
                  <a:lnTo>
                    <a:pt x="1087" y="2055"/>
                  </a:lnTo>
                  <a:lnTo>
                    <a:pt x="1068" y="2015"/>
                  </a:lnTo>
                  <a:lnTo>
                    <a:pt x="1107" y="2035"/>
                  </a:lnTo>
                  <a:lnTo>
                    <a:pt x="1127" y="2035"/>
                  </a:lnTo>
                  <a:lnTo>
                    <a:pt x="1127" y="2015"/>
                  </a:lnTo>
                  <a:lnTo>
                    <a:pt x="1107" y="1995"/>
                  </a:lnTo>
                  <a:lnTo>
                    <a:pt x="1166" y="2015"/>
                  </a:lnTo>
                  <a:lnTo>
                    <a:pt x="1147" y="2015"/>
                  </a:lnTo>
                  <a:lnTo>
                    <a:pt x="1166" y="2055"/>
                  </a:lnTo>
                  <a:lnTo>
                    <a:pt x="1206" y="2074"/>
                  </a:lnTo>
                  <a:lnTo>
                    <a:pt x="1206" y="2094"/>
                  </a:lnTo>
                  <a:lnTo>
                    <a:pt x="1265" y="2114"/>
                  </a:lnTo>
                  <a:lnTo>
                    <a:pt x="1305" y="2153"/>
                  </a:lnTo>
                  <a:lnTo>
                    <a:pt x="1384" y="2232"/>
                  </a:lnTo>
                  <a:lnTo>
                    <a:pt x="1403" y="2232"/>
                  </a:lnTo>
                  <a:lnTo>
                    <a:pt x="1443" y="2252"/>
                  </a:lnTo>
                  <a:lnTo>
                    <a:pt x="1423" y="2213"/>
                  </a:lnTo>
                  <a:lnTo>
                    <a:pt x="1423" y="2193"/>
                  </a:lnTo>
                  <a:lnTo>
                    <a:pt x="1403" y="2153"/>
                  </a:lnTo>
                  <a:lnTo>
                    <a:pt x="1423" y="2173"/>
                  </a:lnTo>
                  <a:lnTo>
                    <a:pt x="1443" y="2193"/>
                  </a:lnTo>
                  <a:lnTo>
                    <a:pt x="1463" y="2153"/>
                  </a:lnTo>
                  <a:lnTo>
                    <a:pt x="1423" y="2114"/>
                  </a:lnTo>
                  <a:lnTo>
                    <a:pt x="1463" y="2114"/>
                  </a:lnTo>
                  <a:lnTo>
                    <a:pt x="1502" y="2153"/>
                  </a:lnTo>
                  <a:lnTo>
                    <a:pt x="1522" y="2134"/>
                  </a:lnTo>
                  <a:lnTo>
                    <a:pt x="1522" y="2114"/>
                  </a:lnTo>
                  <a:lnTo>
                    <a:pt x="1482" y="2074"/>
                  </a:lnTo>
                  <a:lnTo>
                    <a:pt x="1463" y="2035"/>
                  </a:lnTo>
                  <a:lnTo>
                    <a:pt x="1463" y="2015"/>
                  </a:lnTo>
                  <a:lnTo>
                    <a:pt x="1482" y="1995"/>
                  </a:lnTo>
                  <a:lnTo>
                    <a:pt x="1522" y="2035"/>
                  </a:lnTo>
                  <a:lnTo>
                    <a:pt x="1502" y="1995"/>
                  </a:lnTo>
                  <a:lnTo>
                    <a:pt x="1542" y="2015"/>
                  </a:lnTo>
                  <a:lnTo>
                    <a:pt x="1542" y="1976"/>
                  </a:lnTo>
                  <a:lnTo>
                    <a:pt x="1542" y="1956"/>
                  </a:lnTo>
                  <a:lnTo>
                    <a:pt x="1581" y="1976"/>
                  </a:lnTo>
                  <a:lnTo>
                    <a:pt x="1561" y="1936"/>
                  </a:lnTo>
                  <a:lnTo>
                    <a:pt x="1502" y="1877"/>
                  </a:lnTo>
                  <a:lnTo>
                    <a:pt x="1561" y="1916"/>
                  </a:lnTo>
                  <a:lnTo>
                    <a:pt x="1601" y="1936"/>
                  </a:lnTo>
                  <a:lnTo>
                    <a:pt x="1601" y="1837"/>
                  </a:lnTo>
                  <a:lnTo>
                    <a:pt x="1621" y="1758"/>
                  </a:lnTo>
                  <a:lnTo>
                    <a:pt x="1640" y="1778"/>
                  </a:lnTo>
                  <a:lnTo>
                    <a:pt x="1640" y="1739"/>
                  </a:lnTo>
                  <a:lnTo>
                    <a:pt x="1640" y="1699"/>
                  </a:lnTo>
                  <a:lnTo>
                    <a:pt x="1621" y="1660"/>
                  </a:lnTo>
                  <a:lnTo>
                    <a:pt x="1621" y="1640"/>
                  </a:lnTo>
                  <a:lnTo>
                    <a:pt x="1640" y="1640"/>
                  </a:lnTo>
                  <a:lnTo>
                    <a:pt x="1621" y="1600"/>
                  </a:lnTo>
                  <a:lnTo>
                    <a:pt x="1561" y="1561"/>
                  </a:lnTo>
                  <a:lnTo>
                    <a:pt x="1463" y="1502"/>
                  </a:lnTo>
                  <a:lnTo>
                    <a:pt x="1443" y="1482"/>
                  </a:lnTo>
                  <a:lnTo>
                    <a:pt x="1463" y="1482"/>
                  </a:lnTo>
                  <a:lnTo>
                    <a:pt x="1482" y="1502"/>
                  </a:lnTo>
                  <a:lnTo>
                    <a:pt x="1522" y="1521"/>
                  </a:lnTo>
                  <a:lnTo>
                    <a:pt x="1542" y="1521"/>
                  </a:lnTo>
                  <a:lnTo>
                    <a:pt x="1621" y="1581"/>
                  </a:lnTo>
                  <a:lnTo>
                    <a:pt x="1680" y="1620"/>
                  </a:lnTo>
                  <a:lnTo>
                    <a:pt x="1680" y="1620"/>
                  </a:lnTo>
                  <a:lnTo>
                    <a:pt x="1640" y="1561"/>
                  </a:lnTo>
                  <a:lnTo>
                    <a:pt x="1660" y="1561"/>
                  </a:lnTo>
                  <a:lnTo>
                    <a:pt x="1660" y="1541"/>
                  </a:lnTo>
                  <a:lnTo>
                    <a:pt x="1680" y="1541"/>
                  </a:lnTo>
                  <a:lnTo>
                    <a:pt x="1700" y="1561"/>
                  </a:lnTo>
                  <a:lnTo>
                    <a:pt x="1719" y="1581"/>
                  </a:lnTo>
                  <a:lnTo>
                    <a:pt x="1700" y="1581"/>
                  </a:lnTo>
                  <a:lnTo>
                    <a:pt x="1700" y="1600"/>
                  </a:lnTo>
                  <a:lnTo>
                    <a:pt x="1739" y="1640"/>
                  </a:lnTo>
                  <a:lnTo>
                    <a:pt x="1719" y="1600"/>
                  </a:lnTo>
                  <a:lnTo>
                    <a:pt x="1739" y="1581"/>
                  </a:lnTo>
                  <a:lnTo>
                    <a:pt x="1739" y="1561"/>
                  </a:lnTo>
                  <a:lnTo>
                    <a:pt x="1700" y="1541"/>
                  </a:lnTo>
                  <a:lnTo>
                    <a:pt x="1700" y="1521"/>
                  </a:lnTo>
                  <a:lnTo>
                    <a:pt x="1660" y="1462"/>
                  </a:lnTo>
                  <a:lnTo>
                    <a:pt x="1680" y="1477"/>
                  </a:lnTo>
                  <a:lnTo>
                    <a:pt x="1680" y="1477"/>
                  </a:lnTo>
                  <a:lnTo>
                    <a:pt x="1680" y="1462"/>
                  </a:lnTo>
                  <a:lnTo>
                    <a:pt x="1700" y="1442"/>
                  </a:lnTo>
                  <a:lnTo>
                    <a:pt x="1719" y="1442"/>
                  </a:lnTo>
                  <a:lnTo>
                    <a:pt x="1779" y="1482"/>
                  </a:lnTo>
                  <a:lnTo>
                    <a:pt x="1759" y="1442"/>
                  </a:lnTo>
                  <a:lnTo>
                    <a:pt x="1779" y="1462"/>
                  </a:lnTo>
                  <a:lnTo>
                    <a:pt x="1818" y="1423"/>
                  </a:lnTo>
                  <a:lnTo>
                    <a:pt x="1838" y="1403"/>
                  </a:lnTo>
                  <a:lnTo>
                    <a:pt x="1858" y="1403"/>
                  </a:lnTo>
                  <a:lnTo>
                    <a:pt x="1858" y="1363"/>
                  </a:lnTo>
                  <a:lnTo>
                    <a:pt x="1798" y="1304"/>
                  </a:lnTo>
                  <a:lnTo>
                    <a:pt x="1739" y="1284"/>
                  </a:lnTo>
                  <a:lnTo>
                    <a:pt x="1719" y="1245"/>
                  </a:lnTo>
                  <a:lnTo>
                    <a:pt x="1719" y="1225"/>
                  </a:lnTo>
                  <a:lnTo>
                    <a:pt x="1759" y="1265"/>
                  </a:lnTo>
                  <a:lnTo>
                    <a:pt x="1798" y="1284"/>
                  </a:lnTo>
                  <a:lnTo>
                    <a:pt x="1838" y="1304"/>
                  </a:lnTo>
                  <a:lnTo>
                    <a:pt x="1838" y="1284"/>
                  </a:lnTo>
                  <a:lnTo>
                    <a:pt x="1877" y="1304"/>
                  </a:lnTo>
                  <a:lnTo>
                    <a:pt x="1877" y="1265"/>
                  </a:lnTo>
                  <a:lnTo>
                    <a:pt x="1838" y="1225"/>
                  </a:lnTo>
                  <a:lnTo>
                    <a:pt x="1838" y="1225"/>
                  </a:lnTo>
                  <a:lnTo>
                    <a:pt x="1877" y="1245"/>
                  </a:lnTo>
                  <a:lnTo>
                    <a:pt x="1897" y="1284"/>
                  </a:lnTo>
                  <a:lnTo>
                    <a:pt x="1897" y="1265"/>
                  </a:lnTo>
                  <a:lnTo>
                    <a:pt x="1917" y="1284"/>
                  </a:lnTo>
                  <a:lnTo>
                    <a:pt x="1917" y="1265"/>
                  </a:lnTo>
                  <a:lnTo>
                    <a:pt x="1897" y="1225"/>
                  </a:lnTo>
                  <a:lnTo>
                    <a:pt x="1858" y="1186"/>
                  </a:lnTo>
                  <a:lnTo>
                    <a:pt x="1838" y="1126"/>
                  </a:lnTo>
                  <a:lnTo>
                    <a:pt x="1858" y="1126"/>
                  </a:lnTo>
                  <a:lnTo>
                    <a:pt x="1818" y="1087"/>
                  </a:lnTo>
                  <a:lnTo>
                    <a:pt x="1779" y="1028"/>
                  </a:lnTo>
                  <a:lnTo>
                    <a:pt x="1818" y="1067"/>
                  </a:lnTo>
                  <a:lnTo>
                    <a:pt x="1838" y="1067"/>
                  </a:lnTo>
                  <a:lnTo>
                    <a:pt x="1818" y="1047"/>
                  </a:lnTo>
                  <a:lnTo>
                    <a:pt x="1917" y="1107"/>
                  </a:lnTo>
                  <a:lnTo>
                    <a:pt x="1877" y="1107"/>
                  </a:lnTo>
                  <a:lnTo>
                    <a:pt x="1858" y="1087"/>
                  </a:lnTo>
                  <a:lnTo>
                    <a:pt x="1858" y="1107"/>
                  </a:lnTo>
                  <a:lnTo>
                    <a:pt x="1937" y="1146"/>
                  </a:lnTo>
                  <a:lnTo>
                    <a:pt x="1976" y="1146"/>
                  </a:lnTo>
                  <a:lnTo>
                    <a:pt x="1996" y="1126"/>
                  </a:lnTo>
                  <a:lnTo>
                    <a:pt x="1996" y="1107"/>
                  </a:lnTo>
                  <a:lnTo>
                    <a:pt x="1996" y="1067"/>
                  </a:lnTo>
                  <a:lnTo>
                    <a:pt x="2016" y="1047"/>
                  </a:lnTo>
                  <a:lnTo>
                    <a:pt x="1996" y="1028"/>
                  </a:lnTo>
                  <a:lnTo>
                    <a:pt x="1956" y="968"/>
                  </a:lnTo>
                  <a:lnTo>
                    <a:pt x="1996" y="1008"/>
                  </a:lnTo>
                  <a:lnTo>
                    <a:pt x="2075" y="1008"/>
                  </a:lnTo>
                  <a:lnTo>
                    <a:pt x="2075" y="988"/>
                  </a:lnTo>
                  <a:lnTo>
                    <a:pt x="2095" y="968"/>
                  </a:lnTo>
                  <a:lnTo>
                    <a:pt x="2095" y="949"/>
                  </a:lnTo>
                  <a:lnTo>
                    <a:pt x="2075" y="909"/>
                  </a:lnTo>
                  <a:lnTo>
                    <a:pt x="2075" y="909"/>
                  </a:lnTo>
                  <a:lnTo>
                    <a:pt x="2114" y="929"/>
                  </a:lnTo>
                  <a:lnTo>
                    <a:pt x="2055" y="850"/>
                  </a:lnTo>
                  <a:lnTo>
                    <a:pt x="2055" y="810"/>
                  </a:lnTo>
                  <a:lnTo>
                    <a:pt x="2016" y="751"/>
                  </a:lnTo>
                  <a:lnTo>
                    <a:pt x="1937" y="672"/>
                  </a:lnTo>
                  <a:lnTo>
                    <a:pt x="1996" y="712"/>
                  </a:lnTo>
                  <a:lnTo>
                    <a:pt x="2035" y="751"/>
                  </a:lnTo>
                  <a:lnTo>
                    <a:pt x="2035" y="731"/>
                  </a:lnTo>
                  <a:lnTo>
                    <a:pt x="2016" y="712"/>
                  </a:lnTo>
                  <a:lnTo>
                    <a:pt x="2016" y="692"/>
                  </a:lnTo>
                  <a:lnTo>
                    <a:pt x="2035" y="692"/>
                  </a:lnTo>
                  <a:lnTo>
                    <a:pt x="2055" y="712"/>
                  </a:lnTo>
                  <a:lnTo>
                    <a:pt x="2075" y="731"/>
                  </a:lnTo>
                  <a:lnTo>
                    <a:pt x="2095" y="731"/>
                  </a:lnTo>
                  <a:lnTo>
                    <a:pt x="2075" y="712"/>
                  </a:lnTo>
                  <a:lnTo>
                    <a:pt x="2095" y="712"/>
                  </a:lnTo>
                  <a:lnTo>
                    <a:pt x="2016" y="652"/>
                  </a:lnTo>
                  <a:lnTo>
                    <a:pt x="1996" y="613"/>
                  </a:lnTo>
                  <a:lnTo>
                    <a:pt x="1976" y="613"/>
                  </a:lnTo>
                  <a:lnTo>
                    <a:pt x="1956" y="573"/>
                  </a:lnTo>
                  <a:lnTo>
                    <a:pt x="1956" y="514"/>
                  </a:lnTo>
                  <a:lnTo>
                    <a:pt x="1956" y="435"/>
                  </a:lnTo>
                  <a:lnTo>
                    <a:pt x="1996" y="396"/>
                  </a:lnTo>
                  <a:lnTo>
                    <a:pt x="2035" y="356"/>
                  </a:lnTo>
                  <a:lnTo>
                    <a:pt x="2075" y="396"/>
                  </a:lnTo>
                  <a:lnTo>
                    <a:pt x="2075" y="376"/>
                  </a:lnTo>
                  <a:lnTo>
                    <a:pt x="2134" y="376"/>
                  </a:lnTo>
                  <a:lnTo>
                    <a:pt x="2114" y="356"/>
                  </a:lnTo>
                  <a:lnTo>
                    <a:pt x="2095" y="336"/>
                  </a:lnTo>
                  <a:lnTo>
                    <a:pt x="2134" y="356"/>
                  </a:lnTo>
                  <a:lnTo>
                    <a:pt x="2134" y="376"/>
                  </a:lnTo>
                  <a:lnTo>
                    <a:pt x="2154" y="356"/>
                  </a:lnTo>
                  <a:lnTo>
                    <a:pt x="2193" y="376"/>
                  </a:lnTo>
                  <a:lnTo>
                    <a:pt x="2213" y="376"/>
                  </a:lnTo>
                  <a:lnTo>
                    <a:pt x="2213" y="336"/>
                  </a:lnTo>
                  <a:lnTo>
                    <a:pt x="2272" y="376"/>
                  </a:lnTo>
                  <a:lnTo>
                    <a:pt x="2351" y="396"/>
                  </a:lnTo>
                  <a:lnTo>
                    <a:pt x="2351" y="396"/>
                  </a:lnTo>
                  <a:lnTo>
                    <a:pt x="2312" y="376"/>
                  </a:lnTo>
                  <a:lnTo>
                    <a:pt x="2292" y="336"/>
                  </a:lnTo>
                  <a:lnTo>
                    <a:pt x="2272" y="336"/>
                  </a:lnTo>
                  <a:lnTo>
                    <a:pt x="2253" y="317"/>
                  </a:lnTo>
                  <a:lnTo>
                    <a:pt x="2233" y="277"/>
                  </a:lnTo>
                  <a:lnTo>
                    <a:pt x="2095" y="198"/>
                  </a:lnTo>
                  <a:lnTo>
                    <a:pt x="1956" y="119"/>
                  </a:lnTo>
                  <a:lnTo>
                    <a:pt x="1937" y="119"/>
                  </a:lnTo>
                  <a:lnTo>
                    <a:pt x="1897" y="99"/>
                  </a:lnTo>
                  <a:lnTo>
                    <a:pt x="1838" y="60"/>
                  </a:lnTo>
                  <a:lnTo>
                    <a:pt x="1818" y="60"/>
                  </a:lnTo>
                  <a:lnTo>
                    <a:pt x="1858" y="99"/>
                  </a:lnTo>
                  <a:lnTo>
                    <a:pt x="1818" y="99"/>
                  </a:lnTo>
                  <a:lnTo>
                    <a:pt x="1798" y="80"/>
                  </a:lnTo>
                  <a:lnTo>
                    <a:pt x="1818" y="119"/>
                  </a:lnTo>
                  <a:lnTo>
                    <a:pt x="1759" y="80"/>
                  </a:lnTo>
                  <a:lnTo>
                    <a:pt x="1700" y="40"/>
                  </a:lnTo>
                  <a:lnTo>
                    <a:pt x="1680" y="40"/>
                  </a:lnTo>
                  <a:lnTo>
                    <a:pt x="1680" y="60"/>
                  </a:lnTo>
                  <a:lnTo>
                    <a:pt x="1700" y="80"/>
                  </a:lnTo>
                  <a:lnTo>
                    <a:pt x="1660" y="80"/>
                  </a:lnTo>
                  <a:lnTo>
                    <a:pt x="1640" y="40"/>
                  </a:lnTo>
                  <a:lnTo>
                    <a:pt x="1640" y="60"/>
                  </a:lnTo>
                  <a:lnTo>
                    <a:pt x="1621" y="40"/>
                  </a:lnTo>
                  <a:lnTo>
                    <a:pt x="1561" y="20"/>
                  </a:lnTo>
                  <a:lnTo>
                    <a:pt x="1640" y="80"/>
                  </a:lnTo>
                  <a:lnTo>
                    <a:pt x="1621" y="80"/>
                  </a:lnTo>
                  <a:lnTo>
                    <a:pt x="1700" y="119"/>
                  </a:lnTo>
                  <a:lnTo>
                    <a:pt x="1719" y="159"/>
                  </a:lnTo>
                  <a:lnTo>
                    <a:pt x="1680" y="119"/>
                  </a:lnTo>
                  <a:lnTo>
                    <a:pt x="1660" y="119"/>
                  </a:lnTo>
                  <a:lnTo>
                    <a:pt x="1640" y="99"/>
                  </a:lnTo>
                  <a:lnTo>
                    <a:pt x="1581" y="40"/>
                  </a:lnTo>
                  <a:lnTo>
                    <a:pt x="1542" y="40"/>
                  </a:lnTo>
                  <a:lnTo>
                    <a:pt x="1542" y="60"/>
                  </a:lnTo>
                  <a:lnTo>
                    <a:pt x="1522" y="40"/>
                  </a:lnTo>
                  <a:lnTo>
                    <a:pt x="1502" y="20"/>
                  </a:lnTo>
                  <a:lnTo>
                    <a:pt x="14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0" name="Google Shape;7660;p29"/>
            <p:cNvSpPr/>
            <p:nvPr/>
          </p:nvSpPr>
          <p:spPr>
            <a:xfrm>
              <a:off x="-1768900" y="35509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1" name="Google Shape;7661;p29"/>
            <p:cNvSpPr/>
            <p:nvPr/>
          </p:nvSpPr>
          <p:spPr>
            <a:xfrm>
              <a:off x="-1769400" y="35069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20"/>
                  </a:moveTo>
                  <a:lnTo>
                    <a:pt x="20" y="20"/>
                  </a:lnTo>
                  <a:lnTo>
                    <a:pt x="0" y="1"/>
                  </a:lnTo>
                  <a:lnTo>
                    <a:pt x="0" y="1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2" name="Google Shape;7662;p29"/>
            <p:cNvSpPr/>
            <p:nvPr/>
          </p:nvSpPr>
          <p:spPr>
            <a:xfrm>
              <a:off x="-1780750" y="354302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3" name="Google Shape;7663;p29"/>
            <p:cNvSpPr/>
            <p:nvPr/>
          </p:nvSpPr>
          <p:spPr>
            <a:xfrm>
              <a:off x="-1780275" y="34121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4" name="Google Shape;7664;p29"/>
            <p:cNvSpPr/>
            <p:nvPr/>
          </p:nvSpPr>
          <p:spPr>
            <a:xfrm>
              <a:off x="-1780750" y="3410675"/>
              <a:ext cx="0" cy="25"/>
            </a:xfrm>
            <a:custGeom>
              <a:rect b="b" l="l" r="r" t="t"/>
              <a:pathLst>
                <a:path extrusionOk="0" h="1" w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5" name="Google Shape;7665;p29"/>
            <p:cNvSpPr/>
            <p:nvPr/>
          </p:nvSpPr>
          <p:spPr>
            <a:xfrm>
              <a:off x="-1791625" y="3408700"/>
              <a:ext cx="19275" cy="5475"/>
            </a:xfrm>
            <a:custGeom>
              <a:rect b="b" l="l" r="r" t="t"/>
              <a:pathLst>
                <a:path extrusionOk="0" h="219" w="771">
                  <a:moveTo>
                    <a:pt x="438" y="43"/>
                  </a:moveTo>
                  <a:lnTo>
                    <a:pt x="455" y="60"/>
                  </a:lnTo>
                  <a:lnTo>
                    <a:pt x="435" y="80"/>
                  </a:lnTo>
                  <a:lnTo>
                    <a:pt x="475" y="80"/>
                  </a:lnTo>
                  <a:lnTo>
                    <a:pt x="438" y="43"/>
                  </a:lnTo>
                  <a:close/>
                  <a:moveTo>
                    <a:pt x="494" y="60"/>
                  </a:moveTo>
                  <a:lnTo>
                    <a:pt x="514" y="80"/>
                  </a:lnTo>
                  <a:lnTo>
                    <a:pt x="554" y="100"/>
                  </a:lnTo>
                  <a:lnTo>
                    <a:pt x="672" y="139"/>
                  </a:lnTo>
                  <a:lnTo>
                    <a:pt x="712" y="159"/>
                  </a:lnTo>
                  <a:lnTo>
                    <a:pt x="692" y="139"/>
                  </a:lnTo>
                  <a:lnTo>
                    <a:pt x="633" y="119"/>
                  </a:lnTo>
                  <a:lnTo>
                    <a:pt x="672" y="119"/>
                  </a:lnTo>
                  <a:lnTo>
                    <a:pt x="573" y="80"/>
                  </a:lnTo>
                  <a:lnTo>
                    <a:pt x="514" y="60"/>
                  </a:lnTo>
                  <a:close/>
                  <a:moveTo>
                    <a:pt x="0" y="1"/>
                  </a:moveTo>
                  <a:lnTo>
                    <a:pt x="20" y="21"/>
                  </a:lnTo>
                  <a:lnTo>
                    <a:pt x="99" y="40"/>
                  </a:lnTo>
                  <a:lnTo>
                    <a:pt x="40" y="40"/>
                  </a:lnTo>
                  <a:lnTo>
                    <a:pt x="99" y="60"/>
                  </a:lnTo>
                  <a:lnTo>
                    <a:pt x="178" y="100"/>
                  </a:lnTo>
                  <a:lnTo>
                    <a:pt x="198" y="80"/>
                  </a:lnTo>
                  <a:lnTo>
                    <a:pt x="237" y="100"/>
                  </a:lnTo>
                  <a:lnTo>
                    <a:pt x="356" y="119"/>
                  </a:lnTo>
                  <a:lnTo>
                    <a:pt x="395" y="119"/>
                  </a:lnTo>
                  <a:lnTo>
                    <a:pt x="415" y="100"/>
                  </a:lnTo>
                  <a:lnTo>
                    <a:pt x="435" y="100"/>
                  </a:lnTo>
                  <a:lnTo>
                    <a:pt x="554" y="139"/>
                  </a:lnTo>
                  <a:lnTo>
                    <a:pt x="573" y="159"/>
                  </a:lnTo>
                  <a:lnTo>
                    <a:pt x="573" y="159"/>
                  </a:lnTo>
                  <a:lnTo>
                    <a:pt x="534" y="139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514" y="139"/>
                  </a:lnTo>
                  <a:lnTo>
                    <a:pt x="593" y="179"/>
                  </a:lnTo>
                  <a:lnTo>
                    <a:pt x="672" y="198"/>
                  </a:lnTo>
                  <a:lnTo>
                    <a:pt x="692" y="198"/>
                  </a:lnTo>
                  <a:lnTo>
                    <a:pt x="771" y="218"/>
                  </a:lnTo>
                  <a:lnTo>
                    <a:pt x="771" y="218"/>
                  </a:lnTo>
                  <a:lnTo>
                    <a:pt x="692" y="179"/>
                  </a:lnTo>
                  <a:lnTo>
                    <a:pt x="731" y="179"/>
                  </a:lnTo>
                  <a:lnTo>
                    <a:pt x="712" y="159"/>
                  </a:lnTo>
                  <a:lnTo>
                    <a:pt x="672" y="159"/>
                  </a:lnTo>
                  <a:lnTo>
                    <a:pt x="672" y="139"/>
                  </a:lnTo>
                  <a:lnTo>
                    <a:pt x="633" y="139"/>
                  </a:lnTo>
                  <a:lnTo>
                    <a:pt x="554" y="100"/>
                  </a:lnTo>
                  <a:lnTo>
                    <a:pt x="475" y="80"/>
                  </a:lnTo>
                  <a:lnTo>
                    <a:pt x="475" y="80"/>
                  </a:lnTo>
                  <a:lnTo>
                    <a:pt x="494" y="100"/>
                  </a:lnTo>
                  <a:lnTo>
                    <a:pt x="316" y="60"/>
                  </a:lnTo>
                  <a:lnTo>
                    <a:pt x="158" y="21"/>
                  </a:lnTo>
                  <a:lnTo>
                    <a:pt x="158" y="40"/>
                  </a:lnTo>
                  <a:lnTo>
                    <a:pt x="178" y="60"/>
                  </a:lnTo>
                  <a:lnTo>
                    <a:pt x="178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6" name="Google Shape;7666;p29"/>
            <p:cNvSpPr/>
            <p:nvPr/>
          </p:nvSpPr>
          <p:spPr>
            <a:xfrm>
              <a:off x="-1774825" y="3409200"/>
              <a:ext cx="2975" cy="1025"/>
            </a:xfrm>
            <a:custGeom>
              <a:rect b="b" l="l" r="r" t="t"/>
              <a:pathLst>
                <a:path extrusionOk="0" h="41" w="119">
                  <a:moveTo>
                    <a:pt x="119" y="40"/>
                  </a:moveTo>
                  <a:lnTo>
                    <a:pt x="119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119" y="40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7" name="Google Shape;7667;p29"/>
            <p:cNvSpPr/>
            <p:nvPr/>
          </p:nvSpPr>
          <p:spPr>
            <a:xfrm>
              <a:off x="-1777300" y="340822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0" y="0"/>
                  </a:moveTo>
                  <a:lnTo>
                    <a:pt x="20" y="20"/>
                  </a:lnTo>
                  <a:lnTo>
                    <a:pt x="99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8" name="Google Shape;7668;p29"/>
            <p:cNvSpPr/>
            <p:nvPr/>
          </p:nvSpPr>
          <p:spPr>
            <a:xfrm>
              <a:off x="-1798550" y="3390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9" name="Google Shape;7669;p29"/>
            <p:cNvSpPr/>
            <p:nvPr/>
          </p:nvSpPr>
          <p:spPr>
            <a:xfrm>
              <a:off x="-1800025" y="3362775"/>
              <a:ext cx="39525" cy="47925"/>
            </a:xfrm>
            <a:custGeom>
              <a:rect b="b" l="l" r="r" t="t"/>
              <a:pathLst>
                <a:path extrusionOk="0" h="1917" w="1581">
                  <a:moveTo>
                    <a:pt x="1423" y="337"/>
                  </a:moveTo>
                  <a:lnTo>
                    <a:pt x="1423" y="342"/>
                  </a:lnTo>
                  <a:lnTo>
                    <a:pt x="1423" y="342"/>
                  </a:lnTo>
                  <a:lnTo>
                    <a:pt x="1443" y="357"/>
                  </a:lnTo>
                  <a:lnTo>
                    <a:pt x="1423" y="337"/>
                  </a:lnTo>
                  <a:close/>
                  <a:moveTo>
                    <a:pt x="139" y="692"/>
                  </a:moveTo>
                  <a:lnTo>
                    <a:pt x="139" y="699"/>
                  </a:lnTo>
                  <a:lnTo>
                    <a:pt x="139" y="699"/>
                  </a:lnTo>
                  <a:lnTo>
                    <a:pt x="149" y="702"/>
                  </a:lnTo>
                  <a:lnTo>
                    <a:pt x="139" y="692"/>
                  </a:lnTo>
                  <a:close/>
                  <a:moveTo>
                    <a:pt x="149" y="702"/>
                  </a:moveTo>
                  <a:lnTo>
                    <a:pt x="159" y="712"/>
                  </a:lnTo>
                  <a:lnTo>
                    <a:pt x="188" y="722"/>
                  </a:lnTo>
                  <a:lnTo>
                    <a:pt x="188" y="722"/>
                  </a:lnTo>
                  <a:lnTo>
                    <a:pt x="178" y="712"/>
                  </a:lnTo>
                  <a:lnTo>
                    <a:pt x="149" y="702"/>
                  </a:lnTo>
                  <a:close/>
                  <a:moveTo>
                    <a:pt x="40" y="653"/>
                  </a:moveTo>
                  <a:lnTo>
                    <a:pt x="60" y="673"/>
                  </a:lnTo>
                  <a:lnTo>
                    <a:pt x="80" y="692"/>
                  </a:lnTo>
                  <a:lnTo>
                    <a:pt x="60" y="692"/>
                  </a:lnTo>
                  <a:lnTo>
                    <a:pt x="159" y="732"/>
                  </a:lnTo>
                  <a:lnTo>
                    <a:pt x="139" y="712"/>
                  </a:lnTo>
                  <a:lnTo>
                    <a:pt x="139" y="699"/>
                  </a:lnTo>
                  <a:lnTo>
                    <a:pt x="139" y="699"/>
                  </a:lnTo>
                  <a:lnTo>
                    <a:pt x="119" y="692"/>
                  </a:lnTo>
                  <a:lnTo>
                    <a:pt x="40" y="653"/>
                  </a:lnTo>
                  <a:close/>
                  <a:moveTo>
                    <a:pt x="188" y="722"/>
                  </a:moveTo>
                  <a:lnTo>
                    <a:pt x="198" y="73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18" y="732"/>
                  </a:lnTo>
                  <a:lnTo>
                    <a:pt x="188" y="722"/>
                  </a:lnTo>
                  <a:close/>
                  <a:moveTo>
                    <a:pt x="119" y="890"/>
                  </a:moveTo>
                  <a:lnTo>
                    <a:pt x="149" y="900"/>
                  </a:lnTo>
                  <a:lnTo>
                    <a:pt x="139" y="890"/>
                  </a:lnTo>
                  <a:close/>
                  <a:moveTo>
                    <a:pt x="149" y="900"/>
                  </a:moveTo>
                  <a:lnTo>
                    <a:pt x="159" y="910"/>
                  </a:lnTo>
                  <a:lnTo>
                    <a:pt x="178" y="910"/>
                  </a:lnTo>
                  <a:lnTo>
                    <a:pt x="149" y="900"/>
                  </a:lnTo>
                  <a:close/>
                  <a:moveTo>
                    <a:pt x="119" y="910"/>
                  </a:moveTo>
                  <a:lnTo>
                    <a:pt x="119" y="929"/>
                  </a:lnTo>
                  <a:lnTo>
                    <a:pt x="139" y="929"/>
                  </a:lnTo>
                  <a:lnTo>
                    <a:pt x="119" y="910"/>
                  </a:lnTo>
                  <a:close/>
                  <a:moveTo>
                    <a:pt x="119" y="929"/>
                  </a:moveTo>
                  <a:lnTo>
                    <a:pt x="119" y="94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19" y="929"/>
                  </a:lnTo>
                  <a:close/>
                  <a:moveTo>
                    <a:pt x="119" y="1028"/>
                  </a:moveTo>
                  <a:lnTo>
                    <a:pt x="119" y="1048"/>
                  </a:lnTo>
                  <a:lnTo>
                    <a:pt x="178" y="1068"/>
                  </a:lnTo>
                  <a:lnTo>
                    <a:pt x="178" y="1068"/>
                  </a:lnTo>
                  <a:lnTo>
                    <a:pt x="139" y="1048"/>
                  </a:lnTo>
                  <a:lnTo>
                    <a:pt x="119" y="1028"/>
                  </a:lnTo>
                  <a:close/>
                  <a:moveTo>
                    <a:pt x="1285" y="1502"/>
                  </a:moveTo>
                  <a:lnTo>
                    <a:pt x="1304" y="1522"/>
                  </a:lnTo>
                  <a:lnTo>
                    <a:pt x="1364" y="1522"/>
                  </a:lnTo>
                  <a:lnTo>
                    <a:pt x="1285" y="1502"/>
                  </a:lnTo>
                  <a:close/>
                  <a:moveTo>
                    <a:pt x="40" y="1601"/>
                  </a:moveTo>
                  <a:lnTo>
                    <a:pt x="99" y="1621"/>
                  </a:lnTo>
                  <a:lnTo>
                    <a:pt x="119" y="1621"/>
                  </a:lnTo>
                  <a:lnTo>
                    <a:pt x="40" y="1601"/>
                  </a:lnTo>
                  <a:close/>
                  <a:moveTo>
                    <a:pt x="257" y="1680"/>
                  </a:moveTo>
                  <a:lnTo>
                    <a:pt x="266" y="1688"/>
                  </a:lnTo>
                  <a:lnTo>
                    <a:pt x="266" y="1688"/>
                  </a:lnTo>
                  <a:lnTo>
                    <a:pt x="228" y="1680"/>
                  </a:lnTo>
                  <a:close/>
                  <a:moveTo>
                    <a:pt x="1304" y="1690"/>
                  </a:moveTo>
                  <a:lnTo>
                    <a:pt x="1304" y="1700"/>
                  </a:lnTo>
                  <a:lnTo>
                    <a:pt x="1324" y="1700"/>
                  </a:lnTo>
                  <a:lnTo>
                    <a:pt x="1304" y="1690"/>
                  </a:lnTo>
                  <a:close/>
                  <a:moveTo>
                    <a:pt x="652" y="1719"/>
                  </a:moveTo>
                  <a:lnTo>
                    <a:pt x="722" y="1739"/>
                  </a:lnTo>
                  <a:lnTo>
                    <a:pt x="633" y="1739"/>
                  </a:lnTo>
                  <a:lnTo>
                    <a:pt x="593" y="1719"/>
                  </a:lnTo>
                  <a:close/>
                  <a:moveTo>
                    <a:pt x="1048" y="1798"/>
                  </a:moveTo>
                  <a:lnTo>
                    <a:pt x="1087" y="1818"/>
                  </a:lnTo>
                  <a:lnTo>
                    <a:pt x="1087" y="1818"/>
                  </a:lnTo>
                  <a:lnTo>
                    <a:pt x="1067" y="1798"/>
                  </a:lnTo>
                  <a:close/>
                  <a:moveTo>
                    <a:pt x="119" y="1739"/>
                  </a:moveTo>
                  <a:lnTo>
                    <a:pt x="139" y="1759"/>
                  </a:lnTo>
                  <a:lnTo>
                    <a:pt x="119" y="1759"/>
                  </a:lnTo>
                  <a:lnTo>
                    <a:pt x="178" y="1779"/>
                  </a:lnTo>
                  <a:lnTo>
                    <a:pt x="198" y="1779"/>
                  </a:lnTo>
                  <a:lnTo>
                    <a:pt x="317" y="1818"/>
                  </a:lnTo>
                  <a:lnTo>
                    <a:pt x="336" y="1818"/>
                  </a:lnTo>
                  <a:lnTo>
                    <a:pt x="297" y="1798"/>
                  </a:lnTo>
                  <a:lnTo>
                    <a:pt x="238" y="1779"/>
                  </a:lnTo>
                  <a:lnTo>
                    <a:pt x="376" y="1818"/>
                  </a:lnTo>
                  <a:lnTo>
                    <a:pt x="336" y="1779"/>
                  </a:lnTo>
                  <a:lnTo>
                    <a:pt x="238" y="1759"/>
                  </a:lnTo>
                  <a:lnTo>
                    <a:pt x="257" y="1759"/>
                  </a:lnTo>
                  <a:lnTo>
                    <a:pt x="218" y="1739"/>
                  </a:lnTo>
                  <a:lnTo>
                    <a:pt x="238" y="1759"/>
                  </a:lnTo>
                  <a:lnTo>
                    <a:pt x="238" y="1759"/>
                  </a:lnTo>
                  <a:lnTo>
                    <a:pt x="119" y="1739"/>
                  </a:lnTo>
                  <a:close/>
                  <a:moveTo>
                    <a:pt x="376" y="1818"/>
                  </a:moveTo>
                  <a:lnTo>
                    <a:pt x="494" y="1858"/>
                  </a:lnTo>
                  <a:lnTo>
                    <a:pt x="494" y="1858"/>
                  </a:lnTo>
                  <a:lnTo>
                    <a:pt x="455" y="1838"/>
                  </a:lnTo>
                  <a:lnTo>
                    <a:pt x="376" y="1818"/>
                  </a:lnTo>
                  <a:close/>
                  <a:moveTo>
                    <a:pt x="1403" y="1"/>
                  </a:moveTo>
                  <a:lnTo>
                    <a:pt x="435" y="396"/>
                  </a:lnTo>
                  <a:lnTo>
                    <a:pt x="514" y="436"/>
                  </a:lnTo>
                  <a:lnTo>
                    <a:pt x="435" y="436"/>
                  </a:lnTo>
                  <a:lnTo>
                    <a:pt x="396" y="416"/>
                  </a:lnTo>
                  <a:lnTo>
                    <a:pt x="277" y="455"/>
                  </a:lnTo>
                  <a:lnTo>
                    <a:pt x="297" y="475"/>
                  </a:lnTo>
                  <a:lnTo>
                    <a:pt x="218" y="475"/>
                  </a:lnTo>
                  <a:lnTo>
                    <a:pt x="238" y="495"/>
                  </a:lnTo>
                  <a:lnTo>
                    <a:pt x="178" y="495"/>
                  </a:lnTo>
                  <a:lnTo>
                    <a:pt x="139" y="515"/>
                  </a:lnTo>
                  <a:lnTo>
                    <a:pt x="218" y="554"/>
                  </a:lnTo>
                  <a:lnTo>
                    <a:pt x="218" y="554"/>
                  </a:lnTo>
                  <a:lnTo>
                    <a:pt x="198" y="534"/>
                  </a:lnTo>
                  <a:lnTo>
                    <a:pt x="218" y="534"/>
                  </a:lnTo>
                  <a:lnTo>
                    <a:pt x="257" y="554"/>
                  </a:lnTo>
                  <a:lnTo>
                    <a:pt x="297" y="574"/>
                  </a:lnTo>
                  <a:lnTo>
                    <a:pt x="336" y="594"/>
                  </a:lnTo>
                  <a:lnTo>
                    <a:pt x="297" y="594"/>
                  </a:lnTo>
                  <a:lnTo>
                    <a:pt x="238" y="574"/>
                  </a:lnTo>
                  <a:lnTo>
                    <a:pt x="119" y="515"/>
                  </a:lnTo>
                  <a:lnTo>
                    <a:pt x="139" y="534"/>
                  </a:lnTo>
                  <a:lnTo>
                    <a:pt x="218" y="594"/>
                  </a:lnTo>
                  <a:lnTo>
                    <a:pt x="277" y="633"/>
                  </a:lnTo>
                  <a:lnTo>
                    <a:pt x="178" y="594"/>
                  </a:lnTo>
                  <a:lnTo>
                    <a:pt x="80" y="534"/>
                  </a:lnTo>
                  <a:lnTo>
                    <a:pt x="60" y="534"/>
                  </a:lnTo>
                  <a:lnTo>
                    <a:pt x="99" y="554"/>
                  </a:lnTo>
                  <a:lnTo>
                    <a:pt x="60" y="554"/>
                  </a:lnTo>
                  <a:lnTo>
                    <a:pt x="80" y="594"/>
                  </a:lnTo>
                  <a:lnTo>
                    <a:pt x="119" y="594"/>
                  </a:lnTo>
                  <a:lnTo>
                    <a:pt x="139" y="613"/>
                  </a:lnTo>
                  <a:lnTo>
                    <a:pt x="99" y="613"/>
                  </a:lnTo>
                  <a:lnTo>
                    <a:pt x="119" y="633"/>
                  </a:lnTo>
                  <a:lnTo>
                    <a:pt x="119" y="653"/>
                  </a:lnTo>
                  <a:lnTo>
                    <a:pt x="119" y="673"/>
                  </a:lnTo>
                  <a:lnTo>
                    <a:pt x="139" y="673"/>
                  </a:lnTo>
                  <a:lnTo>
                    <a:pt x="139" y="653"/>
                  </a:lnTo>
                  <a:lnTo>
                    <a:pt x="159" y="653"/>
                  </a:lnTo>
                  <a:lnTo>
                    <a:pt x="218" y="673"/>
                  </a:lnTo>
                  <a:lnTo>
                    <a:pt x="257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317" y="771"/>
                  </a:lnTo>
                  <a:lnTo>
                    <a:pt x="317" y="771"/>
                  </a:lnTo>
                  <a:lnTo>
                    <a:pt x="257" y="752"/>
                  </a:lnTo>
                  <a:lnTo>
                    <a:pt x="228" y="742"/>
                  </a:lnTo>
                  <a:lnTo>
                    <a:pt x="228" y="742"/>
                  </a:lnTo>
                  <a:lnTo>
                    <a:pt x="257" y="771"/>
                  </a:lnTo>
                  <a:lnTo>
                    <a:pt x="218" y="752"/>
                  </a:lnTo>
                  <a:lnTo>
                    <a:pt x="218" y="765"/>
                  </a:lnTo>
                  <a:lnTo>
                    <a:pt x="218" y="765"/>
                  </a:lnTo>
                  <a:lnTo>
                    <a:pt x="178" y="752"/>
                  </a:lnTo>
                  <a:lnTo>
                    <a:pt x="119" y="732"/>
                  </a:lnTo>
                  <a:lnTo>
                    <a:pt x="198" y="771"/>
                  </a:lnTo>
                  <a:lnTo>
                    <a:pt x="198" y="771"/>
                  </a:lnTo>
                  <a:lnTo>
                    <a:pt x="139" y="752"/>
                  </a:lnTo>
                  <a:lnTo>
                    <a:pt x="178" y="771"/>
                  </a:lnTo>
                  <a:lnTo>
                    <a:pt x="198" y="791"/>
                  </a:lnTo>
                  <a:lnTo>
                    <a:pt x="159" y="771"/>
                  </a:lnTo>
                  <a:lnTo>
                    <a:pt x="159" y="771"/>
                  </a:lnTo>
                  <a:lnTo>
                    <a:pt x="198" y="811"/>
                  </a:lnTo>
                  <a:lnTo>
                    <a:pt x="257" y="811"/>
                  </a:lnTo>
                  <a:lnTo>
                    <a:pt x="336" y="850"/>
                  </a:lnTo>
                  <a:lnTo>
                    <a:pt x="336" y="870"/>
                  </a:lnTo>
                  <a:lnTo>
                    <a:pt x="277" y="870"/>
                  </a:lnTo>
                  <a:lnTo>
                    <a:pt x="277" y="890"/>
                  </a:lnTo>
                  <a:lnTo>
                    <a:pt x="257" y="870"/>
                  </a:lnTo>
                  <a:lnTo>
                    <a:pt x="238" y="870"/>
                  </a:lnTo>
                  <a:lnTo>
                    <a:pt x="218" y="850"/>
                  </a:lnTo>
                  <a:lnTo>
                    <a:pt x="198" y="850"/>
                  </a:lnTo>
                  <a:lnTo>
                    <a:pt x="139" y="831"/>
                  </a:lnTo>
                  <a:lnTo>
                    <a:pt x="139" y="831"/>
                  </a:lnTo>
                  <a:lnTo>
                    <a:pt x="218" y="850"/>
                  </a:lnTo>
                  <a:lnTo>
                    <a:pt x="159" y="831"/>
                  </a:lnTo>
                  <a:lnTo>
                    <a:pt x="139" y="811"/>
                  </a:lnTo>
                  <a:lnTo>
                    <a:pt x="80" y="791"/>
                  </a:lnTo>
                  <a:lnTo>
                    <a:pt x="80" y="791"/>
                  </a:lnTo>
                  <a:lnTo>
                    <a:pt x="139" y="831"/>
                  </a:lnTo>
                  <a:lnTo>
                    <a:pt x="159" y="850"/>
                  </a:lnTo>
                  <a:lnTo>
                    <a:pt x="198" y="870"/>
                  </a:lnTo>
                  <a:lnTo>
                    <a:pt x="99" y="831"/>
                  </a:lnTo>
                  <a:lnTo>
                    <a:pt x="80" y="850"/>
                  </a:lnTo>
                  <a:lnTo>
                    <a:pt x="119" y="850"/>
                  </a:lnTo>
                  <a:lnTo>
                    <a:pt x="139" y="870"/>
                  </a:lnTo>
                  <a:lnTo>
                    <a:pt x="159" y="890"/>
                  </a:lnTo>
                  <a:lnTo>
                    <a:pt x="139" y="890"/>
                  </a:lnTo>
                  <a:lnTo>
                    <a:pt x="198" y="910"/>
                  </a:lnTo>
                  <a:lnTo>
                    <a:pt x="218" y="929"/>
                  </a:lnTo>
                  <a:lnTo>
                    <a:pt x="218" y="949"/>
                  </a:lnTo>
                  <a:lnTo>
                    <a:pt x="257" y="989"/>
                  </a:lnTo>
                  <a:lnTo>
                    <a:pt x="257" y="989"/>
                  </a:lnTo>
                  <a:lnTo>
                    <a:pt x="198" y="969"/>
                  </a:lnTo>
                  <a:lnTo>
                    <a:pt x="146" y="956"/>
                  </a:lnTo>
                  <a:lnTo>
                    <a:pt x="146" y="956"/>
                  </a:lnTo>
                  <a:lnTo>
                    <a:pt x="159" y="969"/>
                  </a:lnTo>
                  <a:lnTo>
                    <a:pt x="119" y="969"/>
                  </a:lnTo>
                  <a:lnTo>
                    <a:pt x="80" y="949"/>
                  </a:lnTo>
                  <a:lnTo>
                    <a:pt x="20" y="949"/>
                  </a:lnTo>
                  <a:lnTo>
                    <a:pt x="99" y="969"/>
                  </a:lnTo>
                  <a:lnTo>
                    <a:pt x="119" y="989"/>
                  </a:lnTo>
                  <a:lnTo>
                    <a:pt x="99" y="989"/>
                  </a:lnTo>
                  <a:lnTo>
                    <a:pt x="178" y="1008"/>
                  </a:lnTo>
                  <a:lnTo>
                    <a:pt x="99" y="1008"/>
                  </a:lnTo>
                  <a:lnTo>
                    <a:pt x="198" y="1068"/>
                  </a:lnTo>
                  <a:lnTo>
                    <a:pt x="178" y="1068"/>
                  </a:lnTo>
                  <a:lnTo>
                    <a:pt x="257" y="1107"/>
                  </a:lnTo>
                  <a:lnTo>
                    <a:pt x="238" y="1107"/>
                  </a:lnTo>
                  <a:lnTo>
                    <a:pt x="178" y="1087"/>
                  </a:lnTo>
                  <a:lnTo>
                    <a:pt x="218" y="1127"/>
                  </a:lnTo>
                  <a:lnTo>
                    <a:pt x="238" y="1127"/>
                  </a:lnTo>
                  <a:lnTo>
                    <a:pt x="277" y="1147"/>
                  </a:lnTo>
                  <a:lnTo>
                    <a:pt x="317" y="1166"/>
                  </a:lnTo>
                  <a:lnTo>
                    <a:pt x="238" y="1147"/>
                  </a:lnTo>
                  <a:lnTo>
                    <a:pt x="198" y="1127"/>
                  </a:lnTo>
                  <a:lnTo>
                    <a:pt x="139" y="1127"/>
                  </a:lnTo>
                  <a:lnTo>
                    <a:pt x="99" y="1087"/>
                  </a:lnTo>
                  <a:lnTo>
                    <a:pt x="80" y="1087"/>
                  </a:lnTo>
                  <a:lnTo>
                    <a:pt x="99" y="1107"/>
                  </a:lnTo>
                  <a:lnTo>
                    <a:pt x="119" y="1127"/>
                  </a:lnTo>
                  <a:lnTo>
                    <a:pt x="119" y="1127"/>
                  </a:lnTo>
                  <a:lnTo>
                    <a:pt x="60" y="1107"/>
                  </a:lnTo>
                  <a:lnTo>
                    <a:pt x="80" y="1127"/>
                  </a:lnTo>
                  <a:lnTo>
                    <a:pt x="139" y="1147"/>
                  </a:lnTo>
                  <a:lnTo>
                    <a:pt x="178" y="1166"/>
                  </a:lnTo>
                  <a:lnTo>
                    <a:pt x="99" y="1147"/>
                  </a:lnTo>
                  <a:lnTo>
                    <a:pt x="99" y="114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218" y="1206"/>
                  </a:lnTo>
                  <a:lnTo>
                    <a:pt x="277" y="1206"/>
                  </a:lnTo>
                  <a:lnTo>
                    <a:pt x="317" y="1226"/>
                  </a:lnTo>
                  <a:lnTo>
                    <a:pt x="376" y="1245"/>
                  </a:lnTo>
                  <a:lnTo>
                    <a:pt x="396" y="1265"/>
                  </a:lnTo>
                  <a:lnTo>
                    <a:pt x="297" y="1245"/>
                  </a:lnTo>
                  <a:lnTo>
                    <a:pt x="159" y="1206"/>
                  </a:lnTo>
                  <a:lnTo>
                    <a:pt x="1" y="1147"/>
                  </a:lnTo>
                  <a:lnTo>
                    <a:pt x="20" y="1186"/>
                  </a:lnTo>
                  <a:lnTo>
                    <a:pt x="1" y="1186"/>
                  </a:lnTo>
                  <a:lnTo>
                    <a:pt x="80" y="1226"/>
                  </a:lnTo>
                  <a:lnTo>
                    <a:pt x="198" y="1265"/>
                  </a:lnTo>
                  <a:lnTo>
                    <a:pt x="178" y="1265"/>
                  </a:lnTo>
                  <a:lnTo>
                    <a:pt x="139" y="1245"/>
                  </a:lnTo>
                  <a:lnTo>
                    <a:pt x="139" y="1245"/>
                  </a:lnTo>
                  <a:lnTo>
                    <a:pt x="178" y="1285"/>
                  </a:lnTo>
                  <a:lnTo>
                    <a:pt x="198" y="1305"/>
                  </a:lnTo>
                  <a:lnTo>
                    <a:pt x="257" y="1344"/>
                  </a:lnTo>
                  <a:lnTo>
                    <a:pt x="336" y="1364"/>
                  </a:lnTo>
                  <a:lnTo>
                    <a:pt x="356" y="1364"/>
                  </a:lnTo>
                  <a:lnTo>
                    <a:pt x="376" y="1384"/>
                  </a:lnTo>
                  <a:lnTo>
                    <a:pt x="415" y="1403"/>
                  </a:lnTo>
                  <a:lnTo>
                    <a:pt x="356" y="1384"/>
                  </a:lnTo>
                  <a:lnTo>
                    <a:pt x="336" y="1384"/>
                  </a:lnTo>
                  <a:lnTo>
                    <a:pt x="356" y="1403"/>
                  </a:lnTo>
                  <a:lnTo>
                    <a:pt x="297" y="1384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139" y="1344"/>
                  </a:lnTo>
                  <a:lnTo>
                    <a:pt x="198" y="1364"/>
                  </a:lnTo>
                  <a:lnTo>
                    <a:pt x="257" y="1384"/>
                  </a:lnTo>
                  <a:lnTo>
                    <a:pt x="178" y="1384"/>
                  </a:lnTo>
                  <a:lnTo>
                    <a:pt x="159" y="1403"/>
                  </a:lnTo>
                  <a:lnTo>
                    <a:pt x="60" y="1384"/>
                  </a:lnTo>
                  <a:lnTo>
                    <a:pt x="60" y="1384"/>
                  </a:lnTo>
                  <a:lnTo>
                    <a:pt x="139" y="1423"/>
                  </a:lnTo>
                  <a:lnTo>
                    <a:pt x="178" y="1443"/>
                  </a:lnTo>
                  <a:lnTo>
                    <a:pt x="277" y="1482"/>
                  </a:lnTo>
                  <a:lnTo>
                    <a:pt x="297" y="1482"/>
                  </a:lnTo>
                  <a:lnTo>
                    <a:pt x="277" y="1463"/>
                  </a:lnTo>
                  <a:lnTo>
                    <a:pt x="238" y="1443"/>
                  </a:lnTo>
                  <a:lnTo>
                    <a:pt x="277" y="1443"/>
                  </a:lnTo>
                  <a:lnTo>
                    <a:pt x="178" y="1403"/>
                  </a:lnTo>
                  <a:lnTo>
                    <a:pt x="218" y="1403"/>
                  </a:lnTo>
                  <a:lnTo>
                    <a:pt x="297" y="1443"/>
                  </a:lnTo>
                  <a:lnTo>
                    <a:pt x="356" y="1463"/>
                  </a:lnTo>
                  <a:lnTo>
                    <a:pt x="415" y="1482"/>
                  </a:lnTo>
                  <a:lnTo>
                    <a:pt x="415" y="1463"/>
                  </a:lnTo>
                  <a:lnTo>
                    <a:pt x="514" y="1482"/>
                  </a:lnTo>
                  <a:lnTo>
                    <a:pt x="652" y="1542"/>
                  </a:lnTo>
                  <a:lnTo>
                    <a:pt x="573" y="1522"/>
                  </a:lnTo>
                  <a:lnTo>
                    <a:pt x="573" y="1522"/>
                  </a:lnTo>
                  <a:lnTo>
                    <a:pt x="672" y="1561"/>
                  </a:lnTo>
                  <a:lnTo>
                    <a:pt x="672" y="1561"/>
                  </a:lnTo>
                  <a:lnTo>
                    <a:pt x="534" y="1542"/>
                  </a:lnTo>
                  <a:lnTo>
                    <a:pt x="534" y="1542"/>
                  </a:lnTo>
                  <a:lnTo>
                    <a:pt x="554" y="1561"/>
                  </a:lnTo>
                  <a:lnTo>
                    <a:pt x="593" y="1581"/>
                  </a:lnTo>
                  <a:lnTo>
                    <a:pt x="593" y="1561"/>
                  </a:lnTo>
                  <a:lnTo>
                    <a:pt x="633" y="1581"/>
                  </a:lnTo>
                  <a:lnTo>
                    <a:pt x="672" y="1601"/>
                  </a:lnTo>
                  <a:lnTo>
                    <a:pt x="731" y="1621"/>
                  </a:lnTo>
                  <a:lnTo>
                    <a:pt x="633" y="1621"/>
                  </a:lnTo>
                  <a:lnTo>
                    <a:pt x="494" y="1561"/>
                  </a:lnTo>
                  <a:lnTo>
                    <a:pt x="514" y="1581"/>
                  </a:lnTo>
                  <a:lnTo>
                    <a:pt x="514" y="1581"/>
                  </a:lnTo>
                  <a:lnTo>
                    <a:pt x="317" y="1522"/>
                  </a:lnTo>
                  <a:lnTo>
                    <a:pt x="277" y="1522"/>
                  </a:lnTo>
                  <a:lnTo>
                    <a:pt x="277" y="1542"/>
                  </a:lnTo>
                  <a:lnTo>
                    <a:pt x="139" y="1502"/>
                  </a:lnTo>
                  <a:lnTo>
                    <a:pt x="159" y="1522"/>
                  </a:lnTo>
                  <a:lnTo>
                    <a:pt x="80" y="1522"/>
                  </a:lnTo>
                  <a:lnTo>
                    <a:pt x="139" y="1542"/>
                  </a:lnTo>
                  <a:lnTo>
                    <a:pt x="218" y="1561"/>
                  </a:lnTo>
                  <a:lnTo>
                    <a:pt x="198" y="1561"/>
                  </a:lnTo>
                  <a:lnTo>
                    <a:pt x="218" y="1581"/>
                  </a:lnTo>
                  <a:lnTo>
                    <a:pt x="277" y="1561"/>
                  </a:lnTo>
                  <a:lnTo>
                    <a:pt x="376" y="1601"/>
                  </a:lnTo>
                  <a:lnTo>
                    <a:pt x="396" y="1601"/>
                  </a:lnTo>
                  <a:lnTo>
                    <a:pt x="435" y="1621"/>
                  </a:lnTo>
                  <a:lnTo>
                    <a:pt x="435" y="1621"/>
                  </a:lnTo>
                  <a:lnTo>
                    <a:pt x="277" y="1581"/>
                  </a:lnTo>
                  <a:lnTo>
                    <a:pt x="297" y="1601"/>
                  </a:lnTo>
                  <a:lnTo>
                    <a:pt x="218" y="1601"/>
                  </a:lnTo>
                  <a:lnTo>
                    <a:pt x="198" y="1581"/>
                  </a:lnTo>
                  <a:lnTo>
                    <a:pt x="139" y="1581"/>
                  </a:lnTo>
                  <a:lnTo>
                    <a:pt x="139" y="1561"/>
                  </a:lnTo>
                  <a:lnTo>
                    <a:pt x="99" y="1581"/>
                  </a:lnTo>
                  <a:lnTo>
                    <a:pt x="60" y="1581"/>
                  </a:lnTo>
                  <a:lnTo>
                    <a:pt x="159" y="1621"/>
                  </a:lnTo>
                  <a:lnTo>
                    <a:pt x="119" y="1621"/>
                  </a:lnTo>
                  <a:lnTo>
                    <a:pt x="119" y="1640"/>
                  </a:lnTo>
                  <a:lnTo>
                    <a:pt x="159" y="1640"/>
                  </a:lnTo>
                  <a:lnTo>
                    <a:pt x="190" y="1671"/>
                  </a:lnTo>
                  <a:lnTo>
                    <a:pt x="139" y="1660"/>
                  </a:lnTo>
                  <a:lnTo>
                    <a:pt x="139" y="1680"/>
                  </a:lnTo>
                  <a:lnTo>
                    <a:pt x="119" y="1680"/>
                  </a:lnTo>
                  <a:lnTo>
                    <a:pt x="178" y="1700"/>
                  </a:lnTo>
                  <a:lnTo>
                    <a:pt x="238" y="1700"/>
                  </a:lnTo>
                  <a:lnTo>
                    <a:pt x="257" y="1719"/>
                  </a:lnTo>
                  <a:lnTo>
                    <a:pt x="238" y="1719"/>
                  </a:lnTo>
                  <a:lnTo>
                    <a:pt x="277" y="1739"/>
                  </a:lnTo>
                  <a:lnTo>
                    <a:pt x="376" y="1779"/>
                  </a:lnTo>
                  <a:lnTo>
                    <a:pt x="336" y="1779"/>
                  </a:lnTo>
                  <a:lnTo>
                    <a:pt x="396" y="1818"/>
                  </a:lnTo>
                  <a:lnTo>
                    <a:pt x="415" y="1798"/>
                  </a:lnTo>
                  <a:lnTo>
                    <a:pt x="435" y="1798"/>
                  </a:lnTo>
                  <a:lnTo>
                    <a:pt x="475" y="1779"/>
                  </a:lnTo>
                  <a:lnTo>
                    <a:pt x="415" y="1779"/>
                  </a:lnTo>
                  <a:lnTo>
                    <a:pt x="336" y="1739"/>
                  </a:lnTo>
                  <a:lnTo>
                    <a:pt x="376" y="1739"/>
                  </a:lnTo>
                  <a:lnTo>
                    <a:pt x="415" y="1759"/>
                  </a:lnTo>
                  <a:lnTo>
                    <a:pt x="494" y="1779"/>
                  </a:lnTo>
                  <a:lnTo>
                    <a:pt x="633" y="1838"/>
                  </a:lnTo>
                  <a:lnTo>
                    <a:pt x="712" y="1858"/>
                  </a:lnTo>
                  <a:lnTo>
                    <a:pt x="751" y="1877"/>
                  </a:lnTo>
                  <a:lnTo>
                    <a:pt x="830" y="1897"/>
                  </a:lnTo>
                  <a:lnTo>
                    <a:pt x="850" y="1897"/>
                  </a:lnTo>
                  <a:lnTo>
                    <a:pt x="850" y="1877"/>
                  </a:lnTo>
                  <a:lnTo>
                    <a:pt x="890" y="1897"/>
                  </a:lnTo>
                  <a:lnTo>
                    <a:pt x="909" y="1917"/>
                  </a:lnTo>
                  <a:lnTo>
                    <a:pt x="949" y="1917"/>
                  </a:lnTo>
                  <a:lnTo>
                    <a:pt x="929" y="1897"/>
                  </a:lnTo>
                  <a:lnTo>
                    <a:pt x="949" y="1897"/>
                  </a:lnTo>
                  <a:lnTo>
                    <a:pt x="850" y="1877"/>
                  </a:lnTo>
                  <a:lnTo>
                    <a:pt x="870" y="1877"/>
                  </a:lnTo>
                  <a:lnTo>
                    <a:pt x="870" y="1858"/>
                  </a:lnTo>
                  <a:lnTo>
                    <a:pt x="830" y="1838"/>
                  </a:lnTo>
                  <a:lnTo>
                    <a:pt x="870" y="1838"/>
                  </a:lnTo>
                  <a:lnTo>
                    <a:pt x="771" y="1818"/>
                  </a:lnTo>
                  <a:lnTo>
                    <a:pt x="751" y="1779"/>
                  </a:lnTo>
                  <a:lnTo>
                    <a:pt x="830" y="1818"/>
                  </a:lnTo>
                  <a:lnTo>
                    <a:pt x="830" y="1798"/>
                  </a:lnTo>
                  <a:lnTo>
                    <a:pt x="811" y="1779"/>
                  </a:lnTo>
                  <a:lnTo>
                    <a:pt x="745" y="1746"/>
                  </a:lnTo>
                  <a:lnTo>
                    <a:pt x="745" y="1746"/>
                  </a:lnTo>
                  <a:lnTo>
                    <a:pt x="791" y="1759"/>
                  </a:lnTo>
                  <a:lnTo>
                    <a:pt x="712" y="1719"/>
                  </a:lnTo>
                  <a:lnTo>
                    <a:pt x="811" y="1739"/>
                  </a:lnTo>
                  <a:lnTo>
                    <a:pt x="870" y="1779"/>
                  </a:lnTo>
                  <a:lnTo>
                    <a:pt x="850" y="1779"/>
                  </a:lnTo>
                  <a:lnTo>
                    <a:pt x="870" y="1798"/>
                  </a:lnTo>
                  <a:lnTo>
                    <a:pt x="890" y="1798"/>
                  </a:lnTo>
                  <a:lnTo>
                    <a:pt x="909" y="1818"/>
                  </a:lnTo>
                  <a:lnTo>
                    <a:pt x="988" y="1838"/>
                  </a:lnTo>
                  <a:lnTo>
                    <a:pt x="1028" y="1838"/>
                  </a:lnTo>
                  <a:lnTo>
                    <a:pt x="1008" y="1818"/>
                  </a:lnTo>
                  <a:lnTo>
                    <a:pt x="1127" y="1858"/>
                  </a:lnTo>
                  <a:lnTo>
                    <a:pt x="1146" y="1877"/>
                  </a:lnTo>
                  <a:lnTo>
                    <a:pt x="1166" y="1877"/>
                  </a:lnTo>
                  <a:lnTo>
                    <a:pt x="1166" y="1858"/>
                  </a:lnTo>
                  <a:lnTo>
                    <a:pt x="969" y="1798"/>
                  </a:lnTo>
                  <a:lnTo>
                    <a:pt x="949" y="1779"/>
                  </a:lnTo>
                  <a:lnTo>
                    <a:pt x="969" y="1759"/>
                  </a:lnTo>
                  <a:lnTo>
                    <a:pt x="1008" y="1779"/>
                  </a:lnTo>
                  <a:lnTo>
                    <a:pt x="1048" y="1798"/>
                  </a:lnTo>
                  <a:lnTo>
                    <a:pt x="1048" y="1798"/>
                  </a:lnTo>
                  <a:lnTo>
                    <a:pt x="1067" y="1779"/>
                  </a:lnTo>
                  <a:lnTo>
                    <a:pt x="1146" y="1798"/>
                  </a:lnTo>
                  <a:lnTo>
                    <a:pt x="1146" y="1818"/>
                  </a:lnTo>
                  <a:lnTo>
                    <a:pt x="1186" y="1818"/>
                  </a:lnTo>
                  <a:lnTo>
                    <a:pt x="1186" y="1838"/>
                  </a:lnTo>
                  <a:lnTo>
                    <a:pt x="1245" y="1838"/>
                  </a:lnTo>
                  <a:lnTo>
                    <a:pt x="1225" y="1818"/>
                  </a:lnTo>
                  <a:lnTo>
                    <a:pt x="1225" y="1818"/>
                  </a:lnTo>
                  <a:lnTo>
                    <a:pt x="1304" y="1838"/>
                  </a:lnTo>
                  <a:lnTo>
                    <a:pt x="1324" y="1818"/>
                  </a:lnTo>
                  <a:lnTo>
                    <a:pt x="1344" y="1818"/>
                  </a:lnTo>
                  <a:lnTo>
                    <a:pt x="1265" y="1779"/>
                  </a:lnTo>
                  <a:lnTo>
                    <a:pt x="1166" y="1739"/>
                  </a:lnTo>
                  <a:lnTo>
                    <a:pt x="1285" y="1779"/>
                  </a:lnTo>
                  <a:lnTo>
                    <a:pt x="1285" y="1759"/>
                  </a:lnTo>
                  <a:lnTo>
                    <a:pt x="1225" y="1739"/>
                  </a:lnTo>
                  <a:lnTo>
                    <a:pt x="1146" y="1719"/>
                  </a:lnTo>
                  <a:lnTo>
                    <a:pt x="1146" y="1700"/>
                  </a:lnTo>
                  <a:lnTo>
                    <a:pt x="1166" y="1700"/>
                  </a:lnTo>
                  <a:lnTo>
                    <a:pt x="1245" y="1739"/>
                  </a:lnTo>
                  <a:lnTo>
                    <a:pt x="1285" y="1719"/>
                  </a:lnTo>
                  <a:lnTo>
                    <a:pt x="1344" y="1739"/>
                  </a:lnTo>
                  <a:lnTo>
                    <a:pt x="1344" y="1739"/>
                  </a:lnTo>
                  <a:lnTo>
                    <a:pt x="1285" y="1700"/>
                  </a:lnTo>
                  <a:lnTo>
                    <a:pt x="1206" y="1680"/>
                  </a:lnTo>
                  <a:lnTo>
                    <a:pt x="1206" y="1680"/>
                  </a:lnTo>
                  <a:lnTo>
                    <a:pt x="1166" y="1660"/>
                  </a:lnTo>
                  <a:lnTo>
                    <a:pt x="1245" y="1660"/>
                  </a:lnTo>
                  <a:lnTo>
                    <a:pt x="1285" y="1680"/>
                  </a:lnTo>
                  <a:lnTo>
                    <a:pt x="1304" y="1690"/>
                  </a:lnTo>
                  <a:lnTo>
                    <a:pt x="1304" y="1690"/>
                  </a:lnTo>
                  <a:lnTo>
                    <a:pt x="1304" y="1680"/>
                  </a:lnTo>
                  <a:lnTo>
                    <a:pt x="1304" y="1660"/>
                  </a:lnTo>
                  <a:lnTo>
                    <a:pt x="1344" y="1660"/>
                  </a:lnTo>
                  <a:lnTo>
                    <a:pt x="1285" y="1640"/>
                  </a:lnTo>
                  <a:lnTo>
                    <a:pt x="1206" y="1621"/>
                  </a:lnTo>
                  <a:lnTo>
                    <a:pt x="1265" y="1621"/>
                  </a:lnTo>
                  <a:lnTo>
                    <a:pt x="1285" y="1640"/>
                  </a:lnTo>
                  <a:lnTo>
                    <a:pt x="1304" y="1640"/>
                  </a:lnTo>
                  <a:lnTo>
                    <a:pt x="1285" y="1621"/>
                  </a:lnTo>
                  <a:lnTo>
                    <a:pt x="1166" y="1581"/>
                  </a:lnTo>
                  <a:lnTo>
                    <a:pt x="1166" y="1581"/>
                  </a:lnTo>
                  <a:lnTo>
                    <a:pt x="1245" y="1601"/>
                  </a:lnTo>
                  <a:lnTo>
                    <a:pt x="1344" y="1621"/>
                  </a:lnTo>
                  <a:lnTo>
                    <a:pt x="1285" y="1601"/>
                  </a:lnTo>
                  <a:lnTo>
                    <a:pt x="1344" y="1601"/>
                  </a:lnTo>
                  <a:lnTo>
                    <a:pt x="1304" y="1581"/>
                  </a:lnTo>
                  <a:lnTo>
                    <a:pt x="1265" y="1542"/>
                  </a:lnTo>
                  <a:lnTo>
                    <a:pt x="1245" y="1522"/>
                  </a:lnTo>
                  <a:lnTo>
                    <a:pt x="1324" y="1561"/>
                  </a:lnTo>
                  <a:lnTo>
                    <a:pt x="1364" y="1581"/>
                  </a:lnTo>
                  <a:lnTo>
                    <a:pt x="1383" y="1581"/>
                  </a:lnTo>
                  <a:lnTo>
                    <a:pt x="1383" y="1561"/>
                  </a:lnTo>
                  <a:lnTo>
                    <a:pt x="1364" y="1542"/>
                  </a:lnTo>
                  <a:lnTo>
                    <a:pt x="1285" y="1522"/>
                  </a:lnTo>
                  <a:lnTo>
                    <a:pt x="1285" y="1502"/>
                  </a:lnTo>
                  <a:lnTo>
                    <a:pt x="1285" y="1482"/>
                  </a:lnTo>
                  <a:lnTo>
                    <a:pt x="1344" y="1502"/>
                  </a:lnTo>
                  <a:lnTo>
                    <a:pt x="1285" y="1463"/>
                  </a:lnTo>
                  <a:lnTo>
                    <a:pt x="1186" y="1443"/>
                  </a:lnTo>
                  <a:lnTo>
                    <a:pt x="1206" y="1443"/>
                  </a:lnTo>
                  <a:lnTo>
                    <a:pt x="1146" y="1423"/>
                  </a:lnTo>
                  <a:lnTo>
                    <a:pt x="1166" y="1443"/>
                  </a:lnTo>
                  <a:lnTo>
                    <a:pt x="1186" y="1463"/>
                  </a:lnTo>
                  <a:lnTo>
                    <a:pt x="1127" y="1463"/>
                  </a:lnTo>
                  <a:lnTo>
                    <a:pt x="1067" y="1443"/>
                  </a:lnTo>
                  <a:lnTo>
                    <a:pt x="1087" y="1443"/>
                  </a:lnTo>
                  <a:lnTo>
                    <a:pt x="1028" y="1423"/>
                  </a:lnTo>
                  <a:lnTo>
                    <a:pt x="929" y="1384"/>
                  </a:lnTo>
                  <a:lnTo>
                    <a:pt x="909" y="1364"/>
                  </a:lnTo>
                  <a:lnTo>
                    <a:pt x="909" y="1364"/>
                  </a:lnTo>
                  <a:lnTo>
                    <a:pt x="988" y="1384"/>
                  </a:lnTo>
                  <a:lnTo>
                    <a:pt x="1028" y="1403"/>
                  </a:lnTo>
                  <a:lnTo>
                    <a:pt x="1107" y="1423"/>
                  </a:lnTo>
                  <a:lnTo>
                    <a:pt x="1048" y="1403"/>
                  </a:lnTo>
                  <a:lnTo>
                    <a:pt x="969" y="1364"/>
                  </a:lnTo>
                  <a:lnTo>
                    <a:pt x="929" y="1344"/>
                  </a:lnTo>
                  <a:lnTo>
                    <a:pt x="969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988" y="1344"/>
                  </a:lnTo>
                  <a:lnTo>
                    <a:pt x="949" y="1324"/>
                  </a:lnTo>
                  <a:lnTo>
                    <a:pt x="1028" y="1344"/>
                  </a:lnTo>
                  <a:lnTo>
                    <a:pt x="1008" y="1344"/>
                  </a:lnTo>
                  <a:lnTo>
                    <a:pt x="1028" y="1364"/>
                  </a:lnTo>
                  <a:lnTo>
                    <a:pt x="1087" y="1384"/>
                  </a:lnTo>
                  <a:lnTo>
                    <a:pt x="1206" y="1423"/>
                  </a:lnTo>
                  <a:lnTo>
                    <a:pt x="1304" y="1463"/>
                  </a:lnTo>
                  <a:lnTo>
                    <a:pt x="1364" y="1463"/>
                  </a:lnTo>
                  <a:lnTo>
                    <a:pt x="1324" y="1443"/>
                  </a:lnTo>
                  <a:lnTo>
                    <a:pt x="1324" y="1423"/>
                  </a:lnTo>
                  <a:lnTo>
                    <a:pt x="1285" y="1403"/>
                  </a:lnTo>
                  <a:lnTo>
                    <a:pt x="1344" y="1423"/>
                  </a:lnTo>
                  <a:lnTo>
                    <a:pt x="1344" y="1403"/>
                  </a:lnTo>
                  <a:lnTo>
                    <a:pt x="1304" y="1384"/>
                  </a:lnTo>
                  <a:lnTo>
                    <a:pt x="1304" y="1384"/>
                  </a:lnTo>
                  <a:lnTo>
                    <a:pt x="1364" y="1403"/>
                  </a:lnTo>
                  <a:lnTo>
                    <a:pt x="1383" y="1384"/>
                  </a:lnTo>
                  <a:lnTo>
                    <a:pt x="1344" y="1344"/>
                  </a:lnTo>
                  <a:lnTo>
                    <a:pt x="1285" y="1324"/>
                  </a:lnTo>
                  <a:lnTo>
                    <a:pt x="1285" y="1305"/>
                  </a:lnTo>
                  <a:lnTo>
                    <a:pt x="1344" y="1305"/>
                  </a:lnTo>
                  <a:lnTo>
                    <a:pt x="1304" y="1285"/>
                  </a:lnTo>
                  <a:lnTo>
                    <a:pt x="1364" y="1305"/>
                  </a:lnTo>
                  <a:lnTo>
                    <a:pt x="1344" y="1285"/>
                  </a:lnTo>
                  <a:lnTo>
                    <a:pt x="1324" y="1265"/>
                  </a:lnTo>
                  <a:lnTo>
                    <a:pt x="1383" y="1265"/>
                  </a:lnTo>
                  <a:lnTo>
                    <a:pt x="1344" y="1245"/>
                  </a:lnTo>
                  <a:lnTo>
                    <a:pt x="1285" y="1206"/>
                  </a:lnTo>
                  <a:lnTo>
                    <a:pt x="1383" y="1245"/>
                  </a:lnTo>
                  <a:lnTo>
                    <a:pt x="1344" y="1186"/>
                  </a:lnTo>
                  <a:lnTo>
                    <a:pt x="1344" y="1107"/>
                  </a:lnTo>
                  <a:lnTo>
                    <a:pt x="1364" y="1127"/>
                  </a:lnTo>
                  <a:lnTo>
                    <a:pt x="1364" y="1107"/>
                  </a:lnTo>
                  <a:lnTo>
                    <a:pt x="1324" y="1068"/>
                  </a:lnTo>
                  <a:lnTo>
                    <a:pt x="1304" y="1048"/>
                  </a:lnTo>
                  <a:lnTo>
                    <a:pt x="1304" y="1028"/>
                  </a:lnTo>
                  <a:lnTo>
                    <a:pt x="1324" y="1028"/>
                  </a:lnTo>
                  <a:lnTo>
                    <a:pt x="1285" y="1008"/>
                  </a:lnTo>
                  <a:lnTo>
                    <a:pt x="1225" y="989"/>
                  </a:lnTo>
                  <a:lnTo>
                    <a:pt x="1107" y="949"/>
                  </a:lnTo>
                  <a:lnTo>
                    <a:pt x="1087" y="929"/>
                  </a:lnTo>
                  <a:lnTo>
                    <a:pt x="1127" y="929"/>
                  </a:lnTo>
                  <a:lnTo>
                    <a:pt x="1186" y="949"/>
                  </a:lnTo>
                  <a:lnTo>
                    <a:pt x="1265" y="989"/>
                  </a:lnTo>
                  <a:lnTo>
                    <a:pt x="1344" y="1028"/>
                  </a:lnTo>
                  <a:lnTo>
                    <a:pt x="1344" y="1028"/>
                  </a:lnTo>
                  <a:lnTo>
                    <a:pt x="1285" y="989"/>
                  </a:lnTo>
                  <a:lnTo>
                    <a:pt x="1304" y="969"/>
                  </a:lnTo>
                  <a:lnTo>
                    <a:pt x="1304" y="949"/>
                  </a:lnTo>
                  <a:lnTo>
                    <a:pt x="1324" y="969"/>
                  </a:lnTo>
                  <a:lnTo>
                    <a:pt x="1344" y="969"/>
                  </a:lnTo>
                  <a:lnTo>
                    <a:pt x="1344" y="989"/>
                  </a:lnTo>
                  <a:lnTo>
                    <a:pt x="1364" y="989"/>
                  </a:lnTo>
                  <a:lnTo>
                    <a:pt x="1403" y="1028"/>
                  </a:lnTo>
                  <a:lnTo>
                    <a:pt x="1383" y="989"/>
                  </a:lnTo>
                  <a:lnTo>
                    <a:pt x="1383" y="969"/>
                  </a:lnTo>
                  <a:lnTo>
                    <a:pt x="1344" y="949"/>
                  </a:lnTo>
                  <a:lnTo>
                    <a:pt x="1324" y="929"/>
                  </a:lnTo>
                  <a:lnTo>
                    <a:pt x="1265" y="910"/>
                  </a:lnTo>
                  <a:lnTo>
                    <a:pt x="1364" y="929"/>
                  </a:lnTo>
                  <a:lnTo>
                    <a:pt x="1304" y="910"/>
                  </a:lnTo>
                  <a:lnTo>
                    <a:pt x="1285" y="910"/>
                  </a:lnTo>
                  <a:lnTo>
                    <a:pt x="1285" y="890"/>
                  </a:lnTo>
                  <a:lnTo>
                    <a:pt x="1324" y="890"/>
                  </a:lnTo>
                  <a:lnTo>
                    <a:pt x="1383" y="910"/>
                  </a:lnTo>
                  <a:lnTo>
                    <a:pt x="1383" y="910"/>
                  </a:lnTo>
                  <a:lnTo>
                    <a:pt x="1344" y="890"/>
                  </a:lnTo>
                  <a:lnTo>
                    <a:pt x="1344" y="870"/>
                  </a:lnTo>
                  <a:lnTo>
                    <a:pt x="1383" y="890"/>
                  </a:lnTo>
                  <a:lnTo>
                    <a:pt x="1403" y="870"/>
                  </a:lnTo>
                  <a:lnTo>
                    <a:pt x="140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791"/>
                  </a:lnTo>
                  <a:lnTo>
                    <a:pt x="1344" y="791"/>
                  </a:lnTo>
                  <a:lnTo>
                    <a:pt x="1285" y="771"/>
                  </a:lnTo>
                  <a:lnTo>
                    <a:pt x="1265" y="752"/>
                  </a:lnTo>
                  <a:lnTo>
                    <a:pt x="1245" y="732"/>
                  </a:lnTo>
                  <a:lnTo>
                    <a:pt x="1304" y="752"/>
                  </a:lnTo>
                  <a:lnTo>
                    <a:pt x="1324" y="771"/>
                  </a:lnTo>
                  <a:lnTo>
                    <a:pt x="1423" y="771"/>
                  </a:lnTo>
                  <a:lnTo>
                    <a:pt x="1403" y="752"/>
                  </a:lnTo>
                  <a:lnTo>
                    <a:pt x="1364" y="732"/>
                  </a:lnTo>
                  <a:lnTo>
                    <a:pt x="1423" y="752"/>
                  </a:lnTo>
                  <a:lnTo>
                    <a:pt x="1443" y="752"/>
                  </a:lnTo>
                  <a:lnTo>
                    <a:pt x="1403" y="732"/>
                  </a:lnTo>
                  <a:lnTo>
                    <a:pt x="1324" y="692"/>
                  </a:lnTo>
                  <a:lnTo>
                    <a:pt x="1344" y="692"/>
                  </a:lnTo>
                  <a:lnTo>
                    <a:pt x="1324" y="673"/>
                  </a:lnTo>
                  <a:lnTo>
                    <a:pt x="1403" y="712"/>
                  </a:lnTo>
                  <a:lnTo>
                    <a:pt x="1403" y="712"/>
                  </a:lnTo>
                  <a:lnTo>
                    <a:pt x="1324" y="653"/>
                  </a:lnTo>
                  <a:lnTo>
                    <a:pt x="1285" y="613"/>
                  </a:lnTo>
                  <a:lnTo>
                    <a:pt x="1245" y="594"/>
                  </a:lnTo>
                  <a:lnTo>
                    <a:pt x="1304" y="613"/>
                  </a:lnTo>
                  <a:lnTo>
                    <a:pt x="1383" y="633"/>
                  </a:lnTo>
                  <a:lnTo>
                    <a:pt x="1344" y="633"/>
                  </a:lnTo>
                  <a:lnTo>
                    <a:pt x="1423" y="653"/>
                  </a:lnTo>
                  <a:lnTo>
                    <a:pt x="1462" y="653"/>
                  </a:lnTo>
                  <a:lnTo>
                    <a:pt x="1462" y="633"/>
                  </a:lnTo>
                  <a:lnTo>
                    <a:pt x="1443" y="613"/>
                  </a:lnTo>
                  <a:lnTo>
                    <a:pt x="1462" y="594"/>
                  </a:lnTo>
                  <a:lnTo>
                    <a:pt x="1443" y="574"/>
                  </a:lnTo>
                  <a:lnTo>
                    <a:pt x="1502" y="574"/>
                  </a:lnTo>
                  <a:lnTo>
                    <a:pt x="1502" y="554"/>
                  </a:lnTo>
                  <a:lnTo>
                    <a:pt x="1502" y="534"/>
                  </a:lnTo>
                  <a:lnTo>
                    <a:pt x="1502" y="515"/>
                  </a:lnTo>
                  <a:lnTo>
                    <a:pt x="1462" y="475"/>
                  </a:lnTo>
                  <a:lnTo>
                    <a:pt x="1522" y="495"/>
                  </a:lnTo>
                  <a:lnTo>
                    <a:pt x="1522" y="495"/>
                  </a:lnTo>
                  <a:lnTo>
                    <a:pt x="1443" y="455"/>
                  </a:lnTo>
                  <a:lnTo>
                    <a:pt x="1423" y="416"/>
                  </a:lnTo>
                  <a:lnTo>
                    <a:pt x="1383" y="376"/>
                  </a:lnTo>
                  <a:lnTo>
                    <a:pt x="1285" y="317"/>
                  </a:lnTo>
                  <a:lnTo>
                    <a:pt x="1344" y="337"/>
                  </a:lnTo>
                  <a:lnTo>
                    <a:pt x="1403" y="376"/>
                  </a:lnTo>
                  <a:lnTo>
                    <a:pt x="1364" y="337"/>
                  </a:lnTo>
                  <a:lnTo>
                    <a:pt x="1344" y="317"/>
                  </a:lnTo>
                  <a:lnTo>
                    <a:pt x="1344" y="317"/>
                  </a:lnTo>
                  <a:lnTo>
                    <a:pt x="1383" y="337"/>
                  </a:lnTo>
                  <a:lnTo>
                    <a:pt x="1423" y="357"/>
                  </a:lnTo>
                  <a:lnTo>
                    <a:pt x="1423" y="342"/>
                  </a:lnTo>
                  <a:lnTo>
                    <a:pt x="1423" y="342"/>
                  </a:lnTo>
                  <a:lnTo>
                    <a:pt x="1364" y="297"/>
                  </a:lnTo>
                  <a:lnTo>
                    <a:pt x="1304" y="258"/>
                  </a:lnTo>
                  <a:lnTo>
                    <a:pt x="1265" y="238"/>
                  </a:lnTo>
                  <a:lnTo>
                    <a:pt x="1285" y="238"/>
                  </a:lnTo>
                  <a:lnTo>
                    <a:pt x="1245" y="179"/>
                  </a:lnTo>
                  <a:lnTo>
                    <a:pt x="1245" y="139"/>
                  </a:lnTo>
                  <a:lnTo>
                    <a:pt x="1245" y="100"/>
                  </a:lnTo>
                  <a:lnTo>
                    <a:pt x="1304" y="80"/>
                  </a:lnTo>
                  <a:lnTo>
                    <a:pt x="1324" y="100"/>
                  </a:lnTo>
                  <a:lnTo>
                    <a:pt x="1324" y="80"/>
                  </a:lnTo>
                  <a:lnTo>
                    <a:pt x="1344" y="80"/>
                  </a:lnTo>
                  <a:lnTo>
                    <a:pt x="1344" y="100"/>
                  </a:lnTo>
                  <a:lnTo>
                    <a:pt x="1383" y="100"/>
                  </a:lnTo>
                  <a:lnTo>
                    <a:pt x="1364" y="80"/>
                  </a:lnTo>
                  <a:lnTo>
                    <a:pt x="1344" y="60"/>
                  </a:lnTo>
                  <a:lnTo>
                    <a:pt x="1344" y="60"/>
                  </a:lnTo>
                  <a:lnTo>
                    <a:pt x="1383" y="80"/>
                  </a:lnTo>
                  <a:lnTo>
                    <a:pt x="1462" y="80"/>
                  </a:lnTo>
                  <a:lnTo>
                    <a:pt x="1443" y="60"/>
                  </a:lnTo>
                  <a:lnTo>
                    <a:pt x="1443" y="60"/>
                  </a:lnTo>
                  <a:lnTo>
                    <a:pt x="1581" y="120"/>
                  </a:lnTo>
                  <a:lnTo>
                    <a:pt x="1522" y="60"/>
                  </a:lnTo>
                  <a:lnTo>
                    <a:pt x="1502" y="60"/>
                  </a:lnTo>
                  <a:lnTo>
                    <a:pt x="1462" y="40"/>
                  </a:lnTo>
                  <a:lnTo>
                    <a:pt x="1443" y="21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0" name="Google Shape;7670;p29"/>
            <p:cNvSpPr/>
            <p:nvPr/>
          </p:nvSpPr>
          <p:spPr>
            <a:xfrm>
              <a:off x="-1781250" y="3410200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20"/>
                  </a:move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1" name="Google Shape;7671;p29"/>
            <p:cNvSpPr/>
            <p:nvPr/>
          </p:nvSpPr>
          <p:spPr>
            <a:xfrm>
              <a:off x="-1798050" y="33781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2" name="Google Shape;7672;p29"/>
            <p:cNvSpPr/>
            <p:nvPr/>
          </p:nvSpPr>
          <p:spPr>
            <a:xfrm>
              <a:off x="-1795075" y="340722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0" y="1"/>
                  </a:lnTo>
                  <a:lnTo>
                    <a:pt x="2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3" name="Google Shape;7673;p29"/>
            <p:cNvSpPr/>
            <p:nvPr/>
          </p:nvSpPr>
          <p:spPr>
            <a:xfrm>
              <a:off x="-1709150" y="3594375"/>
              <a:ext cx="52850" cy="55325"/>
            </a:xfrm>
            <a:custGeom>
              <a:rect b="b" l="l" r="r" t="t"/>
              <a:pathLst>
                <a:path extrusionOk="0" h="2213" w="2114">
                  <a:moveTo>
                    <a:pt x="178" y="574"/>
                  </a:moveTo>
                  <a:lnTo>
                    <a:pt x="158" y="593"/>
                  </a:lnTo>
                  <a:lnTo>
                    <a:pt x="178" y="574"/>
                  </a:lnTo>
                  <a:lnTo>
                    <a:pt x="178" y="574"/>
                  </a:lnTo>
                  <a:close/>
                  <a:moveTo>
                    <a:pt x="158" y="593"/>
                  </a:moveTo>
                  <a:lnTo>
                    <a:pt x="138" y="613"/>
                  </a:lnTo>
                  <a:lnTo>
                    <a:pt x="158" y="593"/>
                  </a:lnTo>
                  <a:close/>
                  <a:moveTo>
                    <a:pt x="1363" y="692"/>
                  </a:moveTo>
                  <a:lnTo>
                    <a:pt x="1323" y="71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363" y="692"/>
                  </a:lnTo>
                  <a:close/>
                  <a:moveTo>
                    <a:pt x="79" y="811"/>
                  </a:moveTo>
                  <a:lnTo>
                    <a:pt x="40" y="830"/>
                  </a:lnTo>
                  <a:lnTo>
                    <a:pt x="59" y="830"/>
                  </a:lnTo>
                  <a:lnTo>
                    <a:pt x="79" y="811"/>
                  </a:lnTo>
                  <a:close/>
                  <a:moveTo>
                    <a:pt x="99" y="1127"/>
                  </a:moveTo>
                  <a:lnTo>
                    <a:pt x="79" y="1146"/>
                  </a:lnTo>
                  <a:lnTo>
                    <a:pt x="79" y="1146"/>
                  </a:lnTo>
                  <a:lnTo>
                    <a:pt x="105" y="1127"/>
                  </a:lnTo>
                  <a:close/>
                  <a:moveTo>
                    <a:pt x="79" y="1127"/>
                  </a:moveTo>
                  <a:lnTo>
                    <a:pt x="0" y="1186"/>
                  </a:lnTo>
                  <a:lnTo>
                    <a:pt x="20" y="1206"/>
                  </a:lnTo>
                  <a:lnTo>
                    <a:pt x="59" y="1186"/>
                  </a:lnTo>
                  <a:lnTo>
                    <a:pt x="99" y="1146"/>
                  </a:lnTo>
                  <a:lnTo>
                    <a:pt x="40" y="1186"/>
                  </a:lnTo>
                  <a:lnTo>
                    <a:pt x="59" y="1166"/>
                  </a:lnTo>
                  <a:lnTo>
                    <a:pt x="79" y="1146"/>
                  </a:lnTo>
                  <a:lnTo>
                    <a:pt x="79" y="1127"/>
                  </a:lnTo>
                  <a:close/>
                  <a:moveTo>
                    <a:pt x="573" y="1443"/>
                  </a:moveTo>
                  <a:lnTo>
                    <a:pt x="553" y="146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573" y="1443"/>
                  </a:lnTo>
                  <a:close/>
                  <a:moveTo>
                    <a:pt x="869" y="1838"/>
                  </a:moveTo>
                  <a:lnTo>
                    <a:pt x="834" y="1861"/>
                  </a:lnTo>
                  <a:lnTo>
                    <a:pt x="834" y="1861"/>
                  </a:lnTo>
                  <a:lnTo>
                    <a:pt x="849" y="1857"/>
                  </a:lnTo>
                  <a:lnTo>
                    <a:pt x="869" y="1838"/>
                  </a:lnTo>
                  <a:close/>
                  <a:moveTo>
                    <a:pt x="834" y="1861"/>
                  </a:moveTo>
                  <a:lnTo>
                    <a:pt x="770" y="1877"/>
                  </a:lnTo>
                  <a:lnTo>
                    <a:pt x="770" y="1887"/>
                  </a:lnTo>
                  <a:lnTo>
                    <a:pt x="770" y="1887"/>
                  </a:lnTo>
                  <a:lnTo>
                    <a:pt x="790" y="1877"/>
                  </a:lnTo>
                  <a:lnTo>
                    <a:pt x="810" y="1877"/>
                  </a:lnTo>
                  <a:lnTo>
                    <a:pt x="834" y="1861"/>
                  </a:lnTo>
                  <a:close/>
                  <a:moveTo>
                    <a:pt x="770" y="1887"/>
                  </a:moveTo>
                  <a:lnTo>
                    <a:pt x="751" y="1897"/>
                  </a:lnTo>
                  <a:lnTo>
                    <a:pt x="672" y="1956"/>
                  </a:lnTo>
                  <a:lnTo>
                    <a:pt x="691" y="1956"/>
                  </a:lnTo>
                  <a:lnTo>
                    <a:pt x="672" y="1996"/>
                  </a:lnTo>
                  <a:lnTo>
                    <a:pt x="672" y="1996"/>
                  </a:lnTo>
                  <a:lnTo>
                    <a:pt x="711" y="1956"/>
                  </a:lnTo>
                  <a:lnTo>
                    <a:pt x="731" y="1936"/>
                  </a:lnTo>
                  <a:lnTo>
                    <a:pt x="731" y="1956"/>
                  </a:lnTo>
                  <a:lnTo>
                    <a:pt x="810" y="1897"/>
                  </a:lnTo>
                  <a:lnTo>
                    <a:pt x="770" y="1897"/>
                  </a:lnTo>
                  <a:lnTo>
                    <a:pt x="770" y="1887"/>
                  </a:lnTo>
                  <a:close/>
                  <a:moveTo>
                    <a:pt x="968" y="2075"/>
                  </a:moveTo>
                  <a:lnTo>
                    <a:pt x="968" y="2094"/>
                  </a:lnTo>
                  <a:lnTo>
                    <a:pt x="988" y="2114"/>
                  </a:lnTo>
                  <a:lnTo>
                    <a:pt x="988" y="2094"/>
                  </a:lnTo>
                  <a:lnTo>
                    <a:pt x="988" y="2075"/>
                  </a:lnTo>
                  <a:close/>
                  <a:moveTo>
                    <a:pt x="751" y="1"/>
                  </a:moveTo>
                  <a:lnTo>
                    <a:pt x="711" y="20"/>
                  </a:lnTo>
                  <a:lnTo>
                    <a:pt x="672" y="40"/>
                  </a:lnTo>
                  <a:lnTo>
                    <a:pt x="632" y="80"/>
                  </a:lnTo>
                  <a:lnTo>
                    <a:pt x="612" y="80"/>
                  </a:lnTo>
                  <a:lnTo>
                    <a:pt x="474" y="178"/>
                  </a:lnTo>
                  <a:lnTo>
                    <a:pt x="356" y="277"/>
                  </a:lnTo>
                  <a:lnTo>
                    <a:pt x="356" y="297"/>
                  </a:lnTo>
                  <a:lnTo>
                    <a:pt x="316" y="337"/>
                  </a:lnTo>
                  <a:lnTo>
                    <a:pt x="277" y="356"/>
                  </a:lnTo>
                  <a:lnTo>
                    <a:pt x="257" y="376"/>
                  </a:lnTo>
                  <a:lnTo>
                    <a:pt x="296" y="376"/>
                  </a:lnTo>
                  <a:lnTo>
                    <a:pt x="277" y="396"/>
                  </a:lnTo>
                  <a:lnTo>
                    <a:pt x="277" y="416"/>
                  </a:lnTo>
                  <a:lnTo>
                    <a:pt x="296" y="416"/>
                  </a:lnTo>
                  <a:lnTo>
                    <a:pt x="257" y="455"/>
                  </a:lnTo>
                  <a:lnTo>
                    <a:pt x="198" y="495"/>
                  </a:lnTo>
                  <a:lnTo>
                    <a:pt x="178" y="514"/>
                  </a:lnTo>
                  <a:lnTo>
                    <a:pt x="217" y="514"/>
                  </a:lnTo>
                  <a:lnTo>
                    <a:pt x="217" y="534"/>
                  </a:lnTo>
                  <a:lnTo>
                    <a:pt x="178" y="554"/>
                  </a:lnTo>
                  <a:lnTo>
                    <a:pt x="178" y="574"/>
                  </a:lnTo>
                  <a:lnTo>
                    <a:pt x="198" y="554"/>
                  </a:lnTo>
                  <a:lnTo>
                    <a:pt x="217" y="554"/>
                  </a:lnTo>
                  <a:lnTo>
                    <a:pt x="198" y="574"/>
                  </a:lnTo>
                  <a:lnTo>
                    <a:pt x="198" y="574"/>
                  </a:lnTo>
                  <a:lnTo>
                    <a:pt x="257" y="534"/>
                  </a:lnTo>
                  <a:lnTo>
                    <a:pt x="257" y="554"/>
                  </a:lnTo>
                  <a:lnTo>
                    <a:pt x="237" y="574"/>
                  </a:lnTo>
                  <a:lnTo>
                    <a:pt x="158" y="613"/>
                  </a:lnTo>
                  <a:lnTo>
                    <a:pt x="138" y="633"/>
                  </a:lnTo>
                  <a:lnTo>
                    <a:pt x="79" y="672"/>
                  </a:lnTo>
                  <a:lnTo>
                    <a:pt x="138" y="653"/>
                  </a:lnTo>
                  <a:lnTo>
                    <a:pt x="158" y="653"/>
                  </a:lnTo>
                  <a:lnTo>
                    <a:pt x="138" y="672"/>
                  </a:lnTo>
                  <a:lnTo>
                    <a:pt x="119" y="672"/>
                  </a:lnTo>
                  <a:lnTo>
                    <a:pt x="59" y="732"/>
                  </a:lnTo>
                  <a:lnTo>
                    <a:pt x="79" y="732"/>
                  </a:lnTo>
                  <a:lnTo>
                    <a:pt x="119" y="712"/>
                  </a:lnTo>
                  <a:lnTo>
                    <a:pt x="138" y="712"/>
                  </a:lnTo>
                  <a:lnTo>
                    <a:pt x="119" y="732"/>
                  </a:lnTo>
                  <a:lnTo>
                    <a:pt x="119" y="751"/>
                  </a:lnTo>
                  <a:lnTo>
                    <a:pt x="79" y="811"/>
                  </a:lnTo>
                  <a:lnTo>
                    <a:pt x="79" y="830"/>
                  </a:lnTo>
                  <a:lnTo>
                    <a:pt x="99" y="830"/>
                  </a:lnTo>
                  <a:lnTo>
                    <a:pt x="138" y="811"/>
                  </a:lnTo>
                  <a:lnTo>
                    <a:pt x="138" y="811"/>
                  </a:lnTo>
                  <a:lnTo>
                    <a:pt x="79" y="850"/>
                  </a:lnTo>
                  <a:lnTo>
                    <a:pt x="178" y="791"/>
                  </a:lnTo>
                  <a:lnTo>
                    <a:pt x="237" y="751"/>
                  </a:lnTo>
                  <a:lnTo>
                    <a:pt x="257" y="751"/>
                  </a:lnTo>
                  <a:lnTo>
                    <a:pt x="217" y="791"/>
                  </a:lnTo>
                  <a:lnTo>
                    <a:pt x="178" y="830"/>
                  </a:lnTo>
                  <a:lnTo>
                    <a:pt x="119" y="870"/>
                  </a:lnTo>
                  <a:lnTo>
                    <a:pt x="79" y="90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20" y="949"/>
                  </a:lnTo>
                  <a:lnTo>
                    <a:pt x="20" y="969"/>
                  </a:lnTo>
                  <a:lnTo>
                    <a:pt x="0" y="1008"/>
                  </a:lnTo>
                  <a:lnTo>
                    <a:pt x="0" y="1028"/>
                  </a:lnTo>
                  <a:lnTo>
                    <a:pt x="59" y="988"/>
                  </a:lnTo>
                  <a:lnTo>
                    <a:pt x="40" y="1008"/>
                  </a:lnTo>
                  <a:lnTo>
                    <a:pt x="20" y="1048"/>
                  </a:lnTo>
                  <a:lnTo>
                    <a:pt x="40" y="1048"/>
                  </a:lnTo>
                  <a:lnTo>
                    <a:pt x="40" y="1067"/>
                  </a:lnTo>
                  <a:lnTo>
                    <a:pt x="20" y="1087"/>
                  </a:lnTo>
                  <a:lnTo>
                    <a:pt x="0" y="1107"/>
                  </a:lnTo>
                  <a:lnTo>
                    <a:pt x="20" y="1107"/>
                  </a:lnTo>
                  <a:lnTo>
                    <a:pt x="59" y="1067"/>
                  </a:lnTo>
                  <a:lnTo>
                    <a:pt x="99" y="1048"/>
                  </a:lnTo>
                  <a:lnTo>
                    <a:pt x="99" y="1048"/>
                  </a:lnTo>
                  <a:lnTo>
                    <a:pt x="79" y="1067"/>
                  </a:lnTo>
                  <a:lnTo>
                    <a:pt x="79" y="1087"/>
                  </a:lnTo>
                  <a:lnTo>
                    <a:pt x="59" y="1107"/>
                  </a:lnTo>
                  <a:lnTo>
                    <a:pt x="40" y="1127"/>
                  </a:lnTo>
                  <a:lnTo>
                    <a:pt x="99" y="1087"/>
                  </a:lnTo>
                  <a:lnTo>
                    <a:pt x="178" y="1028"/>
                  </a:lnTo>
                  <a:lnTo>
                    <a:pt x="158" y="1087"/>
                  </a:lnTo>
                  <a:lnTo>
                    <a:pt x="105" y="1127"/>
                  </a:lnTo>
                  <a:lnTo>
                    <a:pt x="138" y="1127"/>
                  </a:lnTo>
                  <a:lnTo>
                    <a:pt x="178" y="1107"/>
                  </a:lnTo>
                  <a:lnTo>
                    <a:pt x="277" y="1067"/>
                  </a:lnTo>
                  <a:lnTo>
                    <a:pt x="237" y="1107"/>
                  </a:lnTo>
                  <a:lnTo>
                    <a:pt x="138" y="1166"/>
                  </a:lnTo>
                  <a:lnTo>
                    <a:pt x="158" y="1166"/>
                  </a:lnTo>
                  <a:lnTo>
                    <a:pt x="119" y="1225"/>
                  </a:lnTo>
                  <a:lnTo>
                    <a:pt x="119" y="1225"/>
                  </a:lnTo>
                  <a:lnTo>
                    <a:pt x="198" y="1186"/>
                  </a:lnTo>
                  <a:lnTo>
                    <a:pt x="138" y="1245"/>
                  </a:lnTo>
                  <a:lnTo>
                    <a:pt x="138" y="1265"/>
                  </a:lnTo>
                  <a:lnTo>
                    <a:pt x="138" y="1304"/>
                  </a:lnTo>
                  <a:lnTo>
                    <a:pt x="119" y="1324"/>
                  </a:lnTo>
                  <a:lnTo>
                    <a:pt x="158" y="1344"/>
                  </a:lnTo>
                  <a:lnTo>
                    <a:pt x="217" y="1265"/>
                  </a:lnTo>
                  <a:lnTo>
                    <a:pt x="138" y="1324"/>
                  </a:lnTo>
                  <a:lnTo>
                    <a:pt x="138" y="1324"/>
                  </a:lnTo>
                  <a:lnTo>
                    <a:pt x="237" y="1245"/>
                  </a:lnTo>
                  <a:lnTo>
                    <a:pt x="336" y="1186"/>
                  </a:lnTo>
                  <a:lnTo>
                    <a:pt x="336" y="1206"/>
                  </a:lnTo>
                  <a:lnTo>
                    <a:pt x="296" y="1225"/>
                  </a:lnTo>
                  <a:lnTo>
                    <a:pt x="336" y="1225"/>
                  </a:lnTo>
                  <a:lnTo>
                    <a:pt x="356" y="1206"/>
                  </a:lnTo>
                  <a:lnTo>
                    <a:pt x="375" y="1186"/>
                  </a:lnTo>
                  <a:lnTo>
                    <a:pt x="356" y="1225"/>
                  </a:lnTo>
                  <a:lnTo>
                    <a:pt x="316" y="1245"/>
                  </a:lnTo>
                  <a:lnTo>
                    <a:pt x="336" y="1245"/>
                  </a:lnTo>
                  <a:lnTo>
                    <a:pt x="395" y="1225"/>
                  </a:lnTo>
                  <a:lnTo>
                    <a:pt x="336" y="1265"/>
                  </a:lnTo>
                  <a:lnTo>
                    <a:pt x="277" y="1285"/>
                  </a:lnTo>
                  <a:lnTo>
                    <a:pt x="237" y="1324"/>
                  </a:lnTo>
                  <a:lnTo>
                    <a:pt x="198" y="1364"/>
                  </a:lnTo>
                  <a:lnTo>
                    <a:pt x="217" y="1364"/>
                  </a:lnTo>
                  <a:lnTo>
                    <a:pt x="138" y="1403"/>
                  </a:lnTo>
                  <a:lnTo>
                    <a:pt x="178" y="1403"/>
                  </a:lnTo>
                  <a:lnTo>
                    <a:pt x="158" y="1423"/>
                  </a:lnTo>
                  <a:lnTo>
                    <a:pt x="158" y="1423"/>
                  </a:lnTo>
                  <a:lnTo>
                    <a:pt x="217" y="1383"/>
                  </a:lnTo>
                  <a:lnTo>
                    <a:pt x="178" y="1443"/>
                  </a:lnTo>
                  <a:lnTo>
                    <a:pt x="178" y="1482"/>
                  </a:lnTo>
                  <a:lnTo>
                    <a:pt x="217" y="1443"/>
                  </a:lnTo>
                  <a:lnTo>
                    <a:pt x="257" y="1443"/>
                  </a:lnTo>
                  <a:lnTo>
                    <a:pt x="237" y="146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257" y="1502"/>
                  </a:lnTo>
                  <a:lnTo>
                    <a:pt x="336" y="1443"/>
                  </a:lnTo>
                  <a:lnTo>
                    <a:pt x="336" y="1462"/>
                  </a:lnTo>
                  <a:lnTo>
                    <a:pt x="296" y="1482"/>
                  </a:lnTo>
                  <a:lnTo>
                    <a:pt x="375" y="1462"/>
                  </a:lnTo>
                  <a:lnTo>
                    <a:pt x="375" y="1462"/>
                  </a:lnTo>
                  <a:lnTo>
                    <a:pt x="316" y="1482"/>
                  </a:lnTo>
                  <a:lnTo>
                    <a:pt x="296" y="1502"/>
                  </a:lnTo>
                  <a:lnTo>
                    <a:pt x="296" y="1522"/>
                  </a:lnTo>
                  <a:lnTo>
                    <a:pt x="296" y="1541"/>
                  </a:lnTo>
                  <a:lnTo>
                    <a:pt x="494" y="1462"/>
                  </a:lnTo>
                  <a:lnTo>
                    <a:pt x="593" y="1403"/>
                  </a:lnTo>
                  <a:lnTo>
                    <a:pt x="691" y="1344"/>
                  </a:lnTo>
                  <a:lnTo>
                    <a:pt x="652" y="1383"/>
                  </a:lnTo>
                  <a:lnTo>
                    <a:pt x="632" y="1423"/>
                  </a:lnTo>
                  <a:lnTo>
                    <a:pt x="573" y="1462"/>
                  </a:lnTo>
                  <a:lnTo>
                    <a:pt x="553" y="1482"/>
                  </a:lnTo>
                  <a:lnTo>
                    <a:pt x="514" y="1502"/>
                  </a:lnTo>
                  <a:lnTo>
                    <a:pt x="514" y="1502"/>
                  </a:lnTo>
                  <a:lnTo>
                    <a:pt x="454" y="1561"/>
                  </a:lnTo>
                  <a:lnTo>
                    <a:pt x="395" y="1581"/>
                  </a:lnTo>
                  <a:lnTo>
                    <a:pt x="454" y="1541"/>
                  </a:lnTo>
                  <a:lnTo>
                    <a:pt x="454" y="1541"/>
                  </a:lnTo>
                  <a:lnTo>
                    <a:pt x="415" y="1561"/>
                  </a:lnTo>
                  <a:lnTo>
                    <a:pt x="375" y="1581"/>
                  </a:lnTo>
                  <a:lnTo>
                    <a:pt x="296" y="1640"/>
                  </a:lnTo>
                  <a:lnTo>
                    <a:pt x="336" y="1640"/>
                  </a:lnTo>
                  <a:lnTo>
                    <a:pt x="336" y="1660"/>
                  </a:lnTo>
                  <a:lnTo>
                    <a:pt x="375" y="1660"/>
                  </a:lnTo>
                  <a:lnTo>
                    <a:pt x="356" y="1680"/>
                  </a:lnTo>
                  <a:lnTo>
                    <a:pt x="395" y="1660"/>
                  </a:lnTo>
                  <a:lnTo>
                    <a:pt x="435" y="1640"/>
                  </a:lnTo>
                  <a:lnTo>
                    <a:pt x="435" y="1640"/>
                  </a:lnTo>
                  <a:lnTo>
                    <a:pt x="415" y="1660"/>
                  </a:lnTo>
                  <a:lnTo>
                    <a:pt x="375" y="1699"/>
                  </a:lnTo>
                  <a:lnTo>
                    <a:pt x="415" y="1680"/>
                  </a:lnTo>
                  <a:lnTo>
                    <a:pt x="435" y="1680"/>
                  </a:lnTo>
                  <a:lnTo>
                    <a:pt x="494" y="1640"/>
                  </a:lnTo>
                  <a:lnTo>
                    <a:pt x="573" y="1581"/>
                  </a:lnTo>
                  <a:lnTo>
                    <a:pt x="612" y="1581"/>
                  </a:lnTo>
                  <a:lnTo>
                    <a:pt x="612" y="1601"/>
                  </a:lnTo>
                  <a:lnTo>
                    <a:pt x="593" y="1620"/>
                  </a:lnTo>
                  <a:lnTo>
                    <a:pt x="612" y="1620"/>
                  </a:lnTo>
                  <a:lnTo>
                    <a:pt x="553" y="1660"/>
                  </a:lnTo>
                  <a:lnTo>
                    <a:pt x="533" y="1660"/>
                  </a:lnTo>
                  <a:lnTo>
                    <a:pt x="533" y="1680"/>
                  </a:lnTo>
                  <a:lnTo>
                    <a:pt x="612" y="1640"/>
                  </a:lnTo>
                  <a:lnTo>
                    <a:pt x="612" y="1660"/>
                  </a:lnTo>
                  <a:lnTo>
                    <a:pt x="593" y="1680"/>
                  </a:lnTo>
                  <a:lnTo>
                    <a:pt x="514" y="1719"/>
                  </a:lnTo>
                  <a:lnTo>
                    <a:pt x="533" y="1699"/>
                  </a:lnTo>
                  <a:lnTo>
                    <a:pt x="533" y="1699"/>
                  </a:lnTo>
                  <a:lnTo>
                    <a:pt x="474" y="1739"/>
                  </a:lnTo>
                  <a:lnTo>
                    <a:pt x="514" y="1719"/>
                  </a:lnTo>
                  <a:lnTo>
                    <a:pt x="514" y="1719"/>
                  </a:lnTo>
                  <a:lnTo>
                    <a:pt x="454" y="1759"/>
                  </a:lnTo>
                  <a:lnTo>
                    <a:pt x="474" y="1739"/>
                  </a:lnTo>
                  <a:lnTo>
                    <a:pt x="474" y="1719"/>
                  </a:lnTo>
                  <a:lnTo>
                    <a:pt x="474" y="1699"/>
                  </a:lnTo>
                  <a:lnTo>
                    <a:pt x="415" y="1699"/>
                  </a:lnTo>
                  <a:lnTo>
                    <a:pt x="395" y="1739"/>
                  </a:lnTo>
                  <a:lnTo>
                    <a:pt x="415" y="1739"/>
                  </a:lnTo>
                  <a:lnTo>
                    <a:pt x="415" y="1759"/>
                  </a:lnTo>
                  <a:lnTo>
                    <a:pt x="395" y="1798"/>
                  </a:lnTo>
                  <a:lnTo>
                    <a:pt x="494" y="1759"/>
                  </a:lnTo>
                  <a:lnTo>
                    <a:pt x="553" y="1719"/>
                  </a:lnTo>
                  <a:lnTo>
                    <a:pt x="612" y="1680"/>
                  </a:lnTo>
                  <a:lnTo>
                    <a:pt x="533" y="1739"/>
                  </a:lnTo>
                  <a:lnTo>
                    <a:pt x="514" y="1778"/>
                  </a:lnTo>
                  <a:lnTo>
                    <a:pt x="593" y="1739"/>
                  </a:lnTo>
                  <a:lnTo>
                    <a:pt x="652" y="1719"/>
                  </a:lnTo>
                  <a:lnTo>
                    <a:pt x="632" y="1719"/>
                  </a:lnTo>
                  <a:lnTo>
                    <a:pt x="652" y="1699"/>
                  </a:lnTo>
                  <a:lnTo>
                    <a:pt x="672" y="1680"/>
                  </a:lnTo>
                  <a:lnTo>
                    <a:pt x="711" y="1660"/>
                  </a:lnTo>
                  <a:lnTo>
                    <a:pt x="751" y="1640"/>
                  </a:lnTo>
                  <a:lnTo>
                    <a:pt x="751" y="1660"/>
                  </a:lnTo>
                  <a:lnTo>
                    <a:pt x="731" y="1680"/>
                  </a:lnTo>
                  <a:lnTo>
                    <a:pt x="711" y="1680"/>
                  </a:lnTo>
                  <a:lnTo>
                    <a:pt x="691" y="1719"/>
                  </a:lnTo>
                  <a:lnTo>
                    <a:pt x="533" y="1778"/>
                  </a:lnTo>
                  <a:lnTo>
                    <a:pt x="533" y="1798"/>
                  </a:lnTo>
                  <a:lnTo>
                    <a:pt x="514" y="1818"/>
                  </a:lnTo>
                  <a:lnTo>
                    <a:pt x="514" y="1818"/>
                  </a:lnTo>
                  <a:lnTo>
                    <a:pt x="573" y="1778"/>
                  </a:lnTo>
                  <a:lnTo>
                    <a:pt x="612" y="1759"/>
                  </a:lnTo>
                  <a:lnTo>
                    <a:pt x="691" y="1739"/>
                  </a:lnTo>
                  <a:lnTo>
                    <a:pt x="770" y="1719"/>
                  </a:lnTo>
                  <a:lnTo>
                    <a:pt x="770" y="1719"/>
                  </a:lnTo>
                  <a:lnTo>
                    <a:pt x="711" y="1759"/>
                  </a:lnTo>
                  <a:lnTo>
                    <a:pt x="652" y="1778"/>
                  </a:lnTo>
                  <a:lnTo>
                    <a:pt x="612" y="1798"/>
                  </a:lnTo>
                  <a:lnTo>
                    <a:pt x="533" y="1857"/>
                  </a:lnTo>
                  <a:lnTo>
                    <a:pt x="573" y="1838"/>
                  </a:lnTo>
                  <a:lnTo>
                    <a:pt x="612" y="1818"/>
                  </a:lnTo>
                  <a:lnTo>
                    <a:pt x="593" y="1857"/>
                  </a:lnTo>
                  <a:lnTo>
                    <a:pt x="632" y="1857"/>
                  </a:lnTo>
                  <a:lnTo>
                    <a:pt x="652" y="1838"/>
                  </a:lnTo>
                  <a:lnTo>
                    <a:pt x="672" y="1838"/>
                  </a:lnTo>
                  <a:lnTo>
                    <a:pt x="672" y="1857"/>
                  </a:lnTo>
                  <a:lnTo>
                    <a:pt x="652" y="1877"/>
                  </a:lnTo>
                  <a:lnTo>
                    <a:pt x="691" y="1857"/>
                  </a:lnTo>
                  <a:lnTo>
                    <a:pt x="691" y="1877"/>
                  </a:lnTo>
                  <a:lnTo>
                    <a:pt x="711" y="1877"/>
                  </a:lnTo>
                  <a:lnTo>
                    <a:pt x="711" y="1897"/>
                  </a:lnTo>
                  <a:lnTo>
                    <a:pt x="751" y="1877"/>
                  </a:lnTo>
                  <a:lnTo>
                    <a:pt x="731" y="1857"/>
                  </a:lnTo>
                  <a:lnTo>
                    <a:pt x="711" y="1857"/>
                  </a:lnTo>
                  <a:lnTo>
                    <a:pt x="731" y="1838"/>
                  </a:lnTo>
                  <a:lnTo>
                    <a:pt x="790" y="1798"/>
                  </a:lnTo>
                  <a:lnTo>
                    <a:pt x="889" y="1798"/>
                  </a:lnTo>
                  <a:lnTo>
                    <a:pt x="928" y="1778"/>
                  </a:lnTo>
                  <a:lnTo>
                    <a:pt x="928" y="1798"/>
                  </a:lnTo>
                  <a:lnTo>
                    <a:pt x="909" y="1818"/>
                  </a:lnTo>
                  <a:lnTo>
                    <a:pt x="869" y="1838"/>
                  </a:lnTo>
                  <a:lnTo>
                    <a:pt x="889" y="1857"/>
                  </a:lnTo>
                  <a:lnTo>
                    <a:pt x="869" y="1857"/>
                  </a:lnTo>
                  <a:lnTo>
                    <a:pt x="849" y="1877"/>
                  </a:lnTo>
                  <a:lnTo>
                    <a:pt x="889" y="1877"/>
                  </a:lnTo>
                  <a:lnTo>
                    <a:pt x="849" y="1897"/>
                  </a:lnTo>
                  <a:lnTo>
                    <a:pt x="830" y="1936"/>
                  </a:lnTo>
                  <a:lnTo>
                    <a:pt x="849" y="1917"/>
                  </a:lnTo>
                  <a:lnTo>
                    <a:pt x="869" y="1897"/>
                  </a:lnTo>
                  <a:lnTo>
                    <a:pt x="869" y="1917"/>
                  </a:lnTo>
                  <a:lnTo>
                    <a:pt x="830" y="1936"/>
                  </a:lnTo>
                  <a:lnTo>
                    <a:pt x="849" y="1936"/>
                  </a:lnTo>
                  <a:lnTo>
                    <a:pt x="909" y="1917"/>
                  </a:lnTo>
                  <a:lnTo>
                    <a:pt x="948" y="1877"/>
                  </a:lnTo>
                  <a:lnTo>
                    <a:pt x="1007" y="1838"/>
                  </a:lnTo>
                  <a:lnTo>
                    <a:pt x="1027" y="1857"/>
                  </a:lnTo>
                  <a:lnTo>
                    <a:pt x="1027" y="1877"/>
                  </a:lnTo>
                  <a:lnTo>
                    <a:pt x="1007" y="1917"/>
                  </a:lnTo>
                  <a:lnTo>
                    <a:pt x="1027" y="1917"/>
                  </a:lnTo>
                  <a:lnTo>
                    <a:pt x="988" y="1936"/>
                  </a:lnTo>
                  <a:lnTo>
                    <a:pt x="968" y="1936"/>
                  </a:lnTo>
                  <a:lnTo>
                    <a:pt x="909" y="1976"/>
                  </a:lnTo>
                  <a:lnTo>
                    <a:pt x="869" y="1996"/>
                  </a:lnTo>
                  <a:lnTo>
                    <a:pt x="830" y="2035"/>
                  </a:lnTo>
                  <a:lnTo>
                    <a:pt x="830" y="2035"/>
                  </a:lnTo>
                  <a:lnTo>
                    <a:pt x="889" y="1996"/>
                  </a:lnTo>
                  <a:lnTo>
                    <a:pt x="968" y="1956"/>
                  </a:lnTo>
                  <a:lnTo>
                    <a:pt x="948" y="1976"/>
                  </a:lnTo>
                  <a:lnTo>
                    <a:pt x="928" y="1996"/>
                  </a:lnTo>
                  <a:lnTo>
                    <a:pt x="968" y="1996"/>
                  </a:lnTo>
                  <a:lnTo>
                    <a:pt x="869" y="2055"/>
                  </a:lnTo>
                  <a:lnTo>
                    <a:pt x="869" y="2075"/>
                  </a:lnTo>
                  <a:lnTo>
                    <a:pt x="909" y="2055"/>
                  </a:lnTo>
                  <a:lnTo>
                    <a:pt x="909" y="2035"/>
                  </a:lnTo>
                  <a:lnTo>
                    <a:pt x="948" y="2035"/>
                  </a:lnTo>
                  <a:lnTo>
                    <a:pt x="928" y="2055"/>
                  </a:lnTo>
                  <a:lnTo>
                    <a:pt x="948" y="2055"/>
                  </a:lnTo>
                  <a:lnTo>
                    <a:pt x="948" y="2075"/>
                  </a:lnTo>
                  <a:lnTo>
                    <a:pt x="968" y="2055"/>
                  </a:lnTo>
                  <a:lnTo>
                    <a:pt x="988" y="2015"/>
                  </a:lnTo>
                  <a:lnTo>
                    <a:pt x="1047" y="2015"/>
                  </a:lnTo>
                  <a:lnTo>
                    <a:pt x="1067" y="2035"/>
                  </a:lnTo>
                  <a:lnTo>
                    <a:pt x="1106" y="2035"/>
                  </a:lnTo>
                  <a:lnTo>
                    <a:pt x="1067" y="2075"/>
                  </a:lnTo>
                  <a:lnTo>
                    <a:pt x="1027" y="2094"/>
                  </a:lnTo>
                  <a:lnTo>
                    <a:pt x="1027" y="2094"/>
                  </a:lnTo>
                  <a:lnTo>
                    <a:pt x="1027" y="2134"/>
                  </a:lnTo>
                  <a:lnTo>
                    <a:pt x="988" y="2173"/>
                  </a:lnTo>
                  <a:lnTo>
                    <a:pt x="948" y="2193"/>
                  </a:lnTo>
                  <a:lnTo>
                    <a:pt x="948" y="2213"/>
                  </a:lnTo>
                  <a:lnTo>
                    <a:pt x="1027" y="2154"/>
                  </a:lnTo>
                  <a:lnTo>
                    <a:pt x="1027" y="2173"/>
                  </a:lnTo>
                  <a:lnTo>
                    <a:pt x="1067" y="2154"/>
                  </a:lnTo>
                  <a:lnTo>
                    <a:pt x="1047" y="2173"/>
                  </a:lnTo>
                  <a:lnTo>
                    <a:pt x="1027" y="2193"/>
                  </a:lnTo>
                  <a:lnTo>
                    <a:pt x="1007" y="2213"/>
                  </a:lnTo>
                  <a:lnTo>
                    <a:pt x="1047" y="2213"/>
                  </a:lnTo>
                  <a:lnTo>
                    <a:pt x="1047" y="2193"/>
                  </a:lnTo>
                  <a:lnTo>
                    <a:pt x="1106" y="2154"/>
                  </a:lnTo>
                  <a:lnTo>
                    <a:pt x="1165" y="2134"/>
                  </a:lnTo>
                  <a:lnTo>
                    <a:pt x="1146" y="2154"/>
                  </a:lnTo>
                  <a:lnTo>
                    <a:pt x="1106" y="2173"/>
                  </a:lnTo>
                  <a:lnTo>
                    <a:pt x="1086" y="2193"/>
                  </a:lnTo>
                  <a:lnTo>
                    <a:pt x="1165" y="2173"/>
                  </a:lnTo>
                  <a:lnTo>
                    <a:pt x="1146" y="2173"/>
                  </a:lnTo>
                  <a:lnTo>
                    <a:pt x="1185" y="2154"/>
                  </a:lnTo>
                  <a:lnTo>
                    <a:pt x="1225" y="2114"/>
                  </a:lnTo>
                  <a:lnTo>
                    <a:pt x="1225" y="2154"/>
                  </a:lnTo>
                  <a:lnTo>
                    <a:pt x="2074" y="1462"/>
                  </a:lnTo>
                  <a:lnTo>
                    <a:pt x="2114" y="1443"/>
                  </a:lnTo>
                  <a:lnTo>
                    <a:pt x="2094" y="1423"/>
                  </a:lnTo>
                  <a:lnTo>
                    <a:pt x="2054" y="1423"/>
                  </a:lnTo>
                  <a:lnTo>
                    <a:pt x="2074" y="1403"/>
                  </a:lnTo>
                  <a:lnTo>
                    <a:pt x="2114" y="1383"/>
                  </a:lnTo>
                  <a:lnTo>
                    <a:pt x="2094" y="1364"/>
                  </a:lnTo>
                  <a:lnTo>
                    <a:pt x="2094" y="1344"/>
                  </a:lnTo>
                  <a:lnTo>
                    <a:pt x="2035" y="1364"/>
                  </a:lnTo>
                  <a:lnTo>
                    <a:pt x="1955" y="1364"/>
                  </a:lnTo>
                  <a:lnTo>
                    <a:pt x="1955" y="1344"/>
                  </a:lnTo>
                  <a:lnTo>
                    <a:pt x="1995" y="1324"/>
                  </a:lnTo>
                  <a:lnTo>
                    <a:pt x="1995" y="1304"/>
                  </a:lnTo>
                  <a:lnTo>
                    <a:pt x="1955" y="1324"/>
                  </a:lnTo>
                  <a:lnTo>
                    <a:pt x="1995" y="1285"/>
                  </a:lnTo>
                  <a:lnTo>
                    <a:pt x="1936" y="1285"/>
                  </a:lnTo>
                  <a:lnTo>
                    <a:pt x="1975" y="1245"/>
                  </a:lnTo>
                  <a:lnTo>
                    <a:pt x="1975" y="1225"/>
                  </a:lnTo>
                  <a:lnTo>
                    <a:pt x="1936" y="1245"/>
                  </a:lnTo>
                  <a:lnTo>
                    <a:pt x="1857" y="1285"/>
                  </a:lnTo>
                  <a:lnTo>
                    <a:pt x="1916" y="1245"/>
                  </a:lnTo>
                  <a:lnTo>
                    <a:pt x="1936" y="1206"/>
                  </a:lnTo>
                  <a:lnTo>
                    <a:pt x="1857" y="1186"/>
                  </a:lnTo>
                  <a:lnTo>
                    <a:pt x="1778" y="1127"/>
                  </a:lnTo>
                  <a:lnTo>
                    <a:pt x="1797" y="1127"/>
                  </a:lnTo>
                  <a:lnTo>
                    <a:pt x="1778" y="1107"/>
                  </a:lnTo>
                  <a:lnTo>
                    <a:pt x="1679" y="1107"/>
                  </a:lnTo>
                  <a:lnTo>
                    <a:pt x="1679" y="1087"/>
                  </a:lnTo>
                  <a:lnTo>
                    <a:pt x="1639" y="1087"/>
                  </a:lnTo>
                  <a:lnTo>
                    <a:pt x="1580" y="1127"/>
                  </a:lnTo>
                  <a:lnTo>
                    <a:pt x="1481" y="1206"/>
                  </a:lnTo>
                  <a:lnTo>
                    <a:pt x="1462" y="1206"/>
                  </a:lnTo>
                  <a:lnTo>
                    <a:pt x="1481" y="1166"/>
                  </a:lnTo>
                  <a:lnTo>
                    <a:pt x="1521" y="1146"/>
                  </a:lnTo>
                  <a:lnTo>
                    <a:pt x="1521" y="1127"/>
                  </a:lnTo>
                  <a:lnTo>
                    <a:pt x="1600" y="1087"/>
                  </a:lnTo>
                  <a:lnTo>
                    <a:pt x="1679" y="1028"/>
                  </a:lnTo>
                  <a:lnTo>
                    <a:pt x="1679" y="1028"/>
                  </a:lnTo>
                  <a:lnTo>
                    <a:pt x="1600" y="1048"/>
                  </a:lnTo>
                  <a:lnTo>
                    <a:pt x="1600" y="1028"/>
                  </a:lnTo>
                  <a:lnTo>
                    <a:pt x="1580" y="1028"/>
                  </a:lnTo>
                  <a:lnTo>
                    <a:pt x="1600" y="1008"/>
                  </a:lnTo>
                  <a:lnTo>
                    <a:pt x="1620" y="988"/>
                  </a:lnTo>
                  <a:lnTo>
                    <a:pt x="1639" y="988"/>
                  </a:lnTo>
                  <a:lnTo>
                    <a:pt x="1620" y="1008"/>
                  </a:lnTo>
                  <a:lnTo>
                    <a:pt x="1659" y="1008"/>
                  </a:lnTo>
                  <a:lnTo>
                    <a:pt x="1699" y="988"/>
                  </a:lnTo>
                  <a:lnTo>
                    <a:pt x="1659" y="969"/>
                  </a:lnTo>
                  <a:lnTo>
                    <a:pt x="1639" y="969"/>
                  </a:lnTo>
                  <a:lnTo>
                    <a:pt x="1639" y="949"/>
                  </a:lnTo>
                  <a:lnTo>
                    <a:pt x="1600" y="969"/>
                  </a:lnTo>
                  <a:lnTo>
                    <a:pt x="1580" y="988"/>
                  </a:lnTo>
                  <a:lnTo>
                    <a:pt x="1521" y="1008"/>
                  </a:lnTo>
                  <a:lnTo>
                    <a:pt x="1521" y="1008"/>
                  </a:lnTo>
                  <a:lnTo>
                    <a:pt x="1600" y="949"/>
                  </a:lnTo>
                  <a:lnTo>
                    <a:pt x="1541" y="988"/>
                  </a:lnTo>
                  <a:lnTo>
                    <a:pt x="1521" y="988"/>
                  </a:lnTo>
                  <a:lnTo>
                    <a:pt x="1521" y="969"/>
                  </a:lnTo>
                  <a:lnTo>
                    <a:pt x="1521" y="949"/>
                  </a:lnTo>
                  <a:lnTo>
                    <a:pt x="1560" y="909"/>
                  </a:lnTo>
                  <a:lnTo>
                    <a:pt x="1501" y="909"/>
                  </a:lnTo>
                  <a:lnTo>
                    <a:pt x="1541" y="890"/>
                  </a:lnTo>
                  <a:lnTo>
                    <a:pt x="1541" y="850"/>
                  </a:lnTo>
                  <a:lnTo>
                    <a:pt x="1521" y="830"/>
                  </a:lnTo>
                  <a:lnTo>
                    <a:pt x="1541" y="791"/>
                  </a:lnTo>
                  <a:lnTo>
                    <a:pt x="1481" y="791"/>
                  </a:lnTo>
                  <a:lnTo>
                    <a:pt x="1422" y="811"/>
                  </a:lnTo>
                  <a:lnTo>
                    <a:pt x="1422" y="830"/>
                  </a:lnTo>
                  <a:lnTo>
                    <a:pt x="1363" y="850"/>
                  </a:lnTo>
                  <a:lnTo>
                    <a:pt x="1343" y="870"/>
                  </a:lnTo>
                  <a:lnTo>
                    <a:pt x="1323" y="870"/>
                  </a:lnTo>
                  <a:lnTo>
                    <a:pt x="1363" y="830"/>
                  </a:lnTo>
                  <a:lnTo>
                    <a:pt x="1383" y="811"/>
                  </a:lnTo>
                  <a:lnTo>
                    <a:pt x="1422" y="791"/>
                  </a:lnTo>
                  <a:lnTo>
                    <a:pt x="1402" y="771"/>
                  </a:lnTo>
                  <a:lnTo>
                    <a:pt x="1442" y="732"/>
                  </a:lnTo>
                  <a:lnTo>
                    <a:pt x="1402" y="732"/>
                  </a:lnTo>
                  <a:lnTo>
                    <a:pt x="1363" y="751"/>
                  </a:lnTo>
                  <a:lnTo>
                    <a:pt x="1383" y="732"/>
                  </a:lnTo>
                  <a:lnTo>
                    <a:pt x="1422" y="712"/>
                  </a:lnTo>
                  <a:lnTo>
                    <a:pt x="1402" y="712"/>
                  </a:lnTo>
                  <a:lnTo>
                    <a:pt x="1422" y="692"/>
                  </a:lnTo>
                  <a:lnTo>
                    <a:pt x="1383" y="712"/>
                  </a:lnTo>
                  <a:lnTo>
                    <a:pt x="1304" y="751"/>
                  </a:lnTo>
                  <a:lnTo>
                    <a:pt x="1304" y="732"/>
                  </a:lnTo>
                  <a:lnTo>
                    <a:pt x="1284" y="732"/>
                  </a:lnTo>
                  <a:lnTo>
                    <a:pt x="1323" y="712"/>
                  </a:lnTo>
                  <a:lnTo>
                    <a:pt x="1323" y="712"/>
                  </a:lnTo>
                  <a:lnTo>
                    <a:pt x="1264" y="732"/>
                  </a:lnTo>
                  <a:lnTo>
                    <a:pt x="1284" y="712"/>
                  </a:lnTo>
                  <a:lnTo>
                    <a:pt x="1205" y="732"/>
                  </a:lnTo>
                  <a:lnTo>
                    <a:pt x="1146" y="751"/>
                  </a:lnTo>
                  <a:lnTo>
                    <a:pt x="1146" y="751"/>
                  </a:lnTo>
                  <a:lnTo>
                    <a:pt x="1185" y="712"/>
                  </a:lnTo>
                  <a:lnTo>
                    <a:pt x="1264" y="653"/>
                  </a:lnTo>
                  <a:lnTo>
                    <a:pt x="1244" y="672"/>
                  </a:lnTo>
                  <a:lnTo>
                    <a:pt x="1244" y="692"/>
                  </a:lnTo>
                  <a:lnTo>
                    <a:pt x="1304" y="633"/>
                  </a:lnTo>
                  <a:lnTo>
                    <a:pt x="1323" y="593"/>
                  </a:lnTo>
                  <a:lnTo>
                    <a:pt x="1304" y="574"/>
                  </a:lnTo>
                  <a:lnTo>
                    <a:pt x="1284" y="554"/>
                  </a:lnTo>
                  <a:lnTo>
                    <a:pt x="1264" y="554"/>
                  </a:lnTo>
                  <a:lnTo>
                    <a:pt x="1244" y="534"/>
                  </a:lnTo>
                  <a:lnTo>
                    <a:pt x="1225" y="534"/>
                  </a:lnTo>
                  <a:lnTo>
                    <a:pt x="1165" y="574"/>
                  </a:lnTo>
                  <a:lnTo>
                    <a:pt x="1165" y="574"/>
                  </a:lnTo>
                  <a:lnTo>
                    <a:pt x="1205" y="534"/>
                  </a:lnTo>
                  <a:lnTo>
                    <a:pt x="1225" y="475"/>
                  </a:lnTo>
                  <a:lnTo>
                    <a:pt x="1205" y="455"/>
                  </a:lnTo>
                  <a:lnTo>
                    <a:pt x="1205" y="435"/>
                  </a:lnTo>
                  <a:lnTo>
                    <a:pt x="1165" y="416"/>
                  </a:lnTo>
                  <a:lnTo>
                    <a:pt x="1126" y="435"/>
                  </a:lnTo>
                  <a:lnTo>
                    <a:pt x="1165" y="396"/>
                  </a:lnTo>
                  <a:lnTo>
                    <a:pt x="1086" y="416"/>
                  </a:lnTo>
                  <a:lnTo>
                    <a:pt x="968" y="416"/>
                  </a:lnTo>
                  <a:lnTo>
                    <a:pt x="869" y="475"/>
                  </a:lnTo>
                  <a:lnTo>
                    <a:pt x="928" y="435"/>
                  </a:lnTo>
                  <a:lnTo>
                    <a:pt x="968" y="396"/>
                  </a:lnTo>
                  <a:lnTo>
                    <a:pt x="948" y="396"/>
                  </a:lnTo>
                  <a:lnTo>
                    <a:pt x="928" y="416"/>
                  </a:lnTo>
                  <a:lnTo>
                    <a:pt x="909" y="416"/>
                  </a:lnTo>
                  <a:lnTo>
                    <a:pt x="928" y="396"/>
                  </a:lnTo>
                  <a:lnTo>
                    <a:pt x="948" y="376"/>
                  </a:lnTo>
                  <a:lnTo>
                    <a:pt x="968" y="356"/>
                  </a:lnTo>
                  <a:lnTo>
                    <a:pt x="948" y="356"/>
                  </a:lnTo>
                  <a:lnTo>
                    <a:pt x="968" y="337"/>
                  </a:lnTo>
                  <a:lnTo>
                    <a:pt x="889" y="396"/>
                  </a:lnTo>
                  <a:lnTo>
                    <a:pt x="830" y="416"/>
                  </a:lnTo>
                  <a:lnTo>
                    <a:pt x="790" y="435"/>
                  </a:lnTo>
                  <a:lnTo>
                    <a:pt x="770" y="435"/>
                  </a:lnTo>
                  <a:lnTo>
                    <a:pt x="790" y="416"/>
                  </a:lnTo>
                  <a:lnTo>
                    <a:pt x="711" y="416"/>
                  </a:lnTo>
                  <a:lnTo>
                    <a:pt x="652" y="376"/>
                  </a:lnTo>
                  <a:lnTo>
                    <a:pt x="632" y="337"/>
                  </a:lnTo>
                  <a:lnTo>
                    <a:pt x="612" y="277"/>
                  </a:lnTo>
                  <a:lnTo>
                    <a:pt x="652" y="258"/>
                  </a:lnTo>
                  <a:lnTo>
                    <a:pt x="632" y="258"/>
                  </a:lnTo>
                  <a:lnTo>
                    <a:pt x="652" y="238"/>
                  </a:lnTo>
                  <a:lnTo>
                    <a:pt x="672" y="198"/>
                  </a:lnTo>
                  <a:lnTo>
                    <a:pt x="632" y="218"/>
                  </a:lnTo>
                  <a:lnTo>
                    <a:pt x="612" y="218"/>
                  </a:lnTo>
                  <a:lnTo>
                    <a:pt x="632" y="198"/>
                  </a:lnTo>
                  <a:lnTo>
                    <a:pt x="652" y="178"/>
                  </a:lnTo>
                  <a:lnTo>
                    <a:pt x="652" y="159"/>
                  </a:lnTo>
                  <a:lnTo>
                    <a:pt x="672" y="139"/>
                  </a:lnTo>
                  <a:lnTo>
                    <a:pt x="672" y="119"/>
                  </a:lnTo>
                  <a:lnTo>
                    <a:pt x="652" y="119"/>
                  </a:lnTo>
                  <a:lnTo>
                    <a:pt x="691" y="60"/>
                  </a:lnTo>
                  <a:lnTo>
                    <a:pt x="75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4" name="Google Shape;7674;p29"/>
            <p:cNvSpPr/>
            <p:nvPr/>
          </p:nvSpPr>
          <p:spPr>
            <a:xfrm>
              <a:off x="-1692875" y="364130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5" name="Google Shape;7675;p29"/>
            <p:cNvSpPr/>
            <p:nvPr/>
          </p:nvSpPr>
          <p:spPr>
            <a:xfrm>
              <a:off x="-1600025" y="3561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6" name="Google Shape;7676;p29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7" name="Google Shape;7677;p29"/>
            <p:cNvSpPr/>
            <p:nvPr/>
          </p:nvSpPr>
          <p:spPr>
            <a:xfrm>
              <a:off x="-1619775" y="3485250"/>
              <a:ext cx="41500" cy="78050"/>
            </a:xfrm>
            <a:custGeom>
              <a:rect b="b" l="l" r="r" t="t"/>
              <a:pathLst>
                <a:path extrusionOk="0" h="3122" w="1660">
                  <a:moveTo>
                    <a:pt x="454" y="159"/>
                  </a:moveTo>
                  <a:lnTo>
                    <a:pt x="469" y="163"/>
                  </a:lnTo>
                  <a:lnTo>
                    <a:pt x="469" y="163"/>
                  </a:lnTo>
                  <a:lnTo>
                    <a:pt x="474" y="159"/>
                  </a:lnTo>
                  <a:close/>
                  <a:moveTo>
                    <a:pt x="1422" y="238"/>
                  </a:moveTo>
                  <a:lnTo>
                    <a:pt x="1422" y="257"/>
                  </a:lnTo>
                  <a:lnTo>
                    <a:pt x="1462" y="257"/>
                  </a:lnTo>
                  <a:lnTo>
                    <a:pt x="1422" y="238"/>
                  </a:lnTo>
                  <a:close/>
                  <a:moveTo>
                    <a:pt x="119" y="1057"/>
                  </a:moveTo>
                  <a:lnTo>
                    <a:pt x="138" y="1067"/>
                  </a:lnTo>
                  <a:lnTo>
                    <a:pt x="158" y="1067"/>
                  </a:lnTo>
                  <a:lnTo>
                    <a:pt x="119" y="1057"/>
                  </a:lnTo>
                  <a:close/>
                  <a:moveTo>
                    <a:pt x="40" y="988"/>
                  </a:moveTo>
                  <a:lnTo>
                    <a:pt x="40" y="1008"/>
                  </a:lnTo>
                  <a:lnTo>
                    <a:pt x="40" y="1028"/>
                  </a:lnTo>
                  <a:lnTo>
                    <a:pt x="0" y="1028"/>
                  </a:lnTo>
                  <a:lnTo>
                    <a:pt x="79" y="1087"/>
                  </a:lnTo>
                  <a:lnTo>
                    <a:pt x="138" y="1107"/>
                  </a:lnTo>
                  <a:lnTo>
                    <a:pt x="217" y="1126"/>
                  </a:lnTo>
                  <a:lnTo>
                    <a:pt x="217" y="1126"/>
                  </a:lnTo>
                  <a:lnTo>
                    <a:pt x="119" y="1087"/>
                  </a:lnTo>
                  <a:lnTo>
                    <a:pt x="40" y="1047"/>
                  </a:lnTo>
                  <a:lnTo>
                    <a:pt x="79" y="1047"/>
                  </a:lnTo>
                  <a:lnTo>
                    <a:pt x="119" y="1057"/>
                  </a:lnTo>
                  <a:lnTo>
                    <a:pt x="119" y="1057"/>
                  </a:lnTo>
                  <a:lnTo>
                    <a:pt x="99" y="1047"/>
                  </a:lnTo>
                  <a:lnTo>
                    <a:pt x="99" y="1028"/>
                  </a:lnTo>
                  <a:lnTo>
                    <a:pt x="119" y="1028"/>
                  </a:lnTo>
                  <a:lnTo>
                    <a:pt x="119" y="1008"/>
                  </a:lnTo>
                  <a:lnTo>
                    <a:pt x="79" y="988"/>
                  </a:lnTo>
                  <a:close/>
                  <a:moveTo>
                    <a:pt x="158" y="1146"/>
                  </a:moveTo>
                  <a:lnTo>
                    <a:pt x="178" y="1166"/>
                  </a:lnTo>
                  <a:lnTo>
                    <a:pt x="217" y="1185"/>
                  </a:lnTo>
                  <a:lnTo>
                    <a:pt x="138" y="1146"/>
                  </a:lnTo>
                  <a:close/>
                  <a:moveTo>
                    <a:pt x="217" y="1166"/>
                  </a:moveTo>
                  <a:lnTo>
                    <a:pt x="257" y="1186"/>
                  </a:lnTo>
                  <a:lnTo>
                    <a:pt x="296" y="1205"/>
                  </a:lnTo>
                  <a:lnTo>
                    <a:pt x="336" y="1205"/>
                  </a:lnTo>
                  <a:lnTo>
                    <a:pt x="316" y="1225"/>
                  </a:lnTo>
                  <a:lnTo>
                    <a:pt x="296" y="1225"/>
                  </a:lnTo>
                  <a:lnTo>
                    <a:pt x="277" y="1205"/>
                  </a:lnTo>
                  <a:lnTo>
                    <a:pt x="257" y="1205"/>
                  </a:lnTo>
                  <a:lnTo>
                    <a:pt x="217" y="1186"/>
                  </a:lnTo>
                  <a:lnTo>
                    <a:pt x="198" y="1166"/>
                  </a:lnTo>
                  <a:close/>
                  <a:moveTo>
                    <a:pt x="119" y="1699"/>
                  </a:moveTo>
                  <a:lnTo>
                    <a:pt x="119" y="1719"/>
                  </a:lnTo>
                  <a:lnTo>
                    <a:pt x="138" y="1719"/>
                  </a:lnTo>
                  <a:lnTo>
                    <a:pt x="138" y="1699"/>
                  </a:lnTo>
                  <a:close/>
                  <a:moveTo>
                    <a:pt x="119" y="1857"/>
                  </a:moveTo>
                  <a:lnTo>
                    <a:pt x="119" y="1877"/>
                  </a:lnTo>
                  <a:lnTo>
                    <a:pt x="178" y="1897"/>
                  </a:lnTo>
                  <a:lnTo>
                    <a:pt x="138" y="1877"/>
                  </a:lnTo>
                  <a:lnTo>
                    <a:pt x="138" y="1857"/>
                  </a:lnTo>
                  <a:close/>
                  <a:moveTo>
                    <a:pt x="79" y="1936"/>
                  </a:moveTo>
                  <a:lnTo>
                    <a:pt x="99" y="1956"/>
                  </a:lnTo>
                  <a:lnTo>
                    <a:pt x="119" y="1936"/>
                  </a:lnTo>
                  <a:close/>
                  <a:moveTo>
                    <a:pt x="277" y="2272"/>
                  </a:moveTo>
                  <a:lnTo>
                    <a:pt x="277" y="2292"/>
                  </a:lnTo>
                  <a:lnTo>
                    <a:pt x="316" y="2292"/>
                  </a:lnTo>
                  <a:lnTo>
                    <a:pt x="277" y="2272"/>
                  </a:lnTo>
                  <a:close/>
                  <a:moveTo>
                    <a:pt x="1245" y="2529"/>
                  </a:moveTo>
                  <a:lnTo>
                    <a:pt x="1264" y="2549"/>
                  </a:lnTo>
                  <a:lnTo>
                    <a:pt x="1284" y="2549"/>
                  </a:lnTo>
                  <a:lnTo>
                    <a:pt x="1245" y="2529"/>
                  </a:lnTo>
                  <a:close/>
                  <a:moveTo>
                    <a:pt x="40" y="2647"/>
                  </a:moveTo>
                  <a:lnTo>
                    <a:pt x="99" y="266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40" y="2647"/>
                  </a:lnTo>
                  <a:close/>
                  <a:moveTo>
                    <a:pt x="119" y="2726"/>
                  </a:moveTo>
                  <a:lnTo>
                    <a:pt x="137" y="2728"/>
                  </a:lnTo>
                  <a:lnTo>
                    <a:pt x="137" y="2728"/>
                  </a:lnTo>
                  <a:lnTo>
                    <a:pt x="138" y="2726"/>
                  </a:lnTo>
                  <a:close/>
                  <a:moveTo>
                    <a:pt x="810" y="2786"/>
                  </a:moveTo>
                  <a:lnTo>
                    <a:pt x="830" y="2805"/>
                  </a:lnTo>
                  <a:lnTo>
                    <a:pt x="830" y="2786"/>
                  </a:lnTo>
                  <a:close/>
                  <a:moveTo>
                    <a:pt x="1136" y="2805"/>
                  </a:moveTo>
                  <a:lnTo>
                    <a:pt x="1146" y="2809"/>
                  </a:lnTo>
                  <a:lnTo>
                    <a:pt x="1146" y="2809"/>
                  </a:lnTo>
                  <a:lnTo>
                    <a:pt x="1146" y="2805"/>
                  </a:lnTo>
                  <a:close/>
                  <a:moveTo>
                    <a:pt x="237" y="2805"/>
                  </a:moveTo>
                  <a:lnTo>
                    <a:pt x="237" y="2825"/>
                  </a:lnTo>
                  <a:lnTo>
                    <a:pt x="257" y="2825"/>
                  </a:lnTo>
                  <a:lnTo>
                    <a:pt x="237" y="2805"/>
                  </a:lnTo>
                  <a:close/>
                  <a:moveTo>
                    <a:pt x="1146" y="2809"/>
                  </a:moveTo>
                  <a:lnTo>
                    <a:pt x="1146" y="2825"/>
                  </a:lnTo>
                  <a:lnTo>
                    <a:pt x="1126" y="2825"/>
                  </a:lnTo>
                  <a:lnTo>
                    <a:pt x="1166" y="2845"/>
                  </a:lnTo>
                  <a:lnTo>
                    <a:pt x="1185" y="2825"/>
                  </a:lnTo>
                  <a:lnTo>
                    <a:pt x="1146" y="2809"/>
                  </a:lnTo>
                  <a:close/>
                  <a:moveTo>
                    <a:pt x="929" y="2805"/>
                  </a:moveTo>
                  <a:lnTo>
                    <a:pt x="948" y="2825"/>
                  </a:lnTo>
                  <a:lnTo>
                    <a:pt x="929" y="2825"/>
                  </a:lnTo>
                  <a:lnTo>
                    <a:pt x="1027" y="2845"/>
                  </a:lnTo>
                  <a:lnTo>
                    <a:pt x="1146" y="2884"/>
                  </a:lnTo>
                  <a:lnTo>
                    <a:pt x="1126" y="2865"/>
                  </a:lnTo>
                  <a:lnTo>
                    <a:pt x="1067" y="2845"/>
                  </a:lnTo>
                  <a:lnTo>
                    <a:pt x="929" y="2805"/>
                  </a:lnTo>
                  <a:close/>
                  <a:moveTo>
                    <a:pt x="257" y="2884"/>
                  </a:moveTo>
                  <a:lnTo>
                    <a:pt x="316" y="2904"/>
                  </a:lnTo>
                  <a:lnTo>
                    <a:pt x="336" y="2904"/>
                  </a:lnTo>
                  <a:lnTo>
                    <a:pt x="296" y="2884"/>
                  </a:lnTo>
                  <a:close/>
                  <a:moveTo>
                    <a:pt x="1077" y="3062"/>
                  </a:moveTo>
                  <a:lnTo>
                    <a:pt x="1087" y="3082"/>
                  </a:lnTo>
                  <a:lnTo>
                    <a:pt x="1087" y="3062"/>
                  </a:lnTo>
                  <a:close/>
                  <a:moveTo>
                    <a:pt x="948" y="3082"/>
                  </a:moveTo>
                  <a:lnTo>
                    <a:pt x="929" y="3102"/>
                  </a:lnTo>
                  <a:lnTo>
                    <a:pt x="948" y="3102"/>
                  </a:lnTo>
                  <a:lnTo>
                    <a:pt x="948" y="3082"/>
                  </a:lnTo>
                  <a:close/>
                  <a:moveTo>
                    <a:pt x="1106" y="1"/>
                  </a:moveTo>
                  <a:lnTo>
                    <a:pt x="1087" y="20"/>
                  </a:lnTo>
                  <a:lnTo>
                    <a:pt x="1106" y="40"/>
                  </a:lnTo>
                  <a:lnTo>
                    <a:pt x="1047" y="40"/>
                  </a:lnTo>
                  <a:lnTo>
                    <a:pt x="1087" y="60"/>
                  </a:lnTo>
                  <a:lnTo>
                    <a:pt x="1027" y="40"/>
                  </a:lnTo>
                  <a:lnTo>
                    <a:pt x="948" y="20"/>
                  </a:lnTo>
                  <a:lnTo>
                    <a:pt x="929" y="20"/>
                  </a:lnTo>
                  <a:lnTo>
                    <a:pt x="948" y="40"/>
                  </a:lnTo>
                  <a:lnTo>
                    <a:pt x="948" y="60"/>
                  </a:lnTo>
                  <a:lnTo>
                    <a:pt x="929" y="60"/>
                  </a:lnTo>
                  <a:lnTo>
                    <a:pt x="889" y="40"/>
                  </a:lnTo>
                  <a:lnTo>
                    <a:pt x="889" y="60"/>
                  </a:lnTo>
                  <a:lnTo>
                    <a:pt x="869" y="40"/>
                  </a:lnTo>
                  <a:lnTo>
                    <a:pt x="810" y="40"/>
                  </a:lnTo>
                  <a:lnTo>
                    <a:pt x="909" y="80"/>
                  </a:lnTo>
                  <a:lnTo>
                    <a:pt x="889" y="80"/>
                  </a:lnTo>
                  <a:lnTo>
                    <a:pt x="968" y="99"/>
                  </a:lnTo>
                  <a:lnTo>
                    <a:pt x="1008" y="139"/>
                  </a:lnTo>
                  <a:lnTo>
                    <a:pt x="1008" y="139"/>
                  </a:lnTo>
                  <a:lnTo>
                    <a:pt x="948" y="99"/>
                  </a:lnTo>
                  <a:lnTo>
                    <a:pt x="909" y="99"/>
                  </a:lnTo>
                  <a:lnTo>
                    <a:pt x="830" y="60"/>
                  </a:lnTo>
                  <a:lnTo>
                    <a:pt x="810" y="60"/>
                  </a:lnTo>
                  <a:lnTo>
                    <a:pt x="731" y="40"/>
                  </a:lnTo>
                  <a:lnTo>
                    <a:pt x="790" y="60"/>
                  </a:lnTo>
                  <a:lnTo>
                    <a:pt x="790" y="80"/>
                  </a:lnTo>
                  <a:lnTo>
                    <a:pt x="770" y="80"/>
                  </a:lnTo>
                  <a:lnTo>
                    <a:pt x="751" y="60"/>
                  </a:lnTo>
                  <a:lnTo>
                    <a:pt x="691" y="40"/>
                  </a:lnTo>
                  <a:lnTo>
                    <a:pt x="691" y="60"/>
                  </a:lnTo>
                  <a:lnTo>
                    <a:pt x="731" y="99"/>
                  </a:lnTo>
                  <a:lnTo>
                    <a:pt x="731" y="119"/>
                  </a:lnTo>
                  <a:lnTo>
                    <a:pt x="711" y="99"/>
                  </a:lnTo>
                  <a:lnTo>
                    <a:pt x="672" y="99"/>
                  </a:lnTo>
                  <a:lnTo>
                    <a:pt x="691" y="119"/>
                  </a:lnTo>
                  <a:lnTo>
                    <a:pt x="691" y="119"/>
                  </a:lnTo>
                  <a:lnTo>
                    <a:pt x="632" y="99"/>
                  </a:lnTo>
                  <a:lnTo>
                    <a:pt x="573" y="99"/>
                  </a:lnTo>
                  <a:lnTo>
                    <a:pt x="612" y="119"/>
                  </a:lnTo>
                  <a:lnTo>
                    <a:pt x="612" y="139"/>
                  </a:lnTo>
                  <a:lnTo>
                    <a:pt x="652" y="159"/>
                  </a:lnTo>
                  <a:lnTo>
                    <a:pt x="593" y="139"/>
                  </a:lnTo>
                  <a:lnTo>
                    <a:pt x="593" y="139"/>
                  </a:lnTo>
                  <a:lnTo>
                    <a:pt x="691" y="198"/>
                  </a:lnTo>
                  <a:lnTo>
                    <a:pt x="751" y="218"/>
                  </a:lnTo>
                  <a:lnTo>
                    <a:pt x="770" y="238"/>
                  </a:lnTo>
                  <a:lnTo>
                    <a:pt x="770" y="238"/>
                  </a:lnTo>
                  <a:lnTo>
                    <a:pt x="711" y="218"/>
                  </a:lnTo>
                  <a:lnTo>
                    <a:pt x="652" y="198"/>
                  </a:lnTo>
                  <a:lnTo>
                    <a:pt x="593" y="178"/>
                  </a:lnTo>
                  <a:lnTo>
                    <a:pt x="553" y="178"/>
                  </a:lnTo>
                  <a:lnTo>
                    <a:pt x="553" y="198"/>
                  </a:lnTo>
                  <a:lnTo>
                    <a:pt x="514" y="178"/>
                  </a:lnTo>
                  <a:lnTo>
                    <a:pt x="469" y="163"/>
                  </a:lnTo>
                  <a:lnTo>
                    <a:pt x="469" y="163"/>
                  </a:lnTo>
                  <a:lnTo>
                    <a:pt x="454" y="178"/>
                  </a:lnTo>
                  <a:lnTo>
                    <a:pt x="395" y="178"/>
                  </a:lnTo>
                  <a:lnTo>
                    <a:pt x="454" y="218"/>
                  </a:lnTo>
                  <a:lnTo>
                    <a:pt x="435" y="218"/>
                  </a:lnTo>
                  <a:lnTo>
                    <a:pt x="375" y="198"/>
                  </a:lnTo>
                  <a:lnTo>
                    <a:pt x="395" y="218"/>
                  </a:lnTo>
                  <a:lnTo>
                    <a:pt x="375" y="238"/>
                  </a:lnTo>
                  <a:lnTo>
                    <a:pt x="336" y="238"/>
                  </a:lnTo>
                  <a:lnTo>
                    <a:pt x="375" y="257"/>
                  </a:lnTo>
                  <a:lnTo>
                    <a:pt x="435" y="277"/>
                  </a:lnTo>
                  <a:lnTo>
                    <a:pt x="336" y="277"/>
                  </a:lnTo>
                  <a:lnTo>
                    <a:pt x="395" y="317"/>
                  </a:lnTo>
                  <a:lnTo>
                    <a:pt x="494" y="336"/>
                  </a:lnTo>
                  <a:lnTo>
                    <a:pt x="435" y="336"/>
                  </a:lnTo>
                  <a:lnTo>
                    <a:pt x="356" y="317"/>
                  </a:lnTo>
                  <a:lnTo>
                    <a:pt x="257" y="297"/>
                  </a:lnTo>
                  <a:lnTo>
                    <a:pt x="257" y="317"/>
                  </a:lnTo>
                  <a:lnTo>
                    <a:pt x="237" y="317"/>
                  </a:lnTo>
                  <a:lnTo>
                    <a:pt x="296" y="336"/>
                  </a:lnTo>
                  <a:lnTo>
                    <a:pt x="356" y="356"/>
                  </a:lnTo>
                  <a:lnTo>
                    <a:pt x="277" y="317"/>
                  </a:lnTo>
                  <a:lnTo>
                    <a:pt x="316" y="317"/>
                  </a:lnTo>
                  <a:lnTo>
                    <a:pt x="375" y="336"/>
                  </a:lnTo>
                  <a:lnTo>
                    <a:pt x="395" y="356"/>
                  </a:lnTo>
                  <a:lnTo>
                    <a:pt x="435" y="376"/>
                  </a:lnTo>
                  <a:lnTo>
                    <a:pt x="514" y="435"/>
                  </a:lnTo>
                  <a:lnTo>
                    <a:pt x="454" y="435"/>
                  </a:lnTo>
                  <a:lnTo>
                    <a:pt x="415" y="415"/>
                  </a:lnTo>
                  <a:lnTo>
                    <a:pt x="356" y="396"/>
                  </a:lnTo>
                  <a:lnTo>
                    <a:pt x="375" y="415"/>
                  </a:lnTo>
                  <a:lnTo>
                    <a:pt x="336" y="415"/>
                  </a:lnTo>
                  <a:lnTo>
                    <a:pt x="375" y="435"/>
                  </a:lnTo>
                  <a:lnTo>
                    <a:pt x="395" y="455"/>
                  </a:lnTo>
                  <a:lnTo>
                    <a:pt x="375" y="455"/>
                  </a:lnTo>
                  <a:lnTo>
                    <a:pt x="296" y="435"/>
                  </a:lnTo>
                  <a:lnTo>
                    <a:pt x="277" y="455"/>
                  </a:lnTo>
                  <a:lnTo>
                    <a:pt x="237" y="475"/>
                  </a:lnTo>
                  <a:lnTo>
                    <a:pt x="217" y="475"/>
                  </a:lnTo>
                  <a:lnTo>
                    <a:pt x="217" y="514"/>
                  </a:lnTo>
                  <a:lnTo>
                    <a:pt x="296" y="514"/>
                  </a:lnTo>
                  <a:lnTo>
                    <a:pt x="356" y="534"/>
                  </a:lnTo>
                  <a:lnTo>
                    <a:pt x="454" y="573"/>
                  </a:lnTo>
                  <a:lnTo>
                    <a:pt x="395" y="573"/>
                  </a:lnTo>
                  <a:lnTo>
                    <a:pt x="415" y="593"/>
                  </a:lnTo>
                  <a:lnTo>
                    <a:pt x="454" y="593"/>
                  </a:lnTo>
                  <a:lnTo>
                    <a:pt x="474" y="613"/>
                  </a:lnTo>
                  <a:lnTo>
                    <a:pt x="435" y="613"/>
                  </a:lnTo>
                  <a:lnTo>
                    <a:pt x="395" y="593"/>
                  </a:lnTo>
                  <a:lnTo>
                    <a:pt x="395" y="613"/>
                  </a:lnTo>
                  <a:lnTo>
                    <a:pt x="336" y="593"/>
                  </a:lnTo>
                  <a:lnTo>
                    <a:pt x="277" y="573"/>
                  </a:lnTo>
                  <a:lnTo>
                    <a:pt x="237" y="554"/>
                  </a:lnTo>
                  <a:lnTo>
                    <a:pt x="237" y="573"/>
                  </a:lnTo>
                  <a:lnTo>
                    <a:pt x="158" y="554"/>
                  </a:lnTo>
                  <a:lnTo>
                    <a:pt x="158" y="573"/>
                  </a:lnTo>
                  <a:lnTo>
                    <a:pt x="138" y="573"/>
                  </a:lnTo>
                  <a:lnTo>
                    <a:pt x="217" y="593"/>
                  </a:lnTo>
                  <a:lnTo>
                    <a:pt x="158" y="613"/>
                  </a:lnTo>
                  <a:lnTo>
                    <a:pt x="119" y="633"/>
                  </a:lnTo>
                  <a:lnTo>
                    <a:pt x="178" y="633"/>
                  </a:lnTo>
                  <a:lnTo>
                    <a:pt x="198" y="652"/>
                  </a:lnTo>
                  <a:lnTo>
                    <a:pt x="119" y="652"/>
                  </a:lnTo>
                  <a:lnTo>
                    <a:pt x="119" y="672"/>
                  </a:lnTo>
                  <a:lnTo>
                    <a:pt x="158" y="712"/>
                  </a:lnTo>
                  <a:lnTo>
                    <a:pt x="237" y="731"/>
                  </a:lnTo>
                  <a:lnTo>
                    <a:pt x="237" y="751"/>
                  </a:lnTo>
                  <a:lnTo>
                    <a:pt x="198" y="731"/>
                  </a:lnTo>
                  <a:lnTo>
                    <a:pt x="257" y="771"/>
                  </a:lnTo>
                  <a:lnTo>
                    <a:pt x="277" y="791"/>
                  </a:lnTo>
                  <a:lnTo>
                    <a:pt x="257" y="791"/>
                  </a:lnTo>
                  <a:lnTo>
                    <a:pt x="198" y="751"/>
                  </a:lnTo>
                  <a:lnTo>
                    <a:pt x="158" y="751"/>
                  </a:lnTo>
                  <a:lnTo>
                    <a:pt x="158" y="771"/>
                  </a:lnTo>
                  <a:lnTo>
                    <a:pt x="138" y="771"/>
                  </a:lnTo>
                  <a:lnTo>
                    <a:pt x="316" y="889"/>
                  </a:lnTo>
                  <a:lnTo>
                    <a:pt x="435" y="909"/>
                  </a:lnTo>
                  <a:lnTo>
                    <a:pt x="533" y="968"/>
                  </a:lnTo>
                  <a:lnTo>
                    <a:pt x="454" y="968"/>
                  </a:lnTo>
                  <a:lnTo>
                    <a:pt x="375" y="949"/>
                  </a:lnTo>
                  <a:lnTo>
                    <a:pt x="336" y="949"/>
                  </a:lnTo>
                  <a:lnTo>
                    <a:pt x="316" y="929"/>
                  </a:lnTo>
                  <a:lnTo>
                    <a:pt x="375" y="929"/>
                  </a:lnTo>
                  <a:lnTo>
                    <a:pt x="237" y="909"/>
                  </a:lnTo>
                  <a:lnTo>
                    <a:pt x="198" y="870"/>
                  </a:lnTo>
                  <a:lnTo>
                    <a:pt x="158" y="870"/>
                  </a:lnTo>
                  <a:lnTo>
                    <a:pt x="59" y="850"/>
                  </a:lnTo>
                  <a:lnTo>
                    <a:pt x="59" y="850"/>
                  </a:lnTo>
                  <a:lnTo>
                    <a:pt x="79" y="870"/>
                  </a:lnTo>
                  <a:lnTo>
                    <a:pt x="99" y="889"/>
                  </a:lnTo>
                  <a:lnTo>
                    <a:pt x="59" y="870"/>
                  </a:lnTo>
                  <a:lnTo>
                    <a:pt x="59" y="870"/>
                  </a:lnTo>
                  <a:lnTo>
                    <a:pt x="79" y="889"/>
                  </a:lnTo>
                  <a:lnTo>
                    <a:pt x="99" y="909"/>
                  </a:lnTo>
                  <a:lnTo>
                    <a:pt x="59" y="929"/>
                  </a:lnTo>
                  <a:lnTo>
                    <a:pt x="99" y="929"/>
                  </a:lnTo>
                  <a:lnTo>
                    <a:pt x="138" y="949"/>
                  </a:lnTo>
                  <a:lnTo>
                    <a:pt x="59" y="949"/>
                  </a:lnTo>
                  <a:lnTo>
                    <a:pt x="99" y="968"/>
                  </a:lnTo>
                  <a:lnTo>
                    <a:pt x="99" y="988"/>
                  </a:lnTo>
                  <a:lnTo>
                    <a:pt x="178" y="1008"/>
                  </a:lnTo>
                  <a:lnTo>
                    <a:pt x="277" y="1028"/>
                  </a:lnTo>
                  <a:lnTo>
                    <a:pt x="296" y="1047"/>
                  </a:lnTo>
                  <a:lnTo>
                    <a:pt x="296" y="1067"/>
                  </a:lnTo>
                  <a:lnTo>
                    <a:pt x="257" y="1067"/>
                  </a:lnTo>
                  <a:lnTo>
                    <a:pt x="237" y="1047"/>
                  </a:lnTo>
                  <a:lnTo>
                    <a:pt x="257" y="1087"/>
                  </a:lnTo>
                  <a:lnTo>
                    <a:pt x="257" y="1087"/>
                  </a:lnTo>
                  <a:lnTo>
                    <a:pt x="198" y="1067"/>
                  </a:lnTo>
                  <a:lnTo>
                    <a:pt x="198" y="1047"/>
                  </a:lnTo>
                  <a:lnTo>
                    <a:pt x="178" y="1047"/>
                  </a:lnTo>
                  <a:lnTo>
                    <a:pt x="178" y="1067"/>
                  </a:lnTo>
                  <a:lnTo>
                    <a:pt x="237" y="1107"/>
                  </a:lnTo>
                  <a:lnTo>
                    <a:pt x="217" y="1126"/>
                  </a:lnTo>
                  <a:lnTo>
                    <a:pt x="119" y="1107"/>
                  </a:lnTo>
                  <a:lnTo>
                    <a:pt x="79" y="1126"/>
                  </a:lnTo>
                  <a:lnTo>
                    <a:pt x="79" y="1146"/>
                  </a:lnTo>
                  <a:lnTo>
                    <a:pt x="40" y="1146"/>
                  </a:lnTo>
                  <a:lnTo>
                    <a:pt x="119" y="1166"/>
                  </a:lnTo>
                  <a:lnTo>
                    <a:pt x="158" y="1166"/>
                  </a:lnTo>
                  <a:lnTo>
                    <a:pt x="217" y="1225"/>
                  </a:lnTo>
                  <a:lnTo>
                    <a:pt x="277" y="1284"/>
                  </a:lnTo>
                  <a:lnTo>
                    <a:pt x="217" y="1265"/>
                  </a:lnTo>
                  <a:lnTo>
                    <a:pt x="158" y="1225"/>
                  </a:lnTo>
                  <a:lnTo>
                    <a:pt x="119" y="1205"/>
                  </a:lnTo>
                  <a:lnTo>
                    <a:pt x="40" y="1186"/>
                  </a:lnTo>
                  <a:lnTo>
                    <a:pt x="79" y="1205"/>
                  </a:lnTo>
                  <a:lnTo>
                    <a:pt x="99" y="1225"/>
                  </a:lnTo>
                  <a:lnTo>
                    <a:pt x="59" y="1225"/>
                  </a:lnTo>
                  <a:lnTo>
                    <a:pt x="79" y="1265"/>
                  </a:lnTo>
                  <a:lnTo>
                    <a:pt x="119" y="1265"/>
                  </a:lnTo>
                  <a:lnTo>
                    <a:pt x="138" y="1284"/>
                  </a:lnTo>
                  <a:lnTo>
                    <a:pt x="119" y="1304"/>
                  </a:lnTo>
                  <a:lnTo>
                    <a:pt x="119" y="1324"/>
                  </a:lnTo>
                  <a:lnTo>
                    <a:pt x="119" y="1344"/>
                  </a:lnTo>
                  <a:lnTo>
                    <a:pt x="119" y="1363"/>
                  </a:lnTo>
                  <a:lnTo>
                    <a:pt x="158" y="1363"/>
                  </a:lnTo>
                  <a:lnTo>
                    <a:pt x="138" y="1344"/>
                  </a:lnTo>
                  <a:lnTo>
                    <a:pt x="217" y="1344"/>
                  </a:lnTo>
                  <a:lnTo>
                    <a:pt x="237" y="1363"/>
                  </a:lnTo>
                  <a:lnTo>
                    <a:pt x="257" y="1383"/>
                  </a:lnTo>
                  <a:lnTo>
                    <a:pt x="277" y="1403"/>
                  </a:lnTo>
                  <a:lnTo>
                    <a:pt x="277" y="1423"/>
                  </a:lnTo>
                  <a:lnTo>
                    <a:pt x="296" y="1423"/>
                  </a:lnTo>
                  <a:lnTo>
                    <a:pt x="336" y="1442"/>
                  </a:lnTo>
                  <a:lnTo>
                    <a:pt x="316" y="1462"/>
                  </a:lnTo>
                  <a:lnTo>
                    <a:pt x="296" y="1462"/>
                  </a:lnTo>
                  <a:lnTo>
                    <a:pt x="257" y="1442"/>
                  </a:lnTo>
                  <a:lnTo>
                    <a:pt x="198" y="1423"/>
                  </a:lnTo>
                  <a:lnTo>
                    <a:pt x="178" y="1403"/>
                  </a:lnTo>
                  <a:lnTo>
                    <a:pt x="138" y="1383"/>
                  </a:lnTo>
                  <a:lnTo>
                    <a:pt x="40" y="1363"/>
                  </a:lnTo>
                  <a:lnTo>
                    <a:pt x="40" y="1363"/>
                  </a:lnTo>
                  <a:lnTo>
                    <a:pt x="59" y="1383"/>
                  </a:lnTo>
                  <a:lnTo>
                    <a:pt x="20" y="1383"/>
                  </a:lnTo>
                  <a:lnTo>
                    <a:pt x="59" y="1403"/>
                  </a:lnTo>
                  <a:lnTo>
                    <a:pt x="158" y="1423"/>
                  </a:lnTo>
                  <a:lnTo>
                    <a:pt x="138" y="1403"/>
                  </a:lnTo>
                  <a:lnTo>
                    <a:pt x="158" y="1403"/>
                  </a:lnTo>
                  <a:lnTo>
                    <a:pt x="217" y="1442"/>
                  </a:lnTo>
                  <a:lnTo>
                    <a:pt x="257" y="1462"/>
                  </a:lnTo>
                  <a:lnTo>
                    <a:pt x="237" y="1462"/>
                  </a:lnTo>
                  <a:lnTo>
                    <a:pt x="237" y="1482"/>
                  </a:lnTo>
                  <a:lnTo>
                    <a:pt x="198" y="1462"/>
                  </a:lnTo>
                  <a:lnTo>
                    <a:pt x="119" y="1442"/>
                  </a:lnTo>
                  <a:lnTo>
                    <a:pt x="158" y="1462"/>
                  </a:lnTo>
                  <a:lnTo>
                    <a:pt x="158" y="1462"/>
                  </a:lnTo>
                  <a:lnTo>
                    <a:pt x="178" y="1482"/>
                  </a:lnTo>
                  <a:lnTo>
                    <a:pt x="198" y="1482"/>
                  </a:lnTo>
                  <a:lnTo>
                    <a:pt x="198" y="1502"/>
                  </a:lnTo>
                  <a:lnTo>
                    <a:pt x="158" y="1482"/>
                  </a:lnTo>
                  <a:lnTo>
                    <a:pt x="158" y="1482"/>
                  </a:lnTo>
                  <a:lnTo>
                    <a:pt x="178" y="1502"/>
                  </a:lnTo>
                  <a:lnTo>
                    <a:pt x="217" y="1521"/>
                  </a:lnTo>
                  <a:lnTo>
                    <a:pt x="277" y="1541"/>
                  </a:lnTo>
                  <a:lnTo>
                    <a:pt x="336" y="1561"/>
                  </a:lnTo>
                  <a:lnTo>
                    <a:pt x="336" y="1581"/>
                  </a:lnTo>
                  <a:lnTo>
                    <a:pt x="336" y="1600"/>
                  </a:lnTo>
                  <a:lnTo>
                    <a:pt x="277" y="1600"/>
                  </a:lnTo>
                  <a:lnTo>
                    <a:pt x="336" y="1620"/>
                  </a:lnTo>
                  <a:lnTo>
                    <a:pt x="257" y="1620"/>
                  </a:lnTo>
                  <a:lnTo>
                    <a:pt x="257" y="1600"/>
                  </a:lnTo>
                  <a:lnTo>
                    <a:pt x="237" y="1581"/>
                  </a:lnTo>
                  <a:lnTo>
                    <a:pt x="178" y="1561"/>
                  </a:lnTo>
                  <a:lnTo>
                    <a:pt x="138" y="1561"/>
                  </a:lnTo>
                  <a:lnTo>
                    <a:pt x="217" y="1600"/>
                  </a:lnTo>
                  <a:lnTo>
                    <a:pt x="198" y="1600"/>
                  </a:lnTo>
                  <a:lnTo>
                    <a:pt x="138" y="1581"/>
                  </a:lnTo>
                  <a:lnTo>
                    <a:pt x="178" y="1600"/>
                  </a:lnTo>
                  <a:lnTo>
                    <a:pt x="198" y="1620"/>
                  </a:lnTo>
                  <a:lnTo>
                    <a:pt x="79" y="1600"/>
                  </a:lnTo>
                  <a:lnTo>
                    <a:pt x="119" y="1620"/>
                  </a:lnTo>
                  <a:lnTo>
                    <a:pt x="138" y="1620"/>
                  </a:lnTo>
                  <a:lnTo>
                    <a:pt x="138" y="1640"/>
                  </a:lnTo>
                  <a:lnTo>
                    <a:pt x="119" y="1660"/>
                  </a:lnTo>
                  <a:lnTo>
                    <a:pt x="119" y="1679"/>
                  </a:lnTo>
                  <a:lnTo>
                    <a:pt x="158" y="1679"/>
                  </a:lnTo>
                  <a:lnTo>
                    <a:pt x="138" y="1660"/>
                  </a:lnTo>
                  <a:lnTo>
                    <a:pt x="198" y="1660"/>
                  </a:lnTo>
                  <a:lnTo>
                    <a:pt x="217" y="1679"/>
                  </a:lnTo>
                  <a:lnTo>
                    <a:pt x="217" y="1699"/>
                  </a:lnTo>
                  <a:lnTo>
                    <a:pt x="217" y="1739"/>
                  </a:lnTo>
                  <a:lnTo>
                    <a:pt x="257" y="1758"/>
                  </a:lnTo>
                  <a:lnTo>
                    <a:pt x="198" y="1758"/>
                  </a:lnTo>
                  <a:lnTo>
                    <a:pt x="138" y="1739"/>
                  </a:lnTo>
                  <a:lnTo>
                    <a:pt x="158" y="1758"/>
                  </a:lnTo>
                  <a:lnTo>
                    <a:pt x="20" y="1758"/>
                  </a:lnTo>
                  <a:lnTo>
                    <a:pt x="20" y="1778"/>
                  </a:lnTo>
                  <a:lnTo>
                    <a:pt x="99" y="1778"/>
                  </a:lnTo>
                  <a:lnTo>
                    <a:pt x="119" y="1798"/>
                  </a:lnTo>
                  <a:lnTo>
                    <a:pt x="99" y="1798"/>
                  </a:lnTo>
                  <a:lnTo>
                    <a:pt x="138" y="1818"/>
                  </a:lnTo>
                  <a:lnTo>
                    <a:pt x="40" y="1818"/>
                  </a:lnTo>
                  <a:lnTo>
                    <a:pt x="79" y="1837"/>
                  </a:lnTo>
                  <a:lnTo>
                    <a:pt x="99" y="1837"/>
                  </a:lnTo>
                  <a:lnTo>
                    <a:pt x="158" y="1857"/>
                  </a:lnTo>
                  <a:lnTo>
                    <a:pt x="198" y="1877"/>
                  </a:lnTo>
                  <a:lnTo>
                    <a:pt x="178" y="1877"/>
                  </a:lnTo>
                  <a:lnTo>
                    <a:pt x="178" y="1897"/>
                  </a:lnTo>
                  <a:lnTo>
                    <a:pt x="217" y="1897"/>
                  </a:lnTo>
                  <a:lnTo>
                    <a:pt x="257" y="1916"/>
                  </a:lnTo>
                  <a:lnTo>
                    <a:pt x="237" y="1936"/>
                  </a:lnTo>
                  <a:lnTo>
                    <a:pt x="158" y="1916"/>
                  </a:lnTo>
                  <a:lnTo>
                    <a:pt x="158" y="1916"/>
                  </a:lnTo>
                  <a:lnTo>
                    <a:pt x="217" y="1956"/>
                  </a:lnTo>
                  <a:lnTo>
                    <a:pt x="237" y="1976"/>
                  </a:lnTo>
                  <a:lnTo>
                    <a:pt x="277" y="1976"/>
                  </a:lnTo>
                  <a:lnTo>
                    <a:pt x="316" y="1995"/>
                  </a:lnTo>
                  <a:lnTo>
                    <a:pt x="237" y="1995"/>
                  </a:lnTo>
                  <a:lnTo>
                    <a:pt x="237" y="1976"/>
                  </a:lnTo>
                  <a:lnTo>
                    <a:pt x="138" y="1976"/>
                  </a:lnTo>
                  <a:lnTo>
                    <a:pt x="99" y="1956"/>
                  </a:lnTo>
                  <a:lnTo>
                    <a:pt x="99" y="1956"/>
                  </a:lnTo>
                  <a:lnTo>
                    <a:pt x="119" y="1976"/>
                  </a:lnTo>
                  <a:lnTo>
                    <a:pt x="79" y="1976"/>
                  </a:lnTo>
                  <a:lnTo>
                    <a:pt x="79" y="1995"/>
                  </a:lnTo>
                  <a:lnTo>
                    <a:pt x="138" y="1995"/>
                  </a:lnTo>
                  <a:lnTo>
                    <a:pt x="198" y="2015"/>
                  </a:lnTo>
                  <a:lnTo>
                    <a:pt x="99" y="2015"/>
                  </a:lnTo>
                  <a:lnTo>
                    <a:pt x="119" y="2035"/>
                  </a:lnTo>
                  <a:lnTo>
                    <a:pt x="138" y="2035"/>
                  </a:lnTo>
                  <a:lnTo>
                    <a:pt x="217" y="2074"/>
                  </a:lnTo>
                  <a:lnTo>
                    <a:pt x="316" y="2074"/>
                  </a:lnTo>
                  <a:lnTo>
                    <a:pt x="375" y="2094"/>
                  </a:lnTo>
                  <a:lnTo>
                    <a:pt x="395" y="2114"/>
                  </a:lnTo>
                  <a:lnTo>
                    <a:pt x="356" y="2114"/>
                  </a:lnTo>
                  <a:lnTo>
                    <a:pt x="336" y="2094"/>
                  </a:lnTo>
                  <a:lnTo>
                    <a:pt x="316" y="2074"/>
                  </a:lnTo>
                  <a:lnTo>
                    <a:pt x="316" y="2094"/>
                  </a:lnTo>
                  <a:lnTo>
                    <a:pt x="356" y="2114"/>
                  </a:lnTo>
                  <a:lnTo>
                    <a:pt x="296" y="2114"/>
                  </a:lnTo>
                  <a:lnTo>
                    <a:pt x="158" y="2074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20" y="2094"/>
                  </a:lnTo>
                  <a:lnTo>
                    <a:pt x="0" y="2094"/>
                  </a:lnTo>
                  <a:lnTo>
                    <a:pt x="79" y="2134"/>
                  </a:lnTo>
                  <a:lnTo>
                    <a:pt x="198" y="2153"/>
                  </a:lnTo>
                  <a:lnTo>
                    <a:pt x="198" y="2173"/>
                  </a:lnTo>
                  <a:lnTo>
                    <a:pt x="178" y="2173"/>
                  </a:lnTo>
                  <a:lnTo>
                    <a:pt x="138" y="2153"/>
                  </a:lnTo>
                  <a:lnTo>
                    <a:pt x="138" y="2153"/>
                  </a:lnTo>
                  <a:lnTo>
                    <a:pt x="198" y="2193"/>
                  </a:lnTo>
                  <a:lnTo>
                    <a:pt x="198" y="2213"/>
                  </a:lnTo>
                  <a:lnTo>
                    <a:pt x="198" y="2232"/>
                  </a:lnTo>
                  <a:lnTo>
                    <a:pt x="257" y="2252"/>
                  </a:lnTo>
                  <a:lnTo>
                    <a:pt x="356" y="2252"/>
                  </a:lnTo>
                  <a:lnTo>
                    <a:pt x="356" y="2272"/>
                  </a:lnTo>
                  <a:lnTo>
                    <a:pt x="375" y="2272"/>
                  </a:lnTo>
                  <a:lnTo>
                    <a:pt x="415" y="2292"/>
                  </a:lnTo>
                  <a:lnTo>
                    <a:pt x="415" y="2312"/>
                  </a:lnTo>
                  <a:lnTo>
                    <a:pt x="356" y="2292"/>
                  </a:lnTo>
                  <a:lnTo>
                    <a:pt x="336" y="2312"/>
                  </a:lnTo>
                  <a:lnTo>
                    <a:pt x="356" y="2331"/>
                  </a:lnTo>
                  <a:lnTo>
                    <a:pt x="356" y="2331"/>
                  </a:lnTo>
                  <a:lnTo>
                    <a:pt x="296" y="2312"/>
                  </a:lnTo>
                  <a:lnTo>
                    <a:pt x="277" y="2292"/>
                  </a:lnTo>
                  <a:lnTo>
                    <a:pt x="257" y="2292"/>
                  </a:lnTo>
                  <a:lnTo>
                    <a:pt x="138" y="2272"/>
                  </a:lnTo>
                  <a:lnTo>
                    <a:pt x="178" y="2292"/>
                  </a:lnTo>
                  <a:lnTo>
                    <a:pt x="237" y="2292"/>
                  </a:lnTo>
                  <a:lnTo>
                    <a:pt x="257" y="2312"/>
                  </a:lnTo>
                  <a:lnTo>
                    <a:pt x="198" y="2312"/>
                  </a:lnTo>
                  <a:lnTo>
                    <a:pt x="178" y="2331"/>
                  </a:lnTo>
                  <a:lnTo>
                    <a:pt x="158" y="2351"/>
                  </a:lnTo>
                  <a:lnTo>
                    <a:pt x="59" y="2331"/>
                  </a:lnTo>
                  <a:lnTo>
                    <a:pt x="138" y="2371"/>
                  </a:lnTo>
                  <a:lnTo>
                    <a:pt x="178" y="2391"/>
                  </a:lnTo>
                  <a:lnTo>
                    <a:pt x="178" y="2410"/>
                  </a:lnTo>
                  <a:lnTo>
                    <a:pt x="217" y="2430"/>
                  </a:lnTo>
                  <a:lnTo>
                    <a:pt x="277" y="2450"/>
                  </a:lnTo>
                  <a:lnTo>
                    <a:pt x="296" y="2450"/>
                  </a:lnTo>
                  <a:lnTo>
                    <a:pt x="277" y="2410"/>
                  </a:lnTo>
                  <a:lnTo>
                    <a:pt x="257" y="2410"/>
                  </a:lnTo>
                  <a:lnTo>
                    <a:pt x="296" y="2391"/>
                  </a:lnTo>
                  <a:lnTo>
                    <a:pt x="178" y="2371"/>
                  </a:lnTo>
                  <a:lnTo>
                    <a:pt x="178" y="2351"/>
                  </a:lnTo>
                  <a:lnTo>
                    <a:pt x="217" y="2351"/>
                  </a:lnTo>
                  <a:lnTo>
                    <a:pt x="316" y="2391"/>
                  </a:lnTo>
                  <a:lnTo>
                    <a:pt x="356" y="2391"/>
                  </a:lnTo>
                  <a:lnTo>
                    <a:pt x="375" y="2410"/>
                  </a:lnTo>
                  <a:lnTo>
                    <a:pt x="415" y="2410"/>
                  </a:lnTo>
                  <a:lnTo>
                    <a:pt x="435" y="2391"/>
                  </a:lnTo>
                  <a:lnTo>
                    <a:pt x="514" y="2410"/>
                  </a:lnTo>
                  <a:lnTo>
                    <a:pt x="652" y="2470"/>
                  </a:lnTo>
                  <a:lnTo>
                    <a:pt x="652" y="2470"/>
                  </a:lnTo>
                  <a:lnTo>
                    <a:pt x="593" y="2450"/>
                  </a:lnTo>
                  <a:lnTo>
                    <a:pt x="593" y="2450"/>
                  </a:lnTo>
                  <a:lnTo>
                    <a:pt x="672" y="2489"/>
                  </a:lnTo>
                  <a:lnTo>
                    <a:pt x="553" y="2470"/>
                  </a:lnTo>
                  <a:lnTo>
                    <a:pt x="553" y="2489"/>
                  </a:lnTo>
                  <a:lnTo>
                    <a:pt x="553" y="2509"/>
                  </a:lnTo>
                  <a:lnTo>
                    <a:pt x="612" y="2509"/>
                  </a:lnTo>
                  <a:lnTo>
                    <a:pt x="593" y="2489"/>
                  </a:lnTo>
                  <a:lnTo>
                    <a:pt x="652" y="2509"/>
                  </a:lnTo>
                  <a:lnTo>
                    <a:pt x="632" y="2509"/>
                  </a:lnTo>
                  <a:lnTo>
                    <a:pt x="632" y="2529"/>
                  </a:lnTo>
                  <a:lnTo>
                    <a:pt x="672" y="2529"/>
                  </a:lnTo>
                  <a:lnTo>
                    <a:pt x="751" y="2568"/>
                  </a:lnTo>
                  <a:lnTo>
                    <a:pt x="632" y="2568"/>
                  </a:lnTo>
                  <a:lnTo>
                    <a:pt x="494" y="2529"/>
                  </a:lnTo>
                  <a:lnTo>
                    <a:pt x="514" y="2549"/>
                  </a:lnTo>
                  <a:lnTo>
                    <a:pt x="316" y="2489"/>
                  </a:lnTo>
                  <a:lnTo>
                    <a:pt x="277" y="2509"/>
                  </a:lnTo>
                  <a:lnTo>
                    <a:pt x="277" y="2529"/>
                  </a:lnTo>
                  <a:lnTo>
                    <a:pt x="138" y="2509"/>
                  </a:lnTo>
                  <a:lnTo>
                    <a:pt x="158" y="2529"/>
                  </a:lnTo>
                  <a:lnTo>
                    <a:pt x="138" y="2529"/>
                  </a:lnTo>
                  <a:lnTo>
                    <a:pt x="79" y="2549"/>
                  </a:lnTo>
                  <a:lnTo>
                    <a:pt x="178" y="2549"/>
                  </a:lnTo>
                  <a:lnTo>
                    <a:pt x="217" y="2568"/>
                  </a:lnTo>
                  <a:lnTo>
                    <a:pt x="198" y="2568"/>
                  </a:lnTo>
                  <a:lnTo>
                    <a:pt x="217" y="2588"/>
                  </a:lnTo>
                  <a:lnTo>
                    <a:pt x="237" y="2568"/>
                  </a:lnTo>
                  <a:lnTo>
                    <a:pt x="277" y="2568"/>
                  </a:lnTo>
                  <a:lnTo>
                    <a:pt x="316" y="2588"/>
                  </a:lnTo>
                  <a:lnTo>
                    <a:pt x="435" y="2588"/>
                  </a:lnTo>
                  <a:lnTo>
                    <a:pt x="435" y="2608"/>
                  </a:lnTo>
                  <a:lnTo>
                    <a:pt x="435" y="2628"/>
                  </a:lnTo>
                  <a:lnTo>
                    <a:pt x="277" y="2588"/>
                  </a:lnTo>
                  <a:lnTo>
                    <a:pt x="296" y="2608"/>
                  </a:lnTo>
                  <a:lnTo>
                    <a:pt x="257" y="2628"/>
                  </a:lnTo>
                  <a:lnTo>
                    <a:pt x="217" y="2608"/>
                  </a:lnTo>
                  <a:lnTo>
                    <a:pt x="138" y="2608"/>
                  </a:lnTo>
                  <a:lnTo>
                    <a:pt x="138" y="2588"/>
                  </a:lnTo>
                  <a:lnTo>
                    <a:pt x="99" y="2628"/>
                  </a:lnTo>
                  <a:lnTo>
                    <a:pt x="79" y="2608"/>
                  </a:lnTo>
                  <a:lnTo>
                    <a:pt x="59" y="2608"/>
                  </a:lnTo>
                  <a:lnTo>
                    <a:pt x="59" y="2628"/>
                  </a:lnTo>
                  <a:lnTo>
                    <a:pt x="158" y="2647"/>
                  </a:lnTo>
                  <a:lnTo>
                    <a:pt x="107" y="2664"/>
                  </a:lnTo>
                  <a:lnTo>
                    <a:pt x="107" y="2664"/>
                  </a:lnTo>
                  <a:lnTo>
                    <a:pt x="119" y="2667"/>
                  </a:lnTo>
                  <a:lnTo>
                    <a:pt x="119" y="2687"/>
                  </a:lnTo>
                  <a:lnTo>
                    <a:pt x="158" y="2707"/>
                  </a:lnTo>
                  <a:lnTo>
                    <a:pt x="217" y="2726"/>
                  </a:lnTo>
                  <a:lnTo>
                    <a:pt x="257" y="2726"/>
                  </a:lnTo>
                  <a:lnTo>
                    <a:pt x="292" y="2744"/>
                  </a:lnTo>
                  <a:lnTo>
                    <a:pt x="292" y="2744"/>
                  </a:lnTo>
                  <a:lnTo>
                    <a:pt x="137" y="2728"/>
                  </a:lnTo>
                  <a:lnTo>
                    <a:pt x="137" y="2728"/>
                  </a:lnTo>
                  <a:lnTo>
                    <a:pt x="119" y="2746"/>
                  </a:lnTo>
                  <a:lnTo>
                    <a:pt x="178" y="2746"/>
                  </a:lnTo>
                  <a:lnTo>
                    <a:pt x="237" y="2766"/>
                  </a:lnTo>
                  <a:lnTo>
                    <a:pt x="257" y="2786"/>
                  </a:lnTo>
                  <a:lnTo>
                    <a:pt x="237" y="2786"/>
                  </a:lnTo>
                  <a:lnTo>
                    <a:pt x="277" y="2805"/>
                  </a:lnTo>
                  <a:lnTo>
                    <a:pt x="316" y="2825"/>
                  </a:lnTo>
                  <a:lnTo>
                    <a:pt x="395" y="2825"/>
                  </a:lnTo>
                  <a:lnTo>
                    <a:pt x="336" y="2845"/>
                  </a:lnTo>
                  <a:lnTo>
                    <a:pt x="237" y="2825"/>
                  </a:lnTo>
                  <a:lnTo>
                    <a:pt x="237" y="2845"/>
                  </a:lnTo>
                  <a:lnTo>
                    <a:pt x="138" y="2845"/>
                  </a:lnTo>
                  <a:lnTo>
                    <a:pt x="119" y="2865"/>
                  </a:lnTo>
                  <a:lnTo>
                    <a:pt x="198" y="2865"/>
                  </a:lnTo>
                  <a:lnTo>
                    <a:pt x="257" y="2884"/>
                  </a:lnTo>
                  <a:lnTo>
                    <a:pt x="237" y="2865"/>
                  </a:lnTo>
                  <a:lnTo>
                    <a:pt x="237" y="2865"/>
                  </a:lnTo>
                  <a:lnTo>
                    <a:pt x="316" y="2884"/>
                  </a:lnTo>
                  <a:lnTo>
                    <a:pt x="395" y="2904"/>
                  </a:lnTo>
                  <a:lnTo>
                    <a:pt x="435" y="2924"/>
                  </a:lnTo>
                  <a:lnTo>
                    <a:pt x="474" y="2924"/>
                  </a:lnTo>
                  <a:lnTo>
                    <a:pt x="375" y="2884"/>
                  </a:lnTo>
                  <a:lnTo>
                    <a:pt x="336" y="2865"/>
                  </a:lnTo>
                  <a:lnTo>
                    <a:pt x="395" y="2884"/>
                  </a:lnTo>
                  <a:lnTo>
                    <a:pt x="415" y="2865"/>
                  </a:lnTo>
                  <a:lnTo>
                    <a:pt x="435" y="2865"/>
                  </a:lnTo>
                  <a:lnTo>
                    <a:pt x="494" y="2845"/>
                  </a:lnTo>
                  <a:lnTo>
                    <a:pt x="415" y="2825"/>
                  </a:lnTo>
                  <a:lnTo>
                    <a:pt x="336" y="2805"/>
                  </a:lnTo>
                  <a:lnTo>
                    <a:pt x="395" y="2786"/>
                  </a:lnTo>
                  <a:lnTo>
                    <a:pt x="435" y="2805"/>
                  </a:lnTo>
                  <a:lnTo>
                    <a:pt x="415" y="2825"/>
                  </a:lnTo>
                  <a:lnTo>
                    <a:pt x="514" y="2825"/>
                  </a:lnTo>
                  <a:lnTo>
                    <a:pt x="632" y="2865"/>
                  </a:lnTo>
                  <a:lnTo>
                    <a:pt x="691" y="2884"/>
                  </a:lnTo>
                  <a:lnTo>
                    <a:pt x="711" y="2904"/>
                  </a:lnTo>
                  <a:lnTo>
                    <a:pt x="770" y="2944"/>
                  </a:lnTo>
                  <a:lnTo>
                    <a:pt x="790" y="2944"/>
                  </a:lnTo>
                  <a:lnTo>
                    <a:pt x="790" y="2963"/>
                  </a:lnTo>
                  <a:lnTo>
                    <a:pt x="810" y="2963"/>
                  </a:lnTo>
                  <a:lnTo>
                    <a:pt x="849" y="2983"/>
                  </a:lnTo>
                  <a:lnTo>
                    <a:pt x="849" y="2983"/>
                  </a:lnTo>
                  <a:lnTo>
                    <a:pt x="652" y="2963"/>
                  </a:lnTo>
                  <a:lnTo>
                    <a:pt x="494" y="2944"/>
                  </a:lnTo>
                  <a:lnTo>
                    <a:pt x="494" y="2963"/>
                  </a:lnTo>
                  <a:lnTo>
                    <a:pt x="533" y="2983"/>
                  </a:lnTo>
                  <a:lnTo>
                    <a:pt x="435" y="2963"/>
                  </a:lnTo>
                  <a:lnTo>
                    <a:pt x="336" y="2944"/>
                  </a:lnTo>
                  <a:lnTo>
                    <a:pt x="375" y="2963"/>
                  </a:lnTo>
                  <a:lnTo>
                    <a:pt x="435" y="2983"/>
                  </a:lnTo>
                  <a:lnTo>
                    <a:pt x="395" y="2983"/>
                  </a:lnTo>
                  <a:lnTo>
                    <a:pt x="435" y="3003"/>
                  </a:lnTo>
                  <a:lnTo>
                    <a:pt x="514" y="3042"/>
                  </a:lnTo>
                  <a:lnTo>
                    <a:pt x="514" y="3023"/>
                  </a:lnTo>
                  <a:lnTo>
                    <a:pt x="533" y="3023"/>
                  </a:lnTo>
                  <a:lnTo>
                    <a:pt x="593" y="3042"/>
                  </a:lnTo>
                  <a:lnTo>
                    <a:pt x="632" y="3023"/>
                  </a:lnTo>
                  <a:lnTo>
                    <a:pt x="672" y="3023"/>
                  </a:lnTo>
                  <a:lnTo>
                    <a:pt x="691" y="3042"/>
                  </a:lnTo>
                  <a:lnTo>
                    <a:pt x="731" y="3042"/>
                  </a:lnTo>
                  <a:lnTo>
                    <a:pt x="711" y="3023"/>
                  </a:lnTo>
                  <a:lnTo>
                    <a:pt x="751" y="3023"/>
                  </a:lnTo>
                  <a:lnTo>
                    <a:pt x="751" y="3003"/>
                  </a:lnTo>
                  <a:lnTo>
                    <a:pt x="790" y="3023"/>
                  </a:lnTo>
                  <a:lnTo>
                    <a:pt x="770" y="3003"/>
                  </a:lnTo>
                  <a:lnTo>
                    <a:pt x="790" y="3003"/>
                  </a:lnTo>
                  <a:lnTo>
                    <a:pt x="909" y="3042"/>
                  </a:lnTo>
                  <a:lnTo>
                    <a:pt x="869" y="3042"/>
                  </a:lnTo>
                  <a:lnTo>
                    <a:pt x="790" y="3023"/>
                  </a:lnTo>
                  <a:lnTo>
                    <a:pt x="790" y="3042"/>
                  </a:lnTo>
                  <a:lnTo>
                    <a:pt x="830" y="3062"/>
                  </a:lnTo>
                  <a:lnTo>
                    <a:pt x="869" y="3062"/>
                  </a:lnTo>
                  <a:lnTo>
                    <a:pt x="929" y="3082"/>
                  </a:lnTo>
                  <a:lnTo>
                    <a:pt x="948" y="3082"/>
                  </a:lnTo>
                  <a:lnTo>
                    <a:pt x="1027" y="3102"/>
                  </a:lnTo>
                  <a:lnTo>
                    <a:pt x="1047" y="3082"/>
                  </a:lnTo>
                  <a:lnTo>
                    <a:pt x="1106" y="3102"/>
                  </a:lnTo>
                  <a:lnTo>
                    <a:pt x="1106" y="3102"/>
                  </a:lnTo>
                  <a:lnTo>
                    <a:pt x="1047" y="3062"/>
                  </a:lnTo>
                  <a:lnTo>
                    <a:pt x="1077" y="3062"/>
                  </a:lnTo>
                  <a:lnTo>
                    <a:pt x="1067" y="3042"/>
                  </a:lnTo>
                  <a:lnTo>
                    <a:pt x="1027" y="3042"/>
                  </a:lnTo>
                  <a:lnTo>
                    <a:pt x="1008" y="3023"/>
                  </a:lnTo>
                  <a:lnTo>
                    <a:pt x="988" y="3023"/>
                  </a:lnTo>
                  <a:lnTo>
                    <a:pt x="889" y="2983"/>
                  </a:lnTo>
                  <a:lnTo>
                    <a:pt x="968" y="3003"/>
                  </a:lnTo>
                  <a:lnTo>
                    <a:pt x="1027" y="3023"/>
                  </a:lnTo>
                  <a:lnTo>
                    <a:pt x="1008" y="3003"/>
                  </a:lnTo>
                  <a:lnTo>
                    <a:pt x="1047" y="3003"/>
                  </a:lnTo>
                  <a:lnTo>
                    <a:pt x="968" y="2983"/>
                  </a:lnTo>
                  <a:lnTo>
                    <a:pt x="1008" y="2983"/>
                  </a:lnTo>
                  <a:lnTo>
                    <a:pt x="909" y="2963"/>
                  </a:lnTo>
                  <a:lnTo>
                    <a:pt x="889" y="2944"/>
                  </a:lnTo>
                  <a:lnTo>
                    <a:pt x="869" y="2924"/>
                  </a:lnTo>
                  <a:lnTo>
                    <a:pt x="849" y="2944"/>
                  </a:lnTo>
                  <a:lnTo>
                    <a:pt x="869" y="2944"/>
                  </a:lnTo>
                  <a:lnTo>
                    <a:pt x="909" y="2963"/>
                  </a:lnTo>
                  <a:lnTo>
                    <a:pt x="909" y="2963"/>
                  </a:lnTo>
                  <a:lnTo>
                    <a:pt x="830" y="2944"/>
                  </a:lnTo>
                  <a:lnTo>
                    <a:pt x="770" y="2924"/>
                  </a:lnTo>
                  <a:lnTo>
                    <a:pt x="869" y="2924"/>
                  </a:lnTo>
                  <a:lnTo>
                    <a:pt x="849" y="2904"/>
                  </a:lnTo>
                  <a:lnTo>
                    <a:pt x="909" y="2924"/>
                  </a:lnTo>
                  <a:lnTo>
                    <a:pt x="929" y="2944"/>
                  </a:lnTo>
                  <a:lnTo>
                    <a:pt x="968" y="2944"/>
                  </a:lnTo>
                  <a:lnTo>
                    <a:pt x="929" y="2924"/>
                  </a:lnTo>
                  <a:lnTo>
                    <a:pt x="948" y="2924"/>
                  </a:lnTo>
                  <a:lnTo>
                    <a:pt x="869" y="2884"/>
                  </a:lnTo>
                  <a:lnTo>
                    <a:pt x="849" y="2865"/>
                  </a:lnTo>
                  <a:lnTo>
                    <a:pt x="830" y="2845"/>
                  </a:lnTo>
                  <a:lnTo>
                    <a:pt x="869" y="2825"/>
                  </a:lnTo>
                  <a:lnTo>
                    <a:pt x="790" y="2825"/>
                  </a:lnTo>
                  <a:lnTo>
                    <a:pt x="770" y="2805"/>
                  </a:lnTo>
                  <a:lnTo>
                    <a:pt x="770" y="2786"/>
                  </a:lnTo>
                  <a:lnTo>
                    <a:pt x="810" y="2786"/>
                  </a:lnTo>
                  <a:lnTo>
                    <a:pt x="731" y="2726"/>
                  </a:lnTo>
                  <a:lnTo>
                    <a:pt x="632" y="2746"/>
                  </a:lnTo>
                  <a:lnTo>
                    <a:pt x="593" y="2726"/>
                  </a:lnTo>
                  <a:lnTo>
                    <a:pt x="652" y="2726"/>
                  </a:lnTo>
                  <a:lnTo>
                    <a:pt x="668" y="2710"/>
                  </a:lnTo>
                  <a:lnTo>
                    <a:pt x="668" y="2710"/>
                  </a:lnTo>
                  <a:lnTo>
                    <a:pt x="810" y="2746"/>
                  </a:lnTo>
                  <a:lnTo>
                    <a:pt x="810" y="2746"/>
                  </a:lnTo>
                  <a:lnTo>
                    <a:pt x="751" y="2707"/>
                  </a:lnTo>
                  <a:lnTo>
                    <a:pt x="711" y="2687"/>
                  </a:lnTo>
                  <a:lnTo>
                    <a:pt x="830" y="2707"/>
                  </a:lnTo>
                  <a:lnTo>
                    <a:pt x="869" y="2746"/>
                  </a:lnTo>
                  <a:lnTo>
                    <a:pt x="849" y="2746"/>
                  </a:lnTo>
                  <a:lnTo>
                    <a:pt x="869" y="2766"/>
                  </a:lnTo>
                  <a:lnTo>
                    <a:pt x="869" y="2786"/>
                  </a:lnTo>
                  <a:lnTo>
                    <a:pt x="909" y="2786"/>
                  </a:lnTo>
                  <a:lnTo>
                    <a:pt x="929" y="2805"/>
                  </a:lnTo>
                  <a:lnTo>
                    <a:pt x="1027" y="2805"/>
                  </a:lnTo>
                  <a:lnTo>
                    <a:pt x="1008" y="2786"/>
                  </a:lnTo>
                  <a:lnTo>
                    <a:pt x="1087" y="2805"/>
                  </a:lnTo>
                  <a:lnTo>
                    <a:pt x="1136" y="2805"/>
                  </a:lnTo>
                  <a:lnTo>
                    <a:pt x="988" y="2746"/>
                  </a:lnTo>
                  <a:lnTo>
                    <a:pt x="948" y="2726"/>
                  </a:lnTo>
                  <a:lnTo>
                    <a:pt x="968" y="2707"/>
                  </a:lnTo>
                  <a:lnTo>
                    <a:pt x="1027" y="2746"/>
                  </a:lnTo>
                  <a:lnTo>
                    <a:pt x="1106" y="2766"/>
                  </a:lnTo>
                  <a:lnTo>
                    <a:pt x="1087" y="2746"/>
                  </a:lnTo>
                  <a:lnTo>
                    <a:pt x="1106" y="2746"/>
                  </a:lnTo>
                  <a:lnTo>
                    <a:pt x="1067" y="2726"/>
                  </a:lnTo>
                  <a:lnTo>
                    <a:pt x="1087" y="2707"/>
                  </a:lnTo>
                  <a:lnTo>
                    <a:pt x="1166" y="2707"/>
                  </a:lnTo>
                  <a:lnTo>
                    <a:pt x="1185" y="2726"/>
                  </a:lnTo>
                  <a:lnTo>
                    <a:pt x="1166" y="2726"/>
                  </a:lnTo>
                  <a:lnTo>
                    <a:pt x="1166" y="2746"/>
                  </a:lnTo>
                  <a:lnTo>
                    <a:pt x="1205" y="2746"/>
                  </a:lnTo>
                  <a:lnTo>
                    <a:pt x="1205" y="2766"/>
                  </a:lnTo>
                  <a:lnTo>
                    <a:pt x="1264" y="2766"/>
                  </a:lnTo>
                  <a:lnTo>
                    <a:pt x="1264" y="2746"/>
                  </a:lnTo>
                  <a:lnTo>
                    <a:pt x="1324" y="2746"/>
                  </a:lnTo>
                  <a:lnTo>
                    <a:pt x="1343" y="2726"/>
                  </a:lnTo>
                  <a:lnTo>
                    <a:pt x="1363" y="2726"/>
                  </a:lnTo>
                  <a:lnTo>
                    <a:pt x="1343" y="2707"/>
                  </a:lnTo>
                  <a:lnTo>
                    <a:pt x="1363" y="2707"/>
                  </a:lnTo>
                  <a:lnTo>
                    <a:pt x="1343" y="2687"/>
                  </a:lnTo>
                  <a:lnTo>
                    <a:pt x="1284" y="2667"/>
                  </a:lnTo>
                  <a:lnTo>
                    <a:pt x="1205" y="2628"/>
                  </a:lnTo>
                  <a:lnTo>
                    <a:pt x="1304" y="2667"/>
                  </a:lnTo>
                  <a:lnTo>
                    <a:pt x="1304" y="2647"/>
                  </a:lnTo>
                  <a:lnTo>
                    <a:pt x="1245" y="2628"/>
                  </a:lnTo>
                  <a:lnTo>
                    <a:pt x="1185" y="2608"/>
                  </a:lnTo>
                  <a:lnTo>
                    <a:pt x="1166" y="2588"/>
                  </a:lnTo>
                  <a:lnTo>
                    <a:pt x="1225" y="2588"/>
                  </a:lnTo>
                  <a:lnTo>
                    <a:pt x="1264" y="2608"/>
                  </a:lnTo>
                  <a:lnTo>
                    <a:pt x="1284" y="2628"/>
                  </a:lnTo>
                  <a:lnTo>
                    <a:pt x="1324" y="2628"/>
                  </a:lnTo>
                  <a:lnTo>
                    <a:pt x="1284" y="2608"/>
                  </a:lnTo>
                  <a:lnTo>
                    <a:pt x="1304" y="2608"/>
                  </a:lnTo>
                  <a:lnTo>
                    <a:pt x="1383" y="2588"/>
                  </a:lnTo>
                  <a:lnTo>
                    <a:pt x="1324" y="2568"/>
                  </a:lnTo>
                  <a:lnTo>
                    <a:pt x="1284" y="2549"/>
                  </a:lnTo>
                  <a:lnTo>
                    <a:pt x="1264" y="2568"/>
                  </a:lnTo>
                  <a:lnTo>
                    <a:pt x="1205" y="2529"/>
                  </a:lnTo>
                  <a:lnTo>
                    <a:pt x="1225" y="2529"/>
                  </a:lnTo>
                  <a:lnTo>
                    <a:pt x="1284" y="2509"/>
                  </a:lnTo>
                  <a:lnTo>
                    <a:pt x="1304" y="2529"/>
                  </a:lnTo>
                  <a:lnTo>
                    <a:pt x="1324" y="2549"/>
                  </a:lnTo>
                  <a:lnTo>
                    <a:pt x="1363" y="2568"/>
                  </a:lnTo>
                  <a:lnTo>
                    <a:pt x="1343" y="2549"/>
                  </a:lnTo>
                  <a:lnTo>
                    <a:pt x="1343" y="2529"/>
                  </a:lnTo>
                  <a:lnTo>
                    <a:pt x="1324" y="2529"/>
                  </a:lnTo>
                  <a:lnTo>
                    <a:pt x="1324" y="2509"/>
                  </a:lnTo>
                  <a:lnTo>
                    <a:pt x="1363" y="2509"/>
                  </a:lnTo>
                  <a:lnTo>
                    <a:pt x="1363" y="2489"/>
                  </a:lnTo>
                  <a:lnTo>
                    <a:pt x="1304" y="2470"/>
                  </a:lnTo>
                  <a:lnTo>
                    <a:pt x="1225" y="2450"/>
                  </a:lnTo>
                  <a:lnTo>
                    <a:pt x="1304" y="2450"/>
                  </a:lnTo>
                  <a:lnTo>
                    <a:pt x="1304" y="2470"/>
                  </a:lnTo>
                  <a:lnTo>
                    <a:pt x="1324" y="2450"/>
                  </a:lnTo>
                  <a:lnTo>
                    <a:pt x="1185" y="2410"/>
                  </a:lnTo>
                  <a:lnTo>
                    <a:pt x="1284" y="2410"/>
                  </a:lnTo>
                  <a:lnTo>
                    <a:pt x="1363" y="2430"/>
                  </a:lnTo>
                  <a:lnTo>
                    <a:pt x="1363" y="2430"/>
                  </a:lnTo>
                  <a:lnTo>
                    <a:pt x="1324" y="2410"/>
                  </a:lnTo>
                  <a:lnTo>
                    <a:pt x="1383" y="2410"/>
                  </a:lnTo>
                  <a:lnTo>
                    <a:pt x="1383" y="2391"/>
                  </a:lnTo>
                  <a:lnTo>
                    <a:pt x="1343" y="2371"/>
                  </a:lnTo>
                  <a:lnTo>
                    <a:pt x="1284" y="2331"/>
                  </a:lnTo>
                  <a:lnTo>
                    <a:pt x="1264" y="2312"/>
                  </a:lnTo>
                  <a:lnTo>
                    <a:pt x="1363" y="2331"/>
                  </a:lnTo>
                  <a:lnTo>
                    <a:pt x="1383" y="2351"/>
                  </a:lnTo>
                  <a:lnTo>
                    <a:pt x="1422" y="2351"/>
                  </a:lnTo>
                  <a:lnTo>
                    <a:pt x="1403" y="2331"/>
                  </a:lnTo>
                  <a:lnTo>
                    <a:pt x="1422" y="2331"/>
                  </a:lnTo>
                  <a:lnTo>
                    <a:pt x="1422" y="2312"/>
                  </a:lnTo>
                  <a:lnTo>
                    <a:pt x="1383" y="2312"/>
                  </a:lnTo>
                  <a:lnTo>
                    <a:pt x="1324" y="2292"/>
                  </a:lnTo>
                  <a:lnTo>
                    <a:pt x="1304" y="2272"/>
                  </a:lnTo>
                  <a:lnTo>
                    <a:pt x="1343" y="2272"/>
                  </a:lnTo>
                  <a:lnTo>
                    <a:pt x="1324" y="2252"/>
                  </a:lnTo>
                  <a:lnTo>
                    <a:pt x="1304" y="2232"/>
                  </a:lnTo>
                  <a:lnTo>
                    <a:pt x="1363" y="2252"/>
                  </a:lnTo>
                  <a:lnTo>
                    <a:pt x="1304" y="2213"/>
                  </a:lnTo>
                  <a:lnTo>
                    <a:pt x="1225" y="2193"/>
                  </a:lnTo>
                  <a:lnTo>
                    <a:pt x="1185" y="2193"/>
                  </a:lnTo>
                  <a:lnTo>
                    <a:pt x="1205" y="2213"/>
                  </a:lnTo>
                  <a:lnTo>
                    <a:pt x="1205" y="2232"/>
                  </a:lnTo>
                  <a:lnTo>
                    <a:pt x="1146" y="2232"/>
                  </a:lnTo>
                  <a:lnTo>
                    <a:pt x="1087" y="2213"/>
                  </a:lnTo>
                  <a:lnTo>
                    <a:pt x="1126" y="2213"/>
                  </a:lnTo>
                  <a:lnTo>
                    <a:pt x="1067" y="2193"/>
                  </a:lnTo>
                  <a:lnTo>
                    <a:pt x="1047" y="2193"/>
                  </a:lnTo>
                  <a:lnTo>
                    <a:pt x="948" y="2173"/>
                  </a:lnTo>
                  <a:lnTo>
                    <a:pt x="929" y="2134"/>
                  </a:lnTo>
                  <a:lnTo>
                    <a:pt x="1008" y="2153"/>
                  </a:lnTo>
                  <a:lnTo>
                    <a:pt x="1087" y="2193"/>
                  </a:lnTo>
                  <a:lnTo>
                    <a:pt x="1067" y="2173"/>
                  </a:lnTo>
                  <a:lnTo>
                    <a:pt x="1146" y="2193"/>
                  </a:lnTo>
                  <a:lnTo>
                    <a:pt x="1087" y="2153"/>
                  </a:lnTo>
                  <a:lnTo>
                    <a:pt x="988" y="2134"/>
                  </a:lnTo>
                  <a:lnTo>
                    <a:pt x="948" y="2134"/>
                  </a:lnTo>
                  <a:lnTo>
                    <a:pt x="948" y="2114"/>
                  </a:lnTo>
                  <a:lnTo>
                    <a:pt x="988" y="2114"/>
                  </a:lnTo>
                  <a:lnTo>
                    <a:pt x="1008" y="2134"/>
                  </a:lnTo>
                  <a:lnTo>
                    <a:pt x="1027" y="2114"/>
                  </a:lnTo>
                  <a:lnTo>
                    <a:pt x="1008" y="2114"/>
                  </a:lnTo>
                  <a:lnTo>
                    <a:pt x="988" y="2094"/>
                  </a:lnTo>
                  <a:lnTo>
                    <a:pt x="1027" y="2094"/>
                  </a:lnTo>
                  <a:lnTo>
                    <a:pt x="1067" y="2114"/>
                  </a:lnTo>
                  <a:lnTo>
                    <a:pt x="1106" y="2134"/>
                  </a:lnTo>
                  <a:lnTo>
                    <a:pt x="1106" y="2153"/>
                  </a:lnTo>
                  <a:lnTo>
                    <a:pt x="1166" y="2153"/>
                  </a:lnTo>
                  <a:lnTo>
                    <a:pt x="1225" y="2173"/>
                  </a:lnTo>
                  <a:lnTo>
                    <a:pt x="1343" y="2213"/>
                  </a:lnTo>
                  <a:lnTo>
                    <a:pt x="1343" y="2193"/>
                  </a:lnTo>
                  <a:lnTo>
                    <a:pt x="1383" y="2193"/>
                  </a:lnTo>
                  <a:lnTo>
                    <a:pt x="1343" y="2173"/>
                  </a:lnTo>
                  <a:lnTo>
                    <a:pt x="1363" y="2173"/>
                  </a:lnTo>
                  <a:lnTo>
                    <a:pt x="1363" y="2153"/>
                  </a:lnTo>
                  <a:lnTo>
                    <a:pt x="1304" y="2134"/>
                  </a:lnTo>
                  <a:lnTo>
                    <a:pt x="1363" y="2134"/>
                  </a:lnTo>
                  <a:lnTo>
                    <a:pt x="1363" y="2114"/>
                  </a:lnTo>
                  <a:lnTo>
                    <a:pt x="1324" y="2074"/>
                  </a:lnTo>
                  <a:lnTo>
                    <a:pt x="1363" y="2074"/>
                  </a:lnTo>
                  <a:lnTo>
                    <a:pt x="1403" y="2094"/>
                  </a:lnTo>
                  <a:lnTo>
                    <a:pt x="1422" y="2074"/>
                  </a:lnTo>
                  <a:lnTo>
                    <a:pt x="1403" y="2055"/>
                  </a:lnTo>
                  <a:lnTo>
                    <a:pt x="1363" y="2035"/>
                  </a:lnTo>
                  <a:lnTo>
                    <a:pt x="1324" y="1995"/>
                  </a:lnTo>
                  <a:lnTo>
                    <a:pt x="1324" y="1976"/>
                  </a:lnTo>
                  <a:lnTo>
                    <a:pt x="1324" y="1956"/>
                  </a:lnTo>
                  <a:lnTo>
                    <a:pt x="1383" y="1976"/>
                  </a:lnTo>
                  <a:lnTo>
                    <a:pt x="1343" y="1956"/>
                  </a:lnTo>
                  <a:lnTo>
                    <a:pt x="1403" y="1956"/>
                  </a:lnTo>
                  <a:lnTo>
                    <a:pt x="1383" y="1936"/>
                  </a:lnTo>
                  <a:lnTo>
                    <a:pt x="1363" y="1916"/>
                  </a:lnTo>
                  <a:lnTo>
                    <a:pt x="1422" y="1916"/>
                  </a:lnTo>
                  <a:lnTo>
                    <a:pt x="1422" y="1897"/>
                  </a:lnTo>
                  <a:lnTo>
                    <a:pt x="1383" y="1877"/>
                  </a:lnTo>
                  <a:lnTo>
                    <a:pt x="1324" y="1837"/>
                  </a:lnTo>
                  <a:lnTo>
                    <a:pt x="1422" y="1877"/>
                  </a:lnTo>
                  <a:lnTo>
                    <a:pt x="1383" y="1778"/>
                  </a:lnTo>
                  <a:lnTo>
                    <a:pt x="1383" y="1699"/>
                  </a:lnTo>
                  <a:lnTo>
                    <a:pt x="1403" y="1699"/>
                  </a:lnTo>
                  <a:lnTo>
                    <a:pt x="1403" y="1679"/>
                  </a:lnTo>
                  <a:lnTo>
                    <a:pt x="1363" y="1640"/>
                  </a:lnTo>
                  <a:lnTo>
                    <a:pt x="1343" y="1600"/>
                  </a:lnTo>
                  <a:lnTo>
                    <a:pt x="1343" y="1581"/>
                  </a:lnTo>
                  <a:lnTo>
                    <a:pt x="1363" y="1581"/>
                  </a:lnTo>
                  <a:lnTo>
                    <a:pt x="1324" y="1561"/>
                  </a:lnTo>
                  <a:lnTo>
                    <a:pt x="1264" y="1541"/>
                  </a:lnTo>
                  <a:lnTo>
                    <a:pt x="1126" y="1502"/>
                  </a:lnTo>
                  <a:lnTo>
                    <a:pt x="1126" y="1482"/>
                  </a:lnTo>
                  <a:lnTo>
                    <a:pt x="1166" y="1502"/>
                  </a:lnTo>
                  <a:lnTo>
                    <a:pt x="1225" y="1502"/>
                  </a:lnTo>
                  <a:lnTo>
                    <a:pt x="1304" y="1521"/>
                  </a:lnTo>
                  <a:lnTo>
                    <a:pt x="1383" y="1561"/>
                  </a:lnTo>
                  <a:lnTo>
                    <a:pt x="1324" y="1502"/>
                  </a:lnTo>
                  <a:lnTo>
                    <a:pt x="1343" y="1502"/>
                  </a:lnTo>
                  <a:lnTo>
                    <a:pt x="1343" y="148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403" y="1521"/>
                  </a:lnTo>
                  <a:lnTo>
                    <a:pt x="1442" y="1541"/>
                  </a:lnTo>
                  <a:lnTo>
                    <a:pt x="1422" y="1502"/>
                  </a:lnTo>
                  <a:lnTo>
                    <a:pt x="1422" y="1482"/>
                  </a:lnTo>
                  <a:lnTo>
                    <a:pt x="1442" y="1482"/>
                  </a:lnTo>
                  <a:lnTo>
                    <a:pt x="1383" y="1462"/>
                  </a:lnTo>
                  <a:lnTo>
                    <a:pt x="1363" y="1442"/>
                  </a:lnTo>
                  <a:lnTo>
                    <a:pt x="1304" y="1403"/>
                  </a:lnTo>
                  <a:lnTo>
                    <a:pt x="1304" y="1403"/>
                  </a:lnTo>
                  <a:lnTo>
                    <a:pt x="1403" y="1442"/>
                  </a:lnTo>
                  <a:lnTo>
                    <a:pt x="1343" y="1403"/>
                  </a:lnTo>
                  <a:lnTo>
                    <a:pt x="1343" y="1383"/>
                  </a:lnTo>
                  <a:lnTo>
                    <a:pt x="1422" y="1383"/>
                  </a:lnTo>
                  <a:lnTo>
                    <a:pt x="1403" y="1363"/>
                  </a:lnTo>
                  <a:lnTo>
                    <a:pt x="1383" y="1344"/>
                  </a:lnTo>
                  <a:lnTo>
                    <a:pt x="1422" y="1363"/>
                  </a:lnTo>
                  <a:lnTo>
                    <a:pt x="1442" y="1324"/>
                  </a:lnTo>
                  <a:lnTo>
                    <a:pt x="1462" y="1304"/>
                  </a:lnTo>
                  <a:lnTo>
                    <a:pt x="1501" y="1304"/>
                  </a:lnTo>
                  <a:lnTo>
                    <a:pt x="1462" y="1265"/>
                  </a:lnTo>
                  <a:lnTo>
                    <a:pt x="1403" y="1225"/>
                  </a:lnTo>
                  <a:lnTo>
                    <a:pt x="1383" y="1225"/>
                  </a:lnTo>
                  <a:lnTo>
                    <a:pt x="1343" y="1205"/>
                  </a:lnTo>
                  <a:lnTo>
                    <a:pt x="1304" y="1186"/>
                  </a:lnTo>
                  <a:lnTo>
                    <a:pt x="1304" y="1166"/>
                  </a:lnTo>
                  <a:lnTo>
                    <a:pt x="1343" y="1186"/>
                  </a:lnTo>
                  <a:lnTo>
                    <a:pt x="1383" y="1186"/>
                  </a:lnTo>
                  <a:lnTo>
                    <a:pt x="1422" y="1205"/>
                  </a:lnTo>
                  <a:lnTo>
                    <a:pt x="1422" y="1186"/>
                  </a:lnTo>
                  <a:lnTo>
                    <a:pt x="1482" y="1186"/>
                  </a:lnTo>
                  <a:lnTo>
                    <a:pt x="1462" y="1166"/>
                  </a:lnTo>
                  <a:lnTo>
                    <a:pt x="1422" y="1126"/>
                  </a:lnTo>
                  <a:lnTo>
                    <a:pt x="1422" y="1126"/>
                  </a:lnTo>
                  <a:lnTo>
                    <a:pt x="1462" y="1146"/>
                  </a:lnTo>
                  <a:lnTo>
                    <a:pt x="1501" y="1146"/>
                  </a:lnTo>
                  <a:lnTo>
                    <a:pt x="1462" y="1126"/>
                  </a:lnTo>
                  <a:lnTo>
                    <a:pt x="1383" y="1087"/>
                  </a:lnTo>
                  <a:lnTo>
                    <a:pt x="1403" y="1087"/>
                  </a:lnTo>
                  <a:lnTo>
                    <a:pt x="1383" y="1067"/>
                  </a:lnTo>
                  <a:lnTo>
                    <a:pt x="1383" y="1067"/>
                  </a:lnTo>
                  <a:lnTo>
                    <a:pt x="1462" y="1107"/>
                  </a:lnTo>
                  <a:lnTo>
                    <a:pt x="1422" y="1067"/>
                  </a:lnTo>
                  <a:lnTo>
                    <a:pt x="1363" y="1047"/>
                  </a:lnTo>
                  <a:lnTo>
                    <a:pt x="1403" y="1047"/>
                  </a:lnTo>
                  <a:lnTo>
                    <a:pt x="1343" y="1008"/>
                  </a:lnTo>
                  <a:lnTo>
                    <a:pt x="1284" y="968"/>
                  </a:lnTo>
                  <a:lnTo>
                    <a:pt x="1343" y="968"/>
                  </a:lnTo>
                  <a:lnTo>
                    <a:pt x="1442" y="988"/>
                  </a:lnTo>
                  <a:lnTo>
                    <a:pt x="1422" y="1008"/>
                  </a:lnTo>
                  <a:lnTo>
                    <a:pt x="1403" y="1008"/>
                  </a:lnTo>
                  <a:lnTo>
                    <a:pt x="1482" y="1028"/>
                  </a:lnTo>
                  <a:lnTo>
                    <a:pt x="1521" y="1008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501" y="929"/>
                  </a:lnTo>
                  <a:lnTo>
                    <a:pt x="1521" y="909"/>
                  </a:lnTo>
                  <a:lnTo>
                    <a:pt x="1501" y="889"/>
                  </a:lnTo>
                  <a:lnTo>
                    <a:pt x="1561" y="870"/>
                  </a:lnTo>
                  <a:lnTo>
                    <a:pt x="1561" y="830"/>
                  </a:lnTo>
                  <a:lnTo>
                    <a:pt x="1580" y="810"/>
                  </a:lnTo>
                  <a:lnTo>
                    <a:pt x="1561" y="791"/>
                  </a:lnTo>
                  <a:lnTo>
                    <a:pt x="1541" y="751"/>
                  </a:lnTo>
                  <a:lnTo>
                    <a:pt x="1541" y="751"/>
                  </a:lnTo>
                  <a:lnTo>
                    <a:pt x="1580" y="771"/>
                  </a:lnTo>
                  <a:lnTo>
                    <a:pt x="1580" y="771"/>
                  </a:lnTo>
                  <a:lnTo>
                    <a:pt x="1501" y="712"/>
                  </a:lnTo>
                  <a:lnTo>
                    <a:pt x="1482" y="672"/>
                  </a:lnTo>
                  <a:lnTo>
                    <a:pt x="1442" y="633"/>
                  </a:lnTo>
                  <a:lnTo>
                    <a:pt x="1343" y="573"/>
                  </a:lnTo>
                  <a:lnTo>
                    <a:pt x="1403" y="593"/>
                  </a:lnTo>
                  <a:lnTo>
                    <a:pt x="1462" y="613"/>
                  </a:lnTo>
                  <a:lnTo>
                    <a:pt x="1422" y="573"/>
                  </a:lnTo>
                  <a:lnTo>
                    <a:pt x="1442" y="573"/>
                  </a:lnTo>
                  <a:lnTo>
                    <a:pt x="1482" y="593"/>
                  </a:lnTo>
                  <a:lnTo>
                    <a:pt x="1501" y="593"/>
                  </a:lnTo>
                  <a:lnTo>
                    <a:pt x="1482" y="573"/>
                  </a:lnTo>
                  <a:lnTo>
                    <a:pt x="1501" y="573"/>
                  </a:lnTo>
                  <a:lnTo>
                    <a:pt x="1422" y="534"/>
                  </a:lnTo>
                  <a:lnTo>
                    <a:pt x="1383" y="494"/>
                  </a:lnTo>
                  <a:lnTo>
                    <a:pt x="1363" y="494"/>
                  </a:lnTo>
                  <a:lnTo>
                    <a:pt x="1324" y="475"/>
                  </a:lnTo>
                  <a:lnTo>
                    <a:pt x="1343" y="475"/>
                  </a:lnTo>
                  <a:lnTo>
                    <a:pt x="1304" y="415"/>
                  </a:lnTo>
                  <a:lnTo>
                    <a:pt x="1304" y="356"/>
                  </a:lnTo>
                  <a:lnTo>
                    <a:pt x="1324" y="297"/>
                  </a:lnTo>
                  <a:lnTo>
                    <a:pt x="1363" y="257"/>
                  </a:lnTo>
                  <a:lnTo>
                    <a:pt x="1403" y="277"/>
                  </a:lnTo>
                  <a:lnTo>
                    <a:pt x="1383" y="257"/>
                  </a:lnTo>
                  <a:lnTo>
                    <a:pt x="1403" y="257"/>
                  </a:lnTo>
                  <a:lnTo>
                    <a:pt x="1422" y="238"/>
                  </a:lnTo>
                  <a:lnTo>
                    <a:pt x="1422" y="218"/>
                  </a:lnTo>
                  <a:lnTo>
                    <a:pt x="1521" y="218"/>
                  </a:lnTo>
                  <a:lnTo>
                    <a:pt x="1541" y="198"/>
                  </a:lnTo>
                  <a:lnTo>
                    <a:pt x="1521" y="178"/>
                  </a:lnTo>
                  <a:lnTo>
                    <a:pt x="1521" y="178"/>
                  </a:lnTo>
                  <a:lnTo>
                    <a:pt x="1600" y="198"/>
                  </a:lnTo>
                  <a:lnTo>
                    <a:pt x="1659" y="218"/>
                  </a:lnTo>
                  <a:lnTo>
                    <a:pt x="1640" y="178"/>
                  </a:lnTo>
                  <a:lnTo>
                    <a:pt x="1600" y="159"/>
                  </a:lnTo>
                  <a:lnTo>
                    <a:pt x="1580" y="178"/>
                  </a:lnTo>
                  <a:lnTo>
                    <a:pt x="1541" y="139"/>
                  </a:lnTo>
                  <a:lnTo>
                    <a:pt x="1521" y="119"/>
                  </a:lnTo>
                  <a:lnTo>
                    <a:pt x="1383" y="80"/>
                  </a:lnTo>
                  <a:lnTo>
                    <a:pt x="1205" y="20"/>
                  </a:lnTo>
                  <a:lnTo>
                    <a:pt x="1205" y="40"/>
                  </a:lnTo>
                  <a:lnTo>
                    <a:pt x="1146" y="20"/>
                  </a:lnTo>
                  <a:lnTo>
                    <a:pt x="1106" y="1"/>
                  </a:lnTo>
                  <a:close/>
                  <a:moveTo>
                    <a:pt x="1027" y="3102"/>
                  </a:moveTo>
                  <a:lnTo>
                    <a:pt x="1106" y="3121"/>
                  </a:lnTo>
                  <a:lnTo>
                    <a:pt x="1067" y="31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8" name="Google Shape;7678;p29"/>
            <p:cNvSpPr/>
            <p:nvPr/>
          </p:nvSpPr>
          <p:spPr>
            <a:xfrm>
              <a:off x="-1600525" y="3559325"/>
              <a:ext cx="525" cy="25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9" name="Google Shape;7679;p29"/>
            <p:cNvSpPr/>
            <p:nvPr/>
          </p:nvSpPr>
          <p:spPr>
            <a:xfrm>
              <a:off x="-1617800" y="3517850"/>
              <a:ext cx="1000" cy="25"/>
            </a:xfrm>
            <a:custGeom>
              <a:rect b="b" l="l" r="r" t="t"/>
              <a:pathLst>
                <a:path extrusionOk="0" h="1" w="40">
                  <a:moveTo>
                    <a:pt x="40" y="0"/>
                  </a:moveTo>
                  <a:lnTo>
                    <a:pt x="4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40" y="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0" name="Google Shape;7680;p29"/>
            <p:cNvSpPr/>
            <p:nvPr/>
          </p:nvSpPr>
          <p:spPr>
            <a:xfrm>
              <a:off x="-1614850" y="35568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0" y="2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1" name="Google Shape;7681;p29"/>
            <p:cNvSpPr/>
            <p:nvPr/>
          </p:nvSpPr>
          <p:spPr>
            <a:xfrm>
              <a:off x="-1530900" y="3470425"/>
              <a:ext cx="42000" cy="38550"/>
            </a:xfrm>
            <a:custGeom>
              <a:rect b="b" l="l" r="r" t="t"/>
              <a:pathLst>
                <a:path extrusionOk="0" h="1542" w="1680">
                  <a:moveTo>
                    <a:pt x="218" y="1245"/>
                  </a:moveTo>
                  <a:lnTo>
                    <a:pt x="218" y="1245"/>
                  </a:lnTo>
                  <a:lnTo>
                    <a:pt x="218" y="1245"/>
                  </a:lnTo>
                  <a:close/>
                  <a:moveTo>
                    <a:pt x="1344" y="1265"/>
                  </a:moveTo>
                  <a:lnTo>
                    <a:pt x="1344" y="1285"/>
                  </a:lnTo>
                  <a:lnTo>
                    <a:pt x="1354" y="1265"/>
                  </a:lnTo>
                  <a:close/>
                  <a:moveTo>
                    <a:pt x="310" y="1265"/>
                  </a:moveTo>
                  <a:lnTo>
                    <a:pt x="300" y="1296"/>
                  </a:lnTo>
                  <a:lnTo>
                    <a:pt x="310" y="1265"/>
                  </a:lnTo>
                  <a:close/>
                  <a:moveTo>
                    <a:pt x="1304" y="1314"/>
                  </a:moveTo>
                  <a:lnTo>
                    <a:pt x="1284" y="1344"/>
                  </a:lnTo>
                  <a:lnTo>
                    <a:pt x="1304" y="1324"/>
                  </a:lnTo>
                  <a:lnTo>
                    <a:pt x="1304" y="1314"/>
                  </a:lnTo>
                  <a:close/>
                  <a:moveTo>
                    <a:pt x="1284" y="1344"/>
                  </a:moveTo>
                  <a:lnTo>
                    <a:pt x="1284" y="1344"/>
                  </a:lnTo>
                  <a:lnTo>
                    <a:pt x="1284" y="1344"/>
                  </a:lnTo>
                  <a:close/>
                  <a:moveTo>
                    <a:pt x="1585" y="1348"/>
                  </a:moveTo>
                  <a:lnTo>
                    <a:pt x="1574" y="1364"/>
                  </a:lnTo>
                  <a:lnTo>
                    <a:pt x="1581" y="1364"/>
                  </a:lnTo>
                  <a:lnTo>
                    <a:pt x="1585" y="1348"/>
                  </a:lnTo>
                  <a:close/>
                  <a:moveTo>
                    <a:pt x="376" y="1265"/>
                  </a:moveTo>
                  <a:lnTo>
                    <a:pt x="336" y="1344"/>
                  </a:lnTo>
                  <a:lnTo>
                    <a:pt x="336" y="1364"/>
                  </a:lnTo>
                  <a:lnTo>
                    <a:pt x="336" y="1384"/>
                  </a:lnTo>
                  <a:lnTo>
                    <a:pt x="356" y="1324"/>
                  </a:lnTo>
                  <a:lnTo>
                    <a:pt x="376" y="1265"/>
                  </a:lnTo>
                  <a:close/>
                  <a:moveTo>
                    <a:pt x="1561" y="1344"/>
                  </a:moveTo>
                  <a:lnTo>
                    <a:pt x="1541" y="1364"/>
                  </a:lnTo>
                  <a:lnTo>
                    <a:pt x="1561" y="1384"/>
                  </a:lnTo>
                  <a:lnTo>
                    <a:pt x="1574" y="1364"/>
                  </a:lnTo>
                  <a:lnTo>
                    <a:pt x="1561" y="1364"/>
                  </a:lnTo>
                  <a:lnTo>
                    <a:pt x="1561" y="1344"/>
                  </a:lnTo>
                  <a:close/>
                  <a:moveTo>
                    <a:pt x="1092" y="1377"/>
                  </a:moveTo>
                  <a:lnTo>
                    <a:pt x="1087" y="1384"/>
                  </a:lnTo>
                  <a:lnTo>
                    <a:pt x="1084" y="1398"/>
                  </a:lnTo>
                  <a:lnTo>
                    <a:pt x="1092" y="1377"/>
                  </a:lnTo>
                  <a:close/>
                  <a:moveTo>
                    <a:pt x="1660" y="1384"/>
                  </a:moveTo>
                  <a:lnTo>
                    <a:pt x="1660" y="1423"/>
                  </a:lnTo>
                  <a:lnTo>
                    <a:pt x="1660" y="1443"/>
                  </a:lnTo>
                  <a:lnTo>
                    <a:pt x="1679" y="1423"/>
                  </a:lnTo>
                  <a:lnTo>
                    <a:pt x="1679" y="1403"/>
                  </a:lnTo>
                  <a:lnTo>
                    <a:pt x="1660" y="1384"/>
                  </a:lnTo>
                  <a:close/>
                  <a:moveTo>
                    <a:pt x="1304" y="1344"/>
                  </a:moveTo>
                  <a:lnTo>
                    <a:pt x="1304" y="1364"/>
                  </a:lnTo>
                  <a:lnTo>
                    <a:pt x="1284" y="1364"/>
                  </a:lnTo>
                  <a:lnTo>
                    <a:pt x="1284" y="1344"/>
                  </a:lnTo>
                  <a:lnTo>
                    <a:pt x="1265" y="1384"/>
                  </a:lnTo>
                  <a:lnTo>
                    <a:pt x="1265" y="1463"/>
                  </a:lnTo>
                  <a:lnTo>
                    <a:pt x="1284" y="1463"/>
                  </a:lnTo>
                  <a:lnTo>
                    <a:pt x="1284" y="1443"/>
                  </a:lnTo>
                  <a:lnTo>
                    <a:pt x="1304" y="1423"/>
                  </a:lnTo>
                  <a:lnTo>
                    <a:pt x="1304" y="1443"/>
                  </a:lnTo>
                  <a:lnTo>
                    <a:pt x="1324" y="1344"/>
                  </a:lnTo>
                  <a:close/>
                  <a:moveTo>
                    <a:pt x="1084" y="1398"/>
                  </a:moveTo>
                  <a:lnTo>
                    <a:pt x="1067" y="1443"/>
                  </a:lnTo>
                  <a:lnTo>
                    <a:pt x="1067" y="1463"/>
                  </a:lnTo>
                  <a:lnTo>
                    <a:pt x="1067" y="1482"/>
                  </a:lnTo>
                  <a:lnTo>
                    <a:pt x="1084" y="1398"/>
                  </a:lnTo>
                  <a:close/>
                  <a:moveTo>
                    <a:pt x="119" y="1"/>
                  </a:moveTo>
                  <a:lnTo>
                    <a:pt x="99" y="40"/>
                  </a:lnTo>
                  <a:lnTo>
                    <a:pt x="99" y="80"/>
                  </a:lnTo>
                  <a:lnTo>
                    <a:pt x="80" y="119"/>
                  </a:lnTo>
                  <a:lnTo>
                    <a:pt x="60" y="139"/>
                  </a:lnTo>
                  <a:lnTo>
                    <a:pt x="40" y="297"/>
                  </a:lnTo>
                  <a:lnTo>
                    <a:pt x="20" y="475"/>
                  </a:lnTo>
                  <a:lnTo>
                    <a:pt x="20" y="534"/>
                  </a:lnTo>
                  <a:lnTo>
                    <a:pt x="1" y="594"/>
                  </a:lnTo>
                  <a:lnTo>
                    <a:pt x="20" y="613"/>
                  </a:lnTo>
                  <a:lnTo>
                    <a:pt x="20" y="574"/>
                  </a:lnTo>
                  <a:lnTo>
                    <a:pt x="40" y="594"/>
                  </a:lnTo>
                  <a:lnTo>
                    <a:pt x="40" y="633"/>
                  </a:lnTo>
                  <a:lnTo>
                    <a:pt x="60" y="594"/>
                  </a:lnTo>
                  <a:lnTo>
                    <a:pt x="40" y="653"/>
                  </a:lnTo>
                  <a:lnTo>
                    <a:pt x="20" y="732"/>
                  </a:lnTo>
                  <a:lnTo>
                    <a:pt x="40" y="752"/>
                  </a:lnTo>
                  <a:lnTo>
                    <a:pt x="40" y="732"/>
                  </a:lnTo>
                  <a:lnTo>
                    <a:pt x="60" y="712"/>
                  </a:lnTo>
                  <a:lnTo>
                    <a:pt x="60" y="752"/>
                  </a:lnTo>
                  <a:lnTo>
                    <a:pt x="60" y="791"/>
                  </a:lnTo>
                  <a:lnTo>
                    <a:pt x="60" y="811"/>
                  </a:lnTo>
                  <a:lnTo>
                    <a:pt x="60" y="850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99" y="712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80" y="831"/>
                  </a:lnTo>
                  <a:lnTo>
                    <a:pt x="80" y="870"/>
                  </a:lnTo>
                  <a:lnTo>
                    <a:pt x="99" y="870"/>
                  </a:lnTo>
                  <a:lnTo>
                    <a:pt x="99" y="890"/>
                  </a:lnTo>
                  <a:lnTo>
                    <a:pt x="80" y="910"/>
                  </a:lnTo>
                  <a:lnTo>
                    <a:pt x="80" y="989"/>
                  </a:lnTo>
                  <a:lnTo>
                    <a:pt x="99" y="969"/>
                  </a:lnTo>
                  <a:lnTo>
                    <a:pt x="119" y="929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9" y="949"/>
                  </a:lnTo>
                  <a:lnTo>
                    <a:pt x="139" y="969"/>
                  </a:lnTo>
                  <a:lnTo>
                    <a:pt x="139" y="1028"/>
                  </a:lnTo>
                  <a:lnTo>
                    <a:pt x="139" y="1048"/>
                  </a:lnTo>
                  <a:lnTo>
                    <a:pt x="159" y="1048"/>
                  </a:lnTo>
                  <a:lnTo>
                    <a:pt x="178" y="1008"/>
                  </a:lnTo>
                  <a:lnTo>
                    <a:pt x="178" y="1068"/>
                  </a:lnTo>
                  <a:lnTo>
                    <a:pt x="198" y="949"/>
                  </a:lnTo>
                  <a:lnTo>
                    <a:pt x="218" y="910"/>
                  </a:lnTo>
                  <a:lnTo>
                    <a:pt x="238" y="870"/>
                  </a:lnTo>
                  <a:lnTo>
                    <a:pt x="238" y="929"/>
                  </a:lnTo>
                  <a:lnTo>
                    <a:pt x="218" y="989"/>
                  </a:lnTo>
                  <a:lnTo>
                    <a:pt x="198" y="1107"/>
                  </a:lnTo>
                  <a:lnTo>
                    <a:pt x="218" y="1107"/>
                  </a:lnTo>
                  <a:lnTo>
                    <a:pt x="218" y="1147"/>
                  </a:lnTo>
                  <a:lnTo>
                    <a:pt x="198" y="1186"/>
                  </a:lnTo>
                  <a:lnTo>
                    <a:pt x="218" y="1226"/>
                  </a:lnTo>
                  <a:lnTo>
                    <a:pt x="218" y="1245"/>
                  </a:lnTo>
                  <a:lnTo>
                    <a:pt x="238" y="1186"/>
                  </a:lnTo>
                  <a:lnTo>
                    <a:pt x="238" y="1206"/>
                  </a:lnTo>
                  <a:lnTo>
                    <a:pt x="238" y="1265"/>
                  </a:lnTo>
                  <a:lnTo>
                    <a:pt x="257" y="1245"/>
                  </a:lnTo>
                  <a:lnTo>
                    <a:pt x="257" y="1265"/>
                  </a:lnTo>
                  <a:lnTo>
                    <a:pt x="277" y="1245"/>
                  </a:lnTo>
                  <a:lnTo>
                    <a:pt x="297" y="1206"/>
                  </a:lnTo>
                  <a:lnTo>
                    <a:pt x="317" y="1245"/>
                  </a:lnTo>
                  <a:lnTo>
                    <a:pt x="310" y="1265"/>
                  </a:lnTo>
                  <a:lnTo>
                    <a:pt x="356" y="1127"/>
                  </a:lnTo>
                  <a:lnTo>
                    <a:pt x="356" y="1186"/>
                  </a:lnTo>
                  <a:lnTo>
                    <a:pt x="336" y="1285"/>
                  </a:lnTo>
                  <a:lnTo>
                    <a:pt x="336" y="1265"/>
                  </a:lnTo>
                  <a:lnTo>
                    <a:pt x="317" y="1305"/>
                  </a:lnTo>
                  <a:lnTo>
                    <a:pt x="317" y="1324"/>
                  </a:lnTo>
                  <a:lnTo>
                    <a:pt x="336" y="1305"/>
                  </a:lnTo>
                  <a:lnTo>
                    <a:pt x="356" y="1265"/>
                  </a:lnTo>
                  <a:lnTo>
                    <a:pt x="376" y="1226"/>
                  </a:lnTo>
                  <a:lnTo>
                    <a:pt x="396" y="1186"/>
                  </a:lnTo>
                  <a:lnTo>
                    <a:pt x="435" y="1087"/>
                  </a:lnTo>
                  <a:lnTo>
                    <a:pt x="435" y="1147"/>
                  </a:lnTo>
                  <a:lnTo>
                    <a:pt x="415" y="1265"/>
                  </a:lnTo>
                  <a:lnTo>
                    <a:pt x="415" y="1344"/>
                  </a:lnTo>
                  <a:lnTo>
                    <a:pt x="435" y="1285"/>
                  </a:lnTo>
                  <a:lnTo>
                    <a:pt x="455" y="1226"/>
                  </a:lnTo>
                  <a:lnTo>
                    <a:pt x="455" y="1305"/>
                  </a:lnTo>
                  <a:lnTo>
                    <a:pt x="475" y="1324"/>
                  </a:lnTo>
                  <a:lnTo>
                    <a:pt x="475" y="1364"/>
                  </a:lnTo>
                  <a:lnTo>
                    <a:pt x="494" y="1384"/>
                  </a:lnTo>
                  <a:lnTo>
                    <a:pt x="514" y="1384"/>
                  </a:lnTo>
                  <a:lnTo>
                    <a:pt x="514" y="1285"/>
                  </a:lnTo>
                  <a:lnTo>
                    <a:pt x="494" y="1364"/>
                  </a:lnTo>
                  <a:lnTo>
                    <a:pt x="514" y="1245"/>
                  </a:lnTo>
                  <a:lnTo>
                    <a:pt x="554" y="1147"/>
                  </a:lnTo>
                  <a:lnTo>
                    <a:pt x="554" y="1166"/>
                  </a:lnTo>
                  <a:lnTo>
                    <a:pt x="554" y="1206"/>
                  </a:lnTo>
                  <a:lnTo>
                    <a:pt x="573" y="1166"/>
                  </a:lnTo>
                  <a:lnTo>
                    <a:pt x="573" y="1127"/>
                  </a:lnTo>
                  <a:lnTo>
                    <a:pt x="593" y="1107"/>
                  </a:lnTo>
                  <a:lnTo>
                    <a:pt x="593" y="1147"/>
                  </a:lnTo>
                  <a:lnTo>
                    <a:pt x="573" y="1206"/>
                  </a:lnTo>
                  <a:lnTo>
                    <a:pt x="593" y="1186"/>
                  </a:lnTo>
                  <a:lnTo>
                    <a:pt x="573" y="1265"/>
                  </a:lnTo>
                  <a:lnTo>
                    <a:pt x="573" y="1305"/>
                  </a:lnTo>
                  <a:lnTo>
                    <a:pt x="554" y="1364"/>
                  </a:lnTo>
                  <a:lnTo>
                    <a:pt x="573" y="1344"/>
                  </a:lnTo>
                  <a:lnTo>
                    <a:pt x="573" y="1344"/>
                  </a:lnTo>
                  <a:lnTo>
                    <a:pt x="554" y="1423"/>
                  </a:lnTo>
                  <a:lnTo>
                    <a:pt x="554" y="1443"/>
                  </a:lnTo>
                  <a:lnTo>
                    <a:pt x="573" y="1423"/>
                  </a:lnTo>
                  <a:lnTo>
                    <a:pt x="573" y="1443"/>
                  </a:lnTo>
                  <a:lnTo>
                    <a:pt x="593" y="1384"/>
                  </a:lnTo>
                  <a:lnTo>
                    <a:pt x="613" y="1443"/>
                  </a:lnTo>
                  <a:lnTo>
                    <a:pt x="633" y="1463"/>
                  </a:lnTo>
                  <a:lnTo>
                    <a:pt x="633" y="1403"/>
                  </a:lnTo>
                  <a:lnTo>
                    <a:pt x="652" y="1384"/>
                  </a:lnTo>
                  <a:lnTo>
                    <a:pt x="652" y="1403"/>
                  </a:lnTo>
                  <a:lnTo>
                    <a:pt x="652" y="1443"/>
                  </a:lnTo>
                  <a:lnTo>
                    <a:pt x="652" y="1463"/>
                  </a:lnTo>
                  <a:lnTo>
                    <a:pt x="692" y="1423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712" y="1384"/>
                  </a:lnTo>
                  <a:lnTo>
                    <a:pt x="751" y="1305"/>
                  </a:lnTo>
                  <a:lnTo>
                    <a:pt x="731" y="1364"/>
                  </a:lnTo>
                  <a:lnTo>
                    <a:pt x="731" y="1403"/>
                  </a:lnTo>
                  <a:lnTo>
                    <a:pt x="751" y="1403"/>
                  </a:lnTo>
                  <a:lnTo>
                    <a:pt x="751" y="1423"/>
                  </a:lnTo>
                  <a:lnTo>
                    <a:pt x="830" y="1226"/>
                  </a:lnTo>
                  <a:lnTo>
                    <a:pt x="870" y="1127"/>
                  </a:lnTo>
                  <a:lnTo>
                    <a:pt x="889" y="1008"/>
                  </a:lnTo>
                  <a:lnTo>
                    <a:pt x="889" y="1068"/>
                  </a:lnTo>
                  <a:lnTo>
                    <a:pt x="909" y="1107"/>
                  </a:lnTo>
                  <a:lnTo>
                    <a:pt x="889" y="1186"/>
                  </a:lnTo>
                  <a:lnTo>
                    <a:pt x="889" y="1206"/>
                  </a:lnTo>
                  <a:lnTo>
                    <a:pt x="870" y="1245"/>
                  </a:lnTo>
                  <a:lnTo>
                    <a:pt x="870" y="1324"/>
                  </a:lnTo>
                  <a:lnTo>
                    <a:pt x="850" y="1384"/>
                  </a:lnTo>
                  <a:lnTo>
                    <a:pt x="850" y="1324"/>
                  </a:lnTo>
                  <a:lnTo>
                    <a:pt x="830" y="1364"/>
                  </a:lnTo>
                  <a:lnTo>
                    <a:pt x="830" y="1403"/>
                  </a:lnTo>
                  <a:lnTo>
                    <a:pt x="810" y="1502"/>
                  </a:lnTo>
                  <a:lnTo>
                    <a:pt x="830" y="1482"/>
                  </a:lnTo>
                  <a:lnTo>
                    <a:pt x="830" y="1463"/>
                  </a:lnTo>
                  <a:lnTo>
                    <a:pt x="850" y="1502"/>
                  </a:lnTo>
                  <a:lnTo>
                    <a:pt x="850" y="1482"/>
                  </a:lnTo>
                  <a:lnTo>
                    <a:pt x="870" y="1463"/>
                  </a:lnTo>
                  <a:lnTo>
                    <a:pt x="870" y="1482"/>
                  </a:lnTo>
                  <a:lnTo>
                    <a:pt x="889" y="1403"/>
                  </a:lnTo>
                  <a:lnTo>
                    <a:pt x="909" y="1403"/>
                  </a:lnTo>
                  <a:lnTo>
                    <a:pt x="909" y="1423"/>
                  </a:lnTo>
                  <a:lnTo>
                    <a:pt x="889" y="1482"/>
                  </a:lnTo>
                  <a:lnTo>
                    <a:pt x="909" y="1443"/>
                  </a:lnTo>
                  <a:lnTo>
                    <a:pt x="929" y="1443"/>
                  </a:lnTo>
                  <a:lnTo>
                    <a:pt x="949" y="1364"/>
                  </a:lnTo>
                  <a:lnTo>
                    <a:pt x="968" y="1265"/>
                  </a:lnTo>
                  <a:lnTo>
                    <a:pt x="988" y="1245"/>
                  </a:lnTo>
                  <a:lnTo>
                    <a:pt x="1008" y="1245"/>
                  </a:lnTo>
                  <a:lnTo>
                    <a:pt x="988" y="1285"/>
                  </a:lnTo>
                  <a:lnTo>
                    <a:pt x="968" y="1305"/>
                  </a:lnTo>
                  <a:lnTo>
                    <a:pt x="1008" y="1285"/>
                  </a:lnTo>
                  <a:lnTo>
                    <a:pt x="1008" y="1324"/>
                  </a:lnTo>
                  <a:lnTo>
                    <a:pt x="988" y="1344"/>
                  </a:lnTo>
                  <a:lnTo>
                    <a:pt x="988" y="1364"/>
                  </a:lnTo>
                  <a:lnTo>
                    <a:pt x="1008" y="1364"/>
                  </a:lnTo>
                  <a:lnTo>
                    <a:pt x="1028" y="1285"/>
                  </a:lnTo>
                  <a:lnTo>
                    <a:pt x="1047" y="1305"/>
                  </a:lnTo>
                  <a:lnTo>
                    <a:pt x="1047" y="1324"/>
                  </a:lnTo>
                  <a:lnTo>
                    <a:pt x="1047" y="1403"/>
                  </a:lnTo>
                  <a:lnTo>
                    <a:pt x="1047" y="1463"/>
                  </a:lnTo>
                  <a:lnTo>
                    <a:pt x="1067" y="1384"/>
                  </a:lnTo>
                  <a:lnTo>
                    <a:pt x="1107" y="1305"/>
                  </a:lnTo>
                  <a:lnTo>
                    <a:pt x="1087" y="1324"/>
                  </a:lnTo>
                  <a:lnTo>
                    <a:pt x="1087" y="1305"/>
                  </a:lnTo>
                  <a:lnTo>
                    <a:pt x="1087" y="1265"/>
                  </a:lnTo>
                  <a:lnTo>
                    <a:pt x="1107" y="1226"/>
                  </a:lnTo>
                  <a:lnTo>
                    <a:pt x="1126" y="1186"/>
                  </a:lnTo>
                  <a:lnTo>
                    <a:pt x="1126" y="1206"/>
                  </a:lnTo>
                  <a:lnTo>
                    <a:pt x="1126" y="1226"/>
                  </a:lnTo>
                  <a:lnTo>
                    <a:pt x="1126" y="1285"/>
                  </a:lnTo>
                  <a:lnTo>
                    <a:pt x="1092" y="1377"/>
                  </a:lnTo>
                  <a:lnTo>
                    <a:pt x="1146" y="1305"/>
                  </a:lnTo>
                  <a:lnTo>
                    <a:pt x="1186" y="1245"/>
                  </a:lnTo>
                  <a:lnTo>
                    <a:pt x="1166" y="1305"/>
                  </a:lnTo>
                  <a:lnTo>
                    <a:pt x="1146" y="1364"/>
                  </a:lnTo>
                  <a:lnTo>
                    <a:pt x="1126" y="1403"/>
                  </a:lnTo>
                  <a:lnTo>
                    <a:pt x="1107" y="1482"/>
                  </a:lnTo>
                  <a:lnTo>
                    <a:pt x="1126" y="1443"/>
                  </a:lnTo>
                  <a:lnTo>
                    <a:pt x="1146" y="1423"/>
                  </a:lnTo>
                  <a:lnTo>
                    <a:pt x="1146" y="1463"/>
                  </a:lnTo>
                  <a:lnTo>
                    <a:pt x="1186" y="1443"/>
                  </a:lnTo>
                  <a:lnTo>
                    <a:pt x="1186" y="1403"/>
                  </a:lnTo>
                  <a:lnTo>
                    <a:pt x="1186" y="1384"/>
                  </a:lnTo>
                  <a:lnTo>
                    <a:pt x="1205" y="1403"/>
                  </a:lnTo>
                  <a:lnTo>
                    <a:pt x="1225" y="1384"/>
                  </a:lnTo>
                  <a:lnTo>
                    <a:pt x="1245" y="1403"/>
                  </a:lnTo>
                  <a:lnTo>
                    <a:pt x="1245" y="1384"/>
                  </a:lnTo>
                  <a:lnTo>
                    <a:pt x="1265" y="1364"/>
                  </a:lnTo>
                  <a:lnTo>
                    <a:pt x="1245" y="1364"/>
                  </a:lnTo>
                  <a:lnTo>
                    <a:pt x="1245" y="1344"/>
                  </a:lnTo>
                  <a:lnTo>
                    <a:pt x="1245" y="1285"/>
                  </a:lnTo>
                  <a:lnTo>
                    <a:pt x="1284" y="1245"/>
                  </a:lnTo>
                  <a:lnTo>
                    <a:pt x="1304" y="1226"/>
                  </a:lnTo>
                  <a:lnTo>
                    <a:pt x="1304" y="1206"/>
                  </a:lnTo>
                  <a:lnTo>
                    <a:pt x="1324" y="1186"/>
                  </a:lnTo>
                  <a:lnTo>
                    <a:pt x="1344" y="1186"/>
                  </a:lnTo>
                  <a:lnTo>
                    <a:pt x="1344" y="1226"/>
                  </a:lnTo>
                  <a:lnTo>
                    <a:pt x="1324" y="1245"/>
                  </a:lnTo>
                  <a:lnTo>
                    <a:pt x="1304" y="1305"/>
                  </a:lnTo>
                  <a:lnTo>
                    <a:pt x="1304" y="1314"/>
                  </a:lnTo>
                  <a:lnTo>
                    <a:pt x="1324" y="1285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54" y="1265"/>
                  </a:lnTo>
                  <a:lnTo>
                    <a:pt x="1363" y="1265"/>
                  </a:lnTo>
                  <a:lnTo>
                    <a:pt x="1344" y="1305"/>
                  </a:lnTo>
                  <a:lnTo>
                    <a:pt x="1324" y="1384"/>
                  </a:lnTo>
                  <a:lnTo>
                    <a:pt x="1363" y="1305"/>
                  </a:lnTo>
                  <a:lnTo>
                    <a:pt x="1344" y="1364"/>
                  </a:lnTo>
                  <a:lnTo>
                    <a:pt x="1363" y="1324"/>
                  </a:lnTo>
                  <a:lnTo>
                    <a:pt x="1383" y="1305"/>
                  </a:lnTo>
                  <a:lnTo>
                    <a:pt x="1383" y="1305"/>
                  </a:lnTo>
                  <a:lnTo>
                    <a:pt x="1363" y="1344"/>
                  </a:lnTo>
                  <a:lnTo>
                    <a:pt x="1383" y="1344"/>
                  </a:lnTo>
                  <a:lnTo>
                    <a:pt x="1403" y="1285"/>
                  </a:lnTo>
                  <a:lnTo>
                    <a:pt x="1403" y="1226"/>
                  </a:lnTo>
                  <a:lnTo>
                    <a:pt x="1423" y="1166"/>
                  </a:lnTo>
                  <a:lnTo>
                    <a:pt x="1462" y="1166"/>
                  </a:lnTo>
                  <a:lnTo>
                    <a:pt x="1462" y="1226"/>
                  </a:lnTo>
                  <a:lnTo>
                    <a:pt x="1482" y="1166"/>
                  </a:lnTo>
                  <a:lnTo>
                    <a:pt x="1482" y="1206"/>
                  </a:lnTo>
                  <a:lnTo>
                    <a:pt x="1482" y="1245"/>
                  </a:lnTo>
                  <a:lnTo>
                    <a:pt x="1462" y="1245"/>
                  </a:lnTo>
                  <a:lnTo>
                    <a:pt x="1462" y="1265"/>
                  </a:lnTo>
                  <a:lnTo>
                    <a:pt x="1442" y="1324"/>
                  </a:lnTo>
                  <a:lnTo>
                    <a:pt x="1442" y="1364"/>
                  </a:lnTo>
                  <a:lnTo>
                    <a:pt x="1462" y="1285"/>
                  </a:lnTo>
                  <a:lnTo>
                    <a:pt x="1462" y="1305"/>
                  </a:lnTo>
                  <a:lnTo>
                    <a:pt x="1462" y="1364"/>
                  </a:lnTo>
                  <a:lnTo>
                    <a:pt x="1475" y="1338"/>
                  </a:lnTo>
                  <a:lnTo>
                    <a:pt x="1475" y="1338"/>
                  </a:lnTo>
                  <a:lnTo>
                    <a:pt x="1462" y="1403"/>
                  </a:lnTo>
                  <a:lnTo>
                    <a:pt x="1482" y="1423"/>
                  </a:lnTo>
                  <a:lnTo>
                    <a:pt x="1482" y="1384"/>
                  </a:lnTo>
                  <a:lnTo>
                    <a:pt x="1482" y="1344"/>
                  </a:lnTo>
                  <a:lnTo>
                    <a:pt x="1502" y="1344"/>
                  </a:lnTo>
                  <a:lnTo>
                    <a:pt x="1502" y="1364"/>
                  </a:lnTo>
                  <a:lnTo>
                    <a:pt x="1521" y="1364"/>
                  </a:lnTo>
                  <a:lnTo>
                    <a:pt x="1521" y="1384"/>
                  </a:lnTo>
                  <a:lnTo>
                    <a:pt x="1541" y="1324"/>
                  </a:lnTo>
                  <a:lnTo>
                    <a:pt x="1521" y="1324"/>
                  </a:lnTo>
                  <a:lnTo>
                    <a:pt x="1521" y="1305"/>
                  </a:lnTo>
                  <a:lnTo>
                    <a:pt x="1541" y="1285"/>
                  </a:lnTo>
                  <a:lnTo>
                    <a:pt x="1561" y="1265"/>
                  </a:lnTo>
                  <a:lnTo>
                    <a:pt x="1581" y="1265"/>
                  </a:lnTo>
                  <a:lnTo>
                    <a:pt x="1600" y="1226"/>
                  </a:lnTo>
                  <a:lnTo>
                    <a:pt x="1600" y="1285"/>
                  </a:lnTo>
                  <a:lnTo>
                    <a:pt x="1585" y="1348"/>
                  </a:lnTo>
                  <a:lnTo>
                    <a:pt x="1600" y="1324"/>
                  </a:lnTo>
                  <a:lnTo>
                    <a:pt x="1620" y="1364"/>
                  </a:lnTo>
                  <a:lnTo>
                    <a:pt x="1600" y="1423"/>
                  </a:lnTo>
                  <a:lnTo>
                    <a:pt x="1600" y="1463"/>
                  </a:lnTo>
                  <a:lnTo>
                    <a:pt x="1600" y="1482"/>
                  </a:lnTo>
                  <a:lnTo>
                    <a:pt x="1620" y="1463"/>
                  </a:lnTo>
                  <a:lnTo>
                    <a:pt x="1620" y="1384"/>
                  </a:lnTo>
                  <a:lnTo>
                    <a:pt x="1640" y="1384"/>
                  </a:lnTo>
                  <a:lnTo>
                    <a:pt x="1660" y="1344"/>
                  </a:lnTo>
                  <a:lnTo>
                    <a:pt x="1423" y="732"/>
                  </a:lnTo>
                  <a:lnTo>
                    <a:pt x="1126" y="60"/>
                  </a:lnTo>
                  <a:lnTo>
                    <a:pt x="1087" y="119"/>
                  </a:lnTo>
                  <a:lnTo>
                    <a:pt x="1087" y="139"/>
                  </a:lnTo>
                  <a:lnTo>
                    <a:pt x="1087" y="198"/>
                  </a:lnTo>
                  <a:lnTo>
                    <a:pt x="1067" y="218"/>
                  </a:lnTo>
                  <a:lnTo>
                    <a:pt x="1047" y="238"/>
                  </a:lnTo>
                  <a:lnTo>
                    <a:pt x="1047" y="198"/>
                  </a:lnTo>
                  <a:lnTo>
                    <a:pt x="1067" y="159"/>
                  </a:lnTo>
                  <a:lnTo>
                    <a:pt x="1067" y="100"/>
                  </a:lnTo>
                  <a:lnTo>
                    <a:pt x="1047" y="100"/>
                  </a:lnTo>
                  <a:lnTo>
                    <a:pt x="1047" y="60"/>
                  </a:lnTo>
                  <a:lnTo>
                    <a:pt x="1028" y="80"/>
                  </a:lnTo>
                  <a:lnTo>
                    <a:pt x="1008" y="119"/>
                  </a:lnTo>
                  <a:lnTo>
                    <a:pt x="1008" y="80"/>
                  </a:lnTo>
                  <a:lnTo>
                    <a:pt x="1028" y="40"/>
                  </a:lnTo>
                  <a:lnTo>
                    <a:pt x="1008" y="40"/>
                  </a:lnTo>
                  <a:lnTo>
                    <a:pt x="988" y="80"/>
                  </a:lnTo>
                  <a:lnTo>
                    <a:pt x="988" y="80"/>
                  </a:lnTo>
                  <a:lnTo>
                    <a:pt x="968" y="159"/>
                  </a:lnTo>
                  <a:lnTo>
                    <a:pt x="968" y="139"/>
                  </a:lnTo>
                  <a:lnTo>
                    <a:pt x="949" y="159"/>
                  </a:lnTo>
                  <a:lnTo>
                    <a:pt x="988" y="80"/>
                  </a:lnTo>
                  <a:lnTo>
                    <a:pt x="929" y="179"/>
                  </a:lnTo>
                  <a:lnTo>
                    <a:pt x="929" y="159"/>
                  </a:lnTo>
                  <a:lnTo>
                    <a:pt x="889" y="218"/>
                  </a:lnTo>
                  <a:lnTo>
                    <a:pt x="870" y="258"/>
                  </a:lnTo>
                  <a:lnTo>
                    <a:pt x="870" y="218"/>
                  </a:lnTo>
                  <a:lnTo>
                    <a:pt x="870" y="198"/>
                  </a:lnTo>
                  <a:lnTo>
                    <a:pt x="850" y="218"/>
                  </a:lnTo>
                  <a:lnTo>
                    <a:pt x="870" y="119"/>
                  </a:lnTo>
                  <a:lnTo>
                    <a:pt x="889" y="119"/>
                  </a:lnTo>
                  <a:lnTo>
                    <a:pt x="889" y="80"/>
                  </a:lnTo>
                  <a:lnTo>
                    <a:pt x="889" y="40"/>
                  </a:lnTo>
                  <a:lnTo>
                    <a:pt x="850" y="40"/>
                  </a:lnTo>
                  <a:lnTo>
                    <a:pt x="810" y="60"/>
                  </a:lnTo>
                  <a:lnTo>
                    <a:pt x="791" y="40"/>
                  </a:lnTo>
                  <a:lnTo>
                    <a:pt x="771" y="60"/>
                  </a:lnTo>
                  <a:lnTo>
                    <a:pt x="751" y="1"/>
                  </a:lnTo>
                  <a:lnTo>
                    <a:pt x="692" y="1"/>
                  </a:lnTo>
                  <a:lnTo>
                    <a:pt x="672" y="21"/>
                  </a:lnTo>
                  <a:lnTo>
                    <a:pt x="652" y="40"/>
                  </a:lnTo>
                  <a:lnTo>
                    <a:pt x="652" y="1"/>
                  </a:lnTo>
                  <a:lnTo>
                    <a:pt x="613" y="80"/>
                  </a:lnTo>
                  <a:lnTo>
                    <a:pt x="573" y="119"/>
                  </a:lnTo>
                  <a:lnTo>
                    <a:pt x="534" y="159"/>
                  </a:lnTo>
                  <a:lnTo>
                    <a:pt x="494" y="258"/>
                  </a:lnTo>
                  <a:lnTo>
                    <a:pt x="494" y="198"/>
                  </a:lnTo>
                  <a:lnTo>
                    <a:pt x="514" y="139"/>
                  </a:lnTo>
                  <a:lnTo>
                    <a:pt x="494" y="179"/>
                  </a:lnTo>
                  <a:lnTo>
                    <a:pt x="475" y="198"/>
                  </a:lnTo>
                  <a:lnTo>
                    <a:pt x="475" y="159"/>
                  </a:lnTo>
                  <a:lnTo>
                    <a:pt x="494" y="119"/>
                  </a:lnTo>
                  <a:lnTo>
                    <a:pt x="494" y="100"/>
                  </a:lnTo>
                  <a:lnTo>
                    <a:pt x="475" y="119"/>
                  </a:lnTo>
                  <a:lnTo>
                    <a:pt x="475" y="100"/>
                  </a:lnTo>
                  <a:lnTo>
                    <a:pt x="455" y="179"/>
                  </a:lnTo>
                  <a:lnTo>
                    <a:pt x="415" y="238"/>
                  </a:lnTo>
                  <a:lnTo>
                    <a:pt x="415" y="277"/>
                  </a:lnTo>
                  <a:lnTo>
                    <a:pt x="356" y="317"/>
                  </a:lnTo>
                  <a:lnTo>
                    <a:pt x="297" y="337"/>
                  </a:lnTo>
                  <a:lnTo>
                    <a:pt x="238" y="317"/>
                  </a:lnTo>
                  <a:lnTo>
                    <a:pt x="198" y="277"/>
                  </a:lnTo>
                  <a:lnTo>
                    <a:pt x="218" y="238"/>
                  </a:lnTo>
                  <a:lnTo>
                    <a:pt x="198" y="258"/>
                  </a:lnTo>
                  <a:lnTo>
                    <a:pt x="178" y="238"/>
                  </a:lnTo>
                  <a:lnTo>
                    <a:pt x="198" y="238"/>
                  </a:lnTo>
                  <a:lnTo>
                    <a:pt x="178" y="19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59" y="198"/>
                  </a:lnTo>
                  <a:lnTo>
                    <a:pt x="159" y="179"/>
                  </a:lnTo>
                  <a:lnTo>
                    <a:pt x="139" y="139"/>
                  </a:lnTo>
                  <a:lnTo>
                    <a:pt x="139" y="119"/>
                  </a:lnTo>
                  <a:lnTo>
                    <a:pt x="119" y="139"/>
                  </a:lnTo>
                  <a:lnTo>
                    <a:pt x="119" y="80"/>
                  </a:lnTo>
                  <a:lnTo>
                    <a:pt x="119" y="1"/>
                  </a:lnTo>
                  <a:close/>
                  <a:moveTo>
                    <a:pt x="1047" y="1324"/>
                  </a:moveTo>
                  <a:lnTo>
                    <a:pt x="1008" y="1403"/>
                  </a:lnTo>
                  <a:lnTo>
                    <a:pt x="988" y="1482"/>
                  </a:lnTo>
                  <a:lnTo>
                    <a:pt x="988" y="1463"/>
                  </a:lnTo>
                  <a:lnTo>
                    <a:pt x="988" y="1443"/>
                  </a:lnTo>
                  <a:lnTo>
                    <a:pt x="968" y="1443"/>
                  </a:lnTo>
                  <a:lnTo>
                    <a:pt x="968" y="1423"/>
                  </a:lnTo>
                  <a:lnTo>
                    <a:pt x="949" y="1423"/>
                  </a:lnTo>
                  <a:lnTo>
                    <a:pt x="929" y="1463"/>
                  </a:lnTo>
                  <a:lnTo>
                    <a:pt x="929" y="1502"/>
                  </a:lnTo>
                  <a:lnTo>
                    <a:pt x="968" y="1502"/>
                  </a:lnTo>
                  <a:lnTo>
                    <a:pt x="968" y="1542"/>
                  </a:lnTo>
                  <a:lnTo>
                    <a:pt x="1028" y="1443"/>
                  </a:lnTo>
                  <a:lnTo>
                    <a:pt x="1028" y="1384"/>
                  </a:lnTo>
                  <a:lnTo>
                    <a:pt x="1047" y="1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2" name="Google Shape;7682;p29"/>
            <p:cNvSpPr/>
            <p:nvPr/>
          </p:nvSpPr>
          <p:spPr>
            <a:xfrm>
              <a:off x="-1500775" y="3505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3" name="Google Shape;7683;p29"/>
            <p:cNvSpPr/>
            <p:nvPr/>
          </p:nvSpPr>
          <p:spPr>
            <a:xfrm>
              <a:off x="-1570900" y="34082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4" name="Google Shape;7684;p29"/>
            <p:cNvSpPr/>
            <p:nvPr/>
          </p:nvSpPr>
          <p:spPr>
            <a:xfrm>
              <a:off x="-1572875" y="3408225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5" name="Google Shape;7685;p29"/>
            <p:cNvSpPr/>
            <p:nvPr/>
          </p:nvSpPr>
          <p:spPr>
            <a:xfrm>
              <a:off x="-1629175" y="3384025"/>
              <a:ext cx="61750" cy="41500"/>
            </a:xfrm>
            <a:custGeom>
              <a:rect b="b" l="l" r="r" t="t"/>
              <a:pathLst>
                <a:path extrusionOk="0" h="1660" w="2470">
                  <a:moveTo>
                    <a:pt x="850" y="237"/>
                  </a:moveTo>
                  <a:lnTo>
                    <a:pt x="850" y="237"/>
                  </a:lnTo>
                  <a:lnTo>
                    <a:pt x="850" y="237"/>
                  </a:lnTo>
                  <a:close/>
                  <a:moveTo>
                    <a:pt x="1186" y="257"/>
                  </a:moveTo>
                  <a:lnTo>
                    <a:pt x="1186" y="257"/>
                  </a:lnTo>
                  <a:lnTo>
                    <a:pt x="1186" y="257"/>
                  </a:lnTo>
                  <a:close/>
                  <a:moveTo>
                    <a:pt x="1285" y="198"/>
                  </a:moveTo>
                  <a:lnTo>
                    <a:pt x="1245" y="237"/>
                  </a:lnTo>
                  <a:lnTo>
                    <a:pt x="1245" y="257"/>
                  </a:lnTo>
                  <a:lnTo>
                    <a:pt x="1225" y="277"/>
                  </a:lnTo>
                  <a:lnTo>
                    <a:pt x="1245" y="277"/>
                  </a:lnTo>
                  <a:lnTo>
                    <a:pt x="1265" y="257"/>
                  </a:lnTo>
                  <a:lnTo>
                    <a:pt x="1285" y="198"/>
                  </a:lnTo>
                  <a:close/>
                  <a:moveTo>
                    <a:pt x="2055" y="435"/>
                  </a:moveTo>
                  <a:lnTo>
                    <a:pt x="2055" y="435"/>
                  </a:lnTo>
                  <a:lnTo>
                    <a:pt x="2055" y="435"/>
                  </a:lnTo>
                  <a:close/>
                  <a:moveTo>
                    <a:pt x="1660" y="652"/>
                  </a:moveTo>
                  <a:lnTo>
                    <a:pt x="1660" y="672"/>
                  </a:lnTo>
                  <a:lnTo>
                    <a:pt x="1680" y="672"/>
                  </a:lnTo>
                  <a:lnTo>
                    <a:pt x="1660" y="652"/>
                  </a:lnTo>
                  <a:close/>
                  <a:moveTo>
                    <a:pt x="2253" y="692"/>
                  </a:moveTo>
                  <a:lnTo>
                    <a:pt x="2253" y="692"/>
                  </a:lnTo>
                  <a:lnTo>
                    <a:pt x="2253" y="692"/>
                  </a:lnTo>
                  <a:close/>
                  <a:moveTo>
                    <a:pt x="2470" y="692"/>
                  </a:moveTo>
                  <a:lnTo>
                    <a:pt x="2470" y="692"/>
                  </a:lnTo>
                  <a:lnTo>
                    <a:pt x="2470" y="692"/>
                  </a:lnTo>
                  <a:close/>
                  <a:moveTo>
                    <a:pt x="2253" y="692"/>
                  </a:moveTo>
                  <a:lnTo>
                    <a:pt x="2243" y="711"/>
                  </a:lnTo>
                  <a:lnTo>
                    <a:pt x="2253" y="692"/>
                  </a:lnTo>
                  <a:close/>
                  <a:moveTo>
                    <a:pt x="2243" y="711"/>
                  </a:moveTo>
                  <a:lnTo>
                    <a:pt x="2230" y="737"/>
                  </a:lnTo>
                  <a:lnTo>
                    <a:pt x="2233" y="731"/>
                  </a:lnTo>
                  <a:lnTo>
                    <a:pt x="2243" y="711"/>
                  </a:lnTo>
                  <a:close/>
                  <a:moveTo>
                    <a:pt x="2230" y="737"/>
                  </a:moveTo>
                  <a:lnTo>
                    <a:pt x="2218" y="761"/>
                  </a:lnTo>
                  <a:lnTo>
                    <a:pt x="2230" y="737"/>
                  </a:lnTo>
                  <a:close/>
                  <a:moveTo>
                    <a:pt x="2218" y="761"/>
                  </a:moveTo>
                  <a:lnTo>
                    <a:pt x="2213" y="771"/>
                  </a:lnTo>
                  <a:lnTo>
                    <a:pt x="2218" y="761"/>
                  </a:lnTo>
                  <a:close/>
                  <a:moveTo>
                    <a:pt x="2213" y="771"/>
                  </a:moveTo>
                  <a:lnTo>
                    <a:pt x="2204" y="789"/>
                  </a:lnTo>
                  <a:lnTo>
                    <a:pt x="2213" y="771"/>
                  </a:lnTo>
                  <a:close/>
                  <a:moveTo>
                    <a:pt x="2371" y="731"/>
                  </a:moveTo>
                  <a:lnTo>
                    <a:pt x="2332" y="790"/>
                  </a:lnTo>
                  <a:lnTo>
                    <a:pt x="2371" y="751"/>
                  </a:lnTo>
                  <a:lnTo>
                    <a:pt x="2391" y="731"/>
                  </a:lnTo>
                  <a:close/>
                  <a:moveTo>
                    <a:pt x="2401" y="850"/>
                  </a:moveTo>
                  <a:lnTo>
                    <a:pt x="2391" y="869"/>
                  </a:lnTo>
                  <a:lnTo>
                    <a:pt x="2391" y="869"/>
                  </a:lnTo>
                  <a:lnTo>
                    <a:pt x="2411" y="850"/>
                  </a:lnTo>
                  <a:close/>
                  <a:moveTo>
                    <a:pt x="2272" y="929"/>
                  </a:moveTo>
                  <a:lnTo>
                    <a:pt x="2246" y="968"/>
                  </a:lnTo>
                  <a:lnTo>
                    <a:pt x="2253" y="968"/>
                  </a:lnTo>
                  <a:lnTo>
                    <a:pt x="2272" y="929"/>
                  </a:lnTo>
                  <a:close/>
                  <a:moveTo>
                    <a:pt x="2238" y="968"/>
                  </a:moveTo>
                  <a:lnTo>
                    <a:pt x="2233" y="988"/>
                  </a:lnTo>
                  <a:lnTo>
                    <a:pt x="2246" y="968"/>
                  </a:lnTo>
                  <a:close/>
                  <a:moveTo>
                    <a:pt x="80" y="988"/>
                  </a:moveTo>
                  <a:lnTo>
                    <a:pt x="80" y="988"/>
                  </a:lnTo>
                  <a:lnTo>
                    <a:pt x="80" y="988"/>
                  </a:lnTo>
                  <a:lnTo>
                    <a:pt x="67" y="1027"/>
                  </a:lnTo>
                  <a:lnTo>
                    <a:pt x="80" y="988"/>
                  </a:lnTo>
                  <a:close/>
                  <a:moveTo>
                    <a:pt x="67" y="1027"/>
                  </a:moveTo>
                  <a:lnTo>
                    <a:pt x="62" y="1043"/>
                  </a:lnTo>
                  <a:lnTo>
                    <a:pt x="67" y="1027"/>
                  </a:lnTo>
                  <a:close/>
                  <a:moveTo>
                    <a:pt x="2312" y="1027"/>
                  </a:moveTo>
                  <a:lnTo>
                    <a:pt x="2292" y="1067"/>
                  </a:lnTo>
                  <a:lnTo>
                    <a:pt x="2312" y="1047"/>
                  </a:lnTo>
                  <a:lnTo>
                    <a:pt x="2312" y="1027"/>
                  </a:lnTo>
                  <a:close/>
                  <a:moveTo>
                    <a:pt x="1858" y="1087"/>
                  </a:moveTo>
                  <a:lnTo>
                    <a:pt x="1838" y="1146"/>
                  </a:lnTo>
                  <a:lnTo>
                    <a:pt x="1858" y="1126"/>
                  </a:lnTo>
                  <a:lnTo>
                    <a:pt x="1858" y="1146"/>
                  </a:lnTo>
                  <a:lnTo>
                    <a:pt x="1877" y="1106"/>
                  </a:lnTo>
                  <a:lnTo>
                    <a:pt x="1877" y="1087"/>
                  </a:lnTo>
                  <a:close/>
                  <a:moveTo>
                    <a:pt x="179" y="1264"/>
                  </a:moveTo>
                  <a:lnTo>
                    <a:pt x="179" y="1264"/>
                  </a:lnTo>
                  <a:lnTo>
                    <a:pt x="179" y="1264"/>
                  </a:lnTo>
                  <a:close/>
                  <a:moveTo>
                    <a:pt x="100" y="1284"/>
                  </a:moveTo>
                  <a:lnTo>
                    <a:pt x="100" y="1284"/>
                  </a:lnTo>
                  <a:lnTo>
                    <a:pt x="100" y="1284"/>
                  </a:lnTo>
                  <a:close/>
                  <a:moveTo>
                    <a:pt x="2154" y="1245"/>
                  </a:moveTo>
                  <a:lnTo>
                    <a:pt x="2154" y="1264"/>
                  </a:lnTo>
                  <a:lnTo>
                    <a:pt x="2138" y="1304"/>
                  </a:lnTo>
                  <a:lnTo>
                    <a:pt x="2174" y="1245"/>
                  </a:lnTo>
                  <a:close/>
                  <a:moveTo>
                    <a:pt x="2138" y="1304"/>
                  </a:moveTo>
                  <a:lnTo>
                    <a:pt x="2138" y="1304"/>
                  </a:lnTo>
                  <a:lnTo>
                    <a:pt x="2138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74" y="1304"/>
                  </a:lnTo>
                  <a:lnTo>
                    <a:pt x="2174" y="1304"/>
                  </a:lnTo>
                  <a:close/>
                  <a:moveTo>
                    <a:pt x="2174" y="1304"/>
                  </a:moveTo>
                  <a:lnTo>
                    <a:pt x="2168" y="1327"/>
                  </a:lnTo>
                  <a:lnTo>
                    <a:pt x="2174" y="1314"/>
                  </a:lnTo>
                  <a:lnTo>
                    <a:pt x="2174" y="1304"/>
                  </a:lnTo>
                  <a:close/>
                  <a:moveTo>
                    <a:pt x="2450" y="672"/>
                  </a:moveTo>
                  <a:lnTo>
                    <a:pt x="2411" y="731"/>
                  </a:lnTo>
                  <a:lnTo>
                    <a:pt x="2411" y="711"/>
                  </a:lnTo>
                  <a:lnTo>
                    <a:pt x="2430" y="692"/>
                  </a:lnTo>
                  <a:lnTo>
                    <a:pt x="2430" y="692"/>
                  </a:lnTo>
                  <a:lnTo>
                    <a:pt x="2391" y="711"/>
                  </a:lnTo>
                  <a:lnTo>
                    <a:pt x="2391" y="751"/>
                  </a:lnTo>
                  <a:lnTo>
                    <a:pt x="2371" y="771"/>
                  </a:lnTo>
                  <a:lnTo>
                    <a:pt x="2351" y="790"/>
                  </a:lnTo>
                  <a:lnTo>
                    <a:pt x="2312" y="869"/>
                  </a:lnTo>
                  <a:lnTo>
                    <a:pt x="2312" y="869"/>
                  </a:lnTo>
                  <a:lnTo>
                    <a:pt x="2332" y="790"/>
                  </a:lnTo>
                  <a:lnTo>
                    <a:pt x="2332" y="771"/>
                  </a:lnTo>
                  <a:lnTo>
                    <a:pt x="2292" y="850"/>
                  </a:lnTo>
                  <a:lnTo>
                    <a:pt x="2253" y="889"/>
                  </a:lnTo>
                  <a:lnTo>
                    <a:pt x="2272" y="909"/>
                  </a:lnTo>
                  <a:lnTo>
                    <a:pt x="2272" y="889"/>
                  </a:lnTo>
                  <a:lnTo>
                    <a:pt x="2292" y="869"/>
                  </a:lnTo>
                  <a:lnTo>
                    <a:pt x="2272" y="929"/>
                  </a:lnTo>
                  <a:lnTo>
                    <a:pt x="2292" y="889"/>
                  </a:lnTo>
                  <a:lnTo>
                    <a:pt x="2292" y="909"/>
                  </a:lnTo>
                  <a:lnTo>
                    <a:pt x="2272" y="948"/>
                  </a:lnTo>
                  <a:lnTo>
                    <a:pt x="2272" y="948"/>
                  </a:lnTo>
                  <a:lnTo>
                    <a:pt x="2292" y="929"/>
                  </a:lnTo>
                  <a:lnTo>
                    <a:pt x="2292" y="929"/>
                  </a:lnTo>
                  <a:lnTo>
                    <a:pt x="2233" y="1087"/>
                  </a:lnTo>
                  <a:lnTo>
                    <a:pt x="2174" y="1245"/>
                  </a:lnTo>
                  <a:lnTo>
                    <a:pt x="2193" y="1245"/>
                  </a:lnTo>
                  <a:lnTo>
                    <a:pt x="2213" y="1225"/>
                  </a:lnTo>
                  <a:lnTo>
                    <a:pt x="2174" y="1314"/>
                  </a:lnTo>
                  <a:lnTo>
                    <a:pt x="2174" y="1343"/>
                  </a:lnTo>
                  <a:lnTo>
                    <a:pt x="2174" y="1363"/>
                  </a:lnTo>
                  <a:lnTo>
                    <a:pt x="2213" y="1324"/>
                  </a:lnTo>
                  <a:lnTo>
                    <a:pt x="2193" y="1324"/>
                  </a:lnTo>
                  <a:lnTo>
                    <a:pt x="2253" y="1245"/>
                  </a:lnTo>
                  <a:lnTo>
                    <a:pt x="2253" y="1225"/>
                  </a:lnTo>
                  <a:lnTo>
                    <a:pt x="2233" y="1225"/>
                  </a:lnTo>
                  <a:lnTo>
                    <a:pt x="2272" y="1166"/>
                  </a:lnTo>
                  <a:lnTo>
                    <a:pt x="2292" y="1067"/>
                  </a:lnTo>
                  <a:lnTo>
                    <a:pt x="2292" y="1027"/>
                  </a:lnTo>
                  <a:lnTo>
                    <a:pt x="2292" y="1008"/>
                  </a:lnTo>
                  <a:lnTo>
                    <a:pt x="2312" y="968"/>
                  </a:lnTo>
                  <a:lnTo>
                    <a:pt x="2292" y="988"/>
                  </a:lnTo>
                  <a:lnTo>
                    <a:pt x="2292" y="988"/>
                  </a:lnTo>
                  <a:lnTo>
                    <a:pt x="2351" y="869"/>
                  </a:lnTo>
                  <a:lnTo>
                    <a:pt x="2371" y="869"/>
                  </a:lnTo>
                  <a:lnTo>
                    <a:pt x="2351" y="889"/>
                  </a:lnTo>
                  <a:lnTo>
                    <a:pt x="2312" y="968"/>
                  </a:lnTo>
                  <a:lnTo>
                    <a:pt x="2332" y="968"/>
                  </a:lnTo>
                  <a:lnTo>
                    <a:pt x="2351" y="929"/>
                  </a:lnTo>
                  <a:lnTo>
                    <a:pt x="2351" y="909"/>
                  </a:lnTo>
                  <a:lnTo>
                    <a:pt x="2391" y="850"/>
                  </a:lnTo>
                  <a:lnTo>
                    <a:pt x="2401" y="850"/>
                  </a:lnTo>
                  <a:lnTo>
                    <a:pt x="2411" y="830"/>
                  </a:lnTo>
                  <a:lnTo>
                    <a:pt x="2450" y="751"/>
                  </a:lnTo>
                  <a:lnTo>
                    <a:pt x="2470" y="692"/>
                  </a:lnTo>
                  <a:lnTo>
                    <a:pt x="2430" y="771"/>
                  </a:lnTo>
                  <a:lnTo>
                    <a:pt x="2430" y="751"/>
                  </a:lnTo>
                  <a:lnTo>
                    <a:pt x="2450" y="672"/>
                  </a:lnTo>
                  <a:close/>
                  <a:moveTo>
                    <a:pt x="1717" y="1387"/>
                  </a:moveTo>
                  <a:lnTo>
                    <a:pt x="1709" y="1403"/>
                  </a:lnTo>
                  <a:lnTo>
                    <a:pt x="1717" y="1387"/>
                  </a:lnTo>
                  <a:close/>
                  <a:moveTo>
                    <a:pt x="1917" y="1264"/>
                  </a:moveTo>
                  <a:lnTo>
                    <a:pt x="1838" y="1403"/>
                  </a:lnTo>
                  <a:lnTo>
                    <a:pt x="1877" y="1324"/>
                  </a:lnTo>
                  <a:lnTo>
                    <a:pt x="1877" y="1304"/>
                  </a:lnTo>
                  <a:lnTo>
                    <a:pt x="1897" y="1264"/>
                  </a:lnTo>
                  <a:close/>
                  <a:moveTo>
                    <a:pt x="1709" y="1403"/>
                  </a:moveTo>
                  <a:lnTo>
                    <a:pt x="1709" y="1403"/>
                  </a:lnTo>
                  <a:lnTo>
                    <a:pt x="1709" y="1403"/>
                  </a:lnTo>
                  <a:close/>
                  <a:moveTo>
                    <a:pt x="2138" y="1304"/>
                  </a:moveTo>
                  <a:lnTo>
                    <a:pt x="2114" y="1343"/>
                  </a:lnTo>
                  <a:lnTo>
                    <a:pt x="2075" y="1403"/>
                  </a:lnTo>
                  <a:lnTo>
                    <a:pt x="2114" y="1363"/>
                  </a:lnTo>
                  <a:lnTo>
                    <a:pt x="2138" y="1304"/>
                  </a:lnTo>
                  <a:close/>
                  <a:moveTo>
                    <a:pt x="2168" y="1327"/>
                  </a:moveTo>
                  <a:lnTo>
                    <a:pt x="2134" y="1403"/>
                  </a:lnTo>
                  <a:lnTo>
                    <a:pt x="2154" y="1383"/>
                  </a:lnTo>
                  <a:lnTo>
                    <a:pt x="2168" y="1327"/>
                  </a:lnTo>
                  <a:close/>
                  <a:moveTo>
                    <a:pt x="692" y="1442"/>
                  </a:moveTo>
                  <a:lnTo>
                    <a:pt x="692" y="1442"/>
                  </a:lnTo>
                  <a:lnTo>
                    <a:pt x="692" y="1442"/>
                  </a:lnTo>
                  <a:close/>
                  <a:moveTo>
                    <a:pt x="988" y="1363"/>
                  </a:moveTo>
                  <a:lnTo>
                    <a:pt x="969" y="1383"/>
                  </a:lnTo>
                  <a:lnTo>
                    <a:pt x="929" y="1442"/>
                  </a:lnTo>
                  <a:lnTo>
                    <a:pt x="929" y="1452"/>
                  </a:lnTo>
                  <a:lnTo>
                    <a:pt x="949" y="1422"/>
                  </a:lnTo>
                  <a:lnTo>
                    <a:pt x="969" y="1403"/>
                  </a:lnTo>
                  <a:lnTo>
                    <a:pt x="988" y="1363"/>
                  </a:lnTo>
                  <a:close/>
                  <a:moveTo>
                    <a:pt x="1146" y="1442"/>
                  </a:moveTo>
                  <a:lnTo>
                    <a:pt x="1140" y="1462"/>
                  </a:lnTo>
                  <a:lnTo>
                    <a:pt x="1146" y="1462"/>
                  </a:lnTo>
                  <a:lnTo>
                    <a:pt x="1146" y="1442"/>
                  </a:lnTo>
                  <a:close/>
                  <a:moveTo>
                    <a:pt x="1087" y="1383"/>
                  </a:moveTo>
                  <a:lnTo>
                    <a:pt x="1048" y="1482"/>
                  </a:lnTo>
                  <a:lnTo>
                    <a:pt x="1067" y="1442"/>
                  </a:lnTo>
                  <a:lnTo>
                    <a:pt x="1087" y="1383"/>
                  </a:lnTo>
                  <a:close/>
                  <a:moveTo>
                    <a:pt x="2095" y="1403"/>
                  </a:moveTo>
                  <a:lnTo>
                    <a:pt x="2075" y="1422"/>
                  </a:lnTo>
                  <a:lnTo>
                    <a:pt x="2055" y="1482"/>
                  </a:lnTo>
                  <a:lnTo>
                    <a:pt x="2055" y="1482"/>
                  </a:lnTo>
                  <a:lnTo>
                    <a:pt x="2095" y="1403"/>
                  </a:lnTo>
                  <a:close/>
                  <a:moveTo>
                    <a:pt x="1048" y="1482"/>
                  </a:moveTo>
                  <a:lnTo>
                    <a:pt x="1048" y="1482"/>
                  </a:lnTo>
                  <a:lnTo>
                    <a:pt x="1048" y="1482"/>
                  </a:lnTo>
                  <a:close/>
                  <a:moveTo>
                    <a:pt x="1067" y="1482"/>
                  </a:moveTo>
                  <a:lnTo>
                    <a:pt x="1067" y="1482"/>
                  </a:lnTo>
                  <a:lnTo>
                    <a:pt x="1067" y="1482"/>
                  </a:lnTo>
                  <a:close/>
                  <a:moveTo>
                    <a:pt x="969" y="1482"/>
                  </a:moveTo>
                  <a:lnTo>
                    <a:pt x="969" y="1482"/>
                  </a:lnTo>
                  <a:lnTo>
                    <a:pt x="969" y="1482"/>
                  </a:lnTo>
                  <a:close/>
                  <a:moveTo>
                    <a:pt x="1522" y="1475"/>
                  </a:moveTo>
                  <a:lnTo>
                    <a:pt x="1488" y="1498"/>
                  </a:lnTo>
                  <a:lnTo>
                    <a:pt x="1488" y="1498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522" y="1482"/>
                  </a:lnTo>
                  <a:lnTo>
                    <a:pt x="1522" y="1475"/>
                  </a:lnTo>
                  <a:close/>
                  <a:moveTo>
                    <a:pt x="1305" y="1422"/>
                  </a:moveTo>
                  <a:lnTo>
                    <a:pt x="1305" y="1442"/>
                  </a:lnTo>
                  <a:lnTo>
                    <a:pt x="1285" y="1482"/>
                  </a:lnTo>
                  <a:lnTo>
                    <a:pt x="1265" y="1501"/>
                  </a:lnTo>
                  <a:lnTo>
                    <a:pt x="1305" y="1422"/>
                  </a:lnTo>
                  <a:close/>
                  <a:moveTo>
                    <a:pt x="1146" y="1482"/>
                  </a:moveTo>
                  <a:lnTo>
                    <a:pt x="1146" y="1501"/>
                  </a:lnTo>
                  <a:lnTo>
                    <a:pt x="1166" y="1501"/>
                  </a:lnTo>
                  <a:lnTo>
                    <a:pt x="1166" y="1482"/>
                  </a:lnTo>
                  <a:close/>
                  <a:moveTo>
                    <a:pt x="521" y="1508"/>
                  </a:moveTo>
                  <a:lnTo>
                    <a:pt x="514" y="1521"/>
                  </a:lnTo>
                  <a:lnTo>
                    <a:pt x="514" y="1541"/>
                  </a:lnTo>
                  <a:lnTo>
                    <a:pt x="521" y="1508"/>
                  </a:lnTo>
                  <a:close/>
                  <a:moveTo>
                    <a:pt x="761" y="1541"/>
                  </a:moveTo>
                  <a:lnTo>
                    <a:pt x="760" y="1543"/>
                  </a:lnTo>
                  <a:lnTo>
                    <a:pt x="760" y="1543"/>
                  </a:lnTo>
                  <a:lnTo>
                    <a:pt x="761" y="1541"/>
                  </a:lnTo>
                  <a:close/>
                  <a:moveTo>
                    <a:pt x="969" y="1442"/>
                  </a:moveTo>
                  <a:lnTo>
                    <a:pt x="949" y="1462"/>
                  </a:lnTo>
                  <a:lnTo>
                    <a:pt x="929" y="1462"/>
                  </a:lnTo>
                  <a:lnTo>
                    <a:pt x="929" y="1452"/>
                  </a:lnTo>
                  <a:lnTo>
                    <a:pt x="909" y="1482"/>
                  </a:lnTo>
                  <a:lnTo>
                    <a:pt x="890" y="1561"/>
                  </a:lnTo>
                  <a:lnTo>
                    <a:pt x="909" y="1541"/>
                  </a:lnTo>
                  <a:lnTo>
                    <a:pt x="929" y="1521"/>
                  </a:lnTo>
                  <a:lnTo>
                    <a:pt x="929" y="1541"/>
                  </a:lnTo>
                  <a:lnTo>
                    <a:pt x="969" y="1442"/>
                  </a:lnTo>
                  <a:close/>
                  <a:moveTo>
                    <a:pt x="1364" y="1501"/>
                  </a:moveTo>
                  <a:lnTo>
                    <a:pt x="1324" y="1541"/>
                  </a:lnTo>
                  <a:lnTo>
                    <a:pt x="1324" y="1561"/>
                  </a:lnTo>
                  <a:lnTo>
                    <a:pt x="1344" y="1541"/>
                  </a:lnTo>
                  <a:lnTo>
                    <a:pt x="1364" y="1501"/>
                  </a:lnTo>
                  <a:close/>
                  <a:moveTo>
                    <a:pt x="1818" y="1541"/>
                  </a:moveTo>
                  <a:lnTo>
                    <a:pt x="1818" y="156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18" y="1541"/>
                  </a:lnTo>
                  <a:close/>
                  <a:moveTo>
                    <a:pt x="1739" y="1383"/>
                  </a:moveTo>
                  <a:lnTo>
                    <a:pt x="1719" y="1403"/>
                  </a:lnTo>
                  <a:lnTo>
                    <a:pt x="1700" y="1422"/>
                  </a:lnTo>
                  <a:lnTo>
                    <a:pt x="1709" y="1403"/>
                  </a:lnTo>
                  <a:lnTo>
                    <a:pt x="1660" y="1501"/>
                  </a:lnTo>
                  <a:lnTo>
                    <a:pt x="1640" y="1482"/>
                  </a:lnTo>
                  <a:lnTo>
                    <a:pt x="1640" y="1501"/>
                  </a:lnTo>
                  <a:lnTo>
                    <a:pt x="1621" y="1600"/>
                  </a:lnTo>
                  <a:lnTo>
                    <a:pt x="1660" y="1521"/>
                  </a:lnTo>
                  <a:lnTo>
                    <a:pt x="1700" y="1501"/>
                  </a:lnTo>
                  <a:lnTo>
                    <a:pt x="1719" y="1442"/>
                  </a:lnTo>
                  <a:lnTo>
                    <a:pt x="1759" y="1403"/>
                  </a:lnTo>
                  <a:lnTo>
                    <a:pt x="1759" y="1383"/>
                  </a:lnTo>
                  <a:close/>
                  <a:moveTo>
                    <a:pt x="238" y="0"/>
                  </a:moveTo>
                  <a:lnTo>
                    <a:pt x="198" y="60"/>
                  </a:lnTo>
                  <a:lnTo>
                    <a:pt x="198" y="79"/>
                  </a:lnTo>
                  <a:lnTo>
                    <a:pt x="179" y="119"/>
                  </a:lnTo>
                  <a:lnTo>
                    <a:pt x="159" y="139"/>
                  </a:lnTo>
                  <a:lnTo>
                    <a:pt x="100" y="297"/>
                  </a:lnTo>
                  <a:lnTo>
                    <a:pt x="40" y="455"/>
                  </a:lnTo>
                  <a:lnTo>
                    <a:pt x="60" y="455"/>
                  </a:lnTo>
                  <a:lnTo>
                    <a:pt x="40" y="514"/>
                  </a:lnTo>
                  <a:lnTo>
                    <a:pt x="21" y="553"/>
                  </a:lnTo>
                  <a:lnTo>
                    <a:pt x="21" y="573"/>
                  </a:lnTo>
                  <a:lnTo>
                    <a:pt x="40" y="553"/>
                  </a:lnTo>
                  <a:lnTo>
                    <a:pt x="40" y="573"/>
                  </a:lnTo>
                  <a:lnTo>
                    <a:pt x="40" y="593"/>
                  </a:lnTo>
                  <a:lnTo>
                    <a:pt x="60" y="573"/>
                  </a:lnTo>
                  <a:lnTo>
                    <a:pt x="60" y="573"/>
                  </a:lnTo>
                  <a:lnTo>
                    <a:pt x="40" y="632"/>
                  </a:lnTo>
                  <a:lnTo>
                    <a:pt x="1" y="692"/>
                  </a:lnTo>
                  <a:lnTo>
                    <a:pt x="1" y="711"/>
                  </a:lnTo>
                  <a:lnTo>
                    <a:pt x="21" y="711"/>
                  </a:lnTo>
                  <a:lnTo>
                    <a:pt x="40" y="692"/>
                  </a:lnTo>
                  <a:lnTo>
                    <a:pt x="40" y="731"/>
                  </a:lnTo>
                  <a:lnTo>
                    <a:pt x="21" y="771"/>
                  </a:lnTo>
                  <a:lnTo>
                    <a:pt x="1" y="830"/>
                  </a:lnTo>
                  <a:lnTo>
                    <a:pt x="40" y="751"/>
                  </a:lnTo>
                  <a:lnTo>
                    <a:pt x="40" y="771"/>
                  </a:lnTo>
                  <a:lnTo>
                    <a:pt x="80" y="692"/>
                  </a:lnTo>
                  <a:lnTo>
                    <a:pt x="80" y="711"/>
                  </a:lnTo>
                  <a:lnTo>
                    <a:pt x="60" y="751"/>
                  </a:lnTo>
                  <a:lnTo>
                    <a:pt x="21" y="810"/>
                  </a:lnTo>
                  <a:lnTo>
                    <a:pt x="21" y="850"/>
                  </a:lnTo>
                  <a:lnTo>
                    <a:pt x="40" y="850"/>
                  </a:lnTo>
                  <a:lnTo>
                    <a:pt x="21" y="889"/>
                  </a:lnTo>
                  <a:lnTo>
                    <a:pt x="1" y="948"/>
                  </a:lnTo>
                  <a:lnTo>
                    <a:pt x="21" y="948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40" y="929"/>
                  </a:lnTo>
                  <a:lnTo>
                    <a:pt x="40" y="948"/>
                  </a:lnTo>
                  <a:lnTo>
                    <a:pt x="40" y="968"/>
                  </a:lnTo>
                  <a:lnTo>
                    <a:pt x="60" y="948"/>
                  </a:lnTo>
                  <a:lnTo>
                    <a:pt x="60" y="948"/>
                  </a:lnTo>
                  <a:lnTo>
                    <a:pt x="40" y="1008"/>
                  </a:lnTo>
                  <a:lnTo>
                    <a:pt x="21" y="1067"/>
                  </a:lnTo>
                  <a:lnTo>
                    <a:pt x="40" y="1027"/>
                  </a:lnTo>
                  <a:lnTo>
                    <a:pt x="60" y="1027"/>
                  </a:lnTo>
                  <a:lnTo>
                    <a:pt x="80" y="988"/>
                  </a:lnTo>
                  <a:lnTo>
                    <a:pt x="80" y="988"/>
                  </a:lnTo>
                  <a:lnTo>
                    <a:pt x="100" y="929"/>
                  </a:lnTo>
                  <a:lnTo>
                    <a:pt x="139" y="889"/>
                  </a:lnTo>
                  <a:lnTo>
                    <a:pt x="159" y="869"/>
                  </a:lnTo>
                  <a:lnTo>
                    <a:pt x="119" y="968"/>
                  </a:lnTo>
                  <a:lnTo>
                    <a:pt x="60" y="1087"/>
                  </a:lnTo>
                  <a:lnTo>
                    <a:pt x="100" y="1047"/>
                  </a:lnTo>
                  <a:lnTo>
                    <a:pt x="80" y="1087"/>
                  </a:lnTo>
                  <a:lnTo>
                    <a:pt x="80" y="1126"/>
                  </a:lnTo>
                  <a:lnTo>
                    <a:pt x="60" y="1166"/>
                  </a:lnTo>
                  <a:lnTo>
                    <a:pt x="60" y="1205"/>
                  </a:lnTo>
                  <a:lnTo>
                    <a:pt x="60" y="1225"/>
                  </a:lnTo>
                  <a:lnTo>
                    <a:pt x="100" y="1166"/>
                  </a:lnTo>
                  <a:lnTo>
                    <a:pt x="100" y="1166"/>
                  </a:lnTo>
                  <a:lnTo>
                    <a:pt x="80" y="1205"/>
                  </a:lnTo>
                  <a:lnTo>
                    <a:pt x="80" y="1225"/>
                  </a:lnTo>
                  <a:lnTo>
                    <a:pt x="100" y="1225"/>
                  </a:lnTo>
                  <a:lnTo>
                    <a:pt x="100" y="1264"/>
                  </a:lnTo>
                  <a:lnTo>
                    <a:pt x="100" y="1284"/>
                  </a:lnTo>
                  <a:lnTo>
                    <a:pt x="139" y="1185"/>
                  </a:lnTo>
                  <a:lnTo>
                    <a:pt x="139" y="1225"/>
                  </a:lnTo>
                  <a:lnTo>
                    <a:pt x="119" y="1284"/>
                  </a:lnTo>
                  <a:lnTo>
                    <a:pt x="198" y="1126"/>
                  </a:lnTo>
                  <a:lnTo>
                    <a:pt x="179" y="1185"/>
                  </a:lnTo>
                  <a:lnTo>
                    <a:pt x="159" y="1264"/>
                  </a:lnTo>
                  <a:lnTo>
                    <a:pt x="159" y="1245"/>
                  </a:lnTo>
                  <a:lnTo>
                    <a:pt x="139" y="1304"/>
                  </a:lnTo>
                  <a:lnTo>
                    <a:pt x="119" y="1343"/>
                  </a:lnTo>
                  <a:lnTo>
                    <a:pt x="139" y="1343"/>
                  </a:lnTo>
                  <a:lnTo>
                    <a:pt x="139" y="1363"/>
                  </a:lnTo>
                  <a:lnTo>
                    <a:pt x="159" y="1304"/>
                  </a:lnTo>
                  <a:lnTo>
                    <a:pt x="179" y="1264"/>
                  </a:lnTo>
                  <a:lnTo>
                    <a:pt x="165" y="1284"/>
                  </a:lnTo>
                  <a:lnTo>
                    <a:pt x="179" y="1245"/>
                  </a:lnTo>
                  <a:lnTo>
                    <a:pt x="218" y="1185"/>
                  </a:lnTo>
                  <a:lnTo>
                    <a:pt x="277" y="1106"/>
                  </a:lnTo>
                  <a:lnTo>
                    <a:pt x="258" y="1146"/>
                  </a:lnTo>
                  <a:lnTo>
                    <a:pt x="218" y="1264"/>
                  </a:lnTo>
                  <a:lnTo>
                    <a:pt x="238" y="1245"/>
                  </a:lnTo>
                  <a:lnTo>
                    <a:pt x="238" y="1264"/>
                  </a:lnTo>
                  <a:lnTo>
                    <a:pt x="218" y="1324"/>
                  </a:lnTo>
                  <a:lnTo>
                    <a:pt x="258" y="1225"/>
                  </a:lnTo>
                  <a:lnTo>
                    <a:pt x="277" y="1225"/>
                  </a:lnTo>
                  <a:lnTo>
                    <a:pt x="258" y="1245"/>
                  </a:lnTo>
                  <a:lnTo>
                    <a:pt x="238" y="1304"/>
                  </a:lnTo>
                  <a:lnTo>
                    <a:pt x="258" y="1324"/>
                  </a:lnTo>
                  <a:lnTo>
                    <a:pt x="258" y="1363"/>
                  </a:lnTo>
                  <a:lnTo>
                    <a:pt x="258" y="1383"/>
                  </a:lnTo>
                  <a:lnTo>
                    <a:pt x="277" y="1383"/>
                  </a:lnTo>
                  <a:lnTo>
                    <a:pt x="291" y="1330"/>
                  </a:lnTo>
                  <a:lnTo>
                    <a:pt x="317" y="1264"/>
                  </a:lnTo>
                  <a:lnTo>
                    <a:pt x="356" y="1199"/>
                  </a:lnTo>
                  <a:lnTo>
                    <a:pt x="356" y="1205"/>
                  </a:lnTo>
                  <a:lnTo>
                    <a:pt x="376" y="1185"/>
                  </a:lnTo>
                  <a:lnTo>
                    <a:pt x="376" y="1166"/>
                  </a:lnTo>
                  <a:lnTo>
                    <a:pt x="396" y="1126"/>
                  </a:lnTo>
                  <a:lnTo>
                    <a:pt x="396" y="1166"/>
                  </a:lnTo>
                  <a:lnTo>
                    <a:pt x="376" y="1225"/>
                  </a:lnTo>
                  <a:lnTo>
                    <a:pt x="396" y="1205"/>
                  </a:lnTo>
                  <a:lnTo>
                    <a:pt x="396" y="1205"/>
                  </a:lnTo>
                  <a:lnTo>
                    <a:pt x="356" y="1284"/>
                  </a:lnTo>
                  <a:lnTo>
                    <a:pt x="337" y="1324"/>
                  </a:lnTo>
                  <a:lnTo>
                    <a:pt x="317" y="1383"/>
                  </a:lnTo>
                  <a:lnTo>
                    <a:pt x="337" y="1363"/>
                  </a:lnTo>
                  <a:lnTo>
                    <a:pt x="297" y="1442"/>
                  </a:lnTo>
                  <a:lnTo>
                    <a:pt x="317" y="1442"/>
                  </a:lnTo>
                  <a:lnTo>
                    <a:pt x="317" y="1462"/>
                  </a:lnTo>
                  <a:lnTo>
                    <a:pt x="337" y="1383"/>
                  </a:lnTo>
                  <a:lnTo>
                    <a:pt x="337" y="1442"/>
                  </a:lnTo>
                  <a:lnTo>
                    <a:pt x="356" y="1482"/>
                  </a:lnTo>
                  <a:lnTo>
                    <a:pt x="376" y="1422"/>
                  </a:lnTo>
                  <a:lnTo>
                    <a:pt x="396" y="1403"/>
                  </a:lnTo>
                  <a:lnTo>
                    <a:pt x="396" y="1403"/>
                  </a:lnTo>
                  <a:lnTo>
                    <a:pt x="376" y="1442"/>
                  </a:lnTo>
                  <a:lnTo>
                    <a:pt x="376" y="1482"/>
                  </a:lnTo>
                  <a:lnTo>
                    <a:pt x="416" y="1442"/>
                  </a:lnTo>
                  <a:lnTo>
                    <a:pt x="455" y="1363"/>
                  </a:lnTo>
                  <a:lnTo>
                    <a:pt x="455" y="1403"/>
                  </a:lnTo>
                  <a:lnTo>
                    <a:pt x="455" y="1442"/>
                  </a:lnTo>
                  <a:lnTo>
                    <a:pt x="475" y="1462"/>
                  </a:lnTo>
                  <a:lnTo>
                    <a:pt x="574" y="1284"/>
                  </a:lnTo>
                  <a:lnTo>
                    <a:pt x="633" y="1166"/>
                  </a:lnTo>
                  <a:lnTo>
                    <a:pt x="672" y="1067"/>
                  </a:lnTo>
                  <a:lnTo>
                    <a:pt x="672" y="1126"/>
                  </a:lnTo>
                  <a:lnTo>
                    <a:pt x="653" y="1166"/>
                  </a:lnTo>
                  <a:lnTo>
                    <a:pt x="633" y="1245"/>
                  </a:lnTo>
                  <a:lnTo>
                    <a:pt x="633" y="1225"/>
                  </a:lnTo>
                  <a:lnTo>
                    <a:pt x="593" y="1383"/>
                  </a:lnTo>
                  <a:lnTo>
                    <a:pt x="554" y="1422"/>
                  </a:lnTo>
                  <a:lnTo>
                    <a:pt x="574" y="1363"/>
                  </a:lnTo>
                  <a:lnTo>
                    <a:pt x="534" y="1442"/>
                  </a:lnTo>
                  <a:lnTo>
                    <a:pt x="521" y="1508"/>
                  </a:lnTo>
                  <a:lnTo>
                    <a:pt x="534" y="1482"/>
                  </a:lnTo>
                  <a:lnTo>
                    <a:pt x="534" y="1541"/>
                  </a:lnTo>
                  <a:lnTo>
                    <a:pt x="554" y="1521"/>
                  </a:lnTo>
                  <a:lnTo>
                    <a:pt x="554" y="1541"/>
                  </a:lnTo>
                  <a:lnTo>
                    <a:pt x="593" y="1462"/>
                  </a:lnTo>
                  <a:lnTo>
                    <a:pt x="593" y="1482"/>
                  </a:lnTo>
                  <a:lnTo>
                    <a:pt x="574" y="1521"/>
                  </a:lnTo>
                  <a:lnTo>
                    <a:pt x="613" y="1501"/>
                  </a:lnTo>
                  <a:lnTo>
                    <a:pt x="653" y="1422"/>
                  </a:lnTo>
                  <a:lnTo>
                    <a:pt x="686" y="1357"/>
                  </a:lnTo>
                  <a:lnTo>
                    <a:pt x="686" y="1357"/>
                  </a:lnTo>
                  <a:lnTo>
                    <a:pt x="712" y="1343"/>
                  </a:lnTo>
                  <a:lnTo>
                    <a:pt x="692" y="1403"/>
                  </a:lnTo>
                  <a:lnTo>
                    <a:pt x="672" y="1403"/>
                  </a:lnTo>
                  <a:lnTo>
                    <a:pt x="672" y="1422"/>
                  </a:lnTo>
                  <a:lnTo>
                    <a:pt x="692" y="1422"/>
                  </a:lnTo>
                  <a:lnTo>
                    <a:pt x="732" y="1363"/>
                  </a:lnTo>
                  <a:lnTo>
                    <a:pt x="732" y="1383"/>
                  </a:lnTo>
                  <a:lnTo>
                    <a:pt x="672" y="1501"/>
                  </a:lnTo>
                  <a:lnTo>
                    <a:pt x="692" y="1442"/>
                  </a:lnTo>
                  <a:lnTo>
                    <a:pt x="653" y="1501"/>
                  </a:lnTo>
                  <a:lnTo>
                    <a:pt x="633" y="1521"/>
                  </a:lnTo>
                  <a:lnTo>
                    <a:pt x="653" y="1482"/>
                  </a:lnTo>
                  <a:lnTo>
                    <a:pt x="633" y="1482"/>
                  </a:lnTo>
                  <a:lnTo>
                    <a:pt x="613" y="1521"/>
                  </a:lnTo>
                  <a:lnTo>
                    <a:pt x="613" y="1541"/>
                  </a:lnTo>
                  <a:lnTo>
                    <a:pt x="633" y="1561"/>
                  </a:lnTo>
                  <a:lnTo>
                    <a:pt x="633" y="1580"/>
                  </a:lnTo>
                  <a:lnTo>
                    <a:pt x="692" y="1501"/>
                  </a:lnTo>
                  <a:lnTo>
                    <a:pt x="712" y="1442"/>
                  </a:lnTo>
                  <a:lnTo>
                    <a:pt x="751" y="1383"/>
                  </a:lnTo>
                  <a:lnTo>
                    <a:pt x="712" y="1482"/>
                  </a:lnTo>
                  <a:lnTo>
                    <a:pt x="712" y="1521"/>
                  </a:lnTo>
                  <a:lnTo>
                    <a:pt x="751" y="1442"/>
                  </a:lnTo>
                  <a:lnTo>
                    <a:pt x="791" y="1383"/>
                  </a:lnTo>
                  <a:lnTo>
                    <a:pt x="771" y="1403"/>
                  </a:lnTo>
                  <a:lnTo>
                    <a:pt x="771" y="1383"/>
                  </a:lnTo>
                  <a:lnTo>
                    <a:pt x="791" y="1343"/>
                  </a:lnTo>
                  <a:lnTo>
                    <a:pt x="811" y="1304"/>
                  </a:lnTo>
                  <a:lnTo>
                    <a:pt x="830" y="1264"/>
                  </a:lnTo>
                  <a:lnTo>
                    <a:pt x="830" y="1304"/>
                  </a:lnTo>
                  <a:lnTo>
                    <a:pt x="811" y="1363"/>
                  </a:lnTo>
                  <a:lnTo>
                    <a:pt x="732" y="1501"/>
                  </a:lnTo>
                  <a:lnTo>
                    <a:pt x="732" y="1521"/>
                  </a:lnTo>
                  <a:lnTo>
                    <a:pt x="732" y="1541"/>
                  </a:lnTo>
                  <a:lnTo>
                    <a:pt x="771" y="1442"/>
                  </a:lnTo>
                  <a:lnTo>
                    <a:pt x="811" y="1383"/>
                  </a:lnTo>
                  <a:lnTo>
                    <a:pt x="870" y="1324"/>
                  </a:lnTo>
                  <a:lnTo>
                    <a:pt x="811" y="1442"/>
                  </a:lnTo>
                  <a:lnTo>
                    <a:pt x="791" y="1482"/>
                  </a:lnTo>
                  <a:lnTo>
                    <a:pt x="761" y="1541"/>
                  </a:lnTo>
                  <a:lnTo>
                    <a:pt x="771" y="1521"/>
                  </a:lnTo>
                  <a:lnTo>
                    <a:pt x="791" y="1501"/>
                  </a:lnTo>
                  <a:lnTo>
                    <a:pt x="791" y="1541"/>
                  </a:lnTo>
                  <a:lnTo>
                    <a:pt x="830" y="1521"/>
                  </a:lnTo>
                  <a:lnTo>
                    <a:pt x="830" y="1482"/>
                  </a:lnTo>
                  <a:lnTo>
                    <a:pt x="850" y="1462"/>
                  </a:lnTo>
                  <a:lnTo>
                    <a:pt x="850" y="1482"/>
                  </a:lnTo>
                  <a:lnTo>
                    <a:pt x="850" y="1501"/>
                  </a:lnTo>
                  <a:lnTo>
                    <a:pt x="870" y="1482"/>
                  </a:lnTo>
                  <a:lnTo>
                    <a:pt x="890" y="1482"/>
                  </a:lnTo>
                  <a:lnTo>
                    <a:pt x="909" y="1462"/>
                  </a:lnTo>
                  <a:lnTo>
                    <a:pt x="890" y="1462"/>
                  </a:lnTo>
                  <a:lnTo>
                    <a:pt x="890" y="1442"/>
                  </a:lnTo>
                  <a:lnTo>
                    <a:pt x="909" y="1383"/>
                  </a:lnTo>
                  <a:lnTo>
                    <a:pt x="949" y="1343"/>
                  </a:lnTo>
                  <a:lnTo>
                    <a:pt x="969" y="1324"/>
                  </a:lnTo>
                  <a:lnTo>
                    <a:pt x="988" y="1324"/>
                  </a:lnTo>
                  <a:lnTo>
                    <a:pt x="988" y="1304"/>
                  </a:lnTo>
                  <a:lnTo>
                    <a:pt x="1008" y="1284"/>
                  </a:lnTo>
                  <a:lnTo>
                    <a:pt x="988" y="1363"/>
                  </a:lnTo>
                  <a:lnTo>
                    <a:pt x="1008" y="1343"/>
                  </a:lnTo>
                  <a:lnTo>
                    <a:pt x="988" y="1383"/>
                  </a:lnTo>
                  <a:lnTo>
                    <a:pt x="988" y="1403"/>
                  </a:lnTo>
                  <a:lnTo>
                    <a:pt x="1008" y="1383"/>
                  </a:lnTo>
                  <a:lnTo>
                    <a:pt x="1008" y="1383"/>
                  </a:lnTo>
                  <a:lnTo>
                    <a:pt x="988" y="1422"/>
                  </a:lnTo>
                  <a:lnTo>
                    <a:pt x="969" y="1482"/>
                  </a:lnTo>
                  <a:lnTo>
                    <a:pt x="1008" y="1422"/>
                  </a:lnTo>
                  <a:lnTo>
                    <a:pt x="1008" y="1442"/>
                  </a:lnTo>
                  <a:lnTo>
                    <a:pt x="1048" y="1403"/>
                  </a:lnTo>
                  <a:lnTo>
                    <a:pt x="1067" y="1343"/>
                  </a:lnTo>
                  <a:lnTo>
                    <a:pt x="1087" y="1284"/>
                  </a:lnTo>
                  <a:lnTo>
                    <a:pt x="1127" y="1284"/>
                  </a:lnTo>
                  <a:lnTo>
                    <a:pt x="1127" y="1324"/>
                  </a:lnTo>
                  <a:lnTo>
                    <a:pt x="1107" y="1363"/>
                  </a:lnTo>
                  <a:lnTo>
                    <a:pt x="1087" y="1383"/>
                  </a:lnTo>
                  <a:lnTo>
                    <a:pt x="1087" y="1422"/>
                  </a:lnTo>
                  <a:lnTo>
                    <a:pt x="1067" y="1482"/>
                  </a:lnTo>
                  <a:lnTo>
                    <a:pt x="1087" y="1442"/>
                  </a:lnTo>
                  <a:lnTo>
                    <a:pt x="1107" y="1422"/>
                  </a:lnTo>
                  <a:lnTo>
                    <a:pt x="1107" y="1422"/>
                  </a:lnTo>
                  <a:lnTo>
                    <a:pt x="1067" y="1521"/>
                  </a:lnTo>
                  <a:lnTo>
                    <a:pt x="1067" y="1541"/>
                  </a:lnTo>
                  <a:lnTo>
                    <a:pt x="1087" y="1501"/>
                  </a:lnTo>
                  <a:lnTo>
                    <a:pt x="1107" y="1462"/>
                  </a:lnTo>
                  <a:lnTo>
                    <a:pt x="1127" y="1442"/>
                  </a:lnTo>
                  <a:lnTo>
                    <a:pt x="1107" y="1482"/>
                  </a:lnTo>
                  <a:lnTo>
                    <a:pt x="1127" y="1482"/>
                  </a:lnTo>
                  <a:lnTo>
                    <a:pt x="1127" y="1501"/>
                  </a:lnTo>
                  <a:lnTo>
                    <a:pt x="1140" y="1462"/>
                  </a:lnTo>
                  <a:lnTo>
                    <a:pt x="1127" y="1462"/>
                  </a:lnTo>
                  <a:lnTo>
                    <a:pt x="1146" y="1422"/>
                  </a:lnTo>
                  <a:lnTo>
                    <a:pt x="1166" y="1403"/>
                  </a:lnTo>
                  <a:lnTo>
                    <a:pt x="1206" y="1403"/>
                  </a:lnTo>
                  <a:lnTo>
                    <a:pt x="1225" y="1363"/>
                  </a:lnTo>
                  <a:lnTo>
                    <a:pt x="1206" y="1422"/>
                  </a:lnTo>
                  <a:lnTo>
                    <a:pt x="1186" y="1482"/>
                  </a:lnTo>
                  <a:lnTo>
                    <a:pt x="1206" y="1462"/>
                  </a:lnTo>
                  <a:lnTo>
                    <a:pt x="1186" y="1541"/>
                  </a:lnTo>
                  <a:lnTo>
                    <a:pt x="1166" y="1600"/>
                  </a:lnTo>
                  <a:lnTo>
                    <a:pt x="1186" y="1600"/>
                  </a:lnTo>
                  <a:lnTo>
                    <a:pt x="1206" y="1521"/>
                  </a:lnTo>
                  <a:lnTo>
                    <a:pt x="1225" y="1501"/>
                  </a:lnTo>
                  <a:lnTo>
                    <a:pt x="1225" y="1521"/>
                  </a:lnTo>
                  <a:lnTo>
                    <a:pt x="1245" y="1442"/>
                  </a:lnTo>
                  <a:lnTo>
                    <a:pt x="1245" y="1501"/>
                  </a:lnTo>
                  <a:lnTo>
                    <a:pt x="1225" y="1541"/>
                  </a:lnTo>
                  <a:lnTo>
                    <a:pt x="1225" y="1580"/>
                  </a:lnTo>
                  <a:lnTo>
                    <a:pt x="1245" y="1541"/>
                  </a:lnTo>
                  <a:lnTo>
                    <a:pt x="1265" y="1501"/>
                  </a:lnTo>
                  <a:lnTo>
                    <a:pt x="1265" y="1501"/>
                  </a:lnTo>
                  <a:lnTo>
                    <a:pt x="1285" y="1521"/>
                  </a:lnTo>
                  <a:lnTo>
                    <a:pt x="1285" y="1501"/>
                  </a:lnTo>
                  <a:lnTo>
                    <a:pt x="1324" y="1442"/>
                  </a:lnTo>
                  <a:lnTo>
                    <a:pt x="1324" y="1422"/>
                  </a:lnTo>
                  <a:lnTo>
                    <a:pt x="1344" y="1363"/>
                  </a:lnTo>
                  <a:lnTo>
                    <a:pt x="1344" y="1403"/>
                  </a:lnTo>
                  <a:lnTo>
                    <a:pt x="1324" y="1462"/>
                  </a:lnTo>
                  <a:lnTo>
                    <a:pt x="1364" y="1422"/>
                  </a:lnTo>
                  <a:lnTo>
                    <a:pt x="1384" y="1403"/>
                  </a:lnTo>
                  <a:lnTo>
                    <a:pt x="1403" y="1363"/>
                  </a:lnTo>
                  <a:lnTo>
                    <a:pt x="1423" y="1324"/>
                  </a:lnTo>
                  <a:lnTo>
                    <a:pt x="1403" y="1403"/>
                  </a:lnTo>
                  <a:lnTo>
                    <a:pt x="1384" y="1442"/>
                  </a:lnTo>
                  <a:lnTo>
                    <a:pt x="1364" y="1501"/>
                  </a:lnTo>
                  <a:lnTo>
                    <a:pt x="1364" y="1521"/>
                  </a:lnTo>
                  <a:lnTo>
                    <a:pt x="1324" y="1580"/>
                  </a:lnTo>
                  <a:lnTo>
                    <a:pt x="1344" y="1561"/>
                  </a:lnTo>
                  <a:lnTo>
                    <a:pt x="1364" y="1541"/>
                  </a:lnTo>
                  <a:lnTo>
                    <a:pt x="1364" y="1561"/>
                  </a:lnTo>
                  <a:lnTo>
                    <a:pt x="1384" y="1501"/>
                  </a:lnTo>
                  <a:lnTo>
                    <a:pt x="1403" y="1442"/>
                  </a:lnTo>
                  <a:lnTo>
                    <a:pt x="1403" y="1442"/>
                  </a:lnTo>
                  <a:lnTo>
                    <a:pt x="1384" y="1521"/>
                  </a:lnTo>
                  <a:lnTo>
                    <a:pt x="1403" y="1521"/>
                  </a:lnTo>
                  <a:lnTo>
                    <a:pt x="1403" y="1501"/>
                  </a:lnTo>
                  <a:lnTo>
                    <a:pt x="1443" y="1422"/>
                  </a:lnTo>
                  <a:lnTo>
                    <a:pt x="1463" y="1363"/>
                  </a:lnTo>
                  <a:lnTo>
                    <a:pt x="1482" y="1343"/>
                  </a:lnTo>
                  <a:lnTo>
                    <a:pt x="1502" y="1304"/>
                  </a:lnTo>
                  <a:lnTo>
                    <a:pt x="1482" y="1324"/>
                  </a:lnTo>
                  <a:lnTo>
                    <a:pt x="1482" y="1324"/>
                  </a:lnTo>
                  <a:lnTo>
                    <a:pt x="1502" y="1284"/>
                  </a:lnTo>
                  <a:lnTo>
                    <a:pt x="1522" y="1264"/>
                  </a:lnTo>
                  <a:lnTo>
                    <a:pt x="1502" y="1363"/>
                  </a:lnTo>
                  <a:lnTo>
                    <a:pt x="1443" y="1482"/>
                  </a:lnTo>
                  <a:lnTo>
                    <a:pt x="1384" y="1620"/>
                  </a:lnTo>
                  <a:lnTo>
                    <a:pt x="1384" y="1620"/>
                  </a:lnTo>
                  <a:lnTo>
                    <a:pt x="1403" y="1600"/>
                  </a:lnTo>
                  <a:lnTo>
                    <a:pt x="1423" y="1620"/>
                  </a:lnTo>
                  <a:lnTo>
                    <a:pt x="1423" y="1640"/>
                  </a:lnTo>
                  <a:lnTo>
                    <a:pt x="1463" y="1561"/>
                  </a:lnTo>
                  <a:lnTo>
                    <a:pt x="1487" y="1499"/>
                  </a:lnTo>
                  <a:lnTo>
                    <a:pt x="1487" y="1499"/>
                  </a:lnTo>
                  <a:lnTo>
                    <a:pt x="1482" y="1501"/>
                  </a:lnTo>
                  <a:lnTo>
                    <a:pt x="1488" y="1498"/>
                  </a:lnTo>
                  <a:lnTo>
                    <a:pt x="1488" y="1498"/>
                  </a:lnTo>
                  <a:lnTo>
                    <a:pt x="1502" y="1462"/>
                  </a:lnTo>
                  <a:lnTo>
                    <a:pt x="1522" y="1462"/>
                  </a:lnTo>
                  <a:lnTo>
                    <a:pt x="1522" y="1475"/>
                  </a:lnTo>
                  <a:lnTo>
                    <a:pt x="1542" y="1462"/>
                  </a:lnTo>
                  <a:lnTo>
                    <a:pt x="1561" y="1442"/>
                  </a:lnTo>
                  <a:lnTo>
                    <a:pt x="1581" y="1403"/>
                  </a:lnTo>
                  <a:lnTo>
                    <a:pt x="1621" y="1324"/>
                  </a:lnTo>
                  <a:lnTo>
                    <a:pt x="1640" y="1304"/>
                  </a:lnTo>
                  <a:lnTo>
                    <a:pt x="1660" y="1245"/>
                  </a:lnTo>
                  <a:lnTo>
                    <a:pt x="1680" y="1264"/>
                  </a:lnTo>
                  <a:lnTo>
                    <a:pt x="1640" y="1304"/>
                  </a:lnTo>
                  <a:lnTo>
                    <a:pt x="1660" y="1324"/>
                  </a:lnTo>
                  <a:lnTo>
                    <a:pt x="1680" y="1304"/>
                  </a:lnTo>
                  <a:lnTo>
                    <a:pt x="1640" y="1363"/>
                  </a:lnTo>
                  <a:lnTo>
                    <a:pt x="1621" y="1383"/>
                  </a:lnTo>
                  <a:lnTo>
                    <a:pt x="1621" y="1403"/>
                  </a:lnTo>
                  <a:lnTo>
                    <a:pt x="1581" y="1501"/>
                  </a:lnTo>
                  <a:lnTo>
                    <a:pt x="1601" y="1462"/>
                  </a:lnTo>
                  <a:lnTo>
                    <a:pt x="1640" y="1403"/>
                  </a:lnTo>
                  <a:lnTo>
                    <a:pt x="1621" y="1482"/>
                  </a:lnTo>
                  <a:lnTo>
                    <a:pt x="1640" y="1482"/>
                  </a:lnTo>
                  <a:lnTo>
                    <a:pt x="1660" y="1442"/>
                  </a:lnTo>
                  <a:lnTo>
                    <a:pt x="1700" y="1363"/>
                  </a:lnTo>
                  <a:lnTo>
                    <a:pt x="1719" y="1324"/>
                  </a:lnTo>
                  <a:lnTo>
                    <a:pt x="1739" y="1304"/>
                  </a:lnTo>
                  <a:lnTo>
                    <a:pt x="1759" y="1264"/>
                  </a:lnTo>
                  <a:lnTo>
                    <a:pt x="1739" y="1245"/>
                  </a:lnTo>
                  <a:lnTo>
                    <a:pt x="1779" y="1166"/>
                  </a:lnTo>
                  <a:lnTo>
                    <a:pt x="1818" y="1106"/>
                  </a:lnTo>
                  <a:lnTo>
                    <a:pt x="1877" y="1027"/>
                  </a:lnTo>
                  <a:lnTo>
                    <a:pt x="1858" y="1087"/>
                  </a:lnTo>
                  <a:lnTo>
                    <a:pt x="1877" y="1047"/>
                  </a:lnTo>
                  <a:lnTo>
                    <a:pt x="1877" y="1067"/>
                  </a:lnTo>
                  <a:lnTo>
                    <a:pt x="1897" y="1067"/>
                  </a:lnTo>
                  <a:lnTo>
                    <a:pt x="1917" y="1027"/>
                  </a:lnTo>
                  <a:lnTo>
                    <a:pt x="1937" y="948"/>
                  </a:lnTo>
                  <a:lnTo>
                    <a:pt x="1937" y="988"/>
                  </a:lnTo>
                  <a:lnTo>
                    <a:pt x="1917" y="1047"/>
                  </a:lnTo>
                  <a:lnTo>
                    <a:pt x="1917" y="1067"/>
                  </a:lnTo>
                  <a:lnTo>
                    <a:pt x="1858" y="1205"/>
                  </a:lnTo>
                  <a:lnTo>
                    <a:pt x="1877" y="1185"/>
                  </a:lnTo>
                  <a:lnTo>
                    <a:pt x="1779" y="1363"/>
                  </a:lnTo>
                  <a:lnTo>
                    <a:pt x="1798" y="1403"/>
                  </a:lnTo>
                  <a:lnTo>
                    <a:pt x="1798" y="1422"/>
                  </a:lnTo>
                  <a:lnTo>
                    <a:pt x="1818" y="1403"/>
                  </a:lnTo>
                  <a:lnTo>
                    <a:pt x="1759" y="1541"/>
                  </a:lnTo>
                  <a:lnTo>
                    <a:pt x="1779" y="1521"/>
                  </a:lnTo>
                  <a:lnTo>
                    <a:pt x="1779" y="1541"/>
                  </a:lnTo>
                  <a:lnTo>
                    <a:pt x="1759" y="1600"/>
                  </a:lnTo>
                  <a:lnTo>
                    <a:pt x="1798" y="1541"/>
                  </a:lnTo>
                  <a:lnTo>
                    <a:pt x="1818" y="1462"/>
                  </a:lnTo>
                  <a:lnTo>
                    <a:pt x="1818" y="1482"/>
                  </a:lnTo>
                  <a:lnTo>
                    <a:pt x="1838" y="1462"/>
                  </a:lnTo>
                  <a:lnTo>
                    <a:pt x="1838" y="1403"/>
                  </a:lnTo>
                  <a:lnTo>
                    <a:pt x="1877" y="1403"/>
                  </a:lnTo>
                  <a:lnTo>
                    <a:pt x="1877" y="1442"/>
                  </a:lnTo>
                  <a:lnTo>
                    <a:pt x="1858" y="1482"/>
                  </a:lnTo>
                  <a:lnTo>
                    <a:pt x="1838" y="1501"/>
                  </a:lnTo>
                  <a:lnTo>
                    <a:pt x="1838" y="1541"/>
                  </a:lnTo>
                  <a:lnTo>
                    <a:pt x="1825" y="1554"/>
                  </a:lnTo>
                  <a:lnTo>
                    <a:pt x="1825" y="1554"/>
                  </a:lnTo>
                  <a:lnTo>
                    <a:pt x="1838" y="1580"/>
                  </a:lnTo>
                  <a:lnTo>
                    <a:pt x="1818" y="1620"/>
                  </a:lnTo>
                  <a:lnTo>
                    <a:pt x="1877" y="1541"/>
                  </a:lnTo>
                  <a:lnTo>
                    <a:pt x="1858" y="1600"/>
                  </a:lnTo>
                  <a:lnTo>
                    <a:pt x="1838" y="1660"/>
                  </a:lnTo>
                  <a:lnTo>
                    <a:pt x="1877" y="1580"/>
                  </a:lnTo>
                  <a:lnTo>
                    <a:pt x="1897" y="1541"/>
                  </a:lnTo>
                  <a:lnTo>
                    <a:pt x="1937" y="1501"/>
                  </a:lnTo>
                  <a:lnTo>
                    <a:pt x="1956" y="1442"/>
                  </a:lnTo>
                  <a:lnTo>
                    <a:pt x="1956" y="1462"/>
                  </a:lnTo>
                  <a:lnTo>
                    <a:pt x="1976" y="1422"/>
                  </a:lnTo>
                  <a:lnTo>
                    <a:pt x="1976" y="1383"/>
                  </a:lnTo>
                  <a:lnTo>
                    <a:pt x="1996" y="1383"/>
                  </a:lnTo>
                  <a:lnTo>
                    <a:pt x="1996" y="1403"/>
                  </a:lnTo>
                  <a:lnTo>
                    <a:pt x="1917" y="1580"/>
                  </a:lnTo>
                  <a:lnTo>
                    <a:pt x="1956" y="1521"/>
                  </a:lnTo>
                  <a:lnTo>
                    <a:pt x="1976" y="1482"/>
                  </a:lnTo>
                  <a:lnTo>
                    <a:pt x="1996" y="1462"/>
                  </a:lnTo>
                  <a:lnTo>
                    <a:pt x="2016" y="1442"/>
                  </a:lnTo>
                  <a:lnTo>
                    <a:pt x="2055" y="1343"/>
                  </a:lnTo>
                  <a:lnTo>
                    <a:pt x="2055" y="1383"/>
                  </a:lnTo>
                  <a:lnTo>
                    <a:pt x="2016" y="1482"/>
                  </a:lnTo>
                  <a:lnTo>
                    <a:pt x="2035" y="1482"/>
                  </a:lnTo>
                  <a:lnTo>
                    <a:pt x="1996" y="1600"/>
                  </a:lnTo>
                  <a:lnTo>
                    <a:pt x="2016" y="1580"/>
                  </a:lnTo>
                  <a:lnTo>
                    <a:pt x="2035" y="1541"/>
                  </a:lnTo>
                  <a:lnTo>
                    <a:pt x="2035" y="1521"/>
                  </a:lnTo>
                  <a:lnTo>
                    <a:pt x="2055" y="1482"/>
                  </a:lnTo>
                  <a:lnTo>
                    <a:pt x="2075" y="1403"/>
                  </a:lnTo>
                  <a:lnTo>
                    <a:pt x="2095" y="1324"/>
                  </a:lnTo>
                  <a:lnTo>
                    <a:pt x="2095" y="1284"/>
                  </a:lnTo>
                  <a:lnTo>
                    <a:pt x="2095" y="1245"/>
                  </a:lnTo>
                  <a:lnTo>
                    <a:pt x="2055" y="1324"/>
                  </a:lnTo>
                  <a:lnTo>
                    <a:pt x="2035" y="1383"/>
                  </a:lnTo>
                  <a:lnTo>
                    <a:pt x="2016" y="1383"/>
                  </a:lnTo>
                  <a:lnTo>
                    <a:pt x="2035" y="1343"/>
                  </a:lnTo>
                  <a:lnTo>
                    <a:pt x="2055" y="1304"/>
                  </a:lnTo>
                  <a:lnTo>
                    <a:pt x="2095" y="1225"/>
                  </a:lnTo>
                  <a:lnTo>
                    <a:pt x="2154" y="1106"/>
                  </a:lnTo>
                  <a:lnTo>
                    <a:pt x="2213" y="1027"/>
                  </a:lnTo>
                  <a:lnTo>
                    <a:pt x="2233" y="968"/>
                  </a:lnTo>
                  <a:lnTo>
                    <a:pt x="2238" y="968"/>
                  </a:lnTo>
                  <a:lnTo>
                    <a:pt x="2253" y="909"/>
                  </a:lnTo>
                  <a:lnTo>
                    <a:pt x="2253" y="889"/>
                  </a:lnTo>
                  <a:lnTo>
                    <a:pt x="2233" y="909"/>
                  </a:lnTo>
                  <a:lnTo>
                    <a:pt x="2272" y="850"/>
                  </a:lnTo>
                  <a:lnTo>
                    <a:pt x="2272" y="830"/>
                  </a:lnTo>
                  <a:lnTo>
                    <a:pt x="2272" y="810"/>
                  </a:lnTo>
                  <a:lnTo>
                    <a:pt x="2233" y="889"/>
                  </a:lnTo>
                  <a:lnTo>
                    <a:pt x="2233" y="869"/>
                  </a:lnTo>
                  <a:lnTo>
                    <a:pt x="2213" y="869"/>
                  </a:lnTo>
                  <a:lnTo>
                    <a:pt x="2193" y="889"/>
                  </a:lnTo>
                  <a:lnTo>
                    <a:pt x="2174" y="909"/>
                  </a:lnTo>
                  <a:lnTo>
                    <a:pt x="2154" y="948"/>
                  </a:lnTo>
                  <a:lnTo>
                    <a:pt x="2134" y="968"/>
                  </a:lnTo>
                  <a:lnTo>
                    <a:pt x="2114" y="968"/>
                  </a:lnTo>
                  <a:lnTo>
                    <a:pt x="2134" y="929"/>
                  </a:lnTo>
                  <a:lnTo>
                    <a:pt x="2075" y="988"/>
                  </a:lnTo>
                  <a:lnTo>
                    <a:pt x="2055" y="1087"/>
                  </a:lnTo>
                  <a:lnTo>
                    <a:pt x="2035" y="1126"/>
                  </a:lnTo>
                  <a:lnTo>
                    <a:pt x="2035" y="1106"/>
                  </a:lnTo>
                  <a:lnTo>
                    <a:pt x="2035" y="1067"/>
                  </a:lnTo>
                  <a:lnTo>
                    <a:pt x="2095" y="929"/>
                  </a:lnTo>
                  <a:lnTo>
                    <a:pt x="2035" y="1008"/>
                  </a:lnTo>
                  <a:lnTo>
                    <a:pt x="2075" y="909"/>
                  </a:lnTo>
                  <a:lnTo>
                    <a:pt x="2114" y="869"/>
                  </a:lnTo>
                  <a:lnTo>
                    <a:pt x="2114" y="889"/>
                  </a:lnTo>
                  <a:lnTo>
                    <a:pt x="2134" y="869"/>
                  </a:lnTo>
                  <a:lnTo>
                    <a:pt x="2134" y="889"/>
                  </a:lnTo>
                  <a:lnTo>
                    <a:pt x="2154" y="830"/>
                  </a:lnTo>
                  <a:lnTo>
                    <a:pt x="2174" y="830"/>
                  </a:lnTo>
                  <a:lnTo>
                    <a:pt x="2193" y="790"/>
                  </a:lnTo>
                  <a:lnTo>
                    <a:pt x="2193" y="751"/>
                  </a:lnTo>
                  <a:lnTo>
                    <a:pt x="2213" y="711"/>
                  </a:lnTo>
                  <a:lnTo>
                    <a:pt x="2193" y="731"/>
                  </a:lnTo>
                  <a:lnTo>
                    <a:pt x="2233" y="613"/>
                  </a:lnTo>
                  <a:lnTo>
                    <a:pt x="2253" y="613"/>
                  </a:lnTo>
                  <a:lnTo>
                    <a:pt x="2253" y="593"/>
                  </a:lnTo>
                  <a:lnTo>
                    <a:pt x="2253" y="573"/>
                  </a:lnTo>
                  <a:lnTo>
                    <a:pt x="2154" y="751"/>
                  </a:lnTo>
                  <a:lnTo>
                    <a:pt x="2134" y="771"/>
                  </a:lnTo>
                  <a:lnTo>
                    <a:pt x="2114" y="751"/>
                  </a:lnTo>
                  <a:lnTo>
                    <a:pt x="2154" y="711"/>
                  </a:lnTo>
                  <a:lnTo>
                    <a:pt x="2193" y="632"/>
                  </a:lnTo>
                  <a:lnTo>
                    <a:pt x="2174" y="652"/>
                  </a:lnTo>
                  <a:lnTo>
                    <a:pt x="2174" y="632"/>
                  </a:lnTo>
                  <a:lnTo>
                    <a:pt x="2154" y="672"/>
                  </a:lnTo>
                  <a:lnTo>
                    <a:pt x="2154" y="652"/>
                  </a:lnTo>
                  <a:lnTo>
                    <a:pt x="2174" y="573"/>
                  </a:lnTo>
                  <a:lnTo>
                    <a:pt x="2193" y="593"/>
                  </a:lnTo>
                  <a:lnTo>
                    <a:pt x="2213" y="534"/>
                  </a:lnTo>
                  <a:lnTo>
                    <a:pt x="2213" y="553"/>
                  </a:lnTo>
                  <a:lnTo>
                    <a:pt x="2233" y="494"/>
                  </a:lnTo>
                  <a:lnTo>
                    <a:pt x="2213" y="494"/>
                  </a:lnTo>
                  <a:lnTo>
                    <a:pt x="2213" y="514"/>
                  </a:lnTo>
                  <a:lnTo>
                    <a:pt x="2193" y="514"/>
                  </a:lnTo>
                  <a:lnTo>
                    <a:pt x="2233" y="435"/>
                  </a:lnTo>
                  <a:lnTo>
                    <a:pt x="2233" y="415"/>
                  </a:lnTo>
                  <a:lnTo>
                    <a:pt x="2213" y="395"/>
                  </a:lnTo>
                  <a:lnTo>
                    <a:pt x="2193" y="395"/>
                  </a:lnTo>
                  <a:lnTo>
                    <a:pt x="2174" y="455"/>
                  </a:lnTo>
                  <a:lnTo>
                    <a:pt x="2114" y="534"/>
                  </a:lnTo>
                  <a:lnTo>
                    <a:pt x="2154" y="435"/>
                  </a:lnTo>
                  <a:lnTo>
                    <a:pt x="2154" y="376"/>
                  </a:lnTo>
                  <a:lnTo>
                    <a:pt x="2144" y="405"/>
                  </a:lnTo>
                  <a:lnTo>
                    <a:pt x="2144" y="405"/>
                  </a:lnTo>
                  <a:lnTo>
                    <a:pt x="2134" y="415"/>
                  </a:lnTo>
                  <a:lnTo>
                    <a:pt x="2114" y="455"/>
                  </a:lnTo>
                  <a:lnTo>
                    <a:pt x="2114" y="455"/>
                  </a:lnTo>
                  <a:lnTo>
                    <a:pt x="2141" y="415"/>
                  </a:lnTo>
                  <a:lnTo>
                    <a:pt x="2141" y="415"/>
                  </a:lnTo>
                  <a:lnTo>
                    <a:pt x="2134" y="435"/>
                  </a:lnTo>
                  <a:lnTo>
                    <a:pt x="2114" y="494"/>
                  </a:lnTo>
                  <a:lnTo>
                    <a:pt x="2075" y="553"/>
                  </a:lnTo>
                  <a:lnTo>
                    <a:pt x="2055" y="553"/>
                  </a:lnTo>
                  <a:lnTo>
                    <a:pt x="2095" y="494"/>
                  </a:lnTo>
                  <a:lnTo>
                    <a:pt x="2114" y="474"/>
                  </a:lnTo>
                  <a:lnTo>
                    <a:pt x="2114" y="455"/>
                  </a:lnTo>
                  <a:lnTo>
                    <a:pt x="2114" y="435"/>
                  </a:lnTo>
                  <a:lnTo>
                    <a:pt x="2114" y="356"/>
                  </a:lnTo>
                  <a:lnTo>
                    <a:pt x="2075" y="415"/>
                  </a:lnTo>
                  <a:lnTo>
                    <a:pt x="2055" y="455"/>
                  </a:lnTo>
                  <a:lnTo>
                    <a:pt x="2075" y="435"/>
                  </a:lnTo>
                  <a:lnTo>
                    <a:pt x="2075" y="455"/>
                  </a:lnTo>
                  <a:lnTo>
                    <a:pt x="2035" y="534"/>
                  </a:lnTo>
                  <a:lnTo>
                    <a:pt x="2035" y="494"/>
                  </a:lnTo>
                  <a:lnTo>
                    <a:pt x="2035" y="455"/>
                  </a:lnTo>
                  <a:lnTo>
                    <a:pt x="2055" y="415"/>
                  </a:lnTo>
                  <a:lnTo>
                    <a:pt x="2055" y="435"/>
                  </a:lnTo>
                  <a:lnTo>
                    <a:pt x="2075" y="395"/>
                  </a:lnTo>
                  <a:lnTo>
                    <a:pt x="2035" y="395"/>
                  </a:lnTo>
                  <a:lnTo>
                    <a:pt x="2035" y="376"/>
                  </a:lnTo>
                  <a:lnTo>
                    <a:pt x="2035" y="356"/>
                  </a:lnTo>
                  <a:lnTo>
                    <a:pt x="1996" y="415"/>
                  </a:lnTo>
                  <a:lnTo>
                    <a:pt x="1976" y="494"/>
                  </a:lnTo>
                  <a:lnTo>
                    <a:pt x="1976" y="455"/>
                  </a:lnTo>
                  <a:lnTo>
                    <a:pt x="1996" y="415"/>
                  </a:lnTo>
                  <a:lnTo>
                    <a:pt x="1996" y="395"/>
                  </a:lnTo>
                  <a:lnTo>
                    <a:pt x="1976" y="395"/>
                  </a:lnTo>
                  <a:lnTo>
                    <a:pt x="1996" y="356"/>
                  </a:lnTo>
                  <a:lnTo>
                    <a:pt x="1956" y="395"/>
                  </a:lnTo>
                  <a:lnTo>
                    <a:pt x="1976" y="356"/>
                  </a:lnTo>
                  <a:lnTo>
                    <a:pt x="1976" y="336"/>
                  </a:lnTo>
                  <a:lnTo>
                    <a:pt x="1956" y="336"/>
                  </a:lnTo>
                  <a:lnTo>
                    <a:pt x="1917" y="376"/>
                  </a:lnTo>
                  <a:lnTo>
                    <a:pt x="1897" y="415"/>
                  </a:lnTo>
                  <a:lnTo>
                    <a:pt x="1858" y="435"/>
                  </a:lnTo>
                  <a:lnTo>
                    <a:pt x="1858" y="435"/>
                  </a:lnTo>
                  <a:lnTo>
                    <a:pt x="1917" y="356"/>
                  </a:lnTo>
                  <a:lnTo>
                    <a:pt x="1937" y="316"/>
                  </a:lnTo>
                  <a:lnTo>
                    <a:pt x="1937" y="297"/>
                  </a:lnTo>
                  <a:lnTo>
                    <a:pt x="1917" y="297"/>
                  </a:lnTo>
                  <a:lnTo>
                    <a:pt x="1897" y="316"/>
                  </a:lnTo>
                  <a:lnTo>
                    <a:pt x="1858" y="376"/>
                  </a:lnTo>
                  <a:lnTo>
                    <a:pt x="1858" y="376"/>
                  </a:lnTo>
                  <a:lnTo>
                    <a:pt x="1877" y="316"/>
                  </a:lnTo>
                  <a:lnTo>
                    <a:pt x="1838" y="376"/>
                  </a:lnTo>
                  <a:lnTo>
                    <a:pt x="1818" y="376"/>
                  </a:lnTo>
                  <a:lnTo>
                    <a:pt x="1838" y="336"/>
                  </a:lnTo>
                  <a:lnTo>
                    <a:pt x="1798" y="395"/>
                  </a:lnTo>
                  <a:lnTo>
                    <a:pt x="1759" y="474"/>
                  </a:lnTo>
                  <a:lnTo>
                    <a:pt x="1759" y="514"/>
                  </a:lnTo>
                  <a:lnTo>
                    <a:pt x="1779" y="494"/>
                  </a:lnTo>
                  <a:lnTo>
                    <a:pt x="1798" y="474"/>
                  </a:lnTo>
                  <a:lnTo>
                    <a:pt x="1798" y="474"/>
                  </a:lnTo>
                  <a:lnTo>
                    <a:pt x="1779" y="534"/>
                  </a:lnTo>
                  <a:lnTo>
                    <a:pt x="1759" y="613"/>
                  </a:lnTo>
                  <a:lnTo>
                    <a:pt x="1759" y="573"/>
                  </a:lnTo>
                  <a:lnTo>
                    <a:pt x="1739" y="613"/>
                  </a:lnTo>
                  <a:lnTo>
                    <a:pt x="1739" y="652"/>
                  </a:lnTo>
                  <a:lnTo>
                    <a:pt x="1680" y="711"/>
                  </a:lnTo>
                  <a:lnTo>
                    <a:pt x="1700" y="672"/>
                  </a:lnTo>
                  <a:lnTo>
                    <a:pt x="1719" y="632"/>
                  </a:lnTo>
                  <a:lnTo>
                    <a:pt x="1739" y="553"/>
                  </a:lnTo>
                  <a:lnTo>
                    <a:pt x="1719" y="593"/>
                  </a:lnTo>
                  <a:lnTo>
                    <a:pt x="1680" y="692"/>
                  </a:lnTo>
                  <a:lnTo>
                    <a:pt x="1660" y="731"/>
                  </a:lnTo>
                  <a:lnTo>
                    <a:pt x="1660" y="711"/>
                  </a:lnTo>
                  <a:lnTo>
                    <a:pt x="1660" y="672"/>
                  </a:lnTo>
                  <a:lnTo>
                    <a:pt x="1621" y="692"/>
                  </a:lnTo>
                  <a:lnTo>
                    <a:pt x="1660" y="632"/>
                  </a:lnTo>
                  <a:lnTo>
                    <a:pt x="1660" y="652"/>
                  </a:lnTo>
                  <a:lnTo>
                    <a:pt x="1680" y="613"/>
                  </a:lnTo>
                  <a:lnTo>
                    <a:pt x="1700" y="573"/>
                  </a:lnTo>
                  <a:lnTo>
                    <a:pt x="1719" y="514"/>
                  </a:lnTo>
                  <a:lnTo>
                    <a:pt x="1739" y="455"/>
                  </a:lnTo>
                  <a:lnTo>
                    <a:pt x="1798" y="356"/>
                  </a:lnTo>
                  <a:lnTo>
                    <a:pt x="1798" y="316"/>
                  </a:lnTo>
                  <a:lnTo>
                    <a:pt x="1779" y="336"/>
                  </a:lnTo>
                  <a:lnTo>
                    <a:pt x="1759" y="336"/>
                  </a:lnTo>
                  <a:lnTo>
                    <a:pt x="1739" y="376"/>
                  </a:lnTo>
                  <a:lnTo>
                    <a:pt x="1759" y="316"/>
                  </a:lnTo>
                  <a:lnTo>
                    <a:pt x="1739" y="316"/>
                  </a:lnTo>
                  <a:lnTo>
                    <a:pt x="1700" y="356"/>
                  </a:lnTo>
                  <a:lnTo>
                    <a:pt x="1700" y="356"/>
                  </a:lnTo>
                  <a:lnTo>
                    <a:pt x="1719" y="277"/>
                  </a:lnTo>
                  <a:lnTo>
                    <a:pt x="1700" y="277"/>
                  </a:lnTo>
                  <a:lnTo>
                    <a:pt x="1660" y="316"/>
                  </a:lnTo>
                  <a:lnTo>
                    <a:pt x="1621" y="356"/>
                  </a:lnTo>
                  <a:lnTo>
                    <a:pt x="1601" y="336"/>
                  </a:lnTo>
                  <a:lnTo>
                    <a:pt x="1601" y="277"/>
                  </a:lnTo>
                  <a:lnTo>
                    <a:pt x="1581" y="297"/>
                  </a:lnTo>
                  <a:lnTo>
                    <a:pt x="1561" y="297"/>
                  </a:lnTo>
                  <a:lnTo>
                    <a:pt x="1581" y="257"/>
                  </a:lnTo>
                  <a:lnTo>
                    <a:pt x="1581" y="237"/>
                  </a:lnTo>
                  <a:lnTo>
                    <a:pt x="1561" y="257"/>
                  </a:lnTo>
                  <a:lnTo>
                    <a:pt x="1542" y="277"/>
                  </a:lnTo>
                  <a:lnTo>
                    <a:pt x="1502" y="356"/>
                  </a:lnTo>
                  <a:lnTo>
                    <a:pt x="1542" y="257"/>
                  </a:lnTo>
                  <a:lnTo>
                    <a:pt x="1542" y="257"/>
                  </a:lnTo>
                  <a:lnTo>
                    <a:pt x="1463" y="277"/>
                  </a:lnTo>
                  <a:lnTo>
                    <a:pt x="1403" y="277"/>
                  </a:lnTo>
                  <a:lnTo>
                    <a:pt x="1403" y="257"/>
                  </a:lnTo>
                  <a:lnTo>
                    <a:pt x="1384" y="257"/>
                  </a:lnTo>
                  <a:lnTo>
                    <a:pt x="1344" y="297"/>
                  </a:lnTo>
                  <a:lnTo>
                    <a:pt x="1324" y="316"/>
                  </a:lnTo>
                  <a:lnTo>
                    <a:pt x="1305" y="316"/>
                  </a:lnTo>
                  <a:lnTo>
                    <a:pt x="1305" y="297"/>
                  </a:lnTo>
                  <a:lnTo>
                    <a:pt x="1285" y="336"/>
                  </a:lnTo>
                  <a:lnTo>
                    <a:pt x="1245" y="395"/>
                  </a:lnTo>
                  <a:lnTo>
                    <a:pt x="1206" y="514"/>
                  </a:lnTo>
                  <a:lnTo>
                    <a:pt x="1186" y="514"/>
                  </a:lnTo>
                  <a:lnTo>
                    <a:pt x="1206" y="474"/>
                  </a:lnTo>
                  <a:lnTo>
                    <a:pt x="1206" y="435"/>
                  </a:lnTo>
                  <a:lnTo>
                    <a:pt x="1206" y="415"/>
                  </a:lnTo>
                  <a:lnTo>
                    <a:pt x="1245" y="336"/>
                  </a:lnTo>
                  <a:lnTo>
                    <a:pt x="1285" y="257"/>
                  </a:lnTo>
                  <a:lnTo>
                    <a:pt x="1285" y="257"/>
                  </a:lnTo>
                  <a:lnTo>
                    <a:pt x="1245" y="316"/>
                  </a:lnTo>
                  <a:lnTo>
                    <a:pt x="1225" y="316"/>
                  </a:lnTo>
                  <a:lnTo>
                    <a:pt x="1225" y="277"/>
                  </a:lnTo>
                  <a:lnTo>
                    <a:pt x="1225" y="257"/>
                  </a:lnTo>
                  <a:lnTo>
                    <a:pt x="1245" y="237"/>
                  </a:lnTo>
                  <a:lnTo>
                    <a:pt x="1225" y="218"/>
                  </a:lnTo>
                  <a:lnTo>
                    <a:pt x="1206" y="257"/>
                  </a:lnTo>
                  <a:lnTo>
                    <a:pt x="1186" y="297"/>
                  </a:lnTo>
                  <a:lnTo>
                    <a:pt x="1186" y="277"/>
                  </a:lnTo>
                  <a:lnTo>
                    <a:pt x="1166" y="336"/>
                  </a:lnTo>
                  <a:lnTo>
                    <a:pt x="1186" y="257"/>
                  </a:lnTo>
                  <a:lnTo>
                    <a:pt x="1166" y="297"/>
                  </a:lnTo>
                  <a:lnTo>
                    <a:pt x="1146" y="316"/>
                  </a:lnTo>
                  <a:lnTo>
                    <a:pt x="1146" y="297"/>
                  </a:lnTo>
                  <a:lnTo>
                    <a:pt x="1146" y="277"/>
                  </a:lnTo>
                  <a:lnTo>
                    <a:pt x="1166" y="218"/>
                  </a:lnTo>
                  <a:lnTo>
                    <a:pt x="1127" y="257"/>
                  </a:lnTo>
                  <a:lnTo>
                    <a:pt x="1146" y="218"/>
                  </a:lnTo>
                  <a:lnTo>
                    <a:pt x="1107" y="198"/>
                  </a:lnTo>
                  <a:lnTo>
                    <a:pt x="1107" y="178"/>
                  </a:lnTo>
                  <a:lnTo>
                    <a:pt x="1087" y="158"/>
                  </a:lnTo>
                  <a:lnTo>
                    <a:pt x="1067" y="178"/>
                  </a:lnTo>
                  <a:lnTo>
                    <a:pt x="1028" y="237"/>
                  </a:lnTo>
                  <a:lnTo>
                    <a:pt x="1028" y="257"/>
                  </a:lnTo>
                  <a:lnTo>
                    <a:pt x="1008" y="297"/>
                  </a:lnTo>
                  <a:lnTo>
                    <a:pt x="988" y="336"/>
                  </a:lnTo>
                  <a:lnTo>
                    <a:pt x="969" y="336"/>
                  </a:lnTo>
                  <a:lnTo>
                    <a:pt x="988" y="297"/>
                  </a:lnTo>
                  <a:lnTo>
                    <a:pt x="988" y="257"/>
                  </a:lnTo>
                  <a:lnTo>
                    <a:pt x="1008" y="218"/>
                  </a:lnTo>
                  <a:lnTo>
                    <a:pt x="988" y="218"/>
                  </a:lnTo>
                  <a:lnTo>
                    <a:pt x="1008" y="178"/>
                  </a:lnTo>
                  <a:lnTo>
                    <a:pt x="988" y="198"/>
                  </a:lnTo>
                  <a:lnTo>
                    <a:pt x="949" y="218"/>
                  </a:lnTo>
                  <a:lnTo>
                    <a:pt x="969" y="198"/>
                  </a:lnTo>
                  <a:lnTo>
                    <a:pt x="988" y="158"/>
                  </a:lnTo>
                  <a:lnTo>
                    <a:pt x="969" y="178"/>
                  </a:lnTo>
                  <a:lnTo>
                    <a:pt x="988" y="139"/>
                  </a:lnTo>
                  <a:lnTo>
                    <a:pt x="969" y="158"/>
                  </a:lnTo>
                  <a:lnTo>
                    <a:pt x="949" y="178"/>
                  </a:lnTo>
                  <a:lnTo>
                    <a:pt x="909" y="257"/>
                  </a:lnTo>
                  <a:lnTo>
                    <a:pt x="909" y="237"/>
                  </a:lnTo>
                  <a:lnTo>
                    <a:pt x="890" y="257"/>
                  </a:lnTo>
                  <a:lnTo>
                    <a:pt x="949" y="178"/>
                  </a:lnTo>
                  <a:lnTo>
                    <a:pt x="870" y="277"/>
                  </a:lnTo>
                  <a:lnTo>
                    <a:pt x="890" y="237"/>
                  </a:lnTo>
                  <a:lnTo>
                    <a:pt x="870" y="257"/>
                  </a:lnTo>
                  <a:lnTo>
                    <a:pt x="870" y="237"/>
                  </a:lnTo>
                  <a:lnTo>
                    <a:pt x="830" y="297"/>
                  </a:lnTo>
                  <a:lnTo>
                    <a:pt x="811" y="336"/>
                  </a:lnTo>
                  <a:lnTo>
                    <a:pt x="811" y="297"/>
                  </a:lnTo>
                  <a:lnTo>
                    <a:pt x="850" y="198"/>
                  </a:lnTo>
                  <a:lnTo>
                    <a:pt x="850" y="218"/>
                  </a:lnTo>
                  <a:lnTo>
                    <a:pt x="850" y="237"/>
                  </a:lnTo>
                  <a:lnTo>
                    <a:pt x="870" y="178"/>
                  </a:lnTo>
                  <a:lnTo>
                    <a:pt x="870" y="139"/>
                  </a:lnTo>
                  <a:lnTo>
                    <a:pt x="850" y="119"/>
                  </a:lnTo>
                  <a:lnTo>
                    <a:pt x="830" y="11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771" y="139"/>
                  </a:lnTo>
                  <a:lnTo>
                    <a:pt x="751" y="79"/>
                  </a:lnTo>
                  <a:lnTo>
                    <a:pt x="692" y="79"/>
                  </a:lnTo>
                  <a:lnTo>
                    <a:pt x="672" y="119"/>
                  </a:lnTo>
                  <a:lnTo>
                    <a:pt x="672" y="60"/>
                  </a:lnTo>
                  <a:lnTo>
                    <a:pt x="633" y="139"/>
                  </a:lnTo>
                  <a:lnTo>
                    <a:pt x="593" y="158"/>
                  </a:lnTo>
                  <a:lnTo>
                    <a:pt x="554" y="198"/>
                  </a:lnTo>
                  <a:lnTo>
                    <a:pt x="495" y="297"/>
                  </a:lnTo>
                  <a:lnTo>
                    <a:pt x="514" y="237"/>
                  </a:lnTo>
                  <a:lnTo>
                    <a:pt x="554" y="178"/>
                  </a:lnTo>
                  <a:lnTo>
                    <a:pt x="514" y="218"/>
                  </a:lnTo>
                  <a:lnTo>
                    <a:pt x="495" y="237"/>
                  </a:lnTo>
                  <a:lnTo>
                    <a:pt x="495" y="237"/>
                  </a:lnTo>
                  <a:lnTo>
                    <a:pt x="514" y="198"/>
                  </a:lnTo>
                  <a:lnTo>
                    <a:pt x="514" y="178"/>
                  </a:lnTo>
                  <a:lnTo>
                    <a:pt x="534" y="158"/>
                  </a:lnTo>
                  <a:lnTo>
                    <a:pt x="534" y="139"/>
                  </a:lnTo>
                  <a:lnTo>
                    <a:pt x="514" y="158"/>
                  </a:lnTo>
                  <a:lnTo>
                    <a:pt x="514" y="139"/>
                  </a:lnTo>
                  <a:lnTo>
                    <a:pt x="475" y="218"/>
                  </a:lnTo>
                  <a:lnTo>
                    <a:pt x="435" y="277"/>
                  </a:lnTo>
                  <a:lnTo>
                    <a:pt x="416" y="316"/>
                  </a:lnTo>
                  <a:lnTo>
                    <a:pt x="416" y="297"/>
                  </a:lnTo>
                  <a:lnTo>
                    <a:pt x="356" y="336"/>
                  </a:lnTo>
                  <a:lnTo>
                    <a:pt x="277" y="336"/>
                  </a:lnTo>
                  <a:lnTo>
                    <a:pt x="238" y="297"/>
                  </a:lnTo>
                  <a:lnTo>
                    <a:pt x="258" y="257"/>
                  </a:lnTo>
                  <a:lnTo>
                    <a:pt x="238" y="257"/>
                  </a:lnTo>
                  <a:lnTo>
                    <a:pt x="238" y="237"/>
                  </a:lnTo>
                  <a:lnTo>
                    <a:pt x="258" y="198"/>
                  </a:lnTo>
                  <a:lnTo>
                    <a:pt x="238" y="218"/>
                  </a:lnTo>
                  <a:lnTo>
                    <a:pt x="218" y="237"/>
                  </a:lnTo>
                  <a:lnTo>
                    <a:pt x="218" y="198"/>
                  </a:lnTo>
                  <a:lnTo>
                    <a:pt x="238" y="198"/>
                  </a:lnTo>
                  <a:lnTo>
                    <a:pt x="218" y="178"/>
                  </a:lnTo>
                  <a:lnTo>
                    <a:pt x="218" y="158"/>
                  </a:lnTo>
                  <a:lnTo>
                    <a:pt x="218" y="119"/>
                  </a:lnTo>
                  <a:lnTo>
                    <a:pt x="198" y="139"/>
                  </a:lnTo>
                  <a:lnTo>
                    <a:pt x="2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6" name="Google Shape;7686;p29"/>
            <p:cNvSpPr/>
            <p:nvPr/>
          </p:nvSpPr>
          <p:spPr>
            <a:xfrm>
              <a:off x="-1572875" y="340822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7" name="Google Shape;7687;p29"/>
            <p:cNvSpPr/>
            <p:nvPr/>
          </p:nvSpPr>
          <p:spPr>
            <a:xfrm>
              <a:off x="-1607925" y="34215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8" name="Google Shape;7688;p29"/>
            <p:cNvSpPr/>
            <p:nvPr/>
          </p:nvSpPr>
          <p:spPr>
            <a:xfrm>
              <a:off x="-1578300" y="3422050"/>
              <a:ext cx="525" cy="25"/>
            </a:xfrm>
            <a:custGeom>
              <a:rect b="b" l="l" r="r" t="t"/>
              <a:pathLst>
                <a:path extrusionOk="0" h="1" w="21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9" name="Google Shape;7689;p29"/>
            <p:cNvSpPr/>
            <p:nvPr/>
          </p:nvSpPr>
          <p:spPr>
            <a:xfrm>
              <a:off x="-1684975" y="3350450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2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0" name="Google Shape;7690;p29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1" name="Google Shape;7691;p29"/>
            <p:cNvSpPr/>
            <p:nvPr/>
          </p:nvSpPr>
          <p:spPr>
            <a:xfrm>
              <a:off x="-1696325" y="3346500"/>
              <a:ext cx="18800" cy="6925"/>
            </a:xfrm>
            <a:custGeom>
              <a:rect b="b" l="l" r="r" t="t"/>
              <a:pathLst>
                <a:path extrusionOk="0" h="277" w="752">
                  <a:moveTo>
                    <a:pt x="435" y="40"/>
                  </a:moveTo>
                  <a:lnTo>
                    <a:pt x="455" y="59"/>
                  </a:lnTo>
                  <a:lnTo>
                    <a:pt x="455" y="79"/>
                  </a:lnTo>
                  <a:lnTo>
                    <a:pt x="494" y="79"/>
                  </a:lnTo>
                  <a:lnTo>
                    <a:pt x="435" y="40"/>
                  </a:lnTo>
                  <a:close/>
                  <a:moveTo>
                    <a:pt x="494" y="79"/>
                  </a:moveTo>
                  <a:lnTo>
                    <a:pt x="521" y="86"/>
                  </a:lnTo>
                  <a:lnTo>
                    <a:pt x="521" y="86"/>
                  </a:lnTo>
                  <a:lnTo>
                    <a:pt x="514" y="79"/>
                  </a:lnTo>
                  <a:close/>
                  <a:moveTo>
                    <a:pt x="652" y="158"/>
                  </a:moveTo>
                  <a:lnTo>
                    <a:pt x="672" y="178"/>
                  </a:lnTo>
                  <a:lnTo>
                    <a:pt x="712" y="178"/>
                  </a:lnTo>
                  <a:lnTo>
                    <a:pt x="692" y="158"/>
                  </a:lnTo>
                  <a:close/>
                  <a:moveTo>
                    <a:pt x="1" y="0"/>
                  </a:moveTo>
                  <a:lnTo>
                    <a:pt x="40" y="40"/>
                  </a:lnTo>
                  <a:lnTo>
                    <a:pt x="99" y="59"/>
                  </a:lnTo>
                  <a:lnTo>
                    <a:pt x="60" y="59"/>
                  </a:lnTo>
                  <a:lnTo>
                    <a:pt x="99" y="79"/>
                  </a:lnTo>
                  <a:lnTo>
                    <a:pt x="178" y="119"/>
                  </a:lnTo>
                  <a:lnTo>
                    <a:pt x="198" y="119"/>
                  </a:lnTo>
                  <a:lnTo>
                    <a:pt x="178" y="99"/>
                  </a:lnTo>
                  <a:lnTo>
                    <a:pt x="178" y="99"/>
                  </a:lnTo>
                  <a:lnTo>
                    <a:pt x="238" y="119"/>
                  </a:lnTo>
                  <a:lnTo>
                    <a:pt x="356" y="138"/>
                  </a:lnTo>
                  <a:lnTo>
                    <a:pt x="336" y="138"/>
                  </a:lnTo>
                  <a:lnTo>
                    <a:pt x="376" y="158"/>
                  </a:lnTo>
                  <a:lnTo>
                    <a:pt x="396" y="158"/>
                  </a:lnTo>
                  <a:lnTo>
                    <a:pt x="356" y="119"/>
                  </a:lnTo>
                  <a:lnTo>
                    <a:pt x="356" y="119"/>
                  </a:lnTo>
                  <a:lnTo>
                    <a:pt x="396" y="138"/>
                  </a:lnTo>
                  <a:lnTo>
                    <a:pt x="415" y="138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178"/>
                  </a:lnTo>
                  <a:lnTo>
                    <a:pt x="534" y="178"/>
                  </a:lnTo>
                  <a:lnTo>
                    <a:pt x="455" y="138"/>
                  </a:lnTo>
                  <a:lnTo>
                    <a:pt x="455" y="158"/>
                  </a:lnTo>
                  <a:lnTo>
                    <a:pt x="494" y="178"/>
                  </a:lnTo>
                  <a:lnTo>
                    <a:pt x="514" y="178"/>
                  </a:lnTo>
                  <a:lnTo>
                    <a:pt x="593" y="217"/>
                  </a:lnTo>
                  <a:lnTo>
                    <a:pt x="573" y="237"/>
                  </a:lnTo>
                  <a:lnTo>
                    <a:pt x="593" y="237"/>
                  </a:lnTo>
                  <a:lnTo>
                    <a:pt x="672" y="257"/>
                  </a:lnTo>
                  <a:lnTo>
                    <a:pt x="692" y="237"/>
                  </a:lnTo>
                  <a:lnTo>
                    <a:pt x="751" y="257"/>
                  </a:lnTo>
                  <a:lnTo>
                    <a:pt x="692" y="198"/>
                  </a:lnTo>
                  <a:lnTo>
                    <a:pt x="731" y="217"/>
                  </a:lnTo>
                  <a:lnTo>
                    <a:pt x="712" y="198"/>
                  </a:lnTo>
                  <a:lnTo>
                    <a:pt x="672" y="178"/>
                  </a:lnTo>
                  <a:lnTo>
                    <a:pt x="633" y="158"/>
                  </a:lnTo>
                  <a:lnTo>
                    <a:pt x="554" y="119"/>
                  </a:lnTo>
                  <a:lnTo>
                    <a:pt x="633" y="138"/>
                  </a:lnTo>
                  <a:lnTo>
                    <a:pt x="652" y="158"/>
                  </a:lnTo>
                  <a:lnTo>
                    <a:pt x="652" y="138"/>
                  </a:lnTo>
                  <a:lnTo>
                    <a:pt x="712" y="158"/>
                  </a:lnTo>
                  <a:lnTo>
                    <a:pt x="633" y="119"/>
                  </a:lnTo>
                  <a:lnTo>
                    <a:pt x="652" y="119"/>
                  </a:lnTo>
                  <a:lnTo>
                    <a:pt x="573" y="99"/>
                  </a:lnTo>
                  <a:lnTo>
                    <a:pt x="534" y="59"/>
                  </a:lnTo>
                  <a:lnTo>
                    <a:pt x="514" y="59"/>
                  </a:lnTo>
                  <a:lnTo>
                    <a:pt x="534" y="79"/>
                  </a:lnTo>
                  <a:lnTo>
                    <a:pt x="573" y="99"/>
                  </a:lnTo>
                  <a:lnTo>
                    <a:pt x="573" y="99"/>
                  </a:lnTo>
                  <a:lnTo>
                    <a:pt x="521" y="86"/>
                  </a:lnTo>
                  <a:lnTo>
                    <a:pt x="521" y="86"/>
                  </a:lnTo>
                  <a:lnTo>
                    <a:pt x="534" y="9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317" y="79"/>
                  </a:lnTo>
                  <a:lnTo>
                    <a:pt x="178" y="20"/>
                  </a:lnTo>
                  <a:lnTo>
                    <a:pt x="159" y="40"/>
                  </a:lnTo>
                  <a:lnTo>
                    <a:pt x="178" y="40"/>
                  </a:lnTo>
                  <a:lnTo>
                    <a:pt x="198" y="59"/>
                  </a:lnTo>
                  <a:lnTo>
                    <a:pt x="99" y="40"/>
                  </a:lnTo>
                  <a:lnTo>
                    <a:pt x="1" y="0"/>
                  </a:lnTo>
                  <a:close/>
                  <a:moveTo>
                    <a:pt x="672" y="257"/>
                  </a:moveTo>
                  <a:lnTo>
                    <a:pt x="751" y="277"/>
                  </a:lnTo>
                  <a:lnTo>
                    <a:pt x="712" y="257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2" name="Google Shape;7692;p29"/>
            <p:cNvSpPr/>
            <p:nvPr/>
          </p:nvSpPr>
          <p:spPr>
            <a:xfrm>
              <a:off x="-1679050" y="3346000"/>
              <a:ext cx="3000" cy="1500"/>
            </a:xfrm>
            <a:custGeom>
              <a:rect b="b" l="l" r="r" t="t"/>
              <a:pathLst>
                <a:path extrusionOk="0" h="60" w="120">
                  <a:moveTo>
                    <a:pt x="119" y="60"/>
                  </a:moveTo>
                  <a:lnTo>
                    <a:pt x="119" y="60"/>
                  </a:lnTo>
                  <a:lnTo>
                    <a:pt x="1" y="0"/>
                  </a:lnTo>
                  <a:lnTo>
                    <a:pt x="1" y="0"/>
                  </a:lnTo>
                  <a:lnTo>
                    <a:pt x="80" y="40"/>
                  </a:lnTo>
                  <a:lnTo>
                    <a:pt x="119" y="60"/>
                  </a:lnTo>
                  <a:lnTo>
                    <a:pt x="119" y="6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3" name="Google Shape;7693;p29"/>
            <p:cNvSpPr/>
            <p:nvPr/>
          </p:nvSpPr>
          <p:spPr>
            <a:xfrm>
              <a:off x="-1681025" y="3345500"/>
              <a:ext cx="2000" cy="1025"/>
            </a:xfrm>
            <a:custGeom>
              <a:rect b="b" l="l" r="r" t="t"/>
              <a:pathLst>
                <a:path extrusionOk="0" h="41" w="80">
                  <a:moveTo>
                    <a:pt x="1" y="1"/>
                  </a:moveTo>
                  <a:lnTo>
                    <a:pt x="33" y="9"/>
                  </a:lnTo>
                  <a:lnTo>
                    <a:pt x="33" y="9"/>
                  </a:lnTo>
                  <a:lnTo>
                    <a:pt x="21" y="1"/>
                  </a:lnTo>
                  <a:close/>
                  <a:moveTo>
                    <a:pt x="33" y="9"/>
                  </a:moveTo>
                  <a:lnTo>
                    <a:pt x="80" y="40"/>
                  </a:lnTo>
                  <a:lnTo>
                    <a:pt x="80" y="20"/>
                  </a:lnTo>
                  <a:lnTo>
                    <a:pt x="33" y="9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4" name="Google Shape;7694;p29"/>
            <p:cNvSpPr/>
            <p:nvPr/>
          </p:nvSpPr>
          <p:spPr>
            <a:xfrm>
              <a:off x="-1702750" y="3291175"/>
              <a:ext cx="39525" cy="57325"/>
            </a:xfrm>
            <a:custGeom>
              <a:rect b="b" l="l" r="r" t="t"/>
              <a:pathLst>
                <a:path extrusionOk="0" h="2293" w="1581">
                  <a:moveTo>
                    <a:pt x="1403" y="356"/>
                  </a:moveTo>
                  <a:lnTo>
                    <a:pt x="1403" y="376"/>
                  </a:lnTo>
                  <a:lnTo>
                    <a:pt x="1423" y="376"/>
                  </a:lnTo>
                  <a:lnTo>
                    <a:pt x="1403" y="356"/>
                  </a:lnTo>
                  <a:close/>
                  <a:moveTo>
                    <a:pt x="179" y="752"/>
                  </a:moveTo>
                  <a:lnTo>
                    <a:pt x="208" y="761"/>
                  </a:lnTo>
                  <a:lnTo>
                    <a:pt x="198" y="752"/>
                  </a:lnTo>
                  <a:close/>
                  <a:moveTo>
                    <a:pt x="139" y="732"/>
                  </a:moveTo>
                  <a:lnTo>
                    <a:pt x="100" y="752"/>
                  </a:lnTo>
                  <a:lnTo>
                    <a:pt x="179" y="771"/>
                  </a:lnTo>
                  <a:lnTo>
                    <a:pt x="159" y="752"/>
                  </a:lnTo>
                  <a:lnTo>
                    <a:pt x="179" y="752"/>
                  </a:lnTo>
                  <a:lnTo>
                    <a:pt x="139" y="732"/>
                  </a:lnTo>
                  <a:close/>
                  <a:moveTo>
                    <a:pt x="208" y="761"/>
                  </a:moveTo>
                  <a:lnTo>
                    <a:pt x="218" y="77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38" y="771"/>
                  </a:lnTo>
                  <a:lnTo>
                    <a:pt x="208" y="761"/>
                  </a:lnTo>
                  <a:close/>
                  <a:moveTo>
                    <a:pt x="1403" y="870"/>
                  </a:moveTo>
                  <a:lnTo>
                    <a:pt x="1443" y="910"/>
                  </a:lnTo>
                  <a:lnTo>
                    <a:pt x="1443" y="910"/>
                  </a:lnTo>
                  <a:lnTo>
                    <a:pt x="1423" y="870"/>
                  </a:lnTo>
                  <a:close/>
                  <a:moveTo>
                    <a:pt x="139" y="890"/>
                  </a:moveTo>
                  <a:lnTo>
                    <a:pt x="238" y="929"/>
                  </a:lnTo>
                  <a:lnTo>
                    <a:pt x="179" y="890"/>
                  </a:lnTo>
                  <a:close/>
                  <a:moveTo>
                    <a:pt x="1033" y="1537"/>
                  </a:moveTo>
                  <a:lnTo>
                    <a:pt x="1028" y="1542"/>
                  </a:lnTo>
                  <a:lnTo>
                    <a:pt x="1048" y="1542"/>
                  </a:lnTo>
                  <a:lnTo>
                    <a:pt x="1033" y="1537"/>
                  </a:lnTo>
                  <a:close/>
                  <a:moveTo>
                    <a:pt x="139" y="1561"/>
                  </a:moveTo>
                  <a:lnTo>
                    <a:pt x="159" y="1581"/>
                  </a:lnTo>
                  <a:lnTo>
                    <a:pt x="218" y="1581"/>
                  </a:lnTo>
                  <a:lnTo>
                    <a:pt x="139" y="1561"/>
                  </a:lnTo>
                  <a:close/>
                  <a:moveTo>
                    <a:pt x="40" y="1621"/>
                  </a:moveTo>
                  <a:lnTo>
                    <a:pt x="119" y="1660"/>
                  </a:lnTo>
                  <a:lnTo>
                    <a:pt x="139" y="1680"/>
                  </a:lnTo>
                  <a:lnTo>
                    <a:pt x="159" y="1700"/>
                  </a:lnTo>
                  <a:lnTo>
                    <a:pt x="198" y="1719"/>
                  </a:lnTo>
                  <a:lnTo>
                    <a:pt x="258" y="1739"/>
                  </a:lnTo>
                  <a:lnTo>
                    <a:pt x="277" y="1739"/>
                  </a:lnTo>
                  <a:lnTo>
                    <a:pt x="238" y="1719"/>
                  </a:lnTo>
                  <a:lnTo>
                    <a:pt x="218" y="1700"/>
                  </a:lnTo>
                  <a:lnTo>
                    <a:pt x="258" y="1700"/>
                  </a:lnTo>
                  <a:lnTo>
                    <a:pt x="139" y="1660"/>
                  </a:lnTo>
                  <a:lnTo>
                    <a:pt x="159" y="1640"/>
                  </a:lnTo>
                  <a:lnTo>
                    <a:pt x="139" y="1640"/>
                  </a:lnTo>
                  <a:lnTo>
                    <a:pt x="40" y="1621"/>
                  </a:lnTo>
                  <a:close/>
                  <a:moveTo>
                    <a:pt x="475" y="1818"/>
                  </a:moveTo>
                  <a:lnTo>
                    <a:pt x="495" y="1838"/>
                  </a:lnTo>
                  <a:lnTo>
                    <a:pt x="514" y="1838"/>
                  </a:lnTo>
                  <a:lnTo>
                    <a:pt x="475" y="1818"/>
                  </a:lnTo>
                  <a:close/>
                  <a:moveTo>
                    <a:pt x="1245" y="1996"/>
                  </a:moveTo>
                  <a:lnTo>
                    <a:pt x="1304" y="2016"/>
                  </a:lnTo>
                  <a:lnTo>
                    <a:pt x="1304" y="2016"/>
                  </a:lnTo>
                  <a:lnTo>
                    <a:pt x="1285" y="1996"/>
                  </a:lnTo>
                  <a:close/>
                  <a:moveTo>
                    <a:pt x="159" y="2095"/>
                  </a:moveTo>
                  <a:lnTo>
                    <a:pt x="179" y="2114"/>
                  </a:lnTo>
                  <a:lnTo>
                    <a:pt x="198" y="2095"/>
                  </a:lnTo>
                  <a:close/>
                  <a:moveTo>
                    <a:pt x="1462" y="1"/>
                  </a:moveTo>
                  <a:lnTo>
                    <a:pt x="850" y="317"/>
                  </a:lnTo>
                  <a:lnTo>
                    <a:pt x="297" y="633"/>
                  </a:lnTo>
                  <a:lnTo>
                    <a:pt x="198" y="692"/>
                  </a:lnTo>
                  <a:lnTo>
                    <a:pt x="238" y="692"/>
                  </a:lnTo>
                  <a:lnTo>
                    <a:pt x="238" y="712"/>
                  </a:lnTo>
                  <a:lnTo>
                    <a:pt x="277" y="732"/>
                  </a:lnTo>
                  <a:lnTo>
                    <a:pt x="297" y="752"/>
                  </a:lnTo>
                  <a:lnTo>
                    <a:pt x="297" y="771"/>
                  </a:lnTo>
                  <a:lnTo>
                    <a:pt x="317" y="771"/>
                  </a:lnTo>
                  <a:lnTo>
                    <a:pt x="337" y="791"/>
                  </a:lnTo>
                  <a:lnTo>
                    <a:pt x="337" y="811"/>
                  </a:lnTo>
                  <a:lnTo>
                    <a:pt x="297" y="791"/>
                  </a:lnTo>
                  <a:lnTo>
                    <a:pt x="277" y="791"/>
                  </a:lnTo>
                  <a:lnTo>
                    <a:pt x="248" y="781"/>
                  </a:lnTo>
                  <a:lnTo>
                    <a:pt x="248" y="781"/>
                  </a:lnTo>
                  <a:lnTo>
                    <a:pt x="258" y="791"/>
                  </a:lnTo>
                  <a:lnTo>
                    <a:pt x="277" y="811"/>
                  </a:lnTo>
                  <a:lnTo>
                    <a:pt x="258" y="811"/>
                  </a:lnTo>
                  <a:lnTo>
                    <a:pt x="238" y="791"/>
                  </a:lnTo>
                  <a:lnTo>
                    <a:pt x="238" y="811"/>
                  </a:lnTo>
                  <a:lnTo>
                    <a:pt x="258" y="831"/>
                  </a:lnTo>
                  <a:lnTo>
                    <a:pt x="198" y="811"/>
                  </a:lnTo>
                  <a:lnTo>
                    <a:pt x="218" y="831"/>
                  </a:lnTo>
                  <a:lnTo>
                    <a:pt x="159" y="831"/>
                  </a:lnTo>
                  <a:lnTo>
                    <a:pt x="179" y="850"/>
                  </a:lnTo>
                  <a:lnTo>
                    <a:pt x="218" y="870"/>
                  </a:lnTo>
                  <a:lnTo>
                    <a:pt x="277" y="870"/>
                  </a:lnTo>
                  <a:lnTo>
                    <a:pt x="356" y="910"/>
                  </a:lnTo>
                  <a:lnTo>
                    <a:pt x="356" y="929"/>
                  </a:lnTo>
                  <a:lnTo>
                    <a:pt x="297" y="929"/>
                  </a:lnTo>
                  <a:lnTo>
                    <a:pt x="337" y="949"/>
                  </a:lnTo>
                  <a:lnTo>
                    <a:pt x="297" y="949"/>
                  </a:lnTo>
                  <a:lnTo>
                    <a:pt x="297" y="969"/>
                  </a:lnTo>
                  <a:lnTo>
                    <a:pt x="258" y="949"/>
                  </a:lnTo>
                  <a:lnTo>
                    <a:pt x="258" y="929"/>
                  </a:lnTo>
                  <a:lnTo>
                    <a:pt x="198" y="929"/>
                  </a:lnTo>
                  <a:lnTo>
                    <a:pt x="159" y="910"/>
                  </a:lnTo>
                  <a:lnTo>
                    <a:pt x="176" y="945"/>
                  </a:lnTo>
                  <a:lnTo>
                    <a:pt x="176" y="945"/>
                  </a:lnTo>
                  <a:lnTo>
                    <a:pt x="100" y="929"/>
                  </a:lnTo>
                  <a:lnTo>
                    <a:pt x="80" y="929"/>
                  </a:lnTo>
                  <a:lnTo>
                    <a:pt x="119" y="949"/>
                  </a:lnTo>
                  <a:lnTo>
                    <a:pt x="159" y="949"/>
                  </a:lnTo>
                  <a:lnTo>
                    <a:pt x="159" y="969"/>
                  </a:lnTo>
                  <a:lnTo>
                    <a:pt x="139" y="969"/>
                  </a:lnTo>
                  <a:lnTo>
                    <a:pt x="139" y="989"/>
                  </a:lnTo>
                  <a:lnTo>
                    <a:pt x="119" y="989"/>
                  </a:lnTo>
                  <a:lnTo>
                    <a:pt x="179" y="1008"/>
                  </a:lnTo>
                  <a:lnTo>
                    <a:pt x="179" y="1008"/>
                  </a:lnTo>
                  <a:lnTo>
                    <a:pt x="159" y="989"/>
                  </a:lnTo>
                  <a:lnTo>
                    <a:pt x="198" y="989"/>
                  </a:lnTo>
                  <a:lnTo>
                    <a:pt x="218" y="1008"/>
                  </a:lnTo>
                  <a:lnTo>
                    <a:pt x="218" y="1028"/>
                  </a:lnTo>
                  <a:lnTo>
                    <a:pt x="238" y="1048"/>
                  </a:lnTo>
                  <a:lnTo>
                    <a:pt x="258" y="1087"/>
                  </a:lnTo>
                  <a:lnTo>
                    <a:pt x="198" y="1087"/>
                  </a:lnTo>
                  <a:lnTo>
                    <a:pt x="139" y="1048"/>
                  </a:lnTo>
                  <a:lnTo>
                    <a:pt x="139" y="1028"/>
                  </a:lnTo>
                  <a:lnTo>
                    <a:pt x="139" y="1008"/>
                  </a:lnTo>
                  <a:lnTo>
                    <a:pt x="119" y="1028"/>
                  </a:lnTo>
                  <a:lnTo>
                    <a:pt x="119" y="1048"/>
                  </a:lnTo>
                  <a:lnTo>
                    <a:pt x="159" y="1087"/>
                  </a:lnTo>
                  <a:lnTo>
                    <a:pt x="139" y="1087"/>
                  </a:lnTo>
                  <a:lnTo>
                    <a:pt x="80" y="1068"/>
                  </a:lnTo>
                  <a:lnTo>
                    <a:pt x="21" y="1068"/>
                  </a:lnTo>
                  <a:lnTo>
                    <a:pt x="21" y="1087"/>
                  </a:lnTo>
                  <a:lnTo>
                    <a:pt x="119" y="1107"/>
                  </a:lnTo>
                  <a:lnTo>
                    <a:pt x="100" y="1127"/>
                  </a:lnTo>
                  <a:lnTo>
                    <a:pt x="139" y="1127"/>
                  </a:lnTo>
                  <a:lnTo>
                    <a:pt x="179" y="1147"/>
                  </a:lnTo>
                  <a:lnTo>
                    <a:pt x="159" y="1147"/>
                  </a:lnTo>
                  <a:lnTo>
                    <a:pt x="119" y="1127"/>
                  </a:lnTo>
                  <a:lnTo>
                    <a:pt x="119" y="1147"/>
                  </a:lnTo>
                  <a:lnTo>
                    <a:pt x="100" y="1147"/>
                  </a:lnTo>
                  <a:lnTo>
                    <a:pt x="159" y="1166"/>
                  </a:lnTo>
                  <a:lnTo>
                    <a:pt x="198" y="1206"/>
                  </a:lnTo>
                  <a:lnTo>
                    <a:pt x="179" y="1206"/>
                  </a:lnTo>
                  <a:lnTo>
                    <a:pt x="159" y="1186"/>
                  </a:lnTo>
                  <a:lnTo>
                    <a:pt x="139" y="1186"/>
                  </a:lnTo>
                  <a:lnTo>
                    <a:pt x="139" y="1166"/>
                  </a:lnTo>
                  <a:lnTo>
                    <a:pt x="119" y="1186"/>
                  </a:lnTo>
                  <a:lnTo>
                    <a:pt x="179" y="1226"/>
                  </a:lnTo>
                  <a:lnTo>
                    <a:pt x="218" y="1226"/>
                  </a:lnTo>
                  <a:lnTo>
                    <a:pt x="258" y="1245"/>
                  </a:lnTo>
                  <a:lnTo>
                    <a:pt x="159" y="1245"/>
                  </a:lnTo>
                  <a:lnTo>
                    <a:pt x="218" y="1265"/>
                  </a:lnTo>
                  <a:lnTo>
                    <a:pt x="238" y="1285"/>
                  </a:lnTo>
                  <a:lnTo>
                    <a:pt x="277" y="1305"/>
                  </a:lnTo>
                  <a:lnTo>
                    <a:pt x="218" y="1305"/>
                  </a:lnTo>
                  <a:lnTo>
                    <a:pt x="198" y="1285"/>
                  </a:lnTo>
                  <a:lnTo>
                    <a:pt x="139" y="1285"/>
                  </a:lnTo>
                  <a:lnTo>
                    <a:pt x="100" y="1245"/>
                  </a:lnTo>
                  <a:lnTo>
                    <a:pt x="80" y="1245"/>
                  </a:lnTo>
                  <a:lnTo>
                    <a:pt x="100" y="1265"/>
                  </a:lnTo>
                  <a:lnTo>
                    <a:pt x="119" y="1285"/>
                  </a:lnTo>
                  <a:lnTo>
                    <a:pt x="80" y="1285"/>
                  </a:lnTo>
                  <a:lnTo>
                    <a:pt x="80" y="1305"/>
                  </a:lnTo>
                  <a:lnTo>
                    <a:pt x="119" y="1305"/>
                  </a:lnTo>
                  <a:lnTo>
                    <a:pt x="179" y="1324"/>
                  </a:lnTo>
                  <a:lnTo>
                    <a:pt x="100" y="1324"/>
                  </a:lnTo>
                  <a:lnTo>
                    <a:pt x="139" y="1344"/>
                  </a:lnTo>
                  <a:lnTo>
                    <a:pt x="218" y="1384"/>
                  </a:lnTo>
                  <a:lnTo>
                    <a:pt x="277" y="1384"/>
                  </a:lnTo>
                  <a:lnTo>
                    <a:pt x="297" y="1403"/>
                  </a:lnTo>
                  <a:lnTo>
                    <a:pt x="317" y="1403"/>
                  </a:lnTo>
                  <a:lnTo>
                    <a:pt x="356" y="1423"/>
                  </a:lnTo>
                  <a:lnTo>
                    <a:pt x="396" y="1423"/>
                  </a:lnTo>
                  <a:lnTo>
                    <a:pt x="356" y="1443"/>
                  </a:lnTo>
                  <a:lnTo>
                    <a:pt x="297" y="1443"/>
                  </a:lnTo>
                  <a:lnTo>
                    <a:pt x="159" y="1384"/>
                  </a:lnTo>
                  <a:lnTo>
                    <a:pt x="1" y="1324"/>
                  </a:lnTo>
                  <a:lnTo>
                    <a:pt x="21" y="1364"/>
                  </a:lnTo>
                  <a:lnTo>
                    <a:pt x="21" y="1384"/>
                  </a:lnTo>
                  <a:lnTo>
                    <a:pt x="1" y="1384"/>
                  </a:lnTo>
                  <a:lnTo>
                    <a:pt x="80" y="1423"/>
                  </a:lnTo>
                  <a:lnTo>
                    <a:pt x="179" y="1463"/>
                  </a:lnTo>
                  <a:lnTo>
                    <a:pt x="159" y="1463"/>
                  </a:lnTo>
                  <a:lnTo>
                    <a:pt x="179" y="1482"/>
                  </a:lnTo>
                  <a:lnTo>
                    <a:pt x="198" y="1502"/>
                  </a:lnTo>
                  <a:lnTo>
                    <a:pt x="198" y="1522"/>
                  </a:lnTo>
                  <a:lnTo>
                    <a:pt x="238" y="1542"/>
                  </a:lnTo>
                  <a:lnTo>
                    <a:pt x="337" y="1561"/>
                  </a:lnTo>
                  <a:lnTo>
                    <a:pt x="337" y="1581"/>
                  </a:lnTo>
                  <a:lnTo>
                    <a:pt x="356" y="1581"/>
                  </a:lnTo>
                  <a:lnTo>
                    <a:pt x="396" y="1621"/>
                  </a:lnTo>
                  <a:lnTo>
                    <a:pt x="337" y="1601"/>
                  </a:lnTo>
                  <a:lnTo>
                    <a:pt x="317" y="1621"/>
                  </a:lnTo>
                  <a:lnTo>
                    <a:pt x="337" y="1640"/>
                  </a:lnTo>
                  <a:lnTo>
                    <a:pt x="277" y="1601"/>
                  </a:lnTo>
                  <a:lnTo>
                    <a:pt x="297" y="1601"/>
                  </a:lnTo>
                  <a:lnTo>
                    <a:pt x="258" y="1581"/>
                  </a:lnTo>
                  <a:lnTo>
                    <a:pt x="218" y="1581"/>
                  </a:lnTo>
                  <a:lnTo>
                    <a:pt x="238" y="1601"/>
                  </a:lnTo>
                  <a:lnTo>
                    <a:pt x="179" y="1601"/>
                  </a:lnTo>
                  <a:lnTo>
                    <a:pt x="159" y="1621"/>
                  </a:lnTo>
                  <a:lnTo>
                    <a:pt x="159" y="1640"/>
                  </a:lnTo>
                  <a:lnTo>
                    <a:pt x="198" y="1640"/>
                  </a:lnTo>
                  <a:lnTo>
                    <a:pt x="277" y="1680"/>
                  </a:lnTo>
                  <a:lnTo>
                    <a:pt x="317" y="1700"/>
                  </a:lnTo>
                  <a:lnTo>
                    <a:pt x="337" y="1719"/>
                  </a:lnTo>
                  <a:lnTo>
                    <a:pt x="376" y="1719"/>
                  </a:lnTo>
                  <a:lnTo>
                    <a:pt x="396" y="1700"/>
                  </a:lnTo>
                  <a:lnTo>
                    <a:pt x="495" y="1719"/>
                  </a:lnTo>
                  <a:lnTo>
                    <a:pt x="613" y="1798"/>
                  </a:lnTo>
                  <a:lnTo>
                    <a:pt x="554" y="1779"/>
                  </a:lnTo>
                  <a:lnTo>
                    <a:pt x="633" y="1818"/>
                  </a:lnTo>
                  <a:lnTo>
                    <a:pt x="514" y="1798"/>
                  </a:lnTo>
                  <a:lnTo>
                    <a:pt x="534" y="1818"/>
                  </a:lnTo>
                  <a:lnTo>
                    <a:pt x="514" y="1838"/>
                  </a:lnTo>
                  <a:lnTo>
                    <a:pt x="574" y="1838"/>
                  </a:lnTo>
                  <a:lnTo>
                    <a:pt x="574" y="1818"/>
                  </a:lnTo>
                  <a:lnTo>
                    <a:pt x="613" y="1838"/>
                  </a:lnTo>
                  <a:lnTo>
                    <a:pt x="593" y="1858"/>
                  </a:lnTo>
                  <a:lnTo>
                    <a:pt x="633" y="1877"/>
                  </a:lnTo>
                  <a:lnTo>
                    <a:pt x="712" y="1897"/>
                  </a:lnTo>
                  <a:lnTo>
                    <a:pt x="593" y="1897"/>
                  </a:lnTo>
                  <a:lnTo>
                    <a:pt x="455" y="1838"/>
                  </a:lnTo>
                  <a:lnTo>
                    <a:pt x="475" y="1858"/>
                  </a:lnTo>
                  <a:lnTo>
                    <a:pt x="475" y="1858"/>
                  </a:lnTo>
                  <a:lnTo>
                    <a:pt x="277" y="1779"/>
                  </a:lnTo>
                  <a:lnTo>
                    <a:pt x="258" y="1798"/>
                  </a:lnTo>
                  <a:lnTo>
                    <a:pt x="238" y="1818"/>
                  </a:lnTo>
                  <a:lnTo>
                    <a:pt x="100" y="1779"/>
                  </a:lnTo>
                  <a:lnTo>
                    <a:pt x="119" y="1818"/>
                  </a:lnTo>
                  <a:lnTo>
                    <a:pt x="40" y="1818"/>
                  </a:lnTo>
                  <a:lnTo>
                    <a:pt x="80" y="1838"/>
                  </a:lnTo>
                  <a:lnTo>
                    <a:pt x="100" y="1838"/>
                  </a:lnTo>
                  <a:lnTo>
                    <a:pt x="179" y="1858"/>
                  </a:lnTo>
                  <a:lnTo>
                    <a:pt x="159" y="1858"/>
                  </a:lnTo>
                  <a:lnTo>
                    <a:pt x="179" y="1877"/>
                  </a:lnTo>
                  <a:lnTo>
                    <a:pt x="198" y="1858"/>
                  </a:lnTo>
                  <a:lnTo>
                    <a:pt x="238" y="1858"/>
                  </a:lnTo>
                  <a:lnTo>
                    <a:pt x="277" y="1877"/>
                  </a:lnTo>
                  <a:lnTo>
                    <a:pt x="337" y="1897"/>
                  </a:lnTo>
                  <a:lnTo>
                    <a:pt x="356" y="1877"/>
                  </a:lnTo>
                  <a:lnTo>
                    <a:pt x="396" y="1897"/>
                  </a:lnTo>
                  <a:lnTo>
                    <a:pt x="380" y="1913"/>
                  </a:lnTo>
                  <a:lnTo>
                    <a:pt x="380" y="1913"/>
                  </a:lnTo>
                  <a:lnTo>
                    <a:pt x="238" y="1877"/>
                  </a:lnTo>
                  <a:lnTo>
                    <a:pt x="258" y="1897"/>
                  </a:lnTo>
                  <a:lnTo>
                    <a:pt x="179" y="1897"/>
                  </a:lnTo>
                  <a:lnTo>
                    <a:pt x="159" y="1877"/>
                  </a:lnTo>
                  <a:lnTo>
                    <a:pt x="139" y="1877"/>
                  </a:lnTo>
                  <a:lnTo>
                    <a:pt x="139" y="1897"/>
                  </a:lnTo>
                  <a:lnTo>
                    <a:pt x="119" y="1877"/>
                  </a:lnTo>
                  <a:lnTo>
                    <a:pt x="100" y="1877"/>
                  </a:lnTo>
                  <a:lnTo>
                    <a:pt x="100" y="1858"/>
                  </a:lnTo>
                  <a:lnTo>
                    <a:pt x="60" y="1897"/>
                  </a:lnTo>
                  <a:lnTo>
                    <a:pt x="40" y="1877"/>
                  </a:lnTo>
                  <a:lnTo>
                    <a:pt x="21" y="1877"/>
                  </a:lnTo>
                  <a:lnTo>
                    <a:pt x="119" y="1937"/>
                  </a:lnTo>
                  <a:lnTo>
                    <a:pt x="60" y="1937"/>
                  </a:lnTo>
                  <a:lnTo>
                    <a:pt x="80" y="1956"/>
                  </a:lnTo>
                  <a:lnTo>
                    <a:pt x="100" y="1976"/>
                  </a:lnTo>
                  <a:lnTo>
                    <a:pt x="159" y="1996"/>
                  </a:lnTo>
                  <a:lnTo>
                    <a:pt x="218" y="2016"/>
                  </a:lnTo>
                  <a:lnTo>
                    <a:pt x="238" y="2016"/>
                  </a:lnTo>
                  <a:lnTo>
                    <a:pt x="258" y="2035"/>
                  </a:lnTo>
                  <a:lnTo>
                    <a:pt x="80" y="1996"/>
                  </a:lnTo>
                  <a:lnTo>
                    <a:pt x="60" y="1996"/>
                  </a:lnTo>
                  <a:lnTo>
                    <a:pt x="119" y="2035"/>
                  </a:lnTo>
                  <a:lnTo>
                    <a:pt x="179" y="2035"/>
                  </a:lnTo>
                  <a:lnTo>
                    <a:pt x="198" y="2055"/>
                  </a:lnTo>
                  <a:lnTo>
                    <a:pt x="179" y="2075"/>
                  </a:lnTo>
                  <a:lnTo>
                    <a:pt x="218" y="2095"/>
                  </a:lnTo>
                  <a:lnTo>
                    <a:pt x="258" y="2095"/>
                  </a:lnTo>
                  <a:lnTo>
                    <a:pt x="317" y="2134"/>
                  </a:lnTo>
                  <a:lnTo>
                    <a:pt x="277" y="2134"/>
                  </a:lnTo>
                  <a:lnTo>
                    <a:pt x="179" y="2114"/>
                  </a:lnTo>
                  <a:lnTo>
                    <a:pt x="119" y="2114"/>
                  </a:lnTo>
                  <a:lnTo>
                    <a:pt x="60" y="2095"/>
                  </a:lnTo>
                  <a:lnTo>
                    <a:pt x="80" y="2114"/>
                  </a:lnTo>
                  <a:lnTo>
                    <a:pt x="40" y="2114"/>
                  </a:lnTo>
                  <a:lnTo>
                    <a:pt x="80" y="2134"/>
                  </a:lnTo>
                  <a:lnTo>
                    <a:pt x="139" y="2134"/>
                  </a:lnTo>
                  <a:lnTo>
                    <a:pt x="258" y="2193"/>
                  </a:lnTo>
                  <a:lnTo>
                    <a:pt x="258" y="2174"/>
                  </a:lnTo>
                  <a:lnTo>
                    <a:pt x="238" y="2174"/>
                  </a:lnTo>
                  <a:lnTo>
                    <a:pt x="198" y="2154"/>
                  </a:lnTo>
                  <a:lnTo>
                    <a:pt x="179" y="2134"/>
                  </a:lnTo>
                  <a:lnTo>
                    <a:pt x="179" y="2134"/>
                  </a:lnTo>
                  <a:lnTo>
                    <a:pt x="258" y="2174"/>
                  </a:lnTo>
                  <a:lnTo>
                    <a:pt x="317" y="2193"/>
                  </a:lnTo>
                  <a:lnTo>
                    <a:pt x="376" y="2213"/>
                  </a:lnTo>
                  <a:lnTo>
                    <a:pt x="416" y="2233"/>
                  </a:lnTo>
                  <a:lnTo>
                    <a:pt x="396" y="2213"/>
                  </a:lnTo>
                  <a:lnTo>
                    <a:pt x="317" y="2174"/>
                  </a:lnTo>
                  <a:lnTo>
                    <a:pt x="297" y="2174"/>
                  </a:lnTo>
                  <a:lnTo>
                    <a:pt x="258" y="2154"/>
                  </a:lnTo>
                  <a:lnTo>
                    <a:pt x="337" y="2174"/>
                  </a:lnTo>
                  <a:lnTo>
                    <a:pt x="356" y="2154"/>
                  </a:lnTo>
                  <a:lnTo>
                    <a:pt x="376" y="2154"/>
                  </a:lnTo>
                  <a:lnTo>
                    <a:pt x="416" y="2134"/>
                  </a:lnTo>
                  <a:lnTo>
                    <a:pt x="356" y="2114"/>
                  </a:lnTo>
                  <a:lnTo>
                    <a:pt x="277" y="2095"/>
                  </a:lnTo>
                  <a:lnTo>
                    <a:pt x="277" y="2075"/>
                  </a:lnTo>
                  <a:lnTo>
                    <a:pt x="337" y="2095"/>
                  </a:lnTo>
                  <a:lnTo>
                    <a:pt x="356" y="2114"/>
                  </a:lnTo>
                  <a:lnTo>
                    <a:pt x="435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33"/>
                  </a:lnTo>
                  <a:lnTo>
                    <a:pt x="692" y="2253"/>
                  </a:lnTo>
                  <a:lnTo>
                    <a:pt x="751" y="2253"/>
                  </a:lnTo>
                  <a:lnTo>
                    <a:pt x="791" y="2272"/>
                  </a:lnTo>
                  <a:lnTo>
                    <a:pt x="791" y="2253"/>
                  </a:lnTo>
                  <a:lnTo>
                    <a:pt x="830" y="2272"/>
                  </a:lnTo>
                  <a:lnTo>
                    <a:pt x="850" y="2292"/>
                  </a:lnTo>
                  <a:lnTo>
                    <a:pt x="890" y="2292"/>
                  </a:lnTo>
                  <a:lnTo>
                    <a:pt x="870" y="2272"/>
                  </a:lnTo>
                  <a:lnTo>
                    <a:pt x="791" y="2233"/>
                  </a:lnTo>
                  <a:lnTo>
                    <a:pt x="811" y="2233"/>
                  </a:lnTo>
                  <a:lnTo>
                    <a:pt x="811" y="2213"/>
                  </a:lnTo>
                  <a:lnTo>
                    <a:pt x="771" y="2193"/>
                  </a:lnTo>
                  <a:lnTo>
                    <a:pt x="771" y="2174"/>
                  </a:lnTo>
                  <a:lnTo>
                    <a:pt x="811" y="2174"/>
                  </a:lnTo>
                  <a:lnTo>
                    <a:pt x="712" y="2154"/>
                  </a:lnTo>
                  <a:lnTo>
                    <a:pt x="712" y="2134"/>
                  </a:lnTo>
                  <a:lnTo>
                    <a:pt x="712" y="2114"/>
                  </a:lnTo>
                  <a:lnTo>
                    <a:pt x="751" y="2134"/>
                  </a:lnTo>
                  <a:lnTo>
                    <a:pt x="771" y="2154"/>
                  </a:lnTo>
                  <a:lnTo>
                    <a:pt x="771" y="2134"/>
                  </a:lnTo>
                  <a:lnTo>
                    <a:pt x="751" y="2114"/>
                  </a:lnTo>
                  <a:lnTo>
                    <a:pt x="672" y="2075"/>
                  </a:lnTo>
                  <a:lnTo>
                    <a:pt x="574" y="2055"/>
                  </a:lnTo>
                  <a:lnTo>
                    <a:pt x="534" y="2035"/>
                  </a:lnTo>
                  <a:lnTo>
                    <a:pt x="593" y="2035"/>
                  </a:lnTo>
                  <a:lnTo>
                    <a:pt x="751" y="2075"/>
                  </a:lnTo>
                  <a:lnTo>
                    <a:pt x="751" y="2075"/>
                  </a:lnTo>
                  <a:lnTo>
                    <a:pt x="712" y="2055"/>
                  </a:lnTo>
                  <a:lnTo>
                    <a:pt x="672" y="2016"/>
                  </a:lnTo>
                  <a:lnTo>
                    <a:pt x="771" y="2055"/>
                  </a:lnTo>
                  <a:lnTo>
                    <a:pt x="811" y="2095"/>
                  </a:lnTo>
                  <a:lnTo>
                    <a:pt x="791" y="2095"/>
                  </a:lnTo>
                  <a:lnTo>
                    <a:pt x="791" y="2114"/>
                  </a:lnTo>
                  <a:lnTo>
                    <a:pt x="850" y="2134"/>
                  </a:lnTo>
                  <a:lnTo>
                    <a:pt x="870" y="2174"/>
                  </a:lnTo>
                  <a:lnTo>
                    <a:pt x="929" y="2154"/>
                  </a:lnTo>
                  <a:lnTo>
                    <a:pt x="969" y="2174"/>
                  </a:lnTo>
                  <a:lnTo>
                    <a:pt x="949" y="2154"/>
                  </a:lnTo>
                  <a:lnTo>
                    <a:pt x="1008" y="2174"/>
                  </a:lnTo>
                  <a:lnTo>
                    <a:pt x="1067" y="2174"/>
                  </a:lnTo>
                  <a:lnTo>
                    <a:pt x="1067" y="2193"/>
                  </a:lnTo>
                  <a:lnTo>
                    <a:pt x="1087" y="2213"/>
                  </a:lnTo>
                  <a:lnTo>
                    <a:pt x="1107" y="2213"/>
                  </a:lnTo>
                  <a:lnTo>
                    <a:pt x="1127" y="2193"/>
                  </a:lnTo>
                  <a:lnTo>
                    <a:pt x="929" y="2114"/>
                  </a:lnTo>
                  <a:lnTo>
                    <a:pt x="909" y="2075"/>
                  </a:lnTo>
                  <a:lnTo>
                    <a:pt x="929" y="2075"/>
                  </a:lnTo>
                  <a:lnTo>
                    <a:pt x="969" y="2095"/>
                  </a:lnTo>
                  <a:lnTo>
                    <a:pt x="1048" y="2134"/>
                  </a:lnTo>
                  <a:lnTo>
                    <a:pt x="1048" y="2134"/>
                  </a:lnTo>
                  <a:lnTo>
                    <a:pt x="1028" y="2114"/>
                  </a:lnTo>
                  <a:lnTo>
                    <a:pt x="1048" y="2114"/>
                  </a:lnTo>
                  <a:lnTo>
                    <a:pt x="1008" y="2095"/>
                  </a:lnTo>
                  <a:lnTo>
                    <a:pt x="1028" y="2075"/>
                  </a:lnTo>
                  <a:lnTo>
                    <a:pt x="1107" y="2095"/>
                  </a:lnTo>
                  <a:lnTo>
                    <a:pt x="1127" y="2095"/>
                  </a:lnTo>
                  <a:lnTo>
                    <a:pt x="1107" y="2114"/>
                  </a:lnTo>
                  <a:lnTo>
                    <a:pt x="1146" y="2134"/>
                  </a:lnTo>
                  <a:lnTo>
                    <a:pt x="1127" y="2134"/>
                  </a:lnTo>
                  <a:lnTo>
                    <a:pt x="1186" y="2154"/>
                  </a:lnTo>
                  <a:lnTo>
                    <a:pt x="1206" y="2154"/>
                  </a:lnTo>
                  <a:lnTo>
                    <a:pt x="1206" y="2134"/>
                  </a:lnTo>
                  <a:lnTo>
                    <a:pt x="1186" y="2134"/>
                  </a:lnTo>
                  <a:lnTo>
                    <a:pt x="1186" y="2114"/>
                  </a:lnTo>
                  <a:lnTo>
                    <a:pt x="1265" y="2134"/>
                  </a:lnTo>
                  <a:lnTo>
                    <a:pt x="1285" y="2114"/>
                  </a:lnTo>
                  <a:lnTo>
                    <a:pt x="1304" y="2114"/>
                  </a:lnTo>
                  <a:lnTo>
                    <a:pt x="1285" y="2095"/>
                  </a:lnTo>
                  <a:lnTo>
                    <a:pt x="1304" y="2095"/>
                  </a:lnTo>
                  <a:lnTo>
                    <a:pt x="1285" y="2075"/>
                  </a:lnTo>
                  <a:lnTo>
                    <a:pt x="1245" y="2055"/>
                  </a:lnTo>
                  <a:lnTo>
                    <a:pt x="1146" y="2016"/>
                  </a:lnTo>
                  <a:lnTo>
                    <a:pt x="1146" y="2016"/>
                  </a:lnTo>
                  <a:lnTo>
                    <a:pt x="1265" y="2055"/>
                  </a:lnTo>
                  <a:lnTo>
                    <a:pt x="1245" y="2035"/>
                  </a:lnTo>
                  <a:lnTo>
                    <a:pt x="1304" y="2035"/>
                  </a:lnTo>
                  <a:lnTo>
                    <a:pt x="1245" y="2016"/>
                  </a:lnTo>
                  <a:lnTo>
                    <a:pt x="1206" y="1996"/>
                  </a:lnTo>
                  <a:lnTo>
                    <a:pt x="1127" y="1976"/>
                  </a:lnTo>
                  <a:lnTo>
                    <a:pt x="1127" y="1956"/>
                  </a:lnTo>
                  <a:lnTo>
                    <a:pt x="1186" y="1976"/>
                  </a:lnTo>
                  <a:lnTo>
                    <a:pt x="1206" y="1996"/>
                  </a:lnTo>
                  <a:lnTo>
                    <a:pt x="1225" y="1996"/>
                  </a:lnTo>
                  <a:lnTo>
                    <a:pt x="1265" y="1976"/>
                  </a:lnTo>
                  <a:lnTo>
                    <a:pt x="1324" y="1976"/>
                  </a:lnTo>
                  <a:lnTo>
                    <a:pt x="1265" y="1956"/>
                  </a:lnTo>
                  <a:lnTo>
                    <a:pt x="1206" y="1917"/>
                  </a:lnTo>
                  <a:lnTo>
                    <a:pt x="1225" y="1937"/>
                  </a:lnTo>
                  <a:lnTo>
                    <a:pt x="1225" y="1937"/>
                  </a:lnTo>
                  <a:lnTo>
                    <a:pt x="1146" y="1897"/>
                  </a:lnTo>
                  <a:lnTo>
                    <a:pt x="1245" y="1897"/>
                  </a:lnTo>
                  <a:lnTo>
                    <a:pt x="1265" y="1917"/>
                  </a:lnTo>
                  <a:lnTo>
                    <a:pt x="1285" y="1937"/>
                  </a:lnTo>
                  <a:lnTo>
                    <a:pt x="1304" y="1937"/>
                  </a:lnTo>
                  <a:lnTo>
                    <a:pt x="1304" y="1917"/>
                  </a:lnTo>
                  <a:lnTo>
                    <a:pt x="1285" y="1897"/>
                  </a:lnTo>
                  <a:lnTo>
                    <a:pt x="1324" y="1877"/>
                  </a:lnTo>
                  <a:lnTo>
                    <a:pt x="1285" y="1838"/>
                  </a:lnTo>
                  <a:lnTo>
                    <a:pt x="1285" y="1818"/>
                  </a:lnTo>
                  <a:lnTo>
                    <a:pt x="1166" y="1779"/>
                  </a:lnTo>
                  <a:lnTo>
                    <a:pt x="1206" y="1779"/>
                  </a:lnTo>
                  <a:lnTo>
                    <a:pt x="1245" y="1798"/>
                  </a:lnTo>
                  <a:lnTo>
                    <a:pt x="1344" y="1818"/>
                  </a:lnTo>
                  <a:lnTo>
                    <a:pt x="1285" y="1779"/>
                  </a:lnTo>
                  <a:lnTo>
                    <a:pt x="1344" y="1798"/>
                  </a:lnTo>
                  <a:lnTo>
                    <a:pt x="1344" y="1779"/>
                  </a:lnTo>
                  <a:lnTo>
                    <a:pt x="1304" y="1739"/>
                  </a:lnTo>
                  <a:lnTo>
                    <a:pt x="1265" y="1700"/>
                  </a:lnTo>
                  <a:lnTo>
                    <a:pt x="1245" y="1680"/>
                  </a:lnTo>
                  <a:lnTo>
                    <a:pt x="1344" y="1719"/>
                  </a:lnTo>
                  <a:lnTo>
                    <a:pt x="1364" y="1739"/>
                  </a:lnTo>
                  <a:lnTo>
                    <a:pt x="1383" y="1739"/>
                  </a:lnTo>
                  <a:lnTo>
                    <a:pt x="1383" y="1719"/>
                  </a:lnTo>
                  <a:lnTo>
                    <a:pt x="1403" y="1719"/>
                  </a:lnTo>
                  <a:lnTo>
                    <a:pt x="1403" y="1700"/>
                  </a:lnTo>
                  <a:lnTo>
                    <a:pt x="1364" y="1680"/>
                  </a:lnTo>
                  <a:lnTo>
                    <a:pt x="1304" y="1660"/>
                  </a:lnTo>
                  <a:lnTo>
                    <a:pt x="1364" y="1660"/>
                  </a:lnTo>
                  <a:lnTo>
                    <a:pt x="1324" y="1640"/>
                  </a:lnTo>
                  <a:lnTo>
                    <a:pt x="1304" y="1640"/>
                  </a:lnTo>
                  <a:lnTo>
                    <a:pt x="1285" y="1601"/>
                  </a:lnTo>
                  <a:lnTo>
                    <a:pt x="1344" y="1621"/>
                  </a:lnTo>
                  <a:lnTo>
                    <a:pt x="1285" y="1581"/>
                  </a:lnTo>
                  <a:lnTo>
                    <a:pt x="1206" y="1561"/>
                  </a:lnTo>
                  <a:lnTo>
                    <a:pt x="1166" y="1561"/>
                  </a:lnTo>
                  <a:lnTo>
                    <a:pt x="1186" y="1581"/>
                  </a:lnTo>
                  <a:lnTo>
                    <a:pt x="1186" y="1601"/>
                  </a:lnTo>
                  <a:lnTo>
                    <a:pt x="1127" y="1601"/>
                  </a:lnTo>
                  <a:lnTo>
                    <a:pt x="1067" y="1581"/>
                  </a:lnTo>
                  <a:lnTo>
                    <a:pt x="1107" y="1581"/>
                  </a:lnTo>
                  <a:lnTo>
                    <a:pt x="1048" y="1561"/>
                  </a:lnTo>
                  <a:lnTo>
                    <a:pt x="1028" y="1561"/>
                  </a:lnTo>
                  <a:lnTo>
                    <a:pt x="949" y="1522"/>
                  </a:lnTo>
                  <a:lnTo>
                    <a:pt x="909" y="1482"/>
                  </a:lnTo>
                  <a:lnTo>
                    <a:pt x="909" y="1482"/>
                  </a:lnTo>
                  <a:lnTo>
                    <a:pt x="988" y="1522"/>
                  </a:lnTo>
                  <a:lnTo>
                    <a:pt x="1033" y="1537"/>
                  </a:lnTo>
                  <a:lnTo>
                    <a:pt x="1033" y="1537"/>
                  </a:lnTo>
                  <a:lnTo>
                    <a:pt x="1048" y="1522"/>
                  </a:lnTo>
                  <a:lnTo>
                    <a:pt x="1127" y="1561"/>
                  </a:lnTo>
                  <a:lnTo>
                    <a:pt x="1067" y="1522"/>
                  </a:lnTo>
                  <a:lnTo>
                    <a:pt x="988" y="1502"/>
                  </a:lnTo>
                  <a:lnTo>
                    <a:pt x="929" y="1482"/>
                  </a:lnTo>
                  <a:lnTo>
                    <a:pt x="1008" y="1482"/>
                  </a:lnTo>
                  <a:lnTo>
                    <a:pt x="988" y="1463"/>
                  </a:lnTo>
                  <a:lnTo>
                    <a:pt x="969" y="1443"/>
                  </a:lnTo>
                  <a:lnTo>
                    <a:pt x="969" y="1443"/>
                  </a:lnTo>
                  <a:lnTo>
                    <a:pt x="1028" y="1463"/>
                  </a:lnTo>
                  <a:lnTo>
                    <a:pt x="1008" y="1463"/>
                  </a:lnTo>
                  <a:lnTo>
                    <a:pt x="1048" y="1482"/>
                  </a:lnTo>
                  <a:lnTo>
                    <a:pt x="1087" y="1502"/>
                  </a:lnTo>
                  <a:lnTo>
                    <a:pt x="1146" y="1522"/>
                  </a:lnTo>
                  <a:lnTo>
                    <a:pt x="1206" y="1542"/>
                  </a:lnTo>
                  <a:lnTo>
                    <a:pt x="1324" y="1581"/>
                  </a:lnTo>
                  <a:lnTo>
                    <a:pt x="1364" y="1581"/>
                  </a:lnTo>
                  <a:lnTo>
                    <a:pt x="1324" y="1542"/>
                  </a:lnTo>
                  <a:lnTo>
                    <a:pt x="1344" y="1542"/>
                  </a:lnTo>
                  <a:lnTo>
                    <a:pt x="1344" y="1522"/>
                  </a:lnTo>
                  <a:lnTo>
                    <a:pt x="1364" y="1522"/>
                  </a:lnTo>
                  <a:lnTo>
                    <a:pt x="1364" y="1502"/>
                  </a:lnTo>
                  <a:lnTo>
                    <a:pt x="1324" y="1463"/>
                  </a:lnTo>
                  <a:lnTo>
                    <a:pt x="1403" y="1463"/>
                  </a:lnTo>
                  <a:lnTo>
                    <a:pt x="1403" y="1443"/>
                  </a:lnTo>
                  <a:lnTo>
                    <a:pt x="1364" y="1403"/>
                  </a:lnTo>
                  <a:lnTo>
                    <a:pt x="1324" y="1364"/>
                  </a:lnTo>
                  <a:lnTo>
                    <a:pt x="1324" y="1344"/>
                  </a:lnTo>
                  <a:lnTo>
                    <a:pt x="1383" y="1344"/>
                  </a:lnTo>
                  <a:lnTo>
                    <a:pt x="1344" y="1324"/>
                  </a:lnTo>
                  <a:lnTo>
                    <a:pt x="1403" y="1324"/>
                  </a:lnTo>
                  <a:lnTo>
                    <a:pt x="1383" y="1305"/>
                  </a:lnTo>
                  <a:lnTo>
                    <a:pt x="1364" y="1285"/>
                  </a:lnTo>
                  <a:lnTo>
                    <a:pt x="1423" y="1285"/>
                  </a:lnTo>
                  <a:lnTo>
                    <a:pt x="1423" y="1265"/>
                  </a:lnTo>
                  <a:lnTo>
                    <a:pt x="1383" y="1245"/>
                  </a:lnTo>
                  <a:lnTo>
                    <a:pt x="1324" y="1206"/>
                  </a:lnTo>
                  <a:lnTo>
                    <a:pt x="1324" y="1206"/>
                  </a:lnTo>
                  <a:lnTo>
                    <a:pt x="1423" y="1245"/>
                  </a:lnTo>
                  <a:lnTo>
                    <a:pt x="1423" y="1245"/>
                  </a:lnTo>
                  <a:lnTo>
                    <a:pt x="1403" y="1147"/>
                  </a:lnTo>
                  <a:lnTo>
                    <a:pt x="1383" y="1068"/>
                  </a:lnTo>
                  <a:lnTo>
                    <a:pt x="1403" y="1068"/>
                  </a:lnTo>
                  <a:lnTo>
                    <a:pt x="1403" y="1048"/>
                  </a:lnTo>
                  <a:lnTo>
                    <a:pt x="1383" y="1008"/>
                  </a:lnTo>
                  <a:lnTo>
                    <a:pt x="1344" y="969"/>
                  </a:lnTo>
                  <a:lnTo>
                    <a:pt x="1344" y="949"/>
                  </a:lnTo>
                  <a:lnTo>
                    <a:pt x="1364" y="949"/>
                  </a:lnTo>
                  <a:lnTo>
                    <a:pt x="1324" y="929"/>
                  </a:lnTo>
                  <a:lnTo>
                    <a:pt x="1265" y="890"/>
                  </a:lnTo>
                  <a:lnTo>
                    <a:pt x="1146" y="870"/>
                  </a:lnTo>
                  <a:lnTo>
                    <a:pt x="1127" y="850"/>
                  </a:lnTo>
                  <a:lnTo>
                    <a:pt x="1166" y="850"/>
                  </a:lnTo>
                  <a:lnTo>
                    <a:pt x="1225" y="870"/>
                  </a:lnTo>
                  <a:lnTo>
                    <a:pt x="1324" y="890"/>
                  </a:lnTo>
                  <a:lnTo>
                    <a:pt x="1403" y="929"/>
                  </a:lnTo>
                  <a:lnTo>
                    <a:pt x="1344" y="870"/>
                  </a:lnTo>
                  <a:lnTo>
                    <a:pt x="1344" y="850"/>
                  </a:lnTo>
                  <a:lnTo>
                    <a:pt x="1383" y="850"/>
                  </a:lnTo>
                  <a:lnTo>
                    <a:pt x="1383" y="870"/>
                  </a:lnTo>
                  <a:lnTo>
                    <a:pt x="1403" y="870"/>
                  </a:lnTo>
                  <a:lnTo>
                    <a:pt x="1383" y="850"/>
                  </a:lnTo>
                  <a:lnTo>
                    <a:pt x="1403" y="850"/>
                  </a:lnTo>
                  <a:lnTo>
                    <a:pt x="1423" y="870"/>
                  </a:lnTo>
                  <a:lnTo>
                    <a:pt x="1423" y="850"/>
                  </a:lnTo>
                  <a:lnTo>
                    <a:pt x="1443" y="850"/>
                  </a:lnTo>
                  <a:lnTo>
                    <a:pt x="1403" y="831"/>
                  </a:lnTo>
                  <a:lnTo>
                    <a:pt x="1364" y="811"/>
                  </a:lnTo>
                  <a:lnTo>
                    <a:pt x="1383" y="811"/>
                  </a:lnTo>
                  <a:lnTo>
                    <a:pt x="1324" y="771"/>
                  </a:lnTo>
                  <a:lnTo>
                    <a:pt x="1403" y="791"/>
                  </a:lnTo>
                  <a:lnTo>
                    <a:pt x="1403" y="791"/>
                  </a:lnTo>
                  <a:lnTo>
                    <a:pt x="1344" y="771"/>
                  </a:lnTo>
                  <a:lnTo>
                    <a:pt x="1344" y="752"/>
                  </a:lnTo>
                  <a:lnTo>
                    <a:pt x="1423" y="752"/>
                  </a:lnTo>
                  <a:lnTo>
                    <a:pt x="1403" y="732"/>
                  </a:lnTo>
                  <a:lnTo>
                    <a:pt x="1383" y="712"/>
                  </a:lnTo>
                  <a:lnTo>
                    <a:pt x="1383" y="712"/>
                  </a:lnTo>
                  <a:lnTo>
                    <a:pt x="1443" y="732"/>
                  </a:lnTo>
                  <a:lnTo>
                    <a:pt x="1462" y="692"/>
                  </a:lnTo>
                  <a:lnTo>
                    <a:pt x="1462" y="673"/>
                  </a:lnTo>
                  <a:lnTo>
                    <a:pt x="1502" y="653"/>
                  </a:lnTo>
                  <a:lnTo>
                    <a:pt x="1482" y="633"/>
                  </a:lnTo>
                  <a:lnTo>
                    <a:pt x="1423" y="593"/>
                  </a:lnTo>
                  <a:lnTo>
                    <a:pt x="1403" y="593"/>
                  </a:lnTo>
                  <a:lnTo>
                    <a:pt x="1344" y="574"/>
                  </a:lnTo>
                  <a:lnTo>
                    <a:pt x="1324" y="554"/>
                  </a:lnTo>
                  <a:lnTo>
                    <a:pt x="1304" y="534"/>
                  </a:lnTo>
                  <a:lnTo>
                    <a:pt x="1304" y="534"/>
                  </a:lnTo>
                  <a:lnTo>
                    <a:pt x="1364" y="554"/>
                  </a:lnTo>
                  <a:lnTo>
                    <a:pt x="1383" y="554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43" y="534"/>
                  </a:lnTo>
                  <a:lnTo>
                    <a:pt x="1482" y="554"/>
                  </a:lnTo>
                  <a:lnTo>
                    <a:pt x="1482" y="554"/>
                  </a:lnTo>
                  <a:lnTo>
                    <a:pt x="1462" y="534"/>
                  </a:lnTo>
                  <a:lnTo>
                    <a:pt x="1423" y="495"/>
                  </a:lnTo>
                  <a:lnTo>
                    <a:pt x="1462" y="514"/>
                  </a:lnTo>
                  <a:lnTo>
                    <a:pt x="1502" y="514"/>
                  </a:lnTo>
                  <a:lnTo>
                    <a:pt x="1502" y="495"/>
                  </a:lnTo>
                  <a:lnTo>
                    <a:pt x="1462" y="475"/>
                  </a:lnTo>
                  <a:lnTo>
                    <a:pt x="1383" y="455"/>
                  </a:lnTo>
                  <a:lnTo>
                    <a:pt x="1403" y="455"/>
                  </a:lnTo>
                  <a:lnTo>
                    <a:pt x="1383" y="435"/>
                  </a:lnTo>
                  <a:lnTo>
                    <a:pt x="1383" y="435"/>
                  </a:lnTo>
                  <a:lnTo>
                    <a:pt x="1482" y="475"/>
                  </a:lnTo>
                  <a:lnTo>
                    <a:pt x="1423" y="435"/>
                  </a:lnTo>
                  <a:lnTo>
                    <a:pt x="1383" y="416"/>
                  </a:lnTo>
                  <a:lnTo>
                    <a:pt x="1403" y="416"/>
                  </a:lnTo>
                  <a:lnTo>
                    <a:pt x="1383" y="396"/>
                  </a:lnTo>
                  <a:lnTo>
                    <a:pt x="1403" y="396"/>
                  </a:lnTo>
                  <a:lnTo>
                    <a:pt x="1344" y="376"/>
                  </a:lnTo>
                  <a:lnTo>
                    <a:pt x="1304" y="337"/>
                  </a:lnTo>
                  <a:lnTo>
                    <a:pt x="1364" y="337"/>
                  </a:lnTo>
                  <a:lnTo>
                    <a:pt x="1443" y="356"/>
                  </a:lnTo>
                  <a:lnTo>
                    <a:pt x="1443" y="376"/>
                  </a:lnTo>
                  <a:lnTo>
                    <a:pt x="1522" y="376"/>
                  </a:lnTo>
                  <a:lnTo>
                    <a:pt x="1541" y="356"/>
                  </a:lnTo>
                  <a:lnTo>
                    <a:pt x="1541" y="317"/>
                  </a:lnTo>
                  <a:lnTo>
                    <a:pt x="1522" y="297"/>
                  </a:lnTo>
                  <a:lnTo>
                    <a:pt x="1522" y="277"/>
                  </a:lnTo>
                  <a:lnTo>
                    <a:pt x="1502" y="258"/>
                  </a:lnTo>
                  <a:lnTo>
                    <a:pt x="1443" y="218"/>
                  </a:lnTo>
                  <a:lnTo>
                    <a:pt x="1502" y="238"/>
                  </a:lnTo>
                  <a:lnTo>
                    <a:pt x="1561" y="218"/>
                  </a:lnTo>
                  <a:lnTo>
                    <a:pt x="1561" y="198"/>
                  </a:lnTo>
                  <a:lnTo>
                    <a:pt x="1581" y="179"/>
                  </a:lnTo>
                  <a:lnTo>
                    <a:pt x="1561" y="139"/>
                  </a:lnTo>
                  <a:lnTo>
                    <a:pt x="1541" y="119"/>
                  </a:lnTo>
                  <a:lnTo>
                    <a:pt x="1581" y="119"/>
                  </a:lnTo>
                  <a:lnTo>
                    <a:pt x="1522" y="80"/>
                  </a:lnTo>
                  <a:lnTo>
                    <a:pt x="1502" y="60"/>
                  </a:lnTo>
                  <a:lnTo>
                    <a:pt x="146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5" name="Google Shape;7695;p29"/>
            <p:cNvSpPr/>
            <p:nvPr/>
          </p:nvSpPr>
          <p:spPr>
            <a:xfrm>
              <a:off x="-1685450" y="3348475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6" name="Google Shape;7696;p29"/>
            <p:cNvSpPr/>
            <p:nvPr/>
          </p:nvSpPr>
          <p:spPr>
            <a:xfrm>
              <a:off x="-1699275" y="3344525"/>
              <a:ext cx="25" cy="500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7" name="Google Shape;7697;p29"/>
            <p:cNvSpPr/>
            <p:nvPr/>
          </p:nvSpPr>
          <p:spPr>
            <a:xfrm>
              <a:off x="-1610900" y="33149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8" name="Google Shape;7698;p29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9" name="Google Shape;7699;p29"/>
            <p:cNvSpPr/>
            <p:nvPr/>
          </p:nvSpPr>
          <p:spPr>
            <a:xfrm>
              <a:off x="-1607450" y="3317850"/>
              <a:ext cx="1525" cy="5450"/>
            </a:xfrm>
            <a:custGeom>
              <a:rect b="b" l="l" r="r" t="t"/>
              <a:pathLst>
                <a:path extrusionOk="0" h="218" w="61">
                  <a:moveTo>
                    <a:pt x="60" y="1"/>
                  </a:moveTo>
                  <a:lnTo>
                    <a:pt x="40" y="20"/>
                  </a:lnTo>
                  <a:lnTo>
                    <a:pt x="40" y="80"/>
                  </a:lnTo>
                  <a:lnTo>
                    <a:pt x="1" y="218"/>
                  </a:lnTo>
                  <a:lnTo>
                    <a:pt x="40" y="119"/>
                  </a:lnTo>
                  <a:lnTo>
                    <a:pt x="6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0" name="Google Shape;7700;p29"/>
            <p:cNvSpPr/>
            <p:nvPr/>
          </p:nvSpPr>
          <p:spPr>
            <a:xfrm>
              <a:off x="-1602000" y="3297600"/>
              <a:ext cx="500" cy="25"/>
            </a:xfrm>
            <a:custGeom>
              <a:rect b="b" l="l" r="r" t="t"/>
              <a:pathLst>
                <a:path extrusionOk="0" h="1" w="20">
                  <a:moveTo>
                    <a:pt x="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1" name="Google Shape;7701;p29"/>
            <p:cNvSpPr/>
            <p:nvPr/>
          </p:nvSpPr>
          <p:spPr>
            <a:xfrm>
              <a:off x="-1612375" y="3293150"/>
              <a:ext cx="39525" cy="35600"/>
            </a:xfrm>
            <a:custGeom>
              <a:rect b="b" l="l" r="r" t="t"/>
              <a:pathLst>
                <a:path extrusionOk="0" h="1424" w="1581">
                  <a:moveTo>
                    <a:pt x="929" y="60"/>
                  </a:moveTo>
                  <a:lnTo>
                    <a:pt x="909" y="100"/>
                  </a:lnTo>
                  <a:lnTo>
                    <a:pt x="929" y="80"/>
                  </a:lnTo>
                  <a:lnTo>
                    <a:pt x="929" y="60"/>
                  </a:lnTo>
                  <a:close/>
                  <a:moveTo>
                    <a:pt x="376" y="100"/>
                  </a:moveTo>
                  <a:lnTo>
                    <a:pt x="376" y="100"/>
                  </a:lnTo>
                  <a:lnTo>
                    <a:pt x="376" y="100"/>
                  </a:lnTo>
                  <a:close/>
                  <a:moveTo>
                    <a:pt x="870" y="100"/>
                  </a:moveTo>
                  <a:lnTo>
                    <a:pt x="870" y="100"/>
                  </a:lnTo>
                  <a:lnTo>
                    <a:pt x="870" y="100"/>
                  </a:lnTo>
                  <a:close/>
                  <a:moveTo>
                    <a:pt x="474" y="119"/>
                  </a:moveTo>
                  <a:lnTo>
                    <a:pt x="474" y="119"/>
                  </a:lnTo>
                  <a:lnTo>
                    <a:pt x="474" y="119"/>
                  </a:lnTo>
                  <a:close/>
                  <a:moveTo>
                    <a:pt x="415" y="119"/>
                  </a:moveTo>
                  <a:lnTo>
                    <a:pt x="395" y="15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415" y="119"/>
                  </a:lnTo>
                  <a:close/>
                  <a:moveTo>
                    <a:pt x="771" y="139"/>
                  </a:moveTo>
                  <a:lnTo>
                    <a:pt x="751" y="179"/>
                  </a:lnTo>
                  <a:lnTo>
                    <a:pt x="756" y="184"/>
                  </a:lnTo>
                  <a:lnTo>
                    <a:pt x="771" y="139"/>
                  </a:lnTo>
                  <a:close/>
                  <a:moveTo>
                    <a:pt x="633" y="100"/>
                  </a:moveTo>
                  <a:lnTo>
                    <a:pt x="593" y="159"/>
                  </a:lnTo>
                  <a:lnTo>
                    <a:pt x="573" y="218"/>
                  </a:lnTo>
                  <a:lnTo>
                    <a:pt x="534" y="317"/>
                  </a:lnTo>
                  <a:lnTo>
                    <a:pt x="534" y="337"/>
                  </a:lnTo>
                  <a:lnTo>
                    <a:pt x="553" y="337"/>
                  </a:lnTo>
                  <a:lnTo>
                    <a:pt x="573" y="297"/>
                  </a:lnTo>
                  <a:lnTo>
                    <a:pt x="573" y="317"/>
                  </a:lnTo>
                  <a:lnTo>
                    <a:pt x="613" y="198"/>
                  </a:lnTo>
                  <a:lnTo>
                    <a:pt x="633" y="100"/>
                  </a:lnTo>
                  <a:close/>
                  <a:moveTo>
                    <a:pt x="672" y="297"/>
                  </a:moveTo>
                  <a:lnTo>
                    <a:pt x="672" y="337"/>
                  </a:lnTo>
                  <a:lnTo>
                    <a:pt x="692" y="297"/>
                  </a:lnTo>
                  <a:close/>
                  <a:moveTo>
                    <a:pt x="316" y="277"/>
                  </a:moveTo>
                  <a:lnTo>
                    <a:pt x="316" y="317"/>
                  </a:lnTo>
                  <a:lnTo>
                    <a:pt x="316" y="337"/>
                  </a:lnTo>
                  <a:lnTo>
                    <a:pt x="297" y="376"/>
                  </a:lnTo>
                  <a:lnTo>
                    <a:pt x="316" y="277"/>
                  </a:lnTo>
                  <a:close/>
                  <a:moveTo>
                    <a:pt x="158" y="831"/>
                  </a:moveTo>
                  <a:lnTo>
                    <a:pt x="152" y="850"/>
                  </a:lnTo>
                  <a:lnTo>
                    <a:pt x="158" y="850"/>
                  </a:lnTo>
                  <a:lnTo>
                    <a:pt x="158" y="831"/>
                  </a:lnTo>
                  <a:close/>
                  <a:moveTo>
                    <a:pt x="139" y="850"/>
                  </a:moveTo>
                  <a:lnTo>
                    <a:pt x="139" y="890"/>
                  </a:lnTo>
                  <a:lnTo>
                    <a:pt x="152" y="850"/>
                  </a:lnTo>
                  <a:close/>
                  <a:moveTo>
                    <a:pt x="277" y="870"/>
                  </a:moveTo>
                  <a:lnTo>
                    <a:pt x="257" y="890"/>
                  </a:lnTo>
                  <a:lnTo>
                    <a:pt x="277" y="890"/>
                  </a:lnTo>
                  <a:lnTo>
                    <a:pt x="277" y="870"/>
                  </a:lnTo>
                  <a:close/>
                  <a:moveTo>
                    <a:pt x="139" y="890"/>
                  </a:moveTo>
                  <a:lnTo>
                    <a:pt x="132" y="916"/>
                  </a:lnTo>
                  <a:lnTo>
                    <a:pt x="132" y="916"/>
                  </a:lnTo>
                  <a:lnTo>
                    <a:pt x="139" y="910"/>
                  </a:lnTo>
                  <a:lnTo>
                    <a:pt x="139" y="890"/>
                  </a:lnTo>
                  <a:close/>
                  <a:moveTo>
                    <a:pt x="830" y="989"/>
                  </a:moveTo>
                  <a:lnTo>
                    <a:pt x="810" y="1008"/>
                  </a:lnTo>
                  <a:lnTo>
                    <a:pt x="830" y="1008"/>
                  </a:lnTo>
                  <a:lnTo>
                    <a:pt x="830" y="989"/>
                  </a:lnTo>
                  <a:close/>
                  <a:moveTo>
                    <a:pt x="744" y="1324"/>
                  </a:moveTo>
                  <a:lnTo>
                    <a:pt x="731" y="1364"/>
                  </a:lnTo>
                  <a:lnTo>
                    <a:pt x="751" y="1324"/>
                  </a:lnTo>
                  <a:close/>
                  <a:moveTo>
                    <a:pt x="771" y="1384"/>
                  </a:moveTo>
                  <a:lnTo>
                    <a:pt x="771" y="1384"/>
                  </a:lnTo>
                  <a:lnTo>
                    <a:pt x="771" y="1384"/>
                  </a:lnTo>
                  <a:close/>
                  <a:moveTo>
                    <a:pt x="1028" y="1384"/>
                  </a:moveTo>
                  <a:lnTo>
                    <a:pt x="1028" y="1384"/>
                  </a:lnTo>
                  <a:lnTo>
                    <a:pt x="1028" y="1384"/>
                  </a:lnTo>
                  <a:close/>
                  <a:moveTo>
                    <a:pt x="810" y="1"/>
                  </a:moveTo>
                  <a:lnTo>
                    <a:pt x="791" y="100"/>
                  </a:lnTo>
                  <a:lnTo>
                    <a:pt x="771" y="198"/>
                  </a:lnTo>
                  <a:lnTo>
                    <a:pt x="756" y="184"/>
                  </a:lnTo>
                  <a:lnTo>
                    <a:pt x="751" y="198"/>
                  </a:lnTo>
                  <a:lnTo>
                    <a:pt x="712" y="218"/>
                  </a:lnTo>
                  <a:lnTo>
                    <a:pt x="692" y="277"/>
                  </a:lnTo>
                  <a:lnTo>
                    <a:pt x="692" y="356"/>
                  </a:lnTo>
                  <a:lnTo>
                    <a:pt x="672" y="376"/>
                  </a:lnTo>
                  <a:lnTo>
                    <a:pt x="672" y="396"/>
                  </a:lnTo>
                  <a:lnTo>
                    <a:pt x="672" y="435"/>
                  </a:lnTo>
                  <a:lnTo>
                    <a:pt x="652" y="435"/>
                  </a:lnTo>
                  <a:lnTo>
                    <a:pt x="672" y="376"/>
                  </a:lnTo>
                  <a:lnTo>
                    <a:pt x="652" y="356"/>
                  </a:lnTo>
                  <a:lnTo>
                    <a:pt x="633" y="376"/>
                  </a:lnTo>
                  <a:lnTo>
                    <a:pt x="652" y="317"/>
                  </a:lnTo>
                  <a:lnTo>
                    <a:pt x="652" y="297"/>
                  </a:lnTo>
                  <a:lnTo>
                    <a:pt x="672" y="297"/>
                  </a:lnTo>
                  <a:lnTo>
                    <a:pt x="672" y="277"/>
                  </a:lnTo>
                  <a:lnTo>
                    <a:pt x="672" y="218"/>
                  </a:lnTo>
                  <a:lnTo>
                    <a:pt x="652" y="277"/>
                  </a:lnTo>
                  <a:lnTo>
                    <a:pt x="652" y="218"/>
                  </a:lnTo>
                  <a:lnTo>
                    <a:pt x="633" y="198"/>
                  </a:lnTo>
                  <a:lnTo>
                    <a:pt x="613" y="198"/>
                  </a:lnTo>
                  <a:lnTo>
                    <a:pt x="613" y="238"/>
                  </a:lnTo>
                  <a:lnTo>
                    <a:pt x="593" y="337"/>
                  </a:lnTo>
                  <a:lnTo>
                    <a:pt x="573" y="376"/>
                  </a:lnTo>
                  <a:lnTo>
                    <a:pt x="573" y="396"/>
                  </a:lnTo>
                  <a:lnTo>
                    <a:pt x="573" y="435"/>
                  </a:lnTo>
                  <a:lnTo>
                    <a:pt x="593" y="455"/>
                  </a:lnTo>
                  <a:lnTo>
                    <a:pt x="573" y="534"/>
                  </a:lnTo>
                  <a:lnTo>
                    <a:pt x="553" y="613"/>
                  </a:lnTo>
                  <a:lnTo>
                    <a:pt x="514" y="712"/>
                  </a:lnTo>
                  <a:lnTo>
                    <a:pt x="514" y="712"/>
                  </a:lnTo>
                  <a:lnTo>
                    <a:pt x="534" y="594"/>
                  </a:lnTo>
                  <a:lnTo>
                    <a:pt x="514" y="574"/>
                  </a:lnTo>
                  <a:lnTo>
                    <a:pt x="494" y="594"/>
                  </a:lnTo>
                  <a:lnTo>
                    <a:pt x="494" y="633"/>
                  </a:lnTo>
                  <a:lnTo>
                    <a:pt x="514" y="633"/>
                  </a:lnTo>
                  <a:lnTo>
                    <a:pt x="494" y="673"/>
                  </a:lnTo>
                  <a:lnTo>
                    <a:pt x="474" y="712"/>
                  </a:lnTo>
                  <a:lnTo>
                    <a:pt x="455" y="791"/>
                  </a:lnTo>
                  <a:lnTo>
                    <a:pt x="455" y="752"/>
                  </a:lnTo>
                  <a:lnTo>
                    <a:pt x="455" y="692"/>
                  </a:lnTo>
                  <a:lnTo>
                    <a:pt x="455" y="673"/>
                  </a:lnTo>
                  <a:lnTo>
                    <a:pt x="474" y="534"/>
                  </a:lnTo>
                  <a:lnTo>
                    <a:pt x="474" y="554"/>
                  </a:lnTo>
                  <a:lnTo>
                    <a:pt x="514" y="337"/>
                  </a:lnTo>
                  <a:lnTo>
                    <a:pt x="494" y="317"/>
                  </a:lnTo>
                  <a:lnTo>
                    <a:pt x="474" y="317"/>
                  </a:lnTo>
                  <a:lnTo>
                    <a:pt x="494" y="179"/>
                  </a:lnTo>
                  <a:lnTo>
                    <a:pt x="474" y="198"/>
                  </a:lnTo>
                  <a:lnTo>
                    <a:pt x="474" y="179"/>
                  </a:lnTo>
                  <a:lnTo>
                    <a:pt x="474" y="119"/>
                  </a:lnTo>
                  <a:lnTo>
                    <a:pt x="455" y="179"/>
                  </a:lnTo>
                  <a:lnTo>
                    <a:pt x="455" y="258"/>
                  </a:lnTo>
                  <a:lnTo>
                    <a:pt x="435" y="238"/>
                  </a:lnTo>
                  <a:lnTo>
                    <a:pt x="435" y="258"/>
                  </a:lnTo>
                  <a:lnTo>
                    <a:pt x="435" y="277"/>
                  </a:lnTo>
                  <a:lnTo>
                    <a:pt x="455" y="317"/>
                  </a:lnTo>
                  <a:lnTo>
                    <a:pt x="435" y="416"/>
                  </a:lnTo>
                  <a:lnTo>
                    <a:pt x="435" y="435"/>
                  </a:lnTo>
                  <a:lnTo>
                    <a:pt x="435" y="475"/>
                  </a:lnTo>
                  <a:lnTo>
                    <a:pt x="417" y="475"/>
                  </a:lnTo>
                  <a:lnTo>
                    <a:pt x="435" y="317"/>
                  </a:lnTo>
                  <a:lnTo>
                    <a:pt x="415" y="337"/>
                  </a:lnTo>
                  <a:lnTo>
                    <a:pt x="415" y="297"/>
                  </a:lnTo>
                  <a:lnTo>
                    <a:pt x="415" y="258"/>
                  </a:lnTo>
                  <a:lnTo>
                    <a:pt x="415" y="238"/>
                  </a:lnTo>
                  <a:lnTo>
                    <a:pt x="415" y="198"/>
                  </a:lnTo>
                  <a:lnTo>
                    <a:pt x="415" y="179"/>
                  </a:lnTo>
                  <a:lnTo>
                    <a:pt x="398" y="162"/>
                  </a:lnTo>
                  <a:lnTo>
                    <a:pt x="398" y="162"/>
                  </a:lnTo>
                  <a:lnTo>
                    <a:pt x="376" y="218"/>
                  </a:lnTo>
                  <a:lnTo>
                    <a:pt x="376" y="159"/>
                  </a:lnTo>
                  <a:lnTo>
                    <a:pt x="376" y="100"/>
                  </a:lnTo>
                  <a:lnTo>
                    <a:pt x="356" y="159"/>
                  </a:lnTo>
                  <a:lnTo>
                    <a:pt x="356" y="179"/>
                  </a:lnTo>
                  <a:lnTo>
                    <a:pt x="336" y="198"/>
                  </a:lnTo>
                  <a:lnTo>
                    <a:pt x="326" y="228"/>
                  </a:lnTo>
                  <a:lnTo>
                    <a:pt x="336" y="179"/>
                  </a:lnTo>
                  <a:lnTo>
                    <a:pt x="316" y="198"/>
                  </a:lnTo>
                  <a:lnTo>
                    <a:pt x="316" y="179"/>
                  </a:lnTo>
                  <a:lnTo>
                    <a:pt x="297" y="238"/>
                  </a:lnTo>
                  <a:lnTo>
                    <a:pt x="297" y="297"/>
                  </a:lnTo>
                  <a:lnTo>
                    <a:pt x="277" y="317"/>
                  </a:lnTo>
                  <a:lnTo>
                    <a:pt x="277" y="297"/>
                  </a:lnTo>
                  <a:lnTo>
                    <a:pt x="257" y="337"/>
                  </a:lnTo>
                  <a:lnTo>
                    <a:pt x="257" y="376"/>
                  </a:lnTo>
                  <a:lnTo>
                    <a:pt x="237" y="455"/>
                  </a:lnTo>
                  <a:lnTo>
                    <a:pt x="237" y="396"/>
                  </a:lnTo>
                  <a:lnTo>
                    <a:pt x="237" y="317"/>
                  </a:lnTo>
                  <a:lnTo>
                    <a:pt x="257" y="297"/>
                  </a:lnTo>
                  <a:lnTo>
                    <a:pt x="237" y="297"/>
                  </a:lnTo>
                  <a:lnTo>
                    <a:pt x="237" y="179"/>
                  </a:lnTo>
                  <a:lnTo>
                    <a:pt x="218" y="198"/>
                  </a:lnTo>
                  <a:lnTo>
                    <a:pt x="218" y="218"/>
                  </a:lnTo>
                  <a:lnTo>
                    <a:pt x="218" y="238"/>
                  </a:lnTo>
                  <a:lnTo>
                    <a:pt x="218" y="258"/>
                  </a:lnTo>
                  <a:lnTo>
                    <a:pt x="178" y="396"/>
                  </a:lnTo>
                  <a:lnTo>
                    <a:pt x="198" y="376"/>
                  </a:lnTo>
                  <a:lnTo>
                    <a:pt x="218" y="317"/>
                  </a:lnTo>
                  <a:lnTo>
                    <a:pt x="198" y="396"/>
                  </a:lnTo>
                  <a:lnTo>
                    <a:pt x="178" y="455"/>
                  </a:lnTo>
                  <a:lnTo>
                    <a:pt x="158" y="514"/>
                  </a:lnTo>
                  <a:lnTo>
                    <a:pt x="158" y="554"/>
                  </a:lnTo>
                  <a:lnTo>
                    <a:pt x="178" y="534"/>
                  </a:lnTo>
                  <a:lnTo>
                    <a:pt x="198" y="435"/>
                  </a:lnTo>
                  <a:lnTo>
                    <a:pt x="218" y="396"/>
                  </a:lnTo>
                  <a:lnTo>
                    <a:pt x="198" y="455"/>
                  </a:lnTo>
                  <a:lnTo>
                    <a:pt x="218" y="475"/>
                  </a:lnTo>
                  <a:lnTo>
                    <a:pt x="218" y="495"/>
                  </a:lnTo>
                  <a:lnTo>
                    <a:pt x="237" y="554"/>
                  </a:lnTo>
                  <a:lnTo>
                    <a:pt x="237" y="475"/>
                  </a:lnTo>
                  <a:lnTo>
                    <a:pt x="257" y="396"/>
                  </a:lnTo>
                  <a:lnTo>
                    <a:pt x="277" y="376"/>
                  </a:lnTo>
                  <a:lnTo>
                    <a:pt x="277" y="396"/>
                  </a:lnTo>
                  <a:lnTo>
                    <a:pt x="277" y="435"/>
                  </a:lnTo>
                  <a:lnTo>
                    <a:pt x="257" y="475"/>
                  </a:lnTo>
                  <a:lnTo>
                    <a:pt x="237" y="574"/>
                  </a:lnTo>
                  <a:lnTo>
                    <a:pt x="198" y="692"/>
                  </a:lnTo>
                  <a:lnTo>
                    <a:pt x="178" y="771"/>
                  </a:lnTo>
                  <a:lnTo>
                    <a:pt x="158" y="850"/>
                  </a:lnTo>
                  <a:lnTo>
                    <a:pt x="158" y="890"/>
                  </a:lnTo>
                  <a:lnTo>
                    <a:pt x="158" y="910"/>
                  </a:lnTo>
                  <a:lnTo>
                    <a:pt x="139" y="929"/>
                  </a:lnTo>
                  <a:lnTo>
                    <a:pt x="119" y="969"/>
                  </a:lnTo>
                  <a:lnTo>
                    <a:pt x="132" y="916"/>
                  </a:lnTo>
                  <a:lnTo>
                    <a:pt x="132" y="916"/>
                  </a:lnTo>
                  <a:lnTo>
                    <a:pt x="119" y="929"/>
                  </a:lnTo>
                  <a:lnTo>
                    <a:pt x="119" y="910"/>
                  </a:lnTo>
                  <a:lnTo>
                    <a:pt x="139" y="732"/>
                  </a:lnTo>
                  <a:lnTo>
                    <a:pt x="158" y="574"/>
                  </a:lnTo>
                  <a:lnTo>
                    <a:pt x="139" y="554"/>
                  </a:lnTo>
                  <a:lnTo>
                    <a:pt x="139" y="574"/>
                  </a:lnTo>
                  <a:lnTo>
                    <a:pt x="119" y="594"/>
                  </a:lnTo>
                  <a:lnTo>
                    <a:pt x="119" y="594"/>
                  </a:lnTo>
                  <a:lnTo>
                    <a:pt x="158" y="396"/>
                  </a:lnTo>
                  <a:lnTo>
                    <a:pt x="139" y="435"/>
                  </a:lnTo>
                  <a:lnTo>
                    <a:pt x="119" y="495"/>
                  </a:lnTo>
                  <a:lnTo>
                    <a:pt x="119" y="455"/>
                  </a:lnTo>
                  <a:lnTo>
                    <a:pt x="99" y="514"/>
                  </a:lnTo>
                  <a:lnTo>
                    <a:pt x="99" y="495"/>
                  </a:lnTo>
                  <a:lnTo>
                    <a:pt x="79" y="594"/>
                  </a:lnTo>
                  <a:lnTo>
                    <a:pt x="79" y="613"/>
                  </a:lnTo>
                  <a:lnTo>
                    <a:pt x="99" y="594"/>
                  </a:lnTo>
                  <a:lnTo>
                    <a:pt x="79" y="653"/>
                  </a:lnTo>
                  <a:lnTo>
                    <a:pt x="79" y="752"/>
                  </a:lnTo>
                  <a:lnTo>
                    <a:pt x="79" y="771"/>
                  </a:lnTo>
                  <a:lnTo>
                    <a:pt x="60" y="791"/>
                  </a:lnTo>
                  <a:lnTo>
                    <a:pt x="79" y="791"/>
                  </a:lnTo>
                  <a:lnTo>
                    <a:pt x="79" y="811"/>
                  </a:lnTo>
                  <a:lnTo>
                    <a:pt x="99" y="811"/>
                  </a:lnTo>
                  <a:lnTo>
                    <a:pt x="99" y="850"/>
                  </a:lnTo>
                  <a:lnTo>
                    <a:pt x="79" y="969"/>
                  </a:lnTo>
                  <a:lnTo>
                    <a:pt x="60" y="989"/>
                  </a:lnTo>
                  <a:lnTo>
                    <a:pt x="60" y="949"/>
                  </a:lnTo>
                  <a:lnTo>
                    <a:pt x="79" y="870"/>
                  </a:lnTo>
                  <a:lnTo>
                    <a:pt x="60" y="870"/>
                  </a:lnTo>
                  <a:lnTo>
                    <a:pt x="60" y="910"/>
                  </a:lnTo>
                  <a:lnTo>
                    <a:pt x="60" y="929"/>
                  </a:lnTo>
                  <a:lnTo>
                    <a:pt x="40" y="1008"/>
                  </a:lnTo>
                  <a:lnTo>
                    <a:pt x="20" y="1008"/>
                  </a:lnTo>
                  <a:lnTo>
                    <a:pt x="20" y="1028"/>
                  </a:lnTo>
                  <a:lnTo>
                    <a:pt x="0" y="1107"/>
                  </a:lnTo>
                  <a:lnTo>
                    <a:pt x="0" y="1186"/>
                  </a:lnTo>
                  <a:lnTo>
                    <a:pt x="20" y="1087"/>
                  </a:lnTo>
                  <a:lnTo>
                    <a:pt x="20" y="1107"/>
                  </a:lnTo>
                  <a:lnTo>
                    <a:pt x="20" y="1186"/>
                  </a:lnTo>
                  <a:lnTo>
                    <a:pt x="40" y="1147"/>
                  </a:lnTo>
                  <a:lnTo>
                    <a:pt x="40" y="1166"/>
                  </a:lnTo>
                  <a:lnTo>
                    <a:pt x="60" y="1127"/>
                  </a:lnTo>
                  <a:lnTo>
                    <a:pt x="60" y="1087"/>
                  </a:lnTo>
                  <a:lnTo>
                    <a:pt x="79" y="1087"/>
                  </a:lnTo>
                  <a:lnTo>
                    <a:pt x="79" y="1107"/>
                  </a:lnTo>
                  <a:lnTo>
                    <a:pt x="99" y="1068"/>
                  </a:lnTo>
                  <a:lnTo>
                    <a:pt x="99" y="1107"/>
                  </a:lnTo>
                  <a:lnTo>
                    <a:pt x="119" y="1048"/>
                  </a:lnTo>
                  <a:lnTo>
                    <a:pt x="119" y="1068"/>
                  </a:lnTo>
                  <a:lnTo>
                    <a:pt x="139" y="969"/>
                  </a:lnTo>
                  <a:lnTo>
                    <a:pt x="158" y="929"/>
                  </a:lnTo>
                  <a:lnTo>
                    <a:pt x="178" y="929"/>
                  </a:lnTo>
                  <a:lnTo>
                    <a:pt x="158" y="969"/>
                  </a:lnTo>
                  <a:lnTo>
                    <a:pt x="158" y="989"/>
                  </a:lnTo>
                  <a:lnTo>
                    <a:pt x="139" y="1028"/>
                  </a:lnTo>
                  <a:lnTo>
                    <a:pt x="139" y="1068"/>
                  </a:lnTo>
                  <a:lnTo>
                    <a:pt x="158" y="1028"/>
                  </a:lnTo>
                  <a:lnTo>
                    <a:pt x="158" y="1008"/>
                  </a:lnTo>
                  <a:lnTo>
                    <a:pt x="198" y="929"/>
                  </a:lnTo>
                  <a:lnTo>
                    <a:pt x="218" y="910"/>
                  </a:lnTo>
                  <a:lnTo>
                    <a:pt x="237" y="890"/>
                  </a:lnTo>
                  <a:lnTo>
                    <a:pt x="237" y="929"/>
                  </a:lnTo>
                  <a:lnTo>
                    <a:pt x="257" y="831"/>
                  </a:lnTo>
                  <a:lnTo>
                    <a:pt x="277" y="811"/>
                  </a:lnTo>
                  <a:lnTo>
                    <a:pt x="277" y="870"/>
                  </a:lnTo>
                  <a:lnTo>
                    <a:pt x="316" y="791"/>
                  </a:lnTo>
                  <a:lnTo>
                    <a:pt x="316" y="692"/>
                  </a:lnTo>
                  <a:lnTo>
                    <a:pt x="336" y="653"/>
                  </a:lnTo>
                  <a:lnTo>
                    <a:pt x="336" y="673"/>
                  </a:lnTo>
                  <a:lnTo>
                    <a:pt x="336" y="712"/>
                  </a:lnTo>
                  <a:lnTo>
                    <a:pt x="316" y="850"/>
                  </a:lnTo>
                  <a:lnTo>
                    <a:pt x="356" y="771"/>
                  </a:lnTo>
                  <a:lnTo>
                    <a:pt x="336" y="870"/>
                  </a:lnTo>
                  <a:lnTo>
                    <a:pt x="316" y="929"/>
                  </a:lnTo>
                  <a:lnTo>
                    <a:pt x="316" y="890"/>
                  </a:lnTo>
                  <a:lnTo>
                    <a:pt x="297" y="910"/>
                  </a:lnTo>
                  <a:lnTo>
                    <a:pt x="297" y="929"/>
                  </a:lnTo>
                  <a:lnTo>
                    <a:pt x="277" y="929"/>
                  </a:lnTo>
                  <a:lnTo>
                    <a:pt x="277" y="949"/>
                  </a:lnTo>
                  <a:lnTo>
                    <a:pt x="257" y="989"/>
                  </a:lnTo>
                  <a:lnTo>
                    <a:pt x="257" y="1048"/>
                  </a:lnTo>
                  <a:lnTo>
                    <a:pt x="257" y="1087"/>
                  </a:lnTo>
                  <a:lnTo>
                    <a:pt x="277" y="1068"/>
                  </a:lnTo>
                  <a:lnTo>
                    <a:pt x="277" y="1127"/>
                  </a:lnTo>
                  <a:lnTo>
                    <a:pt x="257" y="1186"/>
                  </a:lnTo>
                  <a:lnTo>
                    <a:pt x="237" y="1186"/>
                  </a:lnTo>
                  <a:lnTo>
                    <a:pt x="237" y="1226"/>
                  </a:lnTo>
                  <a:lnTo>
                    <a:pt x="237" y="1245"/>
                  </a:lnTo>
                  <a:lnTo>
                    <a:pt x="257" y="1245"/>
                  </a:lnTo>
                  <a:lnTo>
                    <a:pt x="297" y="1028"/>
                  </a:lnTo>
                  <a:lnTo>
                    <a:pt x="316" y="1008"/>
                  </a:lnTo>
                  <a:lnTo>
                    <a:pt x="336" y="1028"/>
                  </a:lnTo>
                  <a:lnTo>
                    <a:pt x="316" y="1068"/>
                  </a:lnTo>
                  <a:lnTo>
                    <a:pt x="297" y="1166"/>
                  </a:lnTo>
                  <a:lnTo>
                    <a:pt x="316" y="1127"/>
                  </a:lnTo>
                  <a:lnTo>
                    <a:pt x="316" y="1107"/>
                  </a:lnTo>
                  <a:lnTo>
                    <a:pt x="336" y="1127"/>
                  </a:lnTo>
                  <a:lnTo>
                    <a:pt x="336" y="1226"/>
                  </a:lnTo>
                  <a:lnTo>
                    <a:pt x="316" y="1226"/>
                  </a:lnTo>
                  <a:lnTo>
                    <a:pt x="316" y="1265"/>
                  </a:lnTo>
                  <a:lnTo>
                    <a:pt x="297" y="1245"/>
                  </a:lnTo>
                  <a:lnTo>
                    <a:pt x="297" y="1305"/>
                  </a:lnTo>
                  <a:lnTo>
                    <a:pt x="316" y="1305"/>
                  </a:lnTo>
                  <a:lnTo>
                    <a:pt x="316" y="1384"/>
                  </a:lnTo>
                  <a:lnTo>
                    <a:pt x="336" y="1403"/>
                  </a:lnTo>
                  <a:lnTo>
                    <a:pt x="356" y="1384"/>
                  </a:lnTo>
                  <a:lnTo>
                    <a:pt x="376" y="1324"/>
                  </a:lnTo>
                  <a:lnTo>
                    <a:pt x="395" y="1245"/>
                  </a:lnTo>
                  <a:lnTo>
                    <a:pt x="376" y="1344"/>
                  </a:lnTo>
                  <a:lnTo>
                    <a:pt x="395" y="1344"/>
                  </a:lnTo>
                  <a:lnTo>
                    <a:pt x="395" y="1403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35" y="1305"/>
                  </a:lnTo>
                  <a:lnTo>
                    <a:pt x="415" y="1324"/>
                  </a:lnTo>
                  <a:lnTo>
                    <a:pt x="415" y="1285"/>
                  </a:lnTo>
                  <a:lnTo>
                    <a:pt x="435" y="1206"/>
                  </a:lnTo>
                  <a:lnTo>
                    <a:pt x="455" y="1206"/>
                  </a:lnTo>
                  <a:lnTo>
                    <a:pt x="435" y="1265"/>
                  </a:lnTo>
                  <a:lnTo>
                    <a:pt x="435" y="1305"/>
                  </a:lnTo>
                  <a:lnTo>
                    <a:pt x="435" y="1344"/>
                  </a:lnTo>
                  <a:lnTo>
                    <a:pt x="435" y="1403"/>
                  </a:lnTo>
                  <a:lnTo>
                    <a:pt x="474" y="1344"/>
                  </a:lnTo>
                  <a:lnTo>
                    <a:pt x="494" y="1265"/>
                  </a:lnTo>
                  <a:lnTo>
                    <a:pt x="474" y="1305"/>
                  </a:lnTo>
                  <a:lnTo>
                    <a:pt x="494" y="1226"/>
                  </a:lnTo>
                  <a:lnTo>
                    <a:pt x="494" y="1265"/>
                  </a:lnTo>
                  <a:lnTo>
                    <a:pt x="514" y="1305"/>
                  </a:lnTo>
                  <a:lnTo>
                    <a:pt x="494" y="1344"/>
                  </a:lnTo>
                  <a:lnTo>
                    <a:pt x="494" y="1324"/>
                  </a:lnTo>
                  <a:lnTo>
                    <a:pt x="474" y="1364"/>
                  </a:lnTo>
                  <a:lnTo>
                    <a:pt x="474" y="1403"/>
                  </a:lnTo>
                  <a:lnTo>
                    <a:pt x="494" y="1364"/>
                  </a:lnTo>
                  <a:lnTo>
                    <a:pt x="514" y="1344"/>
                  </a:lnTo>
                  <a:lnTo>
                    <a:pt x="514" y="1364"/>
                  </a:lnTo>
                  <a:lnTo>
                    <a:pt x="514" y="1384"/>
                  </a:lnTo>
                  <a:lnTo>
                    <a:pt x="534" y="1403"/>
                  </a:lnTo>
                  <a:lnTo>
                    <a:pt x="553" y="1344"/>
                  </a:lnTo>
                  <a:lnTo>
                    <a:pt x="573" y="1344"/>
                  </a:lnTo>
                  <a:lnTo>
                    <a:pt x="593" y="1206"/>
                  </a:lnTo>
                  <a:lnTo>
                    <a:pt x="593" y="1305"/>
                  </a:lnTo>
                  <a:lnTo>
                    <a:pt x="573" y="1384"/>
                  </a:lnTo>
                  <a:lnTo>
                    <a:pt x="593" y="1344"/>
                  </a:lnTo>
                  <a:lnTo>
                    <a:pt x="593" y="1384"/>
                  </a:lnTo>
                  <a:lnTo>
                    <a:pt x="613" y="1403"/>
                  </a:lnTo>
                  <a:lnTo>
                    <a:pt x="613" y="1384"/>
                  </a:lnTo>
                  <a:lnTo>
                    <a:pt x="633" y="1344"/>
                  </a:lnTo>
                  <a:lnTo>
                    <a:pt x="652" y="1305"/>
                  </a:lnTo>
                  <a:lnTo>
                    <a:pt x="692" y="1285"/>
                  </a:lnTo>
                  <a:lnTo>
                    <a:pt x="652" y="1364"/>
                  </a:lnTo>
                  <a:lnTo>
                    <a:pt x="633" y="1403"/>
                  </a:lnTo>
                  <a:lnTo>
                    <a:pt x="652" y="1423"/>
                  </a:lnTo>
                  <a:lnTo>
                    <a:pt x="672" y="1423"/>
                  </a:lnTo>
                  <a:lnTo>
                    <a:pt x="692" y="1403"/>
                  </a:lnTo>
                  <a:lnTo>
                    <a:pt x="692" y="1324"/>
                  </a:lnTo>
                  <a:lnTo>
                    <a:pt x="712" y="1324"/>
                  </a:lnTo>
                  <a:lnTo>
                    <a:pt x="712" y="1344"/>
                  </a:lnTo>
                  <a:lnTo>
                    <a:pt x="692" y="1384"/>
                  </a:lnTo>
                  <a:lnTo>
                    <a:pt x="692" y="1384"/>
                  </a:lnTo>
                  <a:lnTo>
                    <a:pt x="731" y="1324"/>
                  </a:lnTo>
                  <a:lnTo>
                    <a:pt x="744" y="1324"/>
                  </a:lnTo>
                  <a:lnTo>
                    <a:pt x="751" y="1305"/>
                  </a:lnTo>
                  <a:lnTo>
                    <a:pt x="771" y="1226"/>
                  </a:lnTo>
                  <a:lnTo>
                    <a:pt x="771" y="1166"/>
                  </a:lnTo>
                  <a:lnTo>
                    <a:pt x="751" y="1206"/>
                  </a:lnTo>
                  <a:lnTo>
                    <a:pt x="731" y="1206"/>
                  </a:lnTo>
                  <a:lnTo>
                    <a:pt x="731" y="1147"/>
                  </a:lnTo>
                  <a:lnTo>
                    <a:pt x="751" y="1087"/>
                  </a:lnTo>
                  <a:lnTo>
                    <a:pt x="751" y="1048"/>
                  </a:lnTo>
                  <a:lnTo>
                    <a:pt x="791" y="949"/>
                  </a:lnTo>
                  <a:lnTo>
                    <a:pt x="810" y="929"/>
                  </a:lnTo>
                  <a:lnTo>
                    <a:pt x="791" y="1008"/>
                  </a:lnTo>
                  <a:lnTo>
                    <a:pt x="771" y="1068"/>
                  </a:lnTo>
                  <a:lnTo>
                    <a:pt x="791" y="1048"/>
                  </a:lnTo>
                  <a:lnTo>
                    <a:pt x="771" y="1147"/>
                  </a:lnTo>
                  <a:lnTo>
                    <a:pt x="791" y="1068"/>
                  </a:lnTo>
                  <a:lnTo>
                    <a:pt x="810" y="989"/>
                  </a:lnTo>
                  <a:lnTo>
                    <a:pt x="810" y="949"/>
                  </a:lnTo>
                  <a:lnTo>
                    <a:pt x="830" y="989"/>
                  </a:lnTo>
                  <a:lnTo>
                    <a:pt x="850" y="969"/>
                  </a:lnTo>
                  <a:lnTo>
                    <a:pt x="850" y="1028"/>
                  </a:lnTo>
                  <a:lnTo>
                    <a:pt x="830" y="1008"/>
                  </a:lnTo>
                  <a:lnTo>
                    <a:pt x="830" y="1048"/>
                  </a:lnTo>
                  <a:lnTo>
                    <a:pt x="810" y="1107"/>
                  </a:lnTo>
                  <a:lnTo>
                    <a:pt x="810" y="1166"/>
                  </a:lnTo>
                  <a:lnTo>
                    <a:pt x="791" y="1226"/>
                  </a:lnTo>
                  <a:lnTo>
                    <a:pt x="771" y="1344"/>
                  </a:lnTo>
                  <a:lnTo>
                    <a:pt x="771" y="1384"/>
                  </a:lnTo>
                  <a:lnTo>
                    <a:pt x="791" y="1344"/>
                  </a:lnTo>
                  <a:lnTo>
                    <a:pt x="810" y="1344"/>
                  </a:lnTo>
                  <a:lnTo>
                    <a:pt x="830" y="1305"/>
                  </a:lnTo>
                  <a:lnTo>
                    <a:pt x="830" y="1364"/>
                  </a:lnTo>
                  <a:lnTo>
                    <a:pt x="850" y="1364"/>
                  </a:lnTo>
                  <a:lnTo>
                    <a:pt x="870" y="1324"/>
                  </a:lnTo>
                  <a:lnTo>
                    <a:pt x="870" y="1384"/>
                  </a:lnTo>
                  <a:lnTo>
                    <a:pt x="870" y="1403"/>
                  </a:lnTo>
                  <a:lnTo>
                    <a:pt x="889" y="1384"/>
                  </a:lnTo>
                  <a:lnTo>
                    <a:pt x="909" y="1344"/>
                  </a:lnTo>
                  <a:lnTo>
                    <a:pt x="949" y="1305"/>
                  </a:lnTo>
                  <a:lnTo>
                    <a:pt x="949" y="1285"/>
                  </a:lnTo>
                  <a:lnTo>
                    <a:pt x="968" y="1305"/>
                  </a:lnTo>
                  <a:lnTo>
                    <a:pt x="949" y="1344"/>
                  </a:lnTo>
                  <a:lnTo>
                    <a:pt x="968" y="1364"/>
                  </a:lnTo>
                  <a:lnTo>
                    <a:pt x="988" y="1305"/>
                  </a:lnTo>
                  <a:lnTo>
                    <a:pt x="988" y="1364"/>
                  </a:lnTo>
                  <a:lnTo>
                    <a:pt x="1008" y="1344"/>
                  </a:lnTo>
                  <a:lnTo>
                    <a:pt x="1008" y="1324"/>
                  </a:lnTo>
                  <a:lnTo>
                    <a:pt x="1028" y="1384"/>
                  </a:lnTo>
                  <a:lnTo>
                    <a:pt x="1047" y="1344"/>
                  </a:lnTo>
                  <a:lnTo>
                    <a:pt x="1067" y="1265"/>
                  </a:lnTo>
                  <a:lnTo>
                    <a:pt x="1047" y="1384"/>
                  </a:lnTo>
                  <a:lnTo>
                    <a:pt x="1126" y="1344"/>
                  </a:lnTo>
                  <a:lnTo>
                    <a:pt x="1205" y="1305"/>
                  </a:lnTo>
                  <a:lnTo>
                    <a:pt x="1186" y="1344"/>
                  </a:lnTo>
                  <a:lnTo>
                    <a:pt x="1205" y="1324"/>
                  </a:lnTo>
                  <a:lnTo>
                    <a:pt x="1245" y="1305"/>
                  </a:lnTo>
                  <a:lnTo>
                    <a:pt x="1265" y="1265"/>
                  </a:lnTo>
                  <a:lnTo>
                    <a:pt x="1284" y="1265"/>
                  </a:lnTo>
                  <a:lnTo>
                    <a:pt x="1304" y="1245"/>
                  </a:lnTo>
                  <a:lnTo>
                    <a:pt x="1324" y="1166"/>
                  </a:lnTo>
                  <a:lnTo>
                    <a:pt x="1324" y="1048"/>
                  </a:lnTo>
                  <a:lnTo>
                    <a:pt x="1344" y="1028"/>
                  </a:lnTo>
                  <a:lnTo>
                    <a:pt x="1344" y="1068"/>
                  </a:lnTo>
                  <a:lnTo>
                    <a:pt x="1344" y="1107"/>
                  </a:lnTo>
                  <a:lnTo>
                    <a:pt x="1344" y="1127"/>
                  </a:lnTo>
                  <a:lnTo>
                    <a:pt x="1324" y="1226"/>
                  </a:lnTo>
                  <a:lnTo>
                    <a:pt x="1304" y="1305"/>
                  </a:lnTo>
                  <a:lnTo>
                    <a:pt x="1344" y="1226"/>
                  </a:lnTo>
                  <a:lnTo>
                    <a:pt x="1344" y="1245"/>
                  </a:lnTo>
                  <a:lnTo>
                    <a:pt x="1363" y="1245"/>
                  </a:lnTo>
                  <a:lnTo>
                    <a:pt x="1383" y="1265"/>
                  </a:lnTo>
                  <a:lnTo>
                    <a:pt x="1363" y="1305"/>
                  </a:lnTo>
                  <a:lnTo>
                    <a:pt x="1363" y="1285"/>
                  </a:lnTo>
                  <a:lnTo>
                    <a:pt x="1344" y="1285"/>
                  </a:lnTo>
                  <a:lnTo>
                    <a:pt x="1344" y="1305"/>
                  </a:lnTo>
                  <a:lnTo>
                    <a:pt x="1324" y="1344"/>
                  </a:lnTo>
                  <a:lnTo>
                    <a:pt x="1363" y="1324"/>
                  </a:lnTo>
                  <a:lnTo>
                    <a:pt x="1383" y="1324"/>
                  </a:lnTo>
                  <a:lnTo>
                    <a:pt x="1383" y="1285"/>
                  </a:lnTo>
                  <a:lnTo>
                    <a:pt x="1403" y="1245"/>
                  </a:lnTo>
                  <a:lnTo>
                    <a:pt x="1403" y="1265"/>
                  </a:lnTo>
                  <a:lnTo>
                    <a:pt x="1423" y="1206"/>
                  </a:lnTo>
                  <a:lnTo>
                    <a:pt x="1403" y="1285"/>
                  </a:lnTo>
                  <a:lnTo>
                    <a:pt x="1423" y="1226"/>
                  </a:lnTo>
                  <a:lnTo>
                    <a:pt x="1442" y="1226"/>
                  </a:lnTo>
                  <a:lnTo>
                    <a:pt x="1462" y="1245"/>
                  </a:lnTo>
                  <a:lnTo>
                    <a:pt x="1462" y="1285"/>
                  </a:lnTo>
                  <a:lnTo>
                    <a:pt x="1482" y="1265"/>
                  </a:lnTo>
                  <a:lnTo>
                    <a:pt x="1482" y="1305"/>
                  </a:lnTo>
                  <a:lnTo>
                    <a:pt x="1502" y="1324"/>
                  </a:lnTo>
                  <a:lnTo>
                    <a:pt x="1521" y="1324"/>
                  </a:lnTo>
                  <a:lnTo>
                    <a:pt x="1541" y="1364"/>
                  </a:lnTo>
                  <a:lnTo>
                    <a:pt x="1561" y="1324"/>
                  </a:lnTo>
                  <a:lnTo>
                    <a:pt x="1581" y="1285"/>
                  </a:lnTo>
                  <a:lnTo>
                    <a:pt x="1265" y="692"/>
                  </a:lnTo>
                  <a:lnTo>
                    <a:pt x="968" y="179"/>
                  </a:lnTo>
                  <a:lnTo>
                    <a:pt x="949" y="238"/>
                  </a:lnTo>
                  <a:lnTo>
                    <a:pt x="949" y="218"/>
                  </a:lnTo>
                  <a:lnTo>
                    <a:pt x="949" y="159"/>
                  </a:lnTo>
                  <a:lnTo>
                    <a:pt x="929" y="198"/>
                  </a:lnTo>
                  <a:lnTo>
                    <a:pt x="909" y="218"/>
                  </a:lnTo>
                  <a:lnTo>
                    <a:pt x="909" y="258"/>
                  </a:lnTo>
                  <a:lnTo>
                    <a:pt x="889" y="297"/>
                  </a:lnTo>
                  <a:lnTo>
                    <a:pt x="889" y="238"/>
                  </a:lnTo>
                  <a:lnTo>
                    <a:pt x="909" y="198"/>
                  </a:lnTo>
                  <a:lnTo>
                    <a:pt x="909" y="119"/>
                  </a:lnTo>
                  <a:lnTo>
                    <a:pt x="909" y="100"/>
                  </a:lnTo>
                  <a:lnTo>
                    <a:pt x="909" y="80"/>
                  </a:lnTo>
                  <a:lnTo>
                    <a:pt x="909" y="40"/>
                  </a:lnTo>
                  <a:lnTo>
                    <a:pt x="889" y="60"/>
                  </a:lnTo>
                  <a:lnTo>
                    <a:pt x="889" y="119"/>
                  </a:lnTo>
                  <a:lnTo>
                    <a:pt x="870" y="179"/>
                  </a:lnTo>
                  <a:lnTo>
                    <a:pt x="870" y="100"/>
                  </a:lnTo>
                  <a:lnTo>
                    <a:pt x="850" y="139"/>
                  </a:lnTo>
                  <a:lnTo>
                    <a:pt x="830" y="218"/>
                  </a:lnTo>
                  <a:lnTo>
                    <a:pt x="830" y="277"/>
                  </a:lnTo>
                  <a:lnTo>
                    <a:pt x="830" y="317"/>
                  </a:lnTo>
                  <a:lnTo>
                    <a:pt x="830" y="376"/>
                  </a:lnTo>
                  <a:lnTo>
                    <a:pt x="810" y="396"/>
                  </a:lnTo>
                  <a:lnTo>
                    <a:pt x="791" y="297"/>
                  </a:lnTo>
                  <a:lnTo>
                    <a:pt x="830" y="159"/>
                  </a:lnTo>
                  <a:lnTo>
                    <a:pt x="850" y="1"/>
                  </a:lnTo>
                  <a:lnTo>
                    <a:pt x="830" y="21"/>
                  </a:lnTo>
                  <a:lnTo>
                    <a:pt x="810" y="21"/>
                  </a:lnTo>
                  <a:lnTo>
                    <a:pt x="8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2" name="Google Shape;7702;p29"/>
            <p:cNvSpPr/>
            <p:nvPr/>
          </p:nvSpPr>
          <p:spPr>
            <a:xfrm>
              <a:off x="-1608925" y="33139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3" name="Google Shape;7703;p29"/>
            <p:cNvSpPr/>
            <p:nvPr/>
          </p:nvSpPr>
          <p:spPr>
            <a:xfrm>
              <a:off x="-1607450" y="3299575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0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4" name="Google Shape;7704;p29"/>
            <p:cNvSpPr/>
            <p:nvPr/>
          </p:nvSpPr>
          <p:spPr>
            <a:xfrm>
              <a:off x="-1360550" y="3908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5" name="Google Shape;7705;p29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6" name="Google Shape;7706;p29"/>
            <p:cNvSpPr/>
            <p:nvPr/>
          </p:nvSpPr>
          <p:spPr>
            <a:xfrm>
              <a:off x="-1371900" y="3904975"/>
              <a:ext cx="19275" cy="6950"/>
            </a:xfrm>
            <a:custGeom>
              <a:rect b="b" l="l" r="r" t="t"/>
              <a:pathLst>
                <a:path extrusionOk="0" h="278" w="771">
                  <a:moveTo>
                    <a:pt x="672" y="1"/>
                  </a:moveTo>
                  <a:lnTo>
                    <a:pt x="593" y="21"/>
                  </a:lnTo>
                  <a:lnTo>
                    <a:pt x="613" y="21"/>
                  </a:lnTo>
                  <a:lnTo>
                    <a:pt x="672" y="1"/>
                  </a:lnTo>
                  <a:close/>
                  <a:moveTo>
                    <a:pt x="712" y="21"/>
                  </a:moveTo>
                  <a:lnTo>
                    <a:pt x="705" y="27"/>
                  </a:lnTo>
                  <a:lnTo>
                    <a:pt x="705" y="27"/>
                  </a:lnTo>
                  <a:lnTo>
                    <a:pt x="732" y="40"/>
                  </a:lnTo>
                  <a:lnTo>
                    <a:pt x="732" y="40"/>
                  </a:lnTo>
                  <a:lnTo>
                    <a:pt x="712" y="21"/>
                  </a:lnTo>
                  <a:close/>
                  <a:moveTo>
                    <a:pt x="613" y="1"/>
                  </a:moveTo>
                  <a:lnTo>
                    <a:pt x="514" y="21"/>
                  </a:lnTo>
                  <a:lnTo>
                    <a:pt x="475" y="40"/>
                  </a:lnTo>
                  <a:lnTo>
                    <a:pt x="514" y="40"/>
                  </a:lnTo>
                  <a:lnTo>
                    <a:pt x="593" y="21"/>
                  </a:lnTo>
                  <a:lnTo>
                    <a:pt x="613" y="1"/>
                  </a:lnTo>
                  <a:close/>
                  <a:moveTo>
                    <a:pt x="396" y="60"/>
                  </a:moveTo>
                  <a:lnTo>
                    <a:pt x="415" y="80"/>
                  </a:lnTo>
                  <a:lnTo>
                    <a:pt x="455" y="60"/>
                  </a:lnTo>
                  <a:close/>
                  <a:moveTo>
                    <a:pt x="613" y="100"/>
                  </a:moveTo>
                  <a:lnTo>
                    <a:pt x="593" y="119"/>
                  </a:lnTo>
                  <a:lnTo>
                    <a:pt x="613" y="119"/>
                  </a:lnTo>
                  <a:lnTo>
                    <a:pt x="613" y="100"/>
                  </a:lnTo>
                  <a:close/>
                  <a:moveTo>
                    <a:pt x="99" y="238"/>
                  </a:moveTo>
                  <a:lnTo>
                    <a:pt x="1" y="277"/>
                  </a:lnTo>
                  <a:lnTo>
                    <a:pt x="40" y="277"/>
                  </a:lnTo>
                  <a:lnTo>
                    <a:pt x="99" y="238"/>
                  </a:lnTo>
                  <a:close/>
                  <a:moveTo>
                    <a:pt x="692" y="21"/>
                  </a:moveTo>
                  <a:lnTo>
                    <a:pt x="652" y="40"/>
                  </a:lnTo>
                  <a:lnTo>
                    <a:pt x="514" y="40"/>
                  </a:lnTo>
                  <a:lnTo>
                    <a:pt x="455" y="60"/>
                  </a:lnTo>
                  <a:lnTo>
                    <a:pt x="494" y="60"/>
                  </a:lnTo>
                  <a:lnTo>
                    <a:pt x="455" y="80"/>
                  </a:lnTo>
                  <a:lnTo>
                    <a:pt x="475" y="80"/>
                  </a:lnTo>
                  <a:lnTo>
                    <a:pt x="297" y="139"/>
                  </a:lnTo>
                  <a:lnTo>
                    <a:pt x="159" y="198"/>
                  </a:lnTo>
                  <a:lnTo>
                    <a:pt x="198" y="218"/>
                  </a:lnTo>
                  <a:lnTo>
                    <a:pt x="99" y="238"/>
                  </a:lnTo>
                  <a:lnTo>
                    <a:pt x="80" y="277"/>
                  </a:lnTo>
                  <a:lnTo>
                    <a:pt x="99" y="277"/>
                  </a:lnTo>
                  <a:lnTo>
                    <a:pt x="119" y="258"/>
                  </a:lnTo>
                  <a:lnTo>
                    <a:pt x="198" y="258"/>
                  </a:lnTo>
                  <a:lnTo>
                    <a:pt x="218" y="238"/>
                  </a:lnTo>
                  <a:lnTo>
                    <a:pt x="198" y="238"/>
                  </a:lnTo>
                  <a:lnTo>
                    <a:pt x="257" y="218"/>
                  </a:lnTo>
                  <a:lnTo>
                    <a:pt x="356" y="179"/>
                  </a:lnTo>
                  <a:lnTo>
                    <a:pt x="396" y="179"/>
                  </a:lnTo>
                  <a:lnTo>
                    <a:pt x="396" y="159"/>
                  </a:lnTo>
                  <a:lnTo>
                    <a:pt x="356" y="159"/>
                  </a:lnTo>
                  <a:lnTo>
                    <a:pt x="396" y="139"/>
                  </a:lnTo>
                  <a:lnTo>
                    <a:pt x="415" y="119"/>
                  </a:lnTo>
                  <a:lnTo>
                    <a:pt x="435" y="119"/>
                  </a:lnTo>
                  <a:lnTo>
                    <a:pt x="554" y="80"/>
                  </a:lnTo>
                  <a:lnTo>
                    <a:pt x="554" y="100"/>
                  </a:lnTo>
                  <a:lnTo>
                    <a:pt x="534" y="100"/>
                  </a:lnTo>
                  <a:lnTo>
                    <a:pt x="455" y="119"/>
                  </a:lnTo>
                  <a:lnTo>
                    <a:pt x="455" y="139"/>
                  </a:lnTo>
                  <a:lnTo>
                    <a:pt x="494" y="119"/>
                  </a:lnTo>
                  <a:lnTo>
                    <a:pt x="514" y="119"/>
                  </a:lnTo>
                  <a:lnTo>
                    <a:pt x="593" y="100"/>
                  </a:lnTo>
                  <a:lnTo>
                    <a:pt x="613" y="100"/>
                  </a:lnTo>
                  <a:lnTo>
                    <a:pt x="692" y="80"/>
                  </a:lnTo>
                  <a:lnTo>
                    <a:pt x="692" y="60"/>
                  </a:lnTo>
                  <a:lnTo>
                    <a:pt x="771" y="40"/>
                  </a:lnTo>
                  <a:lnTo>
                    <a:pt x="692" y="40"/>
                  </a:lnTo>
                  <a:lnTo>
                    <a:pt x="705" y="27"/>
                  </a:lnTo>
                  <a:lnTo>
                    <a:pt x="705" y="27"/>
                  </a:lnTo>
                  <a:lnTo>
                    <a:pt x="692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7" name="Google Shape;7707;p29"/>
            <p:cNvSpPr/>
            <p:nvPr/>
          </p:nvSpPr>
          <p:spPr>
            <a:xfrm>
              <a:off x="-1388675" y="3898575"/>
              <a:ext cx="500" cy="500"/>
            </a:xfrm>
            <a:custGeom>
              <a:rect b="b" l="l" r="r" t="t"/>
              <a:pathLst>
                <a:path extrusionOk="0" h="20" w="20">
                  <a:moveTo>
                    <a:pt x="20" y="0"/>
                  </a:moveTo>
                  <a:lnTo>
                    <a:pt x="0" y="20"/>
                  </a:lnTo>
                  <a:lnTo>
                    <a:pt x="2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8" name="Google Shape;7708;p29"/>
            <p:cNvSpPr/>
            <p:nvPr/>
          </p:nvSpPr>
          <p:spPr>
            <a:xfrm>
              <a:off x="-1360050" y="3902525"/>
              <a:ext cx="2500" cy="500"/>
            </a:xfrm>
            <a:custGeom>
              <a:rect b="b" l="l" r="r" t="t"/>
              <a:pathLst>
                <a:path extrusionOk="0" h="20" w="100">
                  <a:moveTo>
                    <a:pt x="99" y="0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9" name="Google Shape;7709;p29"/>
            <p:cNvSpPr/>
            <p:nvPr/>
          </p:nvSpPr>
          <p:spPr>
            <a:xfrm>
              <a:off x="-1356600" y="3901525"/>
              <a:ext cx="2000" cy="525"/>
            </a:xfrm>
            <a:custGeom>
              <a:rect b="b" l="l" r="r" t="t"/>
              <a:pathLst>
                <a:path extrusionOk="0" h="21" w="80">
                  <a:moveTo>
                    <a:pt x="1" y="20"/>
                  </a:moveTo>
                  <a:lnTo>
                    <a:pt x="1" y="20"/>
                  </a:lnTo>
                  <a:lnTo>
                    <a:pt x="80" y="1"/>
                  </a:lnTo>
                  <a:lnTo>
                    <a:pt x="80" y="1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0" name="Google Shape;7710;p29"/>
            <p:cNvSpPr/>
            <p:nvPr/>
          </p:nvSpPr>
          <p:spPr>
            <a:xfrm>
              <a:off x="-1395600" y="3860050"/>
              <a:ext cx="43975" cy="52850"/>
            </a:xfrm>
            <a:custGeom>
              <a:rect b="b" l="l" r="r" t="t"/>
              <a:pathLst>
                <a:path extrusionOk="0" h="2114" w="1759">
                  <a:moveTo>
                    <a:pt x="1225" y="573"/>
                  </a:moveTo>
                  <a:lnTo>
                    <a:pt x="1225" y="593"/>
                  </a:lnTo>
                  <a:lnTo>
                    <a:pt x="1284" y="593"/>
                  </a:lnTo>
                  <a:lnTo>
                    <a:pt x="1245" y="573"/>
                  </a:lnTo>
                  <a:close/>
                  <a:moveTo>
                    <a:pt x="60" y="1126"/>
                  </a:moveTo>
                  <a:lnTo>
                    <a:pt x="60" y="1146"/>
                  </a:lnTo>
                  <a:lnTo>
                    <a:pt x="80" y="1126"/>
                  </a:lnTo>
                  <a:close/>
                  <a:moveTo>
                    <a:pt x="80" y="1146"/>
                  </a:moveTo>
                  <a:lnTo>
                    <a:pt x="1" y="1185"/>
                  </a:lnTo>
                  <a:lnTo>
                    <a:pt x="20" y="1185"/>
                  </a:lnTo>
                  <a:lnTo>
                    <a:pt x="1" y="1205"/>
                  </a:lnTo>
                  <a:lnTo>
                    <a:pt x="1" y="1225"/>
                  </a:lnTo>
                  <a:lnTo>
                    <a:pt x="20" y="1205"/>
                  </a:lnTo>
                  <a:lnTo>
                    <a:pt x="60" y="1185"/>
                  </a:lnTo>
                  <a:lnTo>
                    <a:pt x="60" y="1185"/>
                  </a:lnTo>
                  <a:lnTo>
                    <a:pt x="40" y="1205"/>
                  </a:lnTo>
                  <a:lnTo>
                    <a:pt x="139" y="1166"/>
                  </a:lnTo>
                  <a:lnTo>
                    <a:pt x="99" y="1166"/>
                  </a:lnTo>
                  <a:lnTo>
                    <a:pt x="119" y="1146"/>
                  </a:lnTo>
                  <a:close/>
                  <a:moveTo>
                    <a:pt x="1284" y="1205"/>
                  </a:moveTo>
                  <a:lnTo>
                    <a:pt x="1253" y="1213"/>
                  </a:lnTo>
                  <a:lnTo>
                    <a:pt x="1253" y="1213"/>
                  </a:lnTo>
                  <a:lnTo>
                    <a:pt x="1265" y="1225"/>
                  </a:lnTo>
                  <a:lnTo>
                    <a:pt x="1284" y="1205"/>
                  </a:lnTo>
                  <a:close/>
                  <a:moveTo>
                    <a:pt x="218" y="1264"/>
                  </a:moveTo>
                  <a:lnTo>
                    <a:pt x="198" y="1284"/>
                  </a:lnTo>
                  <a:lnTo>
                    <a:pt x="238" y="1264"/>
                  </a:lnTo>
                  <a:close/>
                  <a:moveTo>
                    <a:pt x="1620" y="1363"/>
                  </a:moveTo>
                  <a:lnTo>
                    <a:pt x="1581" y="138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40" y="1363"/>
                  </a:lnTo>
                  <a:close/>
                  <a:moveTo>
                    <a:pt x="1699" y="1403"/>
                  </a:moveTo>
                  <a:lnTo>
                    <a:pt x="1640" y="1423"/>
                  </a:lnTo>
                  <a:lnTo>
                    <a:pt x="1660" y="1423"/>
                  </a:lnTo>
                  <a:lnTo>
                    <a:pt x="1719" y="1403"/>
                  </a:lnTo>
                  <a:close/>
                  <a:moveTo>
                    <a:pt x="376" y="1423"/>
                  </a:moveTo>
                  <a:lnTo>
                    <a:pt x="356" y="1442"/>
                  </a:lnTo>
                  <a:lnTo>
                    <a:pt x="336" y="1442"/>
                  </a:lnTo>
                  <a:lnTo>
                    <a:pt x="376" y="1423"/>
                  </a:lnTo>
                  <a:close/>
                  <a:moveTo>
                    <a:pt x="336" y="1502"/>
                  </a:moveTo>
                  <a:lnTo>
                    <a:pt x="297" y="1521"/>
                  </a:lnTo>
                  <a:lnTo>
                    <a:pt x="317" y="1521"/>
                  </a:lnTo>
                  <a:lnTo>
                    <a:pt x="336" y="1502"/>
                  </a:lnTo>
                  <a:close/>
                  <a:moveTo>
                    <a:pt x="1541" y="1581"/>
                  </a:moveTo>
                  <a:lnTo>
                    <a:pt x="1541" y="1590"/>
                  </a:lnTo>
                  <a:lnTo>
                    <a:pt x="1541" y="1590"/>
                  </a:lnTo>
                  <a:lnTo>
                    <a:pt x="1561" y="1581"/>
                  </a:lnTo>
                  <a:close/>
                  <a:moveTo>
                    <a:pt x="613" y="1640"/>
                  </a:moveTo>
                  <a:lnTo>
                    <a:pt x="633" y="1660"/>
                  </a:lnTo>
                  <a:lnTo>
                    <a:pt x="652" y="1640"/>
                  </a:lnTo>
                  <a:close/>
                  <a:moveTo>
                    <a:pt x="1008" y="1640"/>
                  </a:moveTo>
                  <a:lnTo>
                    <a:pt x="949" y="1660"/>
                  </a:lnTo>
                  <a:lnTo>
                    <a:pt x="968" y="1660"/>
                  </a:lnTo>
                  <a:lnTo>
                    <a:pt x="968" y="1679"/>
                  </a:lnTo>
                  <a:lnTo>
                    <a:pt x="1008" y="1660"/>
                  </a:lnTo>
                  <a:lnTo>
                    <a:pt x="1008" y="1640"/>
                  </a:lnTo>
                  <a:close/>
                  <a:moveTo>
                    <a:pt x="1034" y="1923"/>
                  </a:moveTo>
                  <a:lnTo>
                    <a:pt x="968" y="1956"/>
                  </a:lnTo>
                  <a:lnTo>
                    <a:pt x="889" y="1976"/>
                  </a:lnTo>
                  <a:lnTo>
                    <a:pt x="909" y="1956"/>
                  </a:lnTo>
                  <a:lnTo>
                    <a:pt x="929" y="1936"/>
                  </a:lnTo>
                  <a:lnTo>
                    <a:pt x="968" y="1936"/>
                  </a:lnTo>
                  <a:lnTo>
                    <a:pt x="1034" y="1923"/>
                  </a:lnTo>
                  <a:close/>
                  <a:moveTo>
                    <a:pt x="830" y="2015"/>
                  </a:moveTo>
                  <a:lnTo>
                    <a:pt x="810" y="2035"/>
                  </a:lnTo>
                  <a:lnTo>
                    <a:pt x="830" y="2035"/>
                  </a:lnTo>
                  <a:lnTo>
                    <a:pt x="830" y="2015"/>
                  </a:lnTo>
                  <a:close/>
                  <a:moveTo>
                    <a:pt x="791" y="0"/>
                  </a:moveTo>
                  <a:lnTo>
                    <a:pt x="633" y="198"/>
                  </a:lnTo>
                  <a:lnTo>
                    <a:pt x="475" y="415"/>
                  </a:lnTo>
                  <a:lnTo>
                    <a:pt x="297" y="672"/>
                  </a:lnTo>
                  <a:lnTo>
                    <a:pt x="139" y="968"/>
                  </a:lnTo>
                  <a:lnTo>
                    <a:pt x="178" y="948"/>
                  </a:lnTo>
                  <a:lnTo>
                    <a:pt x="159" y="968"/>
                  </a:lnTo>
                  <a:lnTo>
                    <a:pt x="119" y="968"/>
                  </a:lnTo>
                  <a:lnTo>
                    <a:pt x="99" y="1008"/>
                  </a:lnTo>
                  <a:lnTo>
                    <a:pt x="159" y="1027"/>
                  </a:lnTo>
                  <a:lnTo>
                    <a:pt x="99" y="1047"/>
                  </a:lnTo>
                  <a:lnTo>
                    <a:pt x="40" y="1106"/>
                  </a:lnTo>
                  <a:lnTo>
                    <a:pt x="60" y="1126"/>
                  </a:lnTo>
                  <a:lnTo>
                    <a:pt x="99" y="1106"/>
                  </a:lnTo>
                  <a:lnTo>
                    <a:pt x="159" y="1087"/>
                  </a:lnTo>
                  <a:lnTo>
                    <a:pt x="198" y="1087"/>
                  </a:lnTo>
                  <a:lnTo>
                    <a:pt x="218" y="1106"/>
                  </a:lnTo>
                  <a:lnTo>
                    <a:pt x="238" y="1106"/>
                  </a:lnTo>
                  <a:lnTo>
                    <a:pt x="257" y="1087"/>
                  </a:lnTo>
                  <a:lnTo>
                    <a:pt x="277" y="1087"/>
                  </a:lnTo>
                  <a:lnTo>
                    <a:pt x="277" y="1106"/>
                  </a:lnTo>
                  <a:lnTo>
                    <a:pt x="218" y="1126"/>
                  </a:lnTo>
                  <a:lnTo>
                    <a:pt x="159" y="1146"/>
                  </a:lnTo>
                  <a:lnTo>
                    <a:pt x="198" y="1146"/>
                  </a:lnTo>
                  <a:lnTo>
                    <a:pt x="198" y="1166"/>
                  </a:lnTo>
                  <a:lnTo>
                    <a:pt x="178" y="1166"/>
                  </a:lnTo>
                  <a:lnTo>
                    <a:pt x="99" y="1205"/>
                  </a:lnTo>
                  <a:lnTo>
                    <a:pt x="178" y="1185"/>
                  </a:lnTo>
                  <a:lnTo>
                    <a:pt x="198" y="1185"/>
                  </a:lnTo>
                  <a:lnTo>
                    <a:pt x="159" y="1205"/>
                  </a:lnTo>
                  <a:lnTo>
                    <a:pt x="218" y="1205"/>
                  </a:lnTo>
                  <a:lnTo>
                    <a:pt x="277" y="1185"/>
                  </a:lnTo>
                  <a:lnTo>
                    <a:pt x="356" y="1166"/>
                  </a:lnTo>
                  <a:lnTo>
                    <a:pt x="356" y="1185"/>
                  </a:lnTo>
                  <a:lnTo>
                    <a:pt x="317" y="1205"/>
                  </a:lnTo>
                  <a:lnTo>
                    <a:pt x="356" y="1205"/>
                  </a:lnTo>
                  <a:lnTo>
                    <a:pt x="336" y="1225"/>
                  </a:lnTo>
                  <a:lnTo>
                    <a:pt x="297" y="1245"/>
                  </a:lnTo>
                  <a:lnTo>
                    <a:pt x="297" y="1225"/>
                  </a:lnTo>
                  <a:lnTo>
                    <a:pt x="257" y="1225"/>
                  </a:lnTo>
                  <a:lnTo>
                    <a:pt x="198" y="1245"/>
                  </a:lnTo>
                  <a:lnTo>
                    <a:pt x="178" y="1264"/>
                  </a:lnTo>
                  <a:lnTo>
                    <a:pt x="257" y="1245"/>
                  </a:lnTo>
                  <a:lnTo>
                    <a:pt x="238" y="1264"/>
                  </a:lnTo>
                  <a:lnTo>
                    <a:pt x="257" y="1264"/>
                  </a:lnTo>
                  <a:lnTo>
                    <a:pt x="139" y="1304"/>
                  </a:lnTo>
                  <a:lnTo>
                    <a:pt x="159" y="1304"/>
                  </a:lnTo>
                  <a:lnTo>
                    <a:pt x="139" y="1324"/>
                  </a:lnTo>
                  <a:lnTo>
                    <a:pt x="178" y="1304"/>
                  </a:lnTo>
                  <a:lnTo>
                    <a:pt x="238" y="1304"/>
                  </a:lnTo>
                  <a:lnTo>
                    <a:pt x="218" y="1324"/>
                  </a:lnTo>
                  <a:lnTo>
                    <a:pt x="198" y="1343"/>
                  </a:lnTo>
                  <a:lnTo>
                    <a:pt x="277" y="1324"/>
                  </a:lnTo>
                  <a:lnTo>
                    <a:pt x="238" y="1324"/>
                  </a:lnTo>
                  <a:lnTo>
                    <a:pt x="277" y="1304"/>
                  </a:lnTo>
                  <a:lnTo>
                    <a:pt x="317" y="1304"/>
                  </a:lnTo>
                  <a:lnTo>
                    <a:pt x="336" y="1324"/>
                  </a:lnTo>
                  <a:lnTo>
                    <a:pt x="376" y="1324"/>
                  </a:lnTo>
                  <a:lnTo>
                    <a:pt x="317" y="1343"/>
                  </a:lnTo>
                  <a:lnTo>
                    <a:pt x="238" y="1363"/>
                  </a:lnTo>
                  <a:lnTo>
                    <a:pt x="238" y="1343"/>
                  </a:lnTo>
                  <a:lnTo>
                    <a:pt x="218" y="1363"/>
                  </a:lnTo>
                  <a:lnTo>
                    <a:pt x="277" y="1383"/>
                  </a:lnTo>
                  <a:lnTo>
                    <a:pt x="257" y="1383"/>
                  </a:lnTo>
                  <a:lnTo>
                    <a:pt x="218" y="1423"/>
                  </a:lnTo>
                  <a:lnTo>
                    <a:pt x="257" y="1403"/>
                  </a:lnTo>
                  <a:lnTo>
                    <a:pt x="257" y="1423"/>
                  </a:lnTo>
                  <a:lnTo>
                    <a:pt x="336" y="1403"/>
                  </a:lnTo>
                  <a:lnTo>
                    <a:pt x="336" y="1403"/>
                  </a:lnTo>
                  <a:lnTo>
                    <a:pt x="277" y="1423"/>
                  </a:lnTo>
                  <a:lnTo>
                    <a:pt x="277" y="1442"/>
                  </a:lnTo>
                  <a:lnTo>
                    <a:pt x="238" y="1462"/>
                  </a:lnTo>
                  <a:lnTo>
                    <a:pt x="257" y="1462"/>
                  </a:lnTo>
                  <a:lnTo>
                    <a:pt x="297" y="1452"/>
                  </a:lnTo>
                  <a:lnTo>
                    <a:pt x="297" y="1452"/>
                  </a:lnTo>
                  <a:lnTo>
                    <a:pt x="297" y="1462"/>
                  </a:lnTo>
                  <a:lnTo>
                    <a:pt x="376" y="1462"/>
                  </a:lnTo>
                  <a:lnTo>
                    <a:pt x="396" y="1442"/>
                  </a:lnTo>
                  <a:lnTo>
                    <a:pt x="455" y="1423"/>
                  </a:lnTo>
                  <a:lnTo>
                    <a:pt x="435" y="1442"/>
                  </a:lnTo>
                  <a:lnTo>
                    <a:pt x="396" y="1462"/>
                  </a:lnTo>
                  <a:lnTo>
                    <a:pt x="494" y="1462"/>
                  </a:lnTo>
                  <a:lnTo>
                    <a:pt x="534" y="1442"/>
                  </a:lnTo>
                  <a:lnTo>
                    <a:pt x="475" y="1482"/>
                  </a:lnTo>
                  <a:lnTo>
                    <a:pt x="415" y="1482"/>
                  </a:lnTo>
                  <a:lnTo>
                    <a:pt x="356" y="1521"/>
                  </a:lnTo>
                  <a:lnTo>
                    <a:pt x="356" y="1541"/>
                  </a:lnTo>
                  <a:lnTo>
                    <a:pt x="317" y="1541"/>
                  </a:lnTo>
                  <a:lnTo>
                    <a:pt x="317" y="1561"/>
                  </a:lnTo>
                  <a:lnTo>
                    <a:pt x="435" y="1521"/>
                  </a:lnTo>
                  <a:lnTo>
                    <a:pt x="356" y="1561"/>
                  </a:lnTo>
                  <a:lnTo>
                    <a:pt x="396" y="1561"/>
                  </a:lnTo>
                  <a:lnTo>
                    <a:pt x="475" y="1541"/>
                  </a:lnTo>
                  <a:lnTo>
                    <a:pt x="534" y="1521"/>
                  </a:lnTo>
                  <a:lnTo>
                    <a:pt x="573" y="1521"/>
                  </a:lnTo>
                  <a:lnTo>
                    <a:pt x="613" y="1502"/>
                  </a:lnTo>
                  <a:lnTo>
                    <a:pt x="573" y="1502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13" y="1521"/>
                  </a:lnTo>
                  <a:lnTo>
                    <a:pt x="573" y="1541"/>
                  </a:lnTo>
                  <a:lnTo>
                    <a:pt x="435" y="1581"/>
                  </a:lnTo>
                  <a:lnTo>
                    <a:pt x="277" y="1620"/>
                  </a:lnTo>
                  <a:lnTo>
                    <a:pt x="317" y="1640"/>
                  </a:lnTo>
                  <a:lnTo>
                    <a:pt x="297" y="1660"/>
                  </a:lnTo>
                  <a:lnTo>
                    <a:pt x="396" y="1640"/>
                  </a:lnTo>
                  <a:lnTo>
                    <a:pt x="494" y="1600"/>
                  </a:lnTo>
                  <a:lnTo>
                    <a:pt x="494" y="1620"/>
                  </a:lnTo>
                  <a:lnTo>
                    <a:pt x="455" y="1620"/>
                  </a:lnTo>
                  <a:lnTo>
                    <a:pt x="514" y="1640"/>
                  </a:lnTo>
                  <a:lnTo>
                    <a:pt x="593" y="1640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712" y="1600"/>
                  </a:lnTo>
                  <a:lnTo>
                    <a:pt x="751" y="1600"/>
                  </a:lnTo>
                  <a:lnTo>
                    <a:pt x="692" y="1620"/>
                  </a:lnTo>
                  <a:lnTo>
                    <a:pt x="692" y="1640"/>
                  </a:lnTo>
                  <a:lnTo>
                    <a:pt x="712" y="1640"/>
                  </a:lnTo>
                  <a:lnTo>
                    <a:pt x="652" y="1660"/>
                  </a:lnTo>
                  <a:lnTo>
                    <a:pt x="613" y="1660"/>
                  </a:lnTo>
                  <a:lnTo>
                    <a:pt x="514" y="1699"/>
                  </a:lnTo>
                  <a:lnTo>
                    <a:pt x="554" y="1699"/>
                  </a:lnTo>
                  <a:lnTo>
                    <a:pt x="613" y="1679"/>
                  </a:lnTo>
                  <a:lnTo>
                    <a:pt x="554" y="1719"/>
                  </a:lnTo>
                  <a:lnTo>
                    <a:pt x="554" y="1739"/>
                  </a:lnTo>
                  <a:lnTo>
                    <a:pt x="455" y="1778"/>
                  </a:lnTo>
                  <a:lnTo>
                    <a:pt x="652" y="1778"/>
                  </a:lnTo>
                  <a:lnTo>
                    <a:pt x="692" y="1758"/>
                  </a:lnTo>
                  <a:lnTo>
                    <a:pt x="712" y="1758"/>
                  </a:lnTo>
                  <a:lnTo>
                    <a:pt x="712" y="1739"/>
                  </a:lnTo>
                  <a:lnTo>
                    <a:pt x="652" y="1739"/>
                  </a:lnTo>
                  <a:lnTo>
                    <a:pt x="692" y="1719"/>
                  </a:lnTo>
                  <a:lnTo>
                    <a:pt x="554" y="1758"/>
                  </a:lnTo>
                  <a:lnTo>
                    <a:pt x="573" y="1739"/>
                  </a:lnTo>
                  <a:lnTo>
                    <a:pt x="593" y="1719"/>
                  </a:lnTo>
                  <a:lnTo>
                    <a:pt x="692" y="1699"/>
                  </a:lnTo>
                  <a:lnTo>
                    <a:pt x="771" y="1699"/>
                  </a:lnTo>
                  <a:lnTo>
                    <a:pt x="791" y="1679"/>
                  </a:lnTo>
                  <a:lnTo>
                    <a:pt x="810" y="1660"/>
                  </a:lnTo>
                  <a:lnTo>
                    <a:pt x="889" y="1620"/>
                  </a:lnTo>
                  <a:lnTo>
                    <a:pt x="1028" y="1600"/>
                  </a:lnTo>
                  <a:lnTo>
                    <a:pt x="968" y="1620"/>
                  </a:lnTo>
                  <a:lnTo>
                    <a:pt x="1067" y="1620"/>
                  </a:lnTo>
                  <a:lnTo>
                    <a:pt x="1008" y="1640"/>
                  </a:lnTo>
                  <a:lnTo>
                    <a:pt x="1087" y="1640"/>
                  </a:lnTo>
                  <a:lnTo>
                    <a:pt x="1166" y="1620"/>
                  </a:lnTo>
                  <a:lnTo>
                    <a:pt x="1146" y="1640"/>
                  </a:lnTo>
                  <a:lnTo>
                    <a:pt x="1067" y="1679"/>
                  </a:lnTo>
                  <a:lnTo>
                    <a:pt x="909" y="1719"/>
                  </a:lnTo>
                  <a:lnTo>
                    <a:pt x="949" y="1719"/>
                  </a:lnTo>
                  <a:lnTo>
                    <a:pt x="731" y="1778"/>
                  </a:lnTo>
                  <a:lnTo>
                    <a:pt x="731" y="1798"/>
                  </a:lnTo>
                  <a:lnTo>
                    <a:pt x="731" y="1818"/>
                  </a:lnTo>
                  <a:lnTo>
                    <a:pt x="593" y="1877"/>
                  </a:lnTo>
                  <a:lnTo>
                    <a:pt x="613" y="1877"/>
                  </a:lnTo>
                  <a:lnTo>
                    <a:pt x="554" y="1916"/>
                  </a:lnTo>
                  <a:lnTo>
                    <a:pt x="613" y="1897"/>
                  </a:lnTo>
                  <a:lnTo>
                    <a:pt x="692" y="1857"/>
                  </a:lnTo>
                  <a:lnTo>
                    <a:pt x="672" y="1877"/>
                  </a:lnTo>
                  <a:lnTo>
                    <a:pt x="692" y="1877"/>
                  </a:lnTo>
                  <a:lnTo>
                    <a:pt x="712" y="1857"/>
                  </a:lnTo>
                  <a:lnTo>
                    <a:pt x="751" y="1837"/>
                  </a:lnTo>
                  <a:lnTo>
                    <a:pt x="850" y="1818"/>
                  </a:lnTo>
                  <a:lnTo>
                    <a:pt x="850" y="1798"/>
                  </a:lnTo>
                  <a:lnTo>
                    <a:pt x="889" y="1778"/>
                  </a:lnTo>
                  <a:lnTo>
                    <a:pt x="889" y="1798"/>
                  </a:lnTo>
                  <a:lnTo>
                    <a:pt x="909" y="1798"/>
                  </a:lnTo>
                  <a:lnTo>
                    <a:pt x="751" y="1857"/>
                  </a:lnTo>
                  <a:lnTo>
                    <a:pt x="791" y="1857"/>
                  </a:lnTo>
                  <a:lnTo>
                    <a:pt x="751" y="1877"/>
                  </a:lnTo>
                  <a:lnTo>
                    <a:pt x="712" y="1897"/>
                  </a:lnTo>
                  <a:lnTo>
                    <a:pt x="692" y="1897"/>
                  </a:lnTo>
                  <a:lnTo>
                    <a:pt x="672" y="1916"/>
                  </a:lnTo>
                  <a:lnTo>
                    <a:pt x="633" y="1916"/>
                  </a:lnTo>
                  <a:lnTo>
                    <a:pt x="613" y="1956"/>
                  </a:lnTo>
                  <a:lnTo>
                    <a:pt x="573" y="1956"/>
                  </a:lnTo>
                  <a:lnTo>
                    <a:pt x="573" y="1976"/>
                  </a:lnTo>
                  <a:lnTo>
                    <a:pt x="672" y="1956"/>
                  </a:lnTo>
                  <a:lnTo>
                    <a:pt x="672" y="1956"/>
                  </a:lnTo>
                  <a:lnTo>
                    <a:pt x="633" y="1976"/>
                  </a:lnTo>
                  <a:lnTo>
                    <a:pt x="573" y="2015"/>
                  </a:lnTo>
                  <a:lnTo>
                    <a:pt x="652" y="1976"/>
                  </a:lnTo>
                  <a:lnTo>
                    <a:pt x="652" y="1995"/>
                  </a:lnTo>
                  <a:lnTo>
                    <a:pt x="692" y="1976"/>
                  </a:lnTo>
                  <a:lnTo>
                    <a:pt x="751" y="1976"/>
                  </a:lnTo>
                  <a:lnTo>
                    <a:pt x="791" y="1956"/>
                  </a:lnTo>
                  <a:lnTo>
                    <a:pt x="850" y="1936"/>
                  </a:lnTo>
                  <a:lnTo>
                    <a:pt x="870" y="1936"/>
                  </a:lnTo>
                  <a:lnTo>
                    <a:pt x="870" y="1956"/>
                  </a:lnTo>
                  <a:lnTo>
                    <a:pt x="672" y="2015"/>
                  </a:lnTo>
                  <a:lnTo>
                    <a:pt x="692" y="2015"/>
                  </a:lnTo>
                  <a:lnTo>
                    <a:pt x="672" y="2035"/>
                  </a:lnTo>
                  <a:lnTo>
                    <a:pt x="731" y="2015"/>
                  </a:lnTo>
                  <a:lnTo>
                    <a:pt x="791" y="1995"/>
                  </a:lnTo>
                  <a:lnTo>
                    <a:pt x="810" y="1995"/>
                  </a:lnTo>
                  <a:lnTo>
                    <a:pt x="810" y="2015"/>
                  </a:lnTo>
                  <a:lnTo>
                    <a:pt x="850" y="1995"/>
                  </a:lnTo>
                  <a:lnTo>
                    <a:pt x="949" y="1976"/>
                  </a:lnTo>
                  <a:lnTo>
                    <a:pt x="909" y="1995"/>
                  </a:lnTo>
                  <a:lnTo>
                    <a:pt x="830" y="2035"/>
                  </a:lnTo>
                  <a:lnTo>
                    <a:pt x="712" y="2094"/>
                  </a:lnTo>
                  <a:lnTo>
                    <a:pt x="731" y="2094"/>
                  </a:lnTo>
                  <a:lnTo>
                    <a:pt x="731" y="2114"/>
                  </a:lnTo>
                  <a:lnTo>
                    <a:pt x="751" y="2094"/>
                  </a:lnTo>
                  <a:lnTo>
                    <a:pt x="791" y="2074"/>
                  </a:lnTo>
                  <a:lnTo>
                    <a:pt x="810" y="2074"/>
                  </a:lnTo>
                  <a:lnTo>
                    <a:pt x="929" y="2055"/>
                  </a:lnTo>
                  <a:lnTo>
                    <a:pt x="929" y="2035"/>
                  </a:lnTo>
                  <a:lnTo>
                    <a:pt x="909" y="2055"/>
                  </a:lnTo>
                  <a:lnTo>
                    <a:pt x="850" y="2055"/>
                  </a:lnTo>
                  <a:lnTo>
                    <a:pt x="909" y="2035"/>
                  </a:lnTo>
                  <a:lnTo>
                    <a:pt x="988" y="2015"/>
                  </a:lnTo>
                  <a:lnTo>
                    <a:pt x="1087" y="1995"/>
                  </a:lnTo>
                  <a:lnTo>
                    <a:pt x="1087" y="1976"/>
                  </a:lnTo>
                  <a:lnTo>
                    <a:pt x="1067" y="1995"/>
                  </a:lnTo>
                  <a:lnTo>
                    <a:pt x="968" y="2015"/>
                  </a:lnTo>
                  <a:lnTo>
                    <a:pt x="909" y="2015"/>
                  </a:lnTo>
                  <a:lnTo>
                    <a:pt x="988" y="1995"/>
                  </a:lnTo>
                  <a:lnTo>
                    <a:pt x="988" y="1976"/>
                  </a:lnTo>
                  <a:lnTo>
                    <a:pt x="1008" y="1956"/>
                  </a:lnTo>
                  <a:lnTo>
                    <a:pt x="1042" y="1921"/>
                  </a:lnTo>
                  <a:lnTo>
                    <a:pt x="1042" y="1921"/>
                  </a:lnTo>
                  <a:lnTo>
                    <a:pt x="1067" y="1916"/>
                  </a:lnTo>
                  <a:lnTo>
                    <a:pt x="1186" y="1877"/>
                  </a:lnTo>
                  <a:lnTo>
                    <a:pt x="1284" y="1877"/>
                  </a:lnTo>
                  <a:lnTo>
                    <a:pt x="1324" y="1857"/>
                  </a:lnTo>
                  <a:lnTo>
                    <a:pt x="1383" y="1837"/>
                  </a:lnTo>
                  <a:lnTo>
                    <a:pt x="1423" y="1818"/>
                  </a:lnTo>
                  <a:lnTo>
                    <a:pt x="1403" y="1818"/>
                  </a:lnTo>
                  <a:lnTo>
                    <a:pt x="1462" y="1798"/>
                  </a:lnTo>
                  <a:lnTo>
                    <a:pt x="1521" y="1798"/>
                  </a:lnTo>
                  <a:lnTo>
                    <a:pt x="1541" y="1778"/>
                  </a:lnTo>
                  <a:lnTo>
                    <a:pt x="1502" y="1778"/>
                  </a:lnTo>
                  <a:lnTo>
                    <a:pt x="1403" y="1798"/>
                  </a:lnTo>
                  <a:lnTo>
                    <a:pt x="1403" y="1778"/>
                  </a:lnTo>
                  <a:lnTo>
                    <a:pt x="1363" y="1778"/>
                  </a:lnTo>
                  <a:lnTo>
                    <a:pt x="1363" y="1758"/>
                  </a:lnTo>
                  <a:lnTo>
                    <a:pt x="1304" y="1778"/>
                  </a:lnTo>
                  <a:lnTo>
                    <a:pt x="1265" y="1758"/>
                  </a:lnTo>
                  <a:lnTo>
                    <a:pt x="1344" y="1758"/>
                  </a:lnTo>
                  <a:lnTo>
                    <a:pt x="1344" y="1739"/>
                  </a:lnTo>
                  <a:lnTo>
                    <a:pt x="1304" y="1739"/>
                  </a:lnTo>
                  <a:lnTo>
                    <a:pt x="1225" y="1758"/>
                  </a:lnTo>
                  <a:lnTo>
                    <a:pt x="1126" y="1798"/>
                  </a:lnTo>
                  <a:lnTo>
                    <a:pt x="1107" y="1798"/>
                  </a:lnTo>
                  <a:lnTo>
                    <a:pt x="1146" y="1778"/>
                  </a:lnTo>
                  <a:lnTo>
                    <a:pt x="1146" y="1758"/>
                  </a:lnTo>
                  <a:lnTo>
                    <a:pt x="1126" y="1758"/>
                  </a:lnTo>
                  <a:lnTo>
                    <a:pt x="1284" y="1719"/>
                  </a:lnTo>
                  <a:lnTo>
                    <a:pt x="1186" y="1719"/>
                  </a:lnTo>
                  <a:lnTo>
                    <a:pt x="1284" y="1699"/>
                  </a:lnTo>
                  <a:lnTo>
                    <a:pt x="1324" y="1699"/>
                  </a:lnTo>
                  <a:lnTo>
                    <a:pt x="1344" y="1719"/>
                  </a:lnTo>
                  <a:lnTo>
                    <a:pt x="1363" y="1719"/>
                  </a:lnTo>
                  <a:lnTo>
                    <a:pt x="1383" y="1699"/>
                  </a:lnTo>
                  <a:lnTo>
                    <a:pt x="1423" y="1719"/>
                  </a:lnTo>
                  <a:lnTo>
                    <a:pt x="1482" y="1679"/>
                  </a:lnTo>
                  <a:lnTo>
                    <a:pt x="1521" y="1660"/>
                  </a:lnTo>
                  <a:lnTo>
                    <a:pt x="1502" y="1660"/>
                  </a:lnTo>
                  <a:lnTo>
                    <a:pt x="1600" y="1620"/>
                  </a:lnTo>
                  <a:lnTo>
                    <a:pt x="1620" y="1620"/>
                  </a:lnTo>
                  <a:lnTo>
                    <a:pt x="1620" y="1640"/>
                  </a:lnTo>
                  <a:lnTo>
                    <a:pt x="1640" y="1620"/>
                  </a:lnTo>
                  <a:lnTo>
                    <a:pt x="1660" y="1620"/>
                  </a:lnTo>
                  <a:lnTo>
                    <a:pt x="1660" y="1600"/>
                  </a:lnTo>
                  <a:lnTo>
                    <a:pt x="1442" y="1640"/>
                  </a:lnTo>
                  <a:lnTo>
                    <a:pt x="1423" y="1640"/>
                  </a:lnTo>
                  <a:lnTo>
                    <a:pt x="1423" y="1620"/>
                  </a:lnTo>
                  <a:lnTo>
                    <a:pt x="1482" y="1620"/>
                  </a:lnTo>
                  <a:lnTo>
                    <a:pt x="1561" y="1600"/>
                  </a:lnTo>
                  <a:lnTo>
                    <a:pt x="1541" y="1600"/>
                  </a:lnTo>
                  <a:lnTo>
                    <a:pt x="1541" y="1590"/>
                  </a:lnTo>
                  <a:lnTo>
                    <a:pt x="1541" y="1590"/>
                  </a:lnTo>
                  <a:lnTo>
                    <a:pt x="1521" y="1600"/>
                  </a:lnTo>
                  <a:lnTo>
                    <a:pt x="1521" y="1581"/>
                  </a:lnTo>
                  <a:lnTo>
                    <a:pt x="1600" y="1541"/>
                  </a:lnTo>
                  <a:lnTo>
                    <a:pt x="1600" y="1561"/>
                  </a:lnTo>
                  <a:lnTo>
                    <a:pt x="1640" y="1541"/>
                  </a:lnTo>
                  <a:lnTo>
                    <a:pt x="1640" y="1561"/>
                  </a:lnTo>
                  <a:lnTo>
                    <a:pt x="1699" y="1541"/>
                  </a:lnTo>
                  <a:lnTo>
                    <a:pt x="1699" y="1521"/>
                  </a:lnTo>
                  <a:lnTo>
                    <a:pt x="1680" y="1521"/>
                  </a:lnTo>
                  <a:lnTo>
                    <a:pt x="1759" y="1502"/>
                  </a:lnTo>
                  <a:lnTo>
                    <a:pt x="1739" y="1482"/>
                  </a:lnTo>
                  <a:lnTo>
                    <a:pt x="1759" y="1462"/>
                  </a:lnTo>
                  <a:lnTo>
                    <a:pt x="1739" y="1442"/>
                  </a:lnTo>
                  <a:lnTo>
                    <a:pt x="1680" y="1462"/>
                  </a:lnTo>
                  <a:lnTo>
                    <a:pt x="1581" y="1462"/>
                  </a:lnTo>
                  <a:lnTo>
                    <a:pt x="1699" y="1442"/>
                  </a:lnTo>
                  <a:lnTo>
                    <a:pt x="1680" y="1442"/>
                  </a:lnTo>
                  <a:lnTo>
                    <a:pt x="1699" y="1423"/>
                  </a:lnTo>
                  <a:lnTo>
                    <a:pt x="1739" y="1403"/>
                  </a:lnTo>
                  <a:lnTo>
                    <a:pt x="1680" y="1423"/>
                  </a:lnTo>
                  <a:lnTo>
                    <a:pt x="1620" y="1442"/>
                  </a:lnTo>
                  <a:lnTo>
                    <a:pt x="1561" y="1462"/>
                  </a:lnTo>
                  <a:lnTo>
                    <a:pt x="1541" y="1442"/>
                  </a:lnTo>
                  <a:lnTo>
                    <a:pt x="1600" y="1423"/>
                  </a:lnTo>
                  <a:lnTo>
                    <a:pt x="1640" y="1423"/>
                  </a:lnTo>
                  <a:lnTo>
                    <a:pt x="1660" y="1383"/>
                  </a:lnTo>
                  <a:lnTo>
                    <a:pt x="1719" y="1363"/>
                  </a:lnTo>
                  <a:lnTo>
                    <a:pt x="1660" y="1363"/>
                  </a:lnTo>
                  <a:lnTo>
                    <a:pt x="1633" y="1370"/>
                  </a:lnTo>
                  <a:lnTo>
                    <a:pt x="1633" y="1370"/>
                  </a:lnTo>
                  <a:lnTo>
                    <a:pt x="1620" y="1383"/>
                  </a:lnTo>
                  <a:lnTo>
                    <a:pt x="1541" y="1403"/>
                  </a:lnTo>
                  <a:lnTo>
                    <a:pt x="1561" y="1363"/>
                  </a:lnTo>
                  <a:lnTo>
                    <a:pt x="1600" y="1343"/>
                  </a:lnTo>
                  <a:lnTo>
                    <a:pt x="1660" y="1343"/>
                  </a:lnTo>
                  <a:lnTo>
                    <a:pt x="1660" y="1324"/>
                  </a:lnTo>
                  <a:lnTo>
                    <a:pt x="1640" y="1324"/>
                  </a:lnTo>
                  <a:lnTo>
                    <a:pt x="1660" y="1304"/>
                  </a:lnTo>
                  <a:lnTo>
                    <a:pt x="1680" y="1284"/>
                  </a:lnTo>
                  <a:lnTo>
                    <a:pt x="1600" y="1304"/>
                  </a:lnTo>
                  <a:lnTo>
                    <a:pt x="1521" y="1324"/>
                  </a:lnTo>
                  <a:lnTo>
                    <a:pt x="1561" y="1304"/>
                  </a:lnTo>
                  <a:lnTo>
                    <a:pt x="1600" y="1304"/>
                  </a:lnTo>
                  <a:lnTo>
                    <a:pt x="1600" y="1284"/>
                  </a:lnTo>
                  <a:lnTo>
                    <a:pt x="1620" y="1284"/>
                  </a:lnTo>
                  <a:lnTo>
                    <a:pt x="1600" y="1264"/>
                  </a:lnTo>
                  <a:lnTo>
                    <a:pt x="1600" y="1264"/>
                  </a:lnTo>
                  <a:lnTo>
                    <a:pt x="1640" y="1245"/>
                  </a:lnTo>
                  <a:lnTo>
                    <a:pt x="1581" y="1245"/>
                  </a:lnTo>
                  <a:lnTo>
                    <a:pt x="1640" y="1225"/>
                  </a:lnTo>
                  <a:lnTo>
                    <a:pt x="1640" y="1205"/>
                  </a:lnTo>
                  <a:lnTo>
                    <a:pt x="1502" y="1205"/>
                  </a:lnTo>
                  <a:lnTo>
                    <a:pt x="1600" y="1185"/>
                  </a:lnTo>
                  <a:lnTo>
                    <a:pt x="1620" y="1185"/>
                  </a:lnTo>
                  <a:lnTo>
                    <a:pt x="1660" y="1166"/>
                  </a:lnTo>
                  <a:lnTo>
                    <a:pt x="1640" y="1166"/>
                  </a:lnTo>
                  <a:lnTo>
                    <a:pt x="1640" y="1146"/>
                  </a:lnTo>
                  <a:lnTo>
                    <a:pt x="1600" y="1146"/>
                  </a:lnTo>
                  <a:lnTo>
                    <a:pt x="1541" y="1166"/>
                  </a:lnTo>
                  <a:lnTo>
                    <a:pt x="1521" y="1166"/>
                  </a:lnTo>
                  <a:lnTo>
                    <a:pt x="1541" y="1146"/>
                  </a:lnTo>
                  <a:lnTo>
                    <a:pt x="1521" y="1146"/>
                  </a:lnTo>
                  <a:lnTo>
                    <a:pt x="1502" y="1126"/>
                  </a:lnTo>
                  <a:lnTo>
                    <a:pt x="1561" y="1106"/>
                  </a:lnTo>
                  <a:lnTo>
                    <a:pt x="1482" y="1126"/>
                  </a:lnTo>
                  <a:lnTo>
                    <a:pt x="1403" y="1146"/>
                  </a:lnTo>
                  <a:lnTo>
                    <a:pt x="1363" y="1166"/>
                  </a:lnTo>
                  <a:lnTo>
                    <a:pt x="1403" y="1185"/>
                  </a:lnTo>
                  <a:lnTo>
                    <a:pt x="1423" y="1185"/>
                  </a:lnTo>
                  <a:lnTo>
                    <a:pt x="1363" y="1205"/>
                  </a:lnTo>
                  <a:lnTo>
                    <a:pt x="1304" y="1225"/>
                  </a:lnTo>
                  <a:lnTo>
                    <a:pt x="1265" y="1225"/>
                  </a:lnTo>
                  <a:lnTo>
                    <a:pt x="1245" y="1245"/>
                  </a:lnTo>
                  <a:lnTo>
                    <a:pt x="1166" y="1264"/>
                  </a:lnTo>
                  <a:lnTo>
                    <a:pt x="1126" y="1245"/>
                  </a:lnTo>
                  <a:lnTo>
                    <a:pt x="1205" y="1225"/>
                  </a:lnTo>
                  <a:lnTo>
                    <a:pt x="1253" y="1213"/>
                  </a:lnTo>
                  <a:lnTo>
                    <a:pt x="1253" y="1213"/>
                  </a:lnTo>
                  <a:lnTo>
                    <a:pt x="1245" y="1205"/>
                  </a:lnTo>
                  <a:lnTo>
                    <a:pt x="1324" y="1185"/>
                  </a:lnTo>
                  <a:lnTo>
                    <a:pt x="1265" y="1185"/>
                  </a:lnTo>
                  <a:lnTo>
                    <a:pt x="1186" y="1225"/>
                  </a:lnTo>
                  <a:lnTo>
                    <a:pt x="1146" y="1225"/>
                  </a:lnTo>
                  <a:lnTo>
                    <a:pt x="1166" y="1205"/>
                  </a:lnTo>
                  <a:lnTo>
                    <a:pt x="1186" y="1205"/>
                  </a:lnTo>
                  <a:lnTo>
                    <a:pt x="1146" y="1185"/>
                  </a:lnTo>
                  <a:lnTo>
                    <a:pt x="1205" y="1166"/>
                  </a:lnTo>
                  <a:lnTo>
                    <a:pt x="1205" y="1166"/>
                  </a:lnTo>
                  <a:lnTo>
                    <a:pt x="1186" y="1185"/>
                  </a:lnTo>
                  <a:lnTo>
                    <a:pt x="1225" y="1185"/>
                  </a:lnTo>
                  <a:lnTo>
                    <a:pt x="1284" y="1166"/>
                  </a:lnTo>
                  <a:lnTo>
                    <a:pt x="1344" y="1146"/>
                  </a:lnTo>
                  <a:lnTo>
                    <a:pt x="1403" y="1126"/>
                  </a:lnTo>
                  <a:lnTo>
                    <a:pt x="1521" y="1106"/>
                  </a:lnTo>
                  <a:lnTo>
                    <a:pt x="1521" y="1087"/>
                  </a:lnTo>
                  <a:lnTo>
                    <a:pt x="1541" y="1067"/>
                  </a:lnTo>
                  <a:lnTo>
                    <a:pt x="1502" y="1067"/>
                  </a:lnTo>
                  <a:lnTo>
                    <a:pt x="1502" y="1047"/>
                  </a:lnTo>
                  <a:lnTo>
                    <a:pt x="1502" y="1027"/>
                  </a:lnTo>
                  <a:lnTo>
                    <a:pt x="1442" y="1027"/>
                  </a:lnTo>
                  <a:lnTo>
                    <a:pt x="1521" y="988"/>
                  </a:lnTo>
                  <a:lnTo>
                    <a:pt x="1521" y="968"/>
                  </a:lnTo>
                  <a:lnTo>
                    <a:pt x="1462" y="968"/>
                  </a:lnTo>
                  <a:lnTo>
                    <a:pt x="1403" y="948"/>
                  </a:lnTo>
                  <a:lnTo>
                    <a:pt x="1383" y="948"/>
                  </a:lnTo>
                  <a:lnTo>
                    <a:pt x="1383" y="929"/>
                  </a:lnTo>
                  <a:lnTo>
                    <a:pt x="1442" y="929"/>
                  </a:lnTo>
                  <a:lnTo>
                    <a:pt x="1442" y="909"/>
                  </a:lnTo>
                  <a:lnTo>
                    <a:pt x="1403" y="929"/>
                  </a:lnTo>
                  <a:lnTo>
                    <a:pt x="1403" y="929"/>
                  </a:lnTo>
                  <a:lnTo>
                    <a:pt x="1442" y="889"/>
                  </a:lnTo>
                  <a:lnTo>
                    <a:pt x="1403" y="889"/>
                  </a:lnTo>
                  <a:lnTo>
                    <a:pt x="1442" y="850"/>
                  </a:lnTo>
                  <a:lnTo>
                    <a:pt x="1403" y="850"/>
                  </a:lnTo>
                  <a:lnTo>
                    <a:pt x="1324" y="869"/>
                  </a:lnTo>
                  <a:lnTo>
                    <a:pt x="1423" y="830"/>
                  </a:lnTo>
                  <a:lnTo>
                    <a:pt x="1344" y="790"/>
                  </a:lnTo>
                  <a:lnTo>
                    <a:pt x="1304" y="731"/>
                  </a:lnTo>
                  <a:lnTo>
                    <a:pt x="1324" y="731"/>
                  </a:lnTo>
                  <a:lnTo>
                    <a:pt x="1304" y="711"/>
                  </a:lnTo>
                  <a:lnTo>
                    <a:pt x="1265" y="692"/>
                  </a:lnTo>
                  <a:lnTo>
                    <a:pt x="1225" y="692"/>
                  </a:lnTo>
                  <a:lnTo>
                    <a:pt x="1225" y="672"/>
                  </a:lnTo>
                  <a:lnTo>
                    <a:pt x="1186" y="672"/>
                  </a:lnTo>
                  <a:lnTo>
                    <a:pt x="1107" y="692"/>
                  </a:lnTo>
                  <a:lnTo>
                    <a:pt x="1008" y="731"/>
                  </a:lnTo>
                  <a:lnTo>
                    <a:pt x="988" y="731"/>
                  </a:lnTo>
                  <a:lnTo>
                    <a:pt x="1028" y="711"/>
                  </a:lnTo>
                  <a:lnTo>
                    <a:pt x="1067" y="692"/>
                  </a:lnTo>
                  <a:lnTo>
                    <a:pt x="1067" y="672"/>
                  </a:lnTo>
                  <a:lnTo>
                    <a:pt x="1166" y="652"/>
                  </a:lnTo>
                  <a:lnTo>
                    <a:pt x="1245" y="632"/>
                  </a:lnTo>
                  <a:lnTo>
                    <a:pt x="1166" y="632"/>
                  </a:lnTo>
                  <a:lnTo>
                    <a:pt x="1166" y="613"/>
                  </a:lnTo>
                  <a:lnTo>
                    <a:pt x="1166" y="593"/>
                  </a:lnTo>
                  <a:lnTo>
                    <a:pt x="1205" y="593"/>
                  </a:lnTo>
                  <a:lnTo>
                    <a:pt x="1225" y="573"/>
                  </a:lnTo>
                  <a:lnTo>
                    <a:pt x="1245" y="553"/>
                  </a:lnTo>
                  <a:lnTo>
                    <a:pt x="1245" y="553"/>
                  </a:lnTo>
                  <a:lnTo>
                    <a:pt x="1186" y="573"/>
                  </a:lnTo>
                  <a:lnTo>
                    <a:pt x="1107" y="573"/>
                  </a:lnTo>
                  <a:lnTo>
                    <a:pt x="1186" y="553"/>
                  </a:lnTo>
                  <a:lnTo>
                    <a:pt x="1107" y="553"/>
                  </a:lnTo>
                  <a:lnTo>
                    <a:pt x="1126" y="534"/>
                  </a:lnTo>
                  <a:lnTo>
                    <a:pt x="1186" y="494"/>
                  </a:lnTo>
                  <a:lnTo>
                    <a:pt x="1166" y="494"/>
                  </a:lnTo>
                  <a:lnTo>
                    <a:pt x="1166" y="455"/>
                  </a:lnTo>
                  <a:lnTo>
                    <a:pt x="1166" y="435"/>
                  </a:lnTo>
                  <a:lnTo>
                    <a:pt x="1186" y="415"/>
                  </a:lnTo>
                  <a:lnTo>
                    <a:pt x="1146" y="395"/>
                  </a:lnTo>
                  <a:lnTo>
                    <a:pt x="1087" y="395"/>
                  </a:lnTo>
                  <a:lnTo>
                    <a:pt x="1067" y="415"/>
                  </a:lnTo>
                  <a:lnTo>
                    <a:pt x="1008" y="435"/>
                  </a:lnTo>
                  <a:lnTo>
                    <a:pt x="968" y="435"/>
                  </a:lnTo>
                  <a:lnTo>
                    <a:pt x="1008" y="415"/>
                  </a:lnTo>
                  <a:lnTo>
                    <a:pt x="1047" y="395"/>
                  </a:lnTo>
                  <a:lnTo>
                    <a:pt x="1087" y="376"/>
                  </a:lnTo>
                  <a:lnTo>
                    <a:pt x="1087" y="356"/>
                  </a:lnTo>
                  <a:lnTo>
                    <a:pt x="1126" y="336"/>
                  </a:lnTo>
                  <a:lnTo>
                    <a:pt x="1107" y="336"/>
                  </a:lnTo>
                  <a:lnTo>
                    <a:pt x="1087" y="316"/>
                  </a:lnTo>
                  <a:lnTo>
                    <a:pt x="1126" y="316"/>
                  </a:lnTo>
                  <a:lnTo>
                    <a:pt x="1107" y="297"/>
                  </a:lnTo>
                  <a:lnTo>
                    <a:pt x="1067" y="316"/>
                  </a:lnTo>
                  <a:lnTo>
                    <a:pt x="988" y="316"/>
                  </a:lnTo>
                  <a:lnTo>
                    <a:pt x="1067" y="297"/>
                  </a:lnTo>
                  <a:lnTo>
                    <a:pt x="1008" y="297"/>
                  </a:lnTo>
                  <a:lnTo>
                    <a:pt x="968" y="316"/>
                  </a:lnTo>
                  <a:lnTo>
                    <a:pt x="988" y="297"/>
                  </a:lnTo>
                  <a:lnTo>
                    <a:pt x="850" y="297"/>
                  </a:lnTo>
                  <a:lnTo>
                    <a:pt x="909" y="277"/>
                  </a:lnTo>
                  <a:lnTo>
                    <a:pt x="889" y="277"/>
                  </a:lnTo>
                  <a:lnTo>
                    <a:pt x="988" y="237"/>
                  </a:lnTo>
                  <a:lnTo>
                    <a:pt x="988" y="257"/>
                  </a:lnTo>
                  <a:lnTo>
                    <a:pt x="968" y="257"/>
                  </a:lnTo>
                  <a:lnTo>
                    <a:pt x="949" y="277"/>
                  </a:lnTo>
                  <a:lnTo>
                    <a:pt x="968" y="277"/>
                  </a:lnTo>
                  <a:lnTo>
                    <a:pt x="1028" y="237"/>
                  </a:lnTo>
                  <a:lnTo>
                    <a:pt x="1067" y="218"/>
                  </a:lnTo>
                  <a:lnTo>
                    <a:pt x="1067" y="198"/>
                  </a:lnTo>
                  <a:lnTo>
                    <a:pt x="1047" y="178"/>
                  </a:lnTo>
                  <a:lnTo>
                    <a:pt x="1008" y="158"/>
                  </a:lnTo>
                  <a:lnTo>
                    <a:pt x="988" y="139"/>
                  </a:lnTo>
                  <a:lnTo>
                    <a:pt x="1028" y="99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988" y="40"/>
                  </a:lnTo>
                  <a:lnTo>
                    <a:pt x="929" y="40"/>
                  </a:lnTo>
                  <a:lnTo>
                    <a:pt x="988" y="20"/>
                  </a:lnTo>
                  <a:lnTo>
                    <a:pt x="870" y="20"/>
                  </a:lnTo>
                  <a:lnTo>
                    <a:pt x="8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1" name="Google Shape;7711;p29"/>
            <p:cNvSpPr/>
            <p:nvPr/>
          </p:nvSpPr>
          <p:spPr>
            <a:xfrm>
              <a:off x="-1362025" y="39069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20" y="1"/>
                  </a:lnTo>
                  <a:lnTo>
                    <a:pt x="20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2" name="Google Shape;7712;p29"/>
            <p:cNvSpPr/>
            <p:nvPr/>
          </p:nvSpPr>
          <p:spPr>
            <a:xfrm>
              <a:off x="-1375850" y="3911900"/>
              <a:ext cx="525" cy="25"/>
            </a:xfrm>
            <a:custGeom>
              <a:rect b="b" l="l" r="r" t="t"/>
              <a:pathLst>
                <a:path extrusionOk="0" h="1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3" name="Google Shape;7713;p29"/>
            <p:cNvSpPr/>
            <p:nvPr/>
          </p:nvSpPr>
          <p:spPr>
            <a:xfrm>
              <a:off x="-1318575" y="40007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4" name="Google Shape;7714;p29"/>
            <p:cNvSpPr/>
            <p:nvPr/>
          </p:nvSpPr>
          <p:spPr>
            <a:xfrm>
              <a:off x="-1317575" y="399980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5" name="Google Shape;7715;p29"/>
            <p:cNvSpPr/>
            <p:nvPr/>
          </p:nvSpPr>
          <p:spPr>
            <a:xfrm>
              <a:off x="-1323500" y="3961275"/>
              <a:ext cx="57300" cy="48900"/>
            </a:xfrm>
            <a:custGeom>
              <a:rect b="b" l="l" r="r" t="t"/>
              <a:pathLst>
                <a:path extrusionOk="0" h="1956" w="2292">
                  <a:moveTo>
                    <a:pt x="1699" y="60"/>
                  </a:moveTo>
                  <a:lnTo>
                    <a:pt x="1699" y="60"/>
                  </a:lnTo>
                  <a:lnTo>
                    <a:pt x="1699" y="60"/>
                  </a:lnTo>
                  <a:close/>
                  <a:moveTo>
                    <a:pt x="1758" y="1"/>
                  </a:moveTo>
                  <a:lnTo>
                    <a:pt x="1758" y="40"/>
                  </a:lnTo>
                  <a:lnTo>
                    <a:pt x="1778" y="60"/>
                  </a:lnTo>
                  <a:lnTo>
                    <a:pt x="1778" y="99"/>
                  </a:lnTo>
                  <a:lnTo>
                    <a:pt x="1798" y="99"/>
                  </a:lnTo>
                  <a:lnTo>
                    <a:pt x="1798" y="60"/>
                  </a:lnTo>
                  <a:lnTo>
                    <a:pt x="1778" y="40"/>
                  </a:lnTo>
                  <a:lnTo>
                    <a:pt x="1778" y="1"/>
                  </a:lnTo>
                  <a:close/>
                  <a:moveTo>
                    <a:pt x="929" y="218"/>
                  </a:moveTo>
                  <a:lnTo>
                    <a:pt x="948" y="257"/>
                  </a:lnTo>
                  <a:lnTo>
                    <a:pt x="948" y="297"/>
                  </a:lnTo>
                  <a:lnTo>
                    <a:pt x="929" y="277"/>
                  </a:lnTo>
                  <a:lnTo>
                    <a:pt x="968" y="376"/>
                  </a:lnTo>
                  <a:lnTo>
                    <a:pt x="968" y="336"/>
                  </a:lnTo>
                  <a:lnTo>
                    <a:pt x="988" y="356"/>
                  </a:lnTo>
                  <a:lnTo>
                    <a:pt x="988" y="317"/>
                  </a:lnTo>
                  <a:lnTo>
                    <a:pt x="948" y="238"/>
                  </a:lnTo>
                  <a:lnTo>
                    <a:pt x="929" y="218"/>
                  </a:lnTo>
                  <a:close/>
                  <a:moveTo>
                    <a:pt x="652" y="415"/>
                  </a:moveTo>
                  <a:lnTo>
                    <a:pt x="652" y="455"/>
                  </a:lnTo>
                  <a:lnTo>
                    <a:pt x="672" y="475"/>
                  </a:lnTo>
                  <a:lnTo>
                    <a:pt x="672" y="455"/>
                  </a:lnTo>
                  <a:lnTo>
                    <a:pt x="652" y="415"/>
                  </a:lnTo>
                  <a:close/>
                  <a:moveTo>
                    <a:pt x="593" y="494"/>
                  </a:moveTo>
                  <a:lnTo>
                    <a:pt x="593" y="514"/>
                  </a:lnTo>
                  <a:lnTo>
                    <a:pt x="613" y="534"/>
                  </a:lnTo>
                  <a:lnTo>
                    <a:pt x="613" y="534"/>
                  </a:lnTo>
                  <a:lnTo>
                    <a:pt x="593" y="494"/>
                  </a:lnTo>
                  <a:close/>
                  <a:moveTo>
                    <a:pt x="652" y="494"/>
                  </a:moveTo>
                  <a:lnTo>
                    <a:pt x="652" y="514"/>
                  </a:lnTo>
                  <a:lnTo>
                    <a:pt x="652" y="534"/>
                  </a:lnTo>
                  <a:lnTo>
                    <a:pt x="672" y="514"/>
                  </a:lnTo>
                  <a:lnTo>
                    <a:pt x="652" y="494"/>
                  </a:lnTo>
                  <a:close/>
                  <a:moveTo>
                    <a:pt x="139" y="751"/>
                  </a:moveTo>
                  <a:lnTo>
                    <a:pt x="139" y="771"/>
                  </a:lnTo>
                  <a:lnTo>
                    <a:pt x="158" y="771"/>
                  </a:lnTo>
                  <a:lnTo>
                    <a:pt x="139" y="751"/>
                  </a:lnTo>
                  <a:close/>
                  <a:moveTo>
                    <a:pt x="79" y="988"/>
                  </a:moveTo>
                  <a:lnTo>
                    <a:pt x="79" y="1008"/>
                  </a:lnTo>
                  <a:lnTo>
                    <a:pt x="99" y="1028"/>
                  </a:lnTo>
                  <a:lnTo>
                    <a:pt x="79" y="988"/>
                  </a:lnTo>
                  <a:close/>
                  <a:moveTo>
                    <a:pt x="2173" y="1047"/>
                  </a:moveTo>
                  <a:lnTo>
                    <a:pt x="2193" y="1087"/>
                  </a:lnTo>
                  <a:lnTo>
                    <a:pt x="2193" y="1047"/>
                  </a:lnTo>
                  <a:close/>
                  <a:moveTo>
                    <a:pt x="415" y="1146"/>
                  </a:moveTo>
                  <a:lnTo>
                    <a:pt x="415" y="1166"/>
                  </a:lnTo>
                  <a:lnTo>
                    <a:pt x="422" y="1166"/>
                  </a:lnTo>
                  <a:lnTo>
                    <a:pt x="415" y="1146"/>
                  </a:lnTo>
                  <a:close/>
                  <a:moveTo>
                    <a:pt x="435" y="1146"/>
                  </a:moveTo>
                  <a:lnTo>
                    <a:pt x="435" y="1166"/>
                  </a:lnTo>
                  <a:lnTo>
                    <a:pt x="422" y="1166"/>
                  </a:lnTo>
                  <a:lnTo>
                    <a:pt x="435" y="1205"/>
                  </a:lnTo>
                  <a:lnTo>
                    <a:pt x="450" y="1191"/>
                  </a:lnTo>
                  <a:lnTo>
                    <a:pt x="435" y="1146"/>
                  </a:lnTo>
                  <a:close/>
                  <a:moveTo>
                    <a:pt x="455" y="1186"/>
                  </a:moveTo>
                  <a:lnTo>
                    <a:pt x="450" y="1191"/>
                  </a:lnTo>
                  <a:lnTo>
                    <a:pt x="455" y="1205"/>
                  </a:lnTo>
                  <a:lnTo>
                    <a:pt x="455" y="1186"/>
                  </a:lnTo>
                  <a:close/>
                  <a:moveTo>
                    <a:pt x="455" y="1205"/>
                  </a:moveTo>
                  <a:lnTo>
                    <a:pt x="455" y="1205"/>
                  </a:lnTo>
                  <a:lnTo>
                    <a:pt x="455" y="1205"/>
                  </a:lnTo>
                  <a:close/>
                  <a:moveTo>
                    <a:pt x="107" y="1186"/>
                  </a:moveTo>
                  <a:lnTo>
                    <a:pt x="119" y="1245"/>
                  </a:lnTo>
                  <a:lnTo>
                    <a:pt x="139" y="1265"/>
                  </a:lnTo>
                  <a:lnTo>
                    <a:pt x="107" y="1186"/>
                  </a:lnTo>
                  <a:close/>
                  <a:moveTo>
                    <a:pt x="1660" y="1344"/>
                  </a:moveTo>
                  <a:lnTo>
                    <a:pt x="1660" y="1344"/>
                  </a:lnTo>
                  <a:lnTo>
                    <a:pt x="1660" y="1344"/>
                  </a:lnTo>
                  <a:close/>
                  <a:moveTo>
                    <a:pt x="845" y="1462"/>
                  </a:moveTo>
                  <a:lnTo>
                    <a:pt x="850" y="1482"/>
                  </a:lnTo>
                  <a:lnTo>
                    <a:pt x="869" y="1561"/>
                  </a:lnTo>
                  <a:lnTo>
                    <a:pt x="869" y="1561"/>
                  </a:lnTo>
                  <a:lnTo>
                    <a:pt x="850" y="1462"/>
                  </a:lnTo>
                  <a:close/>
                  <a:moveTo>
                    <a:pt x="198" y="1581"/>
                  </a:moveTo>
                  <a:lnTo>
                    <a:pt x="208" y="1600"/>
                  </a:lnTo>
                  <a:lnTo>
                    <a:pt x="198" y="1581"/>
                  </a:lnTo>
                  <a:close/>
                  <a:moveTo>
                    <a:pt x="208" y="1600"/>
                  </a:moveTo>
                  <a:lnTo>
                    <a:pt x="208" y="1600"/>
                  </a:lnTo>
                  <a:lnTo>
                    <a:pt x="208" y="1600"/>
                  </a:lnTo>
                  <a:close/>
                  <a:moveTo>
                    <a:pt x="208" y="1600"/>
                  </a:moveTo>
                  <a:lnTo>
                    <a:pt x="218" y="1620"/>
                  </a:lnTo>
                  <a:lnTo>
                    <a:pt x="208" y="1600"/>
                  </a:lnTo>
                  <a:close/>
                  <a:moveTo>
                    <a:pt x="316" y="1719"/>
                  </a:moveTo>
                  <a:lnTo>
                    <a:pt x="316" y="1739"/>
                  </a:lnTo>
                  <a:lnTo>
                    <a:pt x="336" y="1798"/>
                  </a:lnTo>
                  <a:lnTo>
                    <a:pt x="316" y="1719"/>
                  </a:lnTo>
                  <a:close/>
                  <a:moveTo>
                    <a:pt x="395" y="1600"/>
                  </a:moveTo>
                  <a:lnTo>
                    <a:pt x="395" y="1620"/>
                  </a:lnTo>
                  <a:lnTo>
                    <a:pt x="415" y="1699"/>
                  </a:lnTo>
                  <a:lnTo>
                    <a:pt x="435" y="1837"/>
                  </a:lnTo>
                  <a:lnTo>
                    <a:pt x="435" y="1739"/>
                  </a:lnTo>
                  <a:lnTo>
                    <a:pt x="395" y="1600"/>
                  </a:lnTo>
                  <a:close/>
                  <a:moveTo>
                    <a:pt x="711" y="1837"/>
                  </a:moveTo>
                  <a:lnTo>
                    <a:pt x="731" y="1857"/>
                  </a:lnTo>
                  <a:lnTo>
                    <a:pt x="731" y="1837"/>
                  </a:lnTo>
                  <a:close/>
                  <a:moveTo>
                    <a:pt x="60" y="1126"/>
                  </a:moveTo>
                  <a:lnTo>
                    <a:pt x="60" y="1166"/>
                  </a:lnTo>
                  <a:lnTo>
                    <a:pt x="79" y="1245"/>
                  </a:lnTo>
                  <a:lnTo>
                    <a:pt x="60" y="1205"/>
                  </a:lnTo>
                  <a:lnTo>
                    <a:pt x="60" y="1186"/>
                  </a:lnTo>
                  <a:lnTo>
                    <a:pt x="40" y="1186"/>
                  </a:lnTo>
                  <a:lnTo>
                    <a:pt x="40" y="1205"/>
                  </a:lnTo>
                  <a:lnTo>
                    <a:pt x="60" y="1245"/>
                  </a:lnTo>
                  <a:lnTo>
                    <a:pt x="79" y="1344"/>
                  </a:lnTo>
                  <a:lnTo>
                    <a:pt x="99" y="1344"/>
                  </a:lnTo>
                  <a:lnTo>
                    <a:pt x="99" y="1383"/>
                  </a:lnTo>
                  <a:lnTo>
                    <a:pt x="158" y="1482"/>
                  </a:lnTo>
                  <a:lnTo>
                    <a:pt x="158" y="1521"/>
                  </a:lnTo>
                  <a:lnTo>
                    <a:pt x="178" y="1521"/>
                  </a:lnTo>
                  <a:lnTo>
                    <a:pt x="178" y="1482"/>
                  </a:lnTo>
                  <a:lnTo>
                    <a:pt x="198" y="1541"/>
                  </a:lnTo>
                  <a:lnTo>
                    <a:pt x="198" y="1521"/>
                  </a:lnTo>
                  <a:lnTo>
                    <a:pt x="218" y="1581"/>
                  </a:lnTo>
                  <a:lnTo>
                    <a:pt x="218" y="1561"/>
                  </a:lnTo>
                  <a:lnTo>
                    <a:pt x="257" y="1679"/>
                  </a:lnTo>
                  <a:lnTo>
                    <a:pt x="237" y="1679"/>
                  </a:lnTo>
                  <a:lnTo>
                    <a:pt x="237" y="1660"/>
                  </a:lnTo>
                  <a:lnTo>
                    <a:pt x="218" y="1620"/>
                  </a:lnTo>
                  <a:lnTo>
                    <a:pt x="218" y="1620"/>
                  </a:lnTo>
                  <a:lnTo>
                    <a:pt x="218" y="1640"/>
                  </a:lnTo>
                  <a:lnTo>
                    <a:pt x="237" y="1719"/>
                  </a:lnTo>
                  <a:lnTo>
                    <a:pt x="237" y="1739"/>
                  </a:lnTo>
                  <a:lnTo>
                    <a:pt x="257" y="1818"/>
                  </a:lnTo>
                  <a:lnTo>
                    <a:pt x="297" y="1897"/>
                  </a:lnTo>
                  <a:lnTo>
                    <a:pt x="257" y="1798"/>
                  </a:lnTo>
                  <a:lnTo>
                    <a:pt x="257" y="1798"/>
                  </a:lnTo>
                  <a:lnTo>
                    <a:pt x="277" y="1818"/>
                  </a:lnTo>
                  <a:lnTo>
                    <a:pt x="297" y="1897"/>
                  </a:lnTo>
                  <a:lnTo>
                    <a:pt x="297" y="1818"/>
                  </a:lnTo>
                  <a:lnTo>
                    <a:pt x="316" y="1837"/>
                  </a:lnTo>
                  <a:lnTo>
                    <a:pt x="316" y="1818"/>
                  </a:lnTo>
                  <a:lnTo>
                    <a:pt x="297" y="1778"/>
                  </a:lnTo>
                  <a:lnTo>
                    <a:pt x="297" y="1739"/>
                  </a:lnTo>
                  <a:lnTo>
                    <a:pt x="277" y="1640"/>
                  </a:lnTo>
                  <a:lnTo>
                    <a:pt x="297" y="1719"/>
                  </a:lnTo>
                  <a:lnTo>
                    <a:pt x="316" y="1778"/>
                  </a:lnTo>
                  <a:lnTo>
                    <a:pt x="316" y="1758"/>
                  </a:lnTo>
                  <a:lnTo>
                    <a:pt x="297" y="1660"/>
                  </a:lnTo>
                  <a:lnTo>
                    <a:pt x="297" y="1600"/>
                  </a:lnTo>
                  <a:lnTo>
                    <a:pt x="277" y="1581"/>
                  </a:lnTo>
                  <a:lnTo>
                    <a:pt x="277" y="1620"/>
                  </a:lnTo>
                  <a:lnTo>
                    <a:pt x="277" y="1620"/>
                  </a:lnTo>
                  <a:lnTo>
                    <a:pt x="257" y="1581"/>
                  </a:lnTo>
                  <a:lnTo>
                    <a:pt x="257" y="1541"/>
                  </a:lnTo>
                  <a:lnTo>
                    <a:pt x="237" y="1541"/>
                  </a:lnTo>
                  <a:lnTo>
                    <a:pt x="257" y="1600"/>
                  </a:lnTo>
                  <a:lnTo>
                    <a:pt x="257" y="1600"/>
                  </a:lnTo>
                  <a:lnTo>
                    <a:pt x="178" y="1442"/>
                  </a:lnTo>
                  <a:lnTo>
                    <a:pt x="139" y="1284"/>
                  </a:lnTo>
                  <a:lnTo>
                    <a:pt x="119" y="1284"/>
                  </a:lnTo>
                  <a:lnTo>
                    <a:pt x="119" y="1324"/>
                  </a:lnTo>
                  <a:lnTo>
                    <a:pt x="60" y="1126"/>
                  </a:lnTo>
                  <a:close/>
                  <a:moveTo>
                    <a:pt x="297" y="1897"/>
                  </a:moveTo>
                  <a:lnTo>
                    <a:pt x="297" y="1897"/>
                  </a:lnTo>
                  <a:lnTo>
                    <a:pt x="297" y="1897"/>
                  </a:lnTo>
                  <a:close/>
                  <a:moveTo>
                    <a:pt x="652" y="1837"/>
                  </a:moveTo>
                  <a:lnTo>
                    <a:pt x="672" y="1916"/>
                  </a:lnTo>
                  <a:lnTo>
                    <a:pt x="657" y="1840"/>
                  </a:lnTo>
                  <a:lnTo>
                    <a:pt x="652" y="1837"/>
                  </a:lnTo>
                  <a:close/>
                  <a:moveTo>
                    <a:pt x="711" y="1916"/>
                  </a:moveTo>
                  <a:lnTo>
                    <a:pt x="711" y="1916"/>
                  </a:lnTo>
                  <a:lnTo>
                    <a:pt x="711" y="1916"/>
                  </a:lnTo>
                  <a:close/>
                  <a:moveTo>
                    <a:pt x="1482" y="1"/>
                  </a:moveTo>
                  <a:lnTo>
                    <a:pt x="1502" y="60"/>
                  </a:lnTo>
                  <a:lnTo>
                    <a:pt x="1502" y="80"/>
                  </a:lnTo>
                  <a:lnTo>
                    <a:pt x="1482" y="60"/>
                  </a:lnTo>
                  <a:lnTo>
                    <a:pt x="1482" y="20"/>
                  </a:lnTo>
                  <a:lnTo>
                    <a:pt x="1462" y="20"/>
                  </a:lnTo>
                  <a:lnTo>
                    <a:pt x="1442" y="80"/>
                  </a:lnTo>
                  <a:lnTo>
                    <a:pt x="1462" y="159"/>
                  </a:lnTo>
                  <a:lnTo>
                    <a:pt x="1462" y="178"/>
                  </a:lnTo>
                  <a:lnTo>
                    <a:pt x="1442" y="159"/>
                  </a:lnTo>
                  <a:lnTo>
                    <a:pt x="1442" y="198"/>
                  </a:lnTo>
                  <a:lnTo>
                    <a:pt x="1442" y="218"/>
                  </a:lnTo>
                  <a:lnTo>
                    <a:pt x="1423" y="198"/>
                  </a:lnTo>
                  <a:lnTo>
                    <a:pt x="1442" y="139"/>
                  </a:lnTo>
                  <a:lnTo>
                    <a:pt x="1423" y="99"/>
                  </a:lnTo>
                  <a:lnTo>
                    <a:pt x="1403" y="99"/>
                  </a:lnTo>
                  <a:lnTo>
                    <a:pt x="1403" y="80"/>
                  </a:lnTo>
                  <a:lnTo>
                    <a:pt x="1383" y="297"/>
                  </a:lnTo>
                  <a:lnTo>
                    <a:pt x="1403" y="415"/>
                  </a:lnTo>
                  <a:lnTo>
                    <a:pt x="1423" y="514"/>
                  </a:lnTo>
                  <a:lnTo>
                    <a:pt x="1403" y="475"/>
                  </a:lnTo>
                  <a:lnTo>
                    <a:pt x="1383" y="435"/>
                  </a:lnTo>
                  <a:lnTo>
                    <a:pt x="1363" y="356"/>
                  </a:lnTo>
                  <a:lnTo>
                    <a:pt x="1383" y="376"/>
                  </a:lnTo>
                  <a:lnTo>
                    <a:pt x="1344" y="218"/>
                  </a:lnTo>
                  <a:lnTo>
                    <a:pt x="1344" y="139"/>
                  </a:lnTo>
                  <a:lnTo>
                    <a:pt x="1324" y="40"/>
                  </a:lnTo>
                  <a:lnTo>
                    <a:pt x="1304" y="60"/>
                  </a:lnTo>
                  <a:lnTo>
                    <a:pt x="1284" y="80"/>
                  </a:lnTo>
                  <a:lnTo>
                    <a:pt x="1284" y="99"/>
                  </a:lnTo>
                  <a:lnTo>
                    <a:pt x="1265" y="80"/>
                  </a:lnTo>
                  <a:lnTo>
                    <a:pt x="1284" y="159"/>
                  </a:lnTo>
                  <a:lnTo>
                    <a:pt x="1284" y="159"/>
                  </a:lnTo>
                  <a:lnTo>
                    <a:pt x="1265" y="139"/>
                  </a:lnTo>
                  <a:lnTo>
                    <a:pt x="1245" y="80"/>
                  </a:lnTo>
                  <a:lnTo>
                    <a:pt x="1245" y="139"/>
                  </a:lnTo>
                  <a:lnTo>
                    <a:pt x="1245" y="218"/>
                  </a:lnTo>
                  <a:lnTo>
                    <a:pt x="1265" y="297"/>
                  </a:lnTo>
                  <a:lnTo>
                    <a:pt x="1265" y="336"/>
                  </a:lnTo>
                  <a:lnTo>
                    <a:pt x="1245" y="336"/>
                  </a:lnTo>
                  <a:lnTo>
                    <a:pt x="1245" y="297"/>
                  </a:lnTo>
                  <a:lnTo>
                    <a:pt x="1245" y="277"/>
                  </a:lnTo>
                  <a:lnTo>
                    <a:pt x="1225" y="317"/>
                  </a:lnTo>
                  <a:lnTo>
                    <a:pt x="1225" y="257"/>
                  </a:lnTo>
                  <a:lnTo>
                    <a:pt x="1225" y="238"/>
                  </a:lnTo>
                  <a:lnTo>
                    <a:pt x="1225" y="218"/>
                  </a:lnTo>
                  <a:lnTo>
                    <a:pt x="1205" y="238"/>
                  </a:lnTo>
                  <a:lnTo>
                    <a:pt x="1205" y="297"/>
                  </a:lnTo>
                  <a:lnTo>
                    <a:pt x="1185" y="297"/>
                  </a:lnTo>
                  <a:lnTo>
                    <a:pt x="1185" y="198"/>
                  </a:lnTo>
                  <a:lnTo>
                    <a:pt x="1185" y="159"/>
                  </a:lnTo>
                  <a:lnTo>
                    <a:pt x="1205" y="218"/>
                  </a:lnTo>
                  <a:lnTo>
                    <a:pt x="1185" y="139"/>
                  </a:lnTo>
                  <a:lnTo>
                    <a:pt x="1205" y="159"/>
                  </a:lnTo>
                  <a:lnTo>
                    <a:pt x="1225" y="159"/>
                  </a:lnTo>
                  <a:lnTo>
                    <a:pt x="1225" y="99"/>
                  </a:lnTo>
                  <a:lnTo>
                    <a:pt x="1225" y="80"/>
                  </a:lnTo>
                  <a:lnTo>
                    <a:pt x="1205" y="80"/>
                  </a:lnTo>
                  <a:lnTo>
                    <a:pt x="1185" y="99"/>
                  </a:lnTo>
                  <a:lnTo>
                    <a:pt x="1166" y="60"/>
                  </a:lnTo>
                  <a:lnTo>
                    <a:pt x="1166" y="159"/>
                  </a:lnTo>
                  <a:lnTo>
                    <a:pt x="1166" y="198"/>
                  </a:lnTo>
                  <a:lnTo>
                    <a:pt x="1146" y="159"/>
                  </a:lnTo>
                  <a:lnTo>
                    <a:pt x="1146" y="257"/>
                  </a:lnTo>
                  <a:lnTo>
                    <a:pt x="1146" y="297"/>
                  </a:lnTo>
                  <a:lnTo>
                    <a:pt x="1166" y="317"/>
                  </a:lnTo>
                  <a:lnTo>
                    <a:pt x="1166" y="356"/>
                  </a:lnTo>
                  <a:lnTo>
                    <a:pt x="1166" y="396"/>
                  </a:lnTo>
                  <a:lnTo>
                    <a:pt x="1146" y="356"/>
                  </a:lnTo>
                  <a:lnTo>
                    <a:pt x="1126" y="178"/>
                  </a:lnTo>
                  <a:lnTo>
                    <a:pt x="1126" y="159"/>
                  </a:lnTo>
                  <a:lnTo>
                    <a:pt x="1106" y="139"/>
                  </a:lnTo>
                  <a:lnTo>
                    <a:pt x="1106" y="139"/>
                  </a:lnTo>
                  <a:lnTo>
                    <a:pt x="1126" y="257"/>
                  </a:lnTo>
                  <a:lnTo>
                    <a:pt x="1126" y="336"/>
                  </a:lnTo>
                  <a:lnTo>
                    <a:pt x="1106" y="415"/>
                  </a:lnTo>
                  <a:lnTo>
                    <a:pt x="1087" y="336"/>
                  </a:lnTo>
                  <a:lnTo>
                    <a:pt x="1106" y="297"/>
                  </a:lnTo>
                  <a:lnTo>
                    <a:pt x="1106" y="238"/>
                  </a:lnTo>
                  <a:lnTo>
                    <a:pt x="1087" y="159"/>
                  </a:lnTo>
                  <a:lnTo>
                    <a:pt x="1087" y="198"/>
                  </a:lnTo>
                  <a:lnTo>
                    <a:pt x="1087" y="238"/>
                  </a:lnTo>
                  <a:lnTo>
                    <a:pt x="1067" y="198"/>
                  </a:lnTo>
                  <a:lnTo>
                    <a:pt x="1047" y="198"/>
                  </a:lnTo>
                  <a:lnTo>
                    <a:pt x="1047" y="238"/>
                  </a:lnTo>
                  <a:lnTo>
                    <a:pt x="1047" y="277"/>
                  </a:lnTo>
                  <a:lnTo>
                    <a:pt x="1027" y="277"/>
                  </a:lnTo>
                  <a:lnTo>
                    <a:pt x="1027" y="297"/>
                  </a:lnTo>
                  <a:lnTo>
                    <a:pt x="988" y="297"/>
                  </a:lnTo>
                  <a:lnTo>
                    <a:pt x="1008" y="336"/>
                  </a:lnTo>
                  <a:lnTo>
                    <a:pt x="1008" y="317"/>
                  </a:lnTo>
                  <a:lnTo>
                    <a:pt x="1027" y="336"/>
                  </a:lnTo>
                  <a:lnTo>
                    <a:pt x="1047" y="396"/>
                  </a:lnTo>
                  <a:lnTo>
                    <a:pt x="1027" y="435"/>
                  </a:lnTo>
                  <a:lnTo>
                    <a:pt x="1027" y="455"/>
                  </a:lnTo>
                  <a:lnTo>
                    <a:pt x="1008" y="475"/>
                  </a:lnTo>
                  <a:lnTo>
                    <a:pt x="1027" y="494"/>
                  </a:lnTo>
                  <a:lnTo>
                    <a:pt x="1008" y="534"/>
                  </a:lnTo>
                  <a:lnTo>
                    <a:pt x="988" y="455"/>
                  </a:lnTo>
                  <a:lnTo>
                    <a:pt x="968" y="475"/>
                  </a:lnTo>
                  <a:lnTo>
                    <a:pt x="968" y="455"/>
                  </a:lnTo>
                  <a:lnTo>
                    <a:pt x="948" y="455"/>
                  </a:lnTo>
                  <a:lnTo>
                    <a:pt x="948" y="415"/>
                  </a:lnTo>
                  <a:lnTo>
                    <a:pt x="929" y="376"/>
                  </a:lnTo>
                  <a:lnTo>
                    <a:pt x="909" y="396"/>
                  </a:lnTo>
                  <a:lnTo>
                    <a:pt x="909" y="455"/>
                  </a:lnTo>
                  <a:lnTo>
                    <a:pt x="929" y="514"/>
                  </a:lnTo>
                  <a:lnTo>
                    <a:pt x="948" y="573"/>
                  </a:lnTo>
                  <a:lnTo>
                    <a:pt x="929" y="573"/>
                  </a:lnTo>
                  <a:lnTo>
                    <a:pt x="929" y="593"/>
                  </a:lnTo>
                  <a:lnTo>
                    <a:pt x="909" y="593"/>
                  </a:lnTo>
                  <a:lnTo>
                    <a:pt x="889" y="554"/>
                  </a:lnTo>
                  <a:lnTo>
                    <a:pt x="869" y="534"/>
                  </a:lnTo>
                  <a:lnTo>
                    <a:pt x="889" y="514"/>
                  </a:lnTo>
                  <a:lnTo>
                    <a:pt x="889" y="494"/>
                  </a:lnTo>
                  <a:lnTo>
                    <a:pt x="869" y="435"/>
                  </a:lnTo>
                  <a:lnTo>
                    <a:pt x="869" y="455"/>
                  </a:lnTo>
                  <a:lnTo>
                    <a:pt x="850" y="415"/>
                  </a:lnTo>
                  <a:lnTo>
                    <a:pt x="850" y="455"/>
                  </a:lnTo>
                  <a:lnTo>
                    <a:pt x="850" y="475"/>
                  </a:lnTo>
                  <a:lnTo>
                    <a:pt x="830" y="356"/>
                  </a:lnTo>
                  <a:lnTo>
                    <a:pt x="830" y="376"/>
                  </a:lnTo>
                  <a:lnTo>
                    <a:pt x="810" y="376"/>
                  </a:lnTo>
                  <a:lnTo>
                    <a:pt x="810" y="396"/>
                  </a:lnTo>
                  <a:lnTo>
                    <a:pt x="810" y="415"/>
                  </a:lnTo>
                  <a:lnTo>
                    <a:pt x="830" y="396"/>
                  </a:lnTo>
                  <a:lnTo>
                    <a:pt x="830" y="435"/>
                  </a:lnTo>
                  <a:lnTo>
                    <a:pt x="810" y="435"/>
                  </a:lnTo>
                  <a:lnTo>
                    <a:pt x="790" y="415"/>
                  </a:lnTo>
                  <a:lnTo>
                    <a:pt x="790" y="475"/>
                  </a:lnTo>
                  <a:lnTo>
                    <a:pt x="810" y="455"/>
                  </a:lnTo>
                  <a:lnTo>
                    <a:pt x="810" y="494"/>
                  </a:lnTo>
                  <a:lnTo>
                    <a:pt x="810" y="514"/>
                  </a:lnTo>
                  <a:lnTo>
                    <a:pt x="790" y="534"/>
                  </a:lnTo>
                  <a:lnTo>
                    <a:pt x="790" y="554"/>
                  </a:lnTo>
                  <a:lnTo>
                    <a:pt x="771" y="593"/>
                  </a:lnTo>
                  <a:lnTo>
                    <a:pt x="771" y="534"/>
                  </a:lnTo>
                  <a:lnTo>
                    <a:pt x="751" y="455"/>
                  </a:lnTo>
                  <a:lnTo>
                    <a:pt x="771" y="455"/>
                  </a:lnTo>
                  <a:lnTo>
                    <a:pt x="771" y="435"/>
                  </a:lnTo>
                  <a:lnTo>
                    <a:pt x="751" y="435"/>
                  </a:lnTo>
                  <a:lnTo>
                    <a:pt x="731" y="494"/>
                  </a:lnTo>
                  <a:lnTo>
                    <a:pt x="731" y="475"/>
                  </a:lnTo>
                  <a:lnTo>
                    <a:pt x="711" y="415"/>
                  </a:lnTo>
                  <a:lnTo>
                    <a:pt x="692" y="376"/>
                  </a:lnTo>
                  <a:lnTo>
                    <a:pt x="672" y="376"/>
                  </a:lnTo>
                  <a:lnTo>
                    <a:pt x="711" y="455"/>
                  </a:lnTo>
                  <a:lnTo>
                    <a:pt x="692" y="475"/>
                  </a:lnTo>
                  <a:lnTo>
                    <a:pt x="711" y="534"/>
                  </a:lnTo>
                  <a:lnTo>
                    <a:pt x="692" y="494"/>
                  </a:lnTo>
                  <a:lnTo>
                    <a:pt x="672" y="475"/>
                  </a:lnTo>
                  <a:lnTo>
                    <a:pt x="672" y="573"/>
                  </a:lnTo>
                  <a:lnTo>
                    <a:pt x="652" y="534"/>
                  </a:lnTo>
                  <a:lnTo>
                    <a:pt x="652" y="573"/>
                  </a:lnTo>
                  <a:lnTo>
                    <a:pt x="672" y="613"/>
                  </a:lnTo>
                  <a:lnTo>
                    <a:pt x="672" y="652"/>
                  </a:lnTo>
                  <a:lnTo>
                    <a:pt x="652" y="633"/>
                  </a:lnTo>
                  <a:lnTo>
                    <a:pt x="632" y="573"/>
                  </a:lnTo>
                  <a:lnTo>
                    <a:pt x="632" y="633"/>
                  </a:lnTo>
                  <a:lnTo>
                    <a:pt x="632" y="652"/>
                  </a:lnTo>
                  <a:lnTo>
                    <a:pt x="652" y="692"/>
                  </a:lnTo>
                  <a:lnTo>
                    <a:pt x="652" y="731"/>
                  </a:lnTo>
                  <a:lnTo>
                    <a:pt x="613" y="672"/>
                  </a:lnTo>
                  <a:lnTo>
                    <a:pt x="613" y="633"/>
                  </a:lnTo>
                  <a:lnTo>
                    <a:pt x="593" y="573"/>
                  </a:lnTo>
                  <a:lnTo>
                    <a:pt x="593" y="554"/>
                  </a:lnTo>
                  <a:lnTo>
                    <a:pt x="573" y="554"/>
                  </a:lnTo>
                  <a:lnTo>
                    <a:pt x="573" y="494"/>
                  </a:lnTo>
                  <a:lnTo>
                    <a:pt x="553" y="514"/>
                  </a:lnTo>
                  <a:lnTo>
                    <a:pt x="573" y="573"/>
                  </a:lnTo>
                  <a:lnTo>
                    <a:pt x="573" y="633"/>
                  </a:lnTo>
                  <a:lnTo>
                    <a:pt x="553" y="554"/>
                  </a:lnTo>
                  <a:lnTo>
                    <a:pt x="534" y="573"/>
                  </a:lnTo>
                  <a:lnTo>
                    <a:pt x="553" y="593"/>
                  </a:lnTo>
                  <a:lnTo>
                    <a:pt x="573" y="672"/>
                  </a:lnTo>
                  <a:lnTo>
                    <a:pt x="593" y="731"/>
                  </a:lnTo>
                  <a:lnTo>
                    <a:pt x="593" y="771"/>
                  </a:lnTo>
                  <a:lnTo>
                    <a:pt x="613" y="830"/>
                  </a:lnTo>
                  <a:lnTo>
                    <a:pt x="613" y="850"/>
                  </a:lnTo>
                  <a:lnTo>
                    <a:pt x="553" y="771"/>
                  </a:lnTo>
                  <a:lnTo>
                    <a:pt x="534" y="633"/>
                  </a:lnTo>
                  <a:lnTo>
                    <a:pt x="494" y="475"/>
                  </a:lnTo>
                  <a:lnTo>
                    <a:pt x="474" y="514"/>
                  </a:lnTo>
                  <a:lnTo>
                    <a:pt x="455" y="494"/>
                  </a:lnTo>
                  <a:lnTo>
                    <a:pt x="474" y="593"/>
                  </a:lnTo>
                  <a:lnTo>
                    <a:pt x="494" y="692"/>
                  </a:lnTo>
                  <a:lnTo>
                    <a:pt x="474" y="672"/>
                  </a:lnTo>
                  <a:lnTo>
                    <a:pt x="474" y="692"/>
                  </a:lnTo>
                  <a:lnTo>
                    <a:pt x="455" y="731"/>
                  </a:lnTo>
                  <a:lnTo>
                    <a:pt x="474" y="791"/>
                  </a:lnTo>
                  <a:lnTo>
                    <a:pt x="494" y="870"/>
                  </a:lnTo>
                  <a:lnTo>
                    <a:pt x="494" y="889"/>
                  </a:lnTo>
                  <a:lnTo>
                    <a:pt x="494" y="949"/>
                  </a:lnTo>
                  <a:lnTo>
                    <a:pt x="474" y="889"/>
                  </a:lnTo>
                  <a:lnTo>
                    <a:pt x="455" y="870"/>
                  </a:lnTo>
                  <a:lnTo>
                    <a:pt x="455" y="909"/>
                  </a:lnTo>
                  <a:lnTo>
                    <a:pt x="435" y="850"/>
                  </a:lnTo>
                  <a:lnTo>
                    <a:pt x="455" y="830"/>
                  </a:lnTo>
                  <a:lnTo>
                    <a:pt x="455" y="810"/>
                  </a:lnTo>
                  <a:lnTo>
                    <a:pt x="435" y="791"/>
                  </a:lnTo>
                  <a:lnTo>
                    <a:pt x="395" y="692"/>
                  </a:lnTo>
                  <a:lnTo>
                    <a:pt x="415" y="751"/>
                  </a:lnTo>
                  <a:lnTo>
                    <a:pt x="415" y="810"/>
                  </a:lnTo>
                  <a:lnTo>
                    <a:pt x="395" y="751"/>
                  </a:lnTo>
                  <a:lnTo>
                    <a:pt x="356" y="751"/>
                  </a:lnTo>
                  <a:lnTo>
                    <a:pt x="316" y="652"/>
                  </a:lnTo>
                  <a:lnTo>
                    <a:pt x="316" y="731"/>
                  </a:lnTo>
                  <a:lnTo>
                    <a:pt x="316" y="791"/>
                  </a:lnTo>
                  <a:lnTo>
                    <a:pt x="336" y="830"/>
                  </a:lnTo>
                  <a:lnTo>
                    <a:pt x="336" y="889"/>
                  </a:lnTo>
                  <a:lnTo>
                    <a:pt x="356" y="909"/>
                  </a:lnTo>
                  <a:lnTo>
                    <a:pt x="356" y="870"/>
                  </a:lnTo>
                  <a:lnTo>
                    <a:pt x="356" y="830"/>
                  </a:lnTo>
                  <a:lnTo>
                    <a:pt x="376" y="870"/>
                  </a:lnTo>
                  <a:lnTo>
                    <a:pt x="356" y="751"/>
                  </a:lnTo>
                  <a:lnTo>
                    <a:pt x="376" y="791"/>
                  </a:lnTo>
                  <a:lnTo>
                    <a:pt x="395" y="889"/>
                  </a:lnTo>
                  <a:lnTo>
                    <a:pt x="395" y="929"/>
                  </a:lnTo>
                  <a:lnTo>
                    <a:pt x="395" y="949"/>
                  </a:lnTo>
                  <a:lnTo>
                    <a:pt x="415" y="988"/>
                  </a:lnTo>
                  <a:lnTo>
                    <a:pt x="435" y="988"/>
                  </a:lnTo>
                  <a:lnTo>
                    <a:pt x="474" y="1087"/>
                  </a:lnTo>
                  <a:lnTo>
                    <a:pt x="494" y="1225"/>
                  </a:lnTo>
                  <a:lnTo>
                    <a:pt x="474" y="1166"/>
                  </a:lnTo>
                  <a:lnTo>
                    <a:pt x="474" y="1265"/>
                  </a:lnTo>
                  <a:lnTo>
                    <a:pt x="455" y="1205"/>
                  </a:lnTo>
                  <a:lnTo>
                    <a:pt x="455" y="1245"/>
                  </a:lnTo>
                  <a:lnTo>
                    <a:pt x="455" y="1284"/>
                  </a:lnTo>
                  <a:lnTo>
                    <a:pt x="474" y="1344"/>
                  </a:lnTo>
                  <a:lnTo>
                    <a:pt x="474" y="1344"/>
                  </a:lnTo>
                  <a:lnTo>
                    <a:pt x="455" y="1324"/>
                  </a:lnTo>
                  <a:lnTo>
                    <a:pt x="435" y="1265"/>
                  </a:lnTo>
                  <a:lnTo>
                    <a:pt x="415" y="1245"/>
                  </a:lnTo>
                  <a:lnTo>
                    <a:pt x="376" y="1107"/>
                  </a:lnTo>
                  <a:lnTo>
                    <a:pt x="376" y="1146"/>
                  </a:lnTo>
                  <a:lnTo>
                    <a:pt x="336" y="929"/>
                  </a:lnTo>
                  <a:lnTo>
                    <a:pt x="297" y="909"/>
                  </a:lnTo>
                  <a:lnTo>
                    <a:pt x="277" y="929"/>
                  </a:lnTo>
                  <a:lnTo>
                    <a:pt x="297" y="1028"/>
                  </a:lnTo>
                  <a:lnTo>
                    <a:pt x="297" y="1047"/>
                  </a:lnTo>
                  <a:lnTo>
                    <a:pt x="316" y="1087"/>
                  </a:lnTo>
                  <a:lnTo>
                    <a:pt x="297" y="1087"/>
                  </a:lnTo>
                  <a:lnTo>
                    <a:pt x="297" y="1107"/>
                  </a:lnTo>
                  <a:lnTo>
                    <a:pt x="257" y="949"/>
                  </a:lnTo>
                  <a:lnTo>
                    <a:pt x="257" y="968"/>
                  </a:lnTo>
                  <a:lnTo>
                    <a:pt x="218" y="929"/>
                  </a:lnTo>
                  <a:lnTo>
                    <a:pt x="218" y="889"/>
                  </a:lnTo>
                  <a:lnTo>
                    <a:pt x="237" y="889"/>
                  </a:lnTo>
                  <a:lnTo>
                    <a:pt x="277" y="929"/>
                  </a:lnTo>
                  <a:lnTo>
                    <a:pt x="277" y="929"/>
                  </a:lnTo>
                  <a:lnTo>
                    <a:pt x="237" y="771"/>
                  </a:lnTo>
                  <a:lnTo>
                    <a:pt x="237" y="810"/>
                  </a:lnTo>
                  <a:lnTo>
                    <a:pt x="218" y="791"/>
                  </a:lnTo>
                  <a:lnTo>
                    <a:pt x="198" y="731"/>
                  </a:lnTo>
                  <a:lnTo>
                    <a:pt x="218" y="810"/>
                  </a:lnTo>
                  <a:lnTo>
                    <a:pt x="237" y="889"/>
                  </a:lnTo>
                  <a:lnTo>
                    <a:pt x="237" y="889"/>
                  </a:lnTo>
                  <a:lnTo>
                    <a:pt x="218" y="870"/>
                  </a:lnTo>
                  <a:lnTo>
                    <a:pt x="198" y="850"/>
                  </a:lnTo>
                  <a:lnTo>
                    <a:pt x="178" y="830"/>
                  </a:lnTo>
                  <a:lnTo>
                    <a:pt x="178" y="810"/>
                  </a:lnTo>
                  <a:lnTo>
                    <a:pt x="158" y="810"/>
                  </a:lnTo>
                  <a:lnTo>
                    <a:pt x="139" y="771"/>
                  </a:lnTo>
                  <a:lnTo>
                    <a:pt x="158" y="870"/>
                  </a:lnTo>
                  <a:lnTo>
                    <a:pt x="119" y="810"/>
                  </a:lnTo>
                  <a:lnTo>
                    <a:pt x="99" y="751"/>
                  </a:lnTo>
                  <a:lnTo>
                    <a:pt x="119" y="830"/>
                  </a:lnTo>
                  <a:lnTo>
                    <a:pt x="119" y="870"/>
                  </a:lnTo>
                  <a:lnTo>
                    <a:pt x="139" y="929"/>
                  </a:lnTo>
                  <a:lnTo>
                    <a:pt x="158" y="988"/>
                  </a:lnTo>
                  <a:lnTo>
                    <a:pt x="158" y="1008"/>
                  </a:lnTo>
                  <a:lnTo>
                    <a:pt x="178" y="1047"/>
                  </a:lnTo>
                  <a:lnTo>
                    <a:pt x="158" y="1047"/>
                  </a:lnTo>
                  <a:lnTo>
                    <a:pt x="99" y="850"/>
                  </a:lnTo>
                  <a:lnTo>
                    <a:pt x="99" y="870"/>
                  </a:lnTo>
                  <a:lnTo>
                    <a:pt x="79" y="870"/>
                  </a:lnTo>
                  <a:lnTo>
                    <a:pt x="99" y="929"/>
                  </a:lnTo>
                  <a:lnTo>
                    <a:pt x="119" y="968"/>
                  </a:lnTo>
                  <a:lnTo>
                    <a:pt x="119" y="988"/>
                  </a:lnTo>
                  <a:lnTo>
                    <a:pt x="99" y="988"/>
                  </a:lnTo>
                  <a:lnTo>
                    <a:pt x="119" y="1028"/>
                  </a:lnTo>
                  <a:lnTo>
                    <a:pt x="139" y="1146"/>
                  </a:lnTo>
                  <a:lnTo>
                    <a:pt x="119" y="1107"/>
                  </a:lnTo>
                  <a:lnTo>
                    <a:pt x="79" y="1008"/>
                  </a:lnTo>
                  <a:lnTo>
                    <a:pt x="20" y="889"/>
                  </a:lnTo>
                  <a:lnTo>
                    <a:pt x="20" y="909"/>
                  </a:lnTo>
                  <a:lnTo>
                    <a:pt x="0" y="909"/>
                  </a:lnTo>
                  <a:lnTo>
                    <a:pt x="20" y="929"/>
                  </a:lnTo>
                  <a:lnTo>
                    <a:pt x="40" y="968"/>
                  </a:lnTo>
                  <a:lnTo>
                    <a:pt x="40" y="988"/>
                  </a:lnTo>
                  <a:lnTo>
                    <a:pt x="79" y="1107"/>
                  </a:lnTo>
                  <a:lnTo>
                    <a:pt x="79" y="1097"/>
                  </a:lnTo>
                  <a:lnTo>
                    <a:pt x="99" y="1166"/>
                  </a:lnTo>
                  <a:lnTo>
                    <a:pt x="107" y="1186"/>
                  </a:lnTo>
                  <a:lnTo>
                    <a:pt x="107" y="1186"/>
                  </a:lnTo>
                  <a:lnTo>
                    <a:pt x="99" y="1146"/>
                  </a:lnTo>
                  <a:lnTo>
                    <a:pt x="99" y="1107"/>
                  </a:lnTo>
                  <a:lnTo>
                    <a:pt x="119" y="1166"/>
                  </a:lnTo>
                  <a:lnTo>
                    <a:pt x="139" y="1166"/>
                  </a:lnTo>
                  <a:lnTo>
                    <a:pt x="158" y="1186"/>
                  </a:lnTo>
                  <a:lnTo>
                    <a:pt x="178" y="1225"/>
                  </a:lnTo>
                  <a:lnTo>
                    <a:pt x="158" y="1146"/>
                  </a:lnTo>
                  <a:lnTo>
                    <a:pt x="139" y="1067"/>
                  </a:lnTo>
                  <a:lnTo>
                    <a:pt x="158" y="1087"/>
                  </a:lnTo>
                  <a:lnTo>
                    <a:pt x="178" y="1126"/>
                  </a:lnTo>
                  <a:lnTo>
                    <a:pt x="178" y="1166"/>
                  </a:lnTo>
                  <a:lnTo>
                    <a:pt x="198" y="1245"/>
                  </a:lnTo>
                  <a:lnTo>
                    <a:pt x="237" y="1383"/>
                  </a:lnTo>
                  <a:lnTo>
                    <a:pt x="237" y="1462"/>
                  </a:lnTo>
                  <a:lnTo>
                    <a:pt x="257" y="1521"/>
                  </a:lnTo>
                  <a:lnTo>
                    <a:pt x="257" y="1502"/>
                  </a:lnTo>
                  <a:lnTo>
                    <a:pt x="297" y="1581"/>
                  </a:lnTo>
                  <a:lnTo>
                    <a:pt x="316" y="1620"/>
                  </a:lnTo>
                  <a:lnTo>
                    <a:pt x="316" y="1660"/>
                  </a:lnTo>
                  <a:lnTo>
                    <a:pt x="336" y="1699"/>
                  </a:lnTo>
                  <a:lnTo>
                    <a:pt x="336" y="1679"/>
                  </a:lnTo>
                  <a:lnTo>
                    <a:pt x="316" y="1581"/>
                  </a:lnTo>
                  <a:lnTo>
                    <a:pt x="336" y="1581"/>
                  </a:lnTo>
                  <a:lnTo>
                    <a:pt x="336" y="1561"/>
                  </a:lnTo>
                  <a:lnTo>
                    <a:pt x="336" y="1541"/>
                  </a:lnTo>
                  <a:lnTo>
                    <a:pt x="356" y="1561"/>
                  </a:lnTo>
                  <a:lnTo>
                    <a:pt x="336" y="1482"/>
                  </a:lnTo>
                  <a:lnTo>
                    <a:pt x="336" y="1462"/>
                  </a:lnTo>
                  <a:lnTo>
                    <a:pt x="336" y="1442"/>
                  </a:lnTo>
                  <a:lnTo>
                    <a:pt x="356" y="1521"/>
                  </a:lnTo>
                  <a:lnTo>
                    <a:pt x="376" y="1502"/>
                  </a:lnTo>
                  <a:lnTo>
                    <a:pt x="356" y="1403"/>
                  </a:lnTo>
                  <a:lnTo>
                    <a:pt x="316" y="1324"/>
                  </a:lnTo>
                  <a:lnTo>
                    <a:pt x="297" y="1265"/>
                  </a:lnTo>
                  <a:lnTo>
                    <a:pt x="316" y="1304"/>
                  </a:lnTo>
                  <a:lnTo>
                    <a:pt x="336" y="1324"/>
                  </a:lnTo>
                  <a:lnTo>
                    <a:pt x="395" y="1462"/>
                  </a:lnTo>
                  <a:lnTo>
                    <a:pt x="376" y="1363"/>
                  </a:lnTo>
                  <a:lnTo>
                    <a:pt x="415" y="1482"/>
                  </a:lnTo>
                  <a:lnTo>
                    <a:pt x="415" y="1541"/>
                  </a:lnTo>
                  <a:lnTo>
                    <a:pt x="395" y="1521"/>
                  </a:lnTo>
                  <a:lnTo>
                    <a:pt x="395" y="1541"/>
                  </a:lnTo>
                  <a:lnTo>
                    <a:pt x="376" y="1521"/>
                  </a:lnTo>
                  <a:lnTo>
                    <a:pt x="376" y="1521"/>
                  </a:lnTo>
                  <a:lnTo>
                    <a:pt x="395" y="1581"/>
                  </a:lnTo>
                  <a:lnTo>
                    <a:pt x="395" y="1600"/>
                  </a:lnTo>
                  <a:lnTo>
                    <a:pt x="435" y="1679"/>
                  </a:lnTo>
                  <a:lnTo>
                    <a:pt x="474" y="1798"/>
                  </a:lnTo>
                  <a:lnTo>
                    <a:pt x="474" y="1818"/>
                  </a:lnTo>
                  <a:lnTo>
                    <a:pt x="494" y="1837"/>
                  </a:lnTo>
                  <a:lnTo>
                    <a:pt x="455" y="1640"/>
                  </a:lnTo>
                  <a:lnTo>
                    <a:pt x="455" y="1600"/>
                  </a:lnTo>
                  <a:lnTo>
                    <a:pt x="474" y="1620"/>
                  </a:lnTo>
                  <a:lnTo>
                    <a:pt x="474" y="1660"/>
                  </a:lnTo>
                  <a:lnTo>
                    <a:pt x="494" y="1739"/>
                  </a:lnTo>
                  <a:lnTo>
                    <a:pt x="494" y="1719"/>
                  </a:lnTo>
                  <a:lnTo>
                    <a:pt x="514" y="1739"/>
                  </a:lnTo>
                  <a:lnTo>
                    <a:pt x="494" y="1699"/>
                  </a:lnTo>
                  <a:lnTo>
                    <a:pt x="514" y="1719"/>
                  </a:lnTo>
                  <a:lnTo>
                    <a:pt x="553" y="1778"/>
                  </a:lnTo>
                  <a:lnTo>
                    <a:pt x="553" y="1798"/>
                  </a:lnTo>
                  <a:lnTo>
                    <a:pt x="534" y="1778"/>
                  </a:lnTo>
                  <a:lnTo>
                    <a:pt x="534" y="1798"/>
                  </a:lnTo>
                  <a:lnTo>
                    <a:pt x="553" y="1837"/>
                  </a:lnTo>
                  <a:lnTo>
                    <a:pt x="534" y="1837"/>
                  </a:lnTo>
                  <a:lnTo>
                    <a:pt x="553" y="1877"/>
                  </a:lnTo>
                  <a:lnTo>
                    <a:pt x="573" y="1897"/>
                  </a:lnTo>
                  <a:lnTo>
                    <a:pt x="573" y="1857"/>
                  </a:lnTo>
                  <a:lnTo>
                    <a:pt x="593" y="1936"/>
                  </a:lnTo>
                  <a:lnTo>
                    <a:pt x="613" y="1936"/>
                  </a:lnTo>
                  <a:lnTo>
                    <a:pt x="613" y="1956"/>
                  </a:lnTo>
                  <a:lnTo>
                    <a:pt x="632" y="1956"/>
                  </a:lnTo>
                  <a:lnTo>
                    <a:pt x="632" y="1877"/>
                  </a:lnTo>
                  <a:lnTo>
                    <a:pt x="613" y="1778"/>
                  </a:lnTo>
                  <a:lnTo>
                    <a:pt x="652" y="1897"/>
                  </a:lnTo>
                  <a:lnTo>
                    <a:pt x="672" y="1936"/>
                  </a:lnTo>
                  <a:lnTo>
                    <a:pt x="632" y="1818"/>
                  </a:lnTo>
                  <a:lnTo>
                    <a:pt x="632" y="1739"/>
                  </a:lnTo>
                  <a:lnTo>
                    <a:pt x="652" y="1818"/>
                  </a:lnTo>
                  <a:lnTo>
                    <a:pt x="657" y="1840"/>
                  </a:lnTo>
                  <a:lnTo>
                    <a:pt x="692" y="1857"/>
                  </a:lnTo>
                  <a:lnTo>
                    <a:pt x="711" y="1916"/>
                  </a:lnTo>
                  <a:lnTo>
                    <a:pt x="711" y="1857"/>
                  </a:lnTo>
                  <a:lnTo>
                    <a:pt x="692" y="1778"/>
                  </a:lnTo>
                  <a:lnTo>
                    <a:pt x="692" y="1818"/>
                  </a:lnTo>
                  <a:lnTo>
                    <a:pt x="672" y="1739"/>
                  </a:lnTo>
                  <a:lnTo>
                    <a:pt x="672" y="1739"/>
                  </a:lnTo>
                  <a:lnTo>
                    <a:pt x="692" y="1758"/>
                  </a:lnTo>
                  <a:lnTo>
                    <a:pt x="711" y="1798"/>
                  </a:lnTo>
                  <a:lnTo>
                    <a:pt x="731" y="1837"/>
                  </a:lnTo>
                  <a:lnTo>
                    <a:pt x="751" y="1837"/>
                  </a:lnTo>
                  <a:lnTo>
                    <a:pt x="771" y="1877"/>
                  </a:lnTo>
                  <a:lnTo>
                    <a:pt x="771" y="1818"/>
                  </a:lnTo>
                  <a:lnTo>
                    <a:pt x="731" y="1739"/>
                  </a:lnTo>
                  <a:lnTo>
                    <a:pt x="731" y="1739"/>
                  </a:lnTo>
                  <a:lnTo>
                    <a:pt x="751" y="1758"/>
                  </a:lnTo>
                  <a:lnTo>
                    <a:pt x="771" y="1798"/>
                  </a:lnTo>
                  <a:lnTo>
                    <a:pt x="771" y="1818"/>
                  </a:lnTo>
                  <a:lnTo>
                    <a:pt x="790" y="1818"/>
                  </a:lnTo>
                  <a:lnTo>
                    <a:pt x="781" y="1783"/>
                  </a:lnTo>
                  <a:lnTo>
                    <a:pt x="781" y="1783"/>
                  </a:lnTo>
                  <a:lnTo>
                    <a:pt x="810" y="1857"/>
                  </a:lnTo>
                  <a:lnTo>
                    <a:pt x="810" y="1837"/>
                  </a:lnTo>
                  <a:lnTo>
                    <a:pt x="830" y="1857"/>
                  </a:lnTo>
                  <a:lnTo>
                    <a:pt x="830" y="1837"/>
                  </a:lnTo>
                  <a:lnTo>
                    <a:pt x="830" y="1798"/>
                  </a:lnTo>
                  <a:lnTo>
                    <a:pt x="830" y="1739"/>
                  </a:lnTo>
                  <a:lnTo>
                    <a:pt x="850" y="1719"/>
                  </a:lnTo>
                  <a:lnTo>
                    <a:pt x="869" y="1818"/>
                  </a:lnTo>
                  <a:lnTo>
                    <a:pt x="850" y="1837"/>
                  </a:lnTo>
                  <a:lnTo>
                    <a:pt x="869" y="1877"/>
                  </a:lnTo>
                  <a:lnTo>
                    <a:pt x="869" y="1857"/>
                  </a:lnTo>
                  <a:lnTo>
                    <a:pt x="889" y="1857"/>
                  </a:lnTo>
                  <a:lnTo>
                    <a:pt x="889" y="1837"/>
                  </a:lnTo>
                  <a:lnTo>
                    <a:pt x="869" y="1758"/>
                  </a:lnTo>
                  <a:lnTo>
                    <a:pt x="869" y="1739"/>
                  </a:lnTo>
                  <a:lnTo>
                    <a:pt x="889" y="1758"/>
                  </a:lnTo>
                  <a:lnTo>
                    <a:pt x="889" y="1739"/>
                  </a:lnTo>
                  <a:lnTo>
                    <a:pt x="909" y="1719"/>
                  </a:lnTo>
                  <a:lnTo>
                    <a:pt x="889" y="1620"/>
                  </a:lnTo>
                  <a:lnTo>
                    <a:pt x="889" y="1640"/>
                  </a:lnTo>
                  <a:lnTo>
                    <a:pt x="869" y="1581"/>
                  </a:lnTo>
                  <a:lnTo>
                    <a:pt x="869" y="1620"/>
                  </a:lnTo>
                  <a:lnTo>
                    <a:pt x="869" y="1640"/>
                  </a:lnTo>
                  <a:lnTo>
                    <a:pt x="830" y="1581"/>
                  </a:lnTo>
                  <a:lnTo>
                    <a:pt x="830" y="1541"/>
                  </a:lnTo>
                  <a:lnTo>
                    <a:pt x="810" y="1462"/>
                  </a:lnTo>
                  <a:lnTo>
                    <a:pt x="810" y="1383"/>
                  </a:lnTo>
                  <a:lnTo>
                    <a:pt x="810" y="1344"/>
                  </a:lnTo>
                  <a:lnTo>
                    <a:pt x="830" y="1423"/>
                  </a:lnTo>
                  <a:lnTo>
                    <a:pt x="830" y="1462"/>
                  </a:lnTo>
                  <a:lnTo>
                    <a:pt x="845" y="1462"/>
                  </a:lnTo>
                  <a:lnTo>
                    <a:pt x="830" y="1403"/>
                  </a:lnTo>
                  <a:lnTo>
                    <a:pt x="830" y="1363"/>
                  </a:lnTo>
                  <a:lnTo>
                    <a:pt x="850" y="1403"/>
                  </a:lnTo>
                  <a:lnTo>
                    <a:pt x="850" y="1363"/>
                  </a:lnTo>
                  <a:lnTo>
                    <a:pt x="869" y="1423"/>
                  </a:lnTo>
                  <a:lnTo>
                    <a:pt x="869" y="1462"/>
                  </a:lnTo>
                  <a:lnTo>
                    <a:pt x="869" y="1502"/>
                  </a:lnTo>
                  <a:lnTo>
                    <a:pt x="909" y="1620"/>
                  </a:lnTo>
                  <a:lnTo>
                    <a:pt x="929" y="1739"/>
                  </a:lnTo>
                  <a:lnTo>
                    <a:pt x="948" y="1778"/>
                  </a:lnTo>
                  <a:lnTo>
                    <a:pt x="948" y="1739"/>
                  </a:lnTo>
                  <a:lnTo>
                    <a:pt x="968" y="1739"/>
                  </a:lnTo>
                  <a:lnTo>
                    <a:pt x="968" y="1679"/>
                  </a:lnTo>
                  <a:lnTo>
                    <a:pt x="988" y="1739"/>
                  </a:lnTo>
                  <a:lnTo>
                    <a:pt x="1008" y="1679"/>
                  </a:lnTo>
                  <a:lnTo>
                    <a:pt x="1027" y="1758"/>
                  </a:lnTo>
                  <a:lnTo>
                    <a:pt x="1047" y="1758"/>
                  </a:lnTo>
                  <a:lnTo>
                    <a:pt x="1047" y="1699"/>
                  </a:lnTo>
                  <a:lnTo>
                    <a:pt x="1047" y="1640"/>
                  </a:lnTo>
                  <a:lnTo>
                    <a:pt x="1067" y="1640"/>
                  </a:lnTo>
                  <a:lnTo>
                    <a:pt x="1087" y="1679"/>
                  </a:lnTo>
                  <a:lnTo>
                    <a:pt x="1087" y="1640"/>
                  </a:lnTo>
                  <a:lnTo>
                    <a:pt x="1106" y="1699"/>
                  </a:lnTo>
                  <a:lnTo>
                    <a:pt x="1106" y="1679"/>
                  </a:lnTo>
                  <a:lnTo>
                    <a:pt x="1126" y="1640"/>
                  </a:lnTo>
                  <a:lnTo>
                    <a:pt x="1146" y="1699"/>
                  </a:lnTo>
                  <a:lnTo>
                    <a:pt x="1146" y="1660"/>
                  </a:lnTo>
                  <a:lnTo>
                    <a:pt x="1146" y="1581"/>
                  </a:lnTo>
                  <a:lnTo>
                    <a:pt x="1166" y="1679"/>
                  </a:lnTo>
                  <a:lnTo>
                    <a:pt x="1205" y="1620"/>
                  </a:lnTo>
                  <a:lnTo>
                    <a:pt x="1265" y="1581"/>
                  </a:lnTo>
                  <a:lnTo>
                    <a:pt x="1265" y="1600"/>
                  </a:lnTo>
                  <a:lnTo>
                    <a:pt x="1284" y="1581"/>
                  </a:lnTo>
                  <a:lnTo>
                    <a:pt x="1284" y="1541"/>
                  </a:lnTo>
                  <a:lnTo>
                    <a:pt x="1304" y="1502"/>
                  </a:lnTo>
                  <a:lnTo>
                    <a:pt x="1324" y="1502"/>
                  </a:lnTo>
                  <a:lnTo>
                    <a:pt x="1324" y="1462"/>
                  </a:lnTo>
                  <a:lnTo>
                    <a:pt x="1304" y="1403"/>
                  </a:lnTo>
                  <a:lnTo>
                    <a:pt x="1284" y="1284"/>
                  </a:lnTo>
                  <a:lnTo>
                    <a:pt x="1284" y="1265"/>
                  </a:lnTo>
                  <a:lnTo>
                    <a:pt x="1304" y="1304"/>
                  </a:lnTo>
                  <a:lnTo>
                    <a:pt x="1304" y="1344"/>
                  </a:lnTo>
                  <a:lnTo>
                    <a:pt x="1324" y="1363"/>
                  </a:lnTo>
                  <a:lnTo>
                    <a:pt x="1344" y="144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83" y="1482"/>
                  </a:lnTo>
                  <a:lnTo>
                    <a:pt x="1383" y="1502"/>
                  </a:lnTo>
                  <a:lnTo>
                    <a:pt x="1383" y="1521"/>
                  </a:lnTo>
                  <a:lnTo>
                    <a:pt x="1363" y="1581"/>
                  </a:lnTo>
                  <a:lnTo>
                    <a:pt x="1383" y="1541"/>
                  </a:lnTo>
                  <a:lnTo>
                    <a:pt x="1403" y="1541"/>
                  </a:lnTo>
                  <a:lnTo>
                    <a:pt x="1403" y="1482"/>
                  </a:lnTo>
                  <a:lnTo>
                    <a:pt x="1403" y="1462"/>
                  </a:lnTo>
                  <a:lnTo>
                    <a:pt x="1403" y="1403"/>
                  </a:lnTo>
                  <a:lnTo>
                    <a:pt x="1423" y="1502"/>
                  </a:lnTo>
                  <a:lnTo>
                    <a:pt x="1423" y="1442"/>
                  </a:lnTo>
                  <a:lnTo>
                    <a:pt x="1423" y="1423"/>
                  </a:lnTo>
                  <a:lnTo>
                    <a:pt x="1442" y="1423"/>
                  </a:lnTo>
                  <a:lnTo>
                    <a:pt x="1442" y="1442"/>
                  </a:lnTo>
                  <a:lnTo>
                    <a:pt x="1462" y="1502"/>
                  </a:lnTo>
                  <a:lnTo>
                    <a:pt x="1462" y="1462"/>
                  </a:lnTo>
                  <a:lnTo>
                    <a:pt x="1462" y="1442"/>
                  </a:lnTo>
                  <a:lnTo>
                    <a:pt x="1482" y="1482"/>
                  </a:lnTo>
                  <a:lnTo>
                    <a:pt x="1502" y="1502"/>
                  </a:lnTo>
                  <a:lnTo>
                    <a:pt x="1521" y="1502"/>
                  </a:lnTo>
                  <a:lnTo>
                    <a:pt x="1541" y="1521"/>
                  </a:lnTo>
                  <a:lnTo>
                    <a:pt x="1561" y="1482"/>
                  </a:lnTo>
                  <a:lnTo>
                    <a:pt x="1561" y="1423"/>
                  </a:lnTo>
                  <a:lnTo>
                    <a:pt x="1541" y="1403"/>
                  </a:lnTo>
                  <a:lnTo>
                    <a:pt x="1541" y="1344"/>
                  </a:lnTo>
                  <a:lnTo>
                    <a:pt x="1541" y="1324"/>
                  </a:lnTo>
                  <a:lnTo>
                    <a:pt x="1541" y="1304"/>
                  </a:lnTo>
                  <a:lnTo>
                    <a:pt x="1561" y="1344"/>
                  </a:lnTo>
                  <a:lnTo>
                    <a:pt x="1561" y="1383"/>
                  </a:lnTo>
                  <a:lnTo>
                    <a:pt x="1581" y="1423"/>
                  </a:lnTo>
                  <a:lnTo>
                    <a:pt x="1600" y="1423"/>
                  </a:lnTo>
                  <a:lnTo>
                    <a:pt x="1600" y="1462"/>
                  </a:lnTo>
                  <a:lnTo>
                    <a:pt x="1620" y="1442"/>
                  </a:lnTo>
                  <a:lnTo>
                    <a:pt x="1620" y="1482"/>
                  </a:lnTo>
                  <a:lnTo>
                    <a:pt x="1640" y="1462"/>
                  </a:lnTo>
                  <a:lnTo>
                    <a:pt x="1640" y="1423"/>
                  </a:lnTo>
                  <a:lnTo>
                    <a:pt x="1660" y="1324"/>
                  </a:lnTo>
                  <a:lnTo>
                    <a:pt x="1660" y="1344"/>
                  </a:lnTo>
                  <a:lnTo>
                    <a:pt x="1679" y="1265"/>
                  </a:lnTo>
                  <a:lnTo>
                    <a:pt x="1679" y="1205"/>
                  </a:lnTo>
                  <a:lnTo>
                    <a:pt x="1699" y="1265"/>
                  </a:lnTo>
                  <a:lnTo>
                    <a:pt x="1699" y="1324"/>
                  </a:lnTo>
                  <a:lnTo>
                    <a:pt x="1679" y="1324"/>
                  </a:lnTo>
                  <a:lnTo>
                    <a:pt x="1699" y="1403"/>
                  </a:lnTo>
                  <a:lnTo>
                    <a:pt x="1719" y="1423"/>
                  </a:lnTo>
                  <a:lnTo>
                    <a:pt x="1739" y="1442"/>
                  </a:lnTo>
                  <a:lnTo>
                    <a:pt x="1758" y="1423"/>
                  </a:lnTo>
                  <a:lnTo>
                    <a:pt x="1778" y="1403"/>
                  </a:lnTo>
                  <a:lnTo>
                    <a:pt x="1798" y="1383"/>
                  </a:lnTo>
                  <a:lnTo>
                    <a:pt x="1798" y="1363"/>
                  </a:lnTo>
                  <a:lnTo>
                    <a:pt x="1837" y="1423"/>
                  </a:lnTo>
                  <a:lnTo>
                    <a:pt x="1857" y="1403"/>
                  </a:lnTo>
                  <a:lnTo>
                    <a:pt x="1877" y="1403"/>
                  </a:lnTo>
                  <a:lnTo>
                    <a:pt x="1897" y="1344"/>
                  </a:lnTo>
                  <a:lnTo>
                    <a:pt x="1897" y="1403"/>
                  </a:lnTo>
                  <a:lnTo>
                    <a:pt x="1916" y="1304"/>
                  </a:lnTo>
                  <a:lnTo>
                    <a:pt x="1936" y="1265"/>
                  </a:lnTo>
                  <a:lnTo>
                    <a:pt x="1956" y="1225"/>
                  </a:lnTo>
                  <a:lnTo>
                    <a:pt x="1976" y="1186"/>
                  </a:lnTo>
                  <a:lnTo>
                    <a:pt x="1976" y="1205"/>
                  </a:lnTo>
                  <a:lnTo>
                    <a:pt x="1976" y="1245"/>
                  </a:lnTo>
                  <a:lnTo>
                    <a:pt x="1995" y="1265"/>
                  </a:lnTo>
                  <a:lnTo>
                    <a:pt x="1995" y="1166"/>
                  </a:lnTo>
                  <a:lnTo>
                    <a:pt x="1995" y="1107"/>
                  </a:lnTo>
                  <a:lnTo>
                    <a:pt x="1995" y="1067"/>
                  </a:lnTo>
                  <a:lnTo>
                    <a:pt x="2015" y="1047"/>
                  </a:lnTo>
                  <a:lnTo>
                    <a:pt x="2015" y="1067"/>
                  </a:lnTo>
                  <a:lnTo>
                    <a:pt x="2035" y="1008"/>
                  </a:lnTo>
                  <a:lnTo>
                    <a:pt x="2074" y="988"/>
                  </a:lnTo>
                  <a:lnTo>
                    <a:pt x="2114" y="968"/>
                  </a:lnTo>
                  <a:lnTo>
                    <a:pt x="2173" y="988"/>
                  </a:lnTo>
                  <a:lnTo>
                    <a:pt x="2153" y="1047"/>
                  </a:lnTo>
                  <a:lnTo>
                    <a:pt x="2173" y="1028"/>
                  </a:lnTo>
                  <a:lnTo>
                    <a:pt x="2193" y="1047"/>
                  </a:lnTo>
                  <a:lnTo>
                    <a:pt x="2193" y="1028"/>
                  </a:lnTo>
                  <a:lnTo>
                    <a:pt x="2213" y="1067"/>
                  </a:lnTo>
                  <a:lnTo>
                    <a:pt x="2213" y="1087"/>
                  </a:lnTo>
                  <a:lnTo>
                    <a:pt x="2232" y="1126"/>
                  </a:lnTo>
                  <a:lnTo>
                    <a:pt x="2252" y="1146"/>
                  </a:lnTo>
                  <a:lnTo>
                    <a:pt x="2252" y="1126"/>
                  </a:lnTo>
                  <a:lnTo>
                    <a:pt x="2292" y="1265"/>
                  </a:lnTo>
                  <a:lnTo>
                    <a:pt x="2292" y="1186"/>
                  </a:lnTo>
                  <a:lnTo>
                    <a:pt x="2292" y="1166"/>
                  </a:lnTo>
                  <a:lnTo>
                    <a:pt x="2292" y="1126"/>
                  </a:lnTo>
                  <a:lnTo>
                    <a:pt x="2292" y="1107"/>
                  </a:lnTo>
                  <a:lnTo>
                    <a:pt x="2292" y="929"/>
                  </a:lnTo>
                  <a:lnTo>
                    <a:pt x="2272" y="771"/>
                  </a:lnTo>
                  <a:lnTo>
                    <a:pt x="2252" y="771"/>
                  </a:lnTo>
                  <a:lnTo>
                    <a:pt x="2252" y="712"/>
                  </a:lnTo>
                  <a:lnTo>
                    <a:pt x="2252" y="652"/>
                  </a:lnTo>
                  <a:lnTo>
                    <a:pt x="2232" y="652"/>
                  </a:lnTo>
                  <a:lnTo>
                    <a:pt x="2232" y="672"/>
                  </a:lnTo>
                  <a:lnTo>
                    <a:pt x="2213" y="652"/>
                  </a:lnTo>
                  <a:lnTo>
                    <a:pt x="2193" y="593"/>
                  </a:lnTo>
                  <a:lnTo>
                    <a:pt x="2193" y="534"/>
                  </a:lnTo>
                  <a:lnTo>
                    <a:pt x="2193" y="514"/>
                  </a:lnTo>
                  <a:lnTo>
                    <a:pt x="2173" y="534"/>
                  </a:lnTo>
                  <a:lnTo>
                    <a:pt x="2173" y="554"/>
                  </a:lnTo>
                  <a:lnTo>
                    <a:pt x="2153" y="514"/>
                  </a:lnTo>
                  <a:lnTo>
                    <a:pt x="2153" y="475"/>
                  </a:lnTo>
                  <a:lnTo>
                    <a:pt x="2153" y="455"/>
                  </a:lnTo>
                  <a:lnTo>
                    <a:pt x="2134" y="415"/>
                  </a:lnTo>
                  <a:lnTo>
                    <a:pt x="2134" y="494"/>
                  </a:lnTo>
                  <a:lnTo>
                    <a:pt x="2134" y="554"/>
                  </a:lnTo>
                  <a:lnTo>
                    <a:pt x="2114" y="514"/>
                  </a:lnTo>
                  <a:lnTo>
                    <a:pt x="2134" y="435"/>
                  </a:lnTo>
                  <a:lnTo>
                    <a:pt x="2114" y="396"/>
                  </a:lnTo>
                  <a:lnTo>
                    <a:pt x="2094" y="396"/>
                  </a:lnTo>
                  <a:lnTo>
                    <a:pt x="2094" y="356"/>
                  </a:lnTo>
                  <a:lnTo>
                    <a:pt x="2074" y="297"/>
                  </a:lnTo>
                  <a:lnTo>
                    <a:pt x="2074" y="317"/>
                  </a:lnTo>
                  <a:lnTo>
                    <a:pt x="2074" y="356"/>
                  </a:lnTo>
                  <a:lnTo>
                    <a:pt x="2055" y="356"/>
                  </a:lnTo>
                  <a:lnTo>
                    <a:pt x="2055" y="336"/>
                  </a:lnTo>
                  <a:lnTo>
                    <a:pt x="2055" y="317"/>
                  </a:lnTo>
                  <a:lnTo>
                    <a:pt x="2035" y="297"/>
                  </a:lnTo>
                  <a:lnTo>
                    <a:pt x="2035" y="257"/>
                  </a:lnTo>
                  <a:lnTo>
                    <a:pt x="2015" y="218"/>
                  </a:lnTo>
                  <a:lnTo>
                    <a:pt x="2015" y="257"/>
                  </a:lnTo>
                  <a:lnTo>
                    <a:pt x="1995" y="257"/>
                  </a:lnTo>
                  <a:lnTo>
                    <a:pt x="1995" y="356"/>
                  </a:lnTo>
                  <a:lnTo>
                    <a:pt x="1995" y="415"/>
                  </a:lnTo>
                  <a:lnTo>
                    <a:pt x="1995" y="435"/>
                  </a:lnTo>
                  <a:lnTo>
                    <a:pt x="1976" y="336"/>
                  </a:lnTo>
                  <a:lnTo>
                    <a:pt x="1956" y="198"/>
                  </a:lnTo>
                  <a:lnTo>
                    <a:pt x="1956" y="218"/>
                  </a:lnTo>
                  <a:lnTo>
                    <a:pt x="1936" y="218"/>
                  </a:lnTo>
                  <a:lnTo>
                    <a:pt x="1936" y="178"/>
                  </a:lnTo>
                  <a:lnTo>
                    <a:pt x="1936" y="139"/>
                  </a:lnTo>
                  <a:lnTo>
                    <a:pt x="1916" y="99"/>
                  </a:lnTo>
                  <a:lnTo>
                    <a:pt x="1897" y="80"/>
                  </a:lnTo>
                  <a:lnTo>
                    <a:pt x="1897" y="159"/>
                  </a:lnTo>
                  <a:lnTo>
                    <a:pt x="1877" y="119"/>
                  </a:lnTo>
                  <a:lnTo>
                    <a:pt x="1877" y="99"/>
                  </a:lnTo>
                  <a:lnTo>
                    <a:pt x="1857" y="99"/>
                  </a:lnTo>
                  <a:lnTo>
                    <a:pt x="1837" y="60"/>
                  </a:lnTo>
                  <a:lnTo>
                    <a:pt x="1837" y="159"/>
                  </a:lnTo>
                  <a:lnTo>
                    <a:pt x="1818" y="119"/>
                  </a:lnTo>
                  <a:lnTo>
                    <a:pt x="1818" y="238"/>
                  </a:lnTo>
                  <a:lnTo>
                    <a:pt x="1798" y="178"/>
                  </a:lnTo>
                  <a:lnTo>
                    <a:pt x="1778" y="99"/>
                  </a:lnTo>
                  <a:lnTo>
                    <a:pt x="1778" y="119"/>
                  </a:lnTo>
                  <a:lnTo>
                    <a:pt x="1778" y="198"/>
                  </a:lnTo>
                  <a:lnTo>
                    <a:pt x="1758" y="297"/>
                  </a:lnTo>
                  <a:lnTo>
                    <a:pt x="1739" y="238"/>
                  </a:lnTo>
                  <a:lnTo>
                    <a:pt x="1739" y="159"/>
                  </a:lnTo>
                  <a:lnTo>
                    <a:pt x="1719" y="139"/>
                  </a:lnTo>
                  <a:lnTo>
                    <a:pt x="1699" y="60"/>
                  </a:lnTo>
                  <a:lnTo>
                    <a:pt x="1719" y="178"/>
                  </a:lnTo>
                  <a:lnTo>
                    <a:pt x="1699" y="178"/>
                  </a:lnTo>
                  <a:lnTo>
                    <a:pt x="1699" y="159"/>
                  </a:lnTo>
                  <a:lnTo>
                    <a:pt x="1679" y="99"/>
                  </a:lnTo>
                  <a:lnTo>
                    <a:pt x="1660" y="80"/>
                  </a:lnTo>
                  <a:lnTo>
                    <a:pt x="1640" y="60"/>
                  </a:lnTo>
                  <a:lnTo>
                    <a:pt x="1620" y="40"/>
                  </a:lnTo>
                  <a:lnTo>
                    <a:pt x="1620" y="60"/>
                  </a:lnTo>
                  <a:lnTo>
                    <a:pt x="1640" y="178"/>
                  </a:lnTo>
                  <a:lnTo>
                    <a:pt x="1640" y="238"/>
                  </a:lnTo>
                  <a:lnTo>
                    <a:pt x="1620" y="277"/>
                  </a:lnTo>
                  <a:lnTo>
                    <a:pt x="1640" y="297"/>
                  </a:lnTo>
                  <a:lnTo>
                    <a:pt x="1640" y="336"/>
                  </a:lnTo>
                  <a:lnTo>
                    <a:pt x="1620" y="297"/>
                  </a:lnTo>
                  <a:lnTo>
                    <a:pt x="1620" y="238"/>
                  </a:lnTo>
                  <a:lnTo>
                    <a:pt x="1600" y="257"/>
                  </a:lnTo>
                  <a:lnTo>
                    <a:pt x="1600" y="178"/>
                  </a:lnTo>
                  <a:lnTo>
                    <a:pt x="1581" y="139"/>
                  </a:lnTo>
                  <a:lnTo>
                    <a:pt x="1581" y="80"/>
                  </a:lnTo>
                  <a:lnTo>
                    <a:pt x="1561" y="99"/>
                  </a:lnTo>
                  <a:lnTo>
                    <a:pt x="1561" y="20"/>
                  </a:lnTo>
                  <a:lnTo>
                    <a:pt x="1541" y="40"/>
                  </a:lnTo>
                  <a:lnTo>
                    <a:pt x="1541" y="80"/>
                  </a:lnTo>
                  <a:lnTo>
                    <a:pt x="1521" y="2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6" name="Google Shape;7716;p29"/>
            <p:cNvSpPr/>
            <p:nvPr/>
          </p:nvSpPr>
          <p:spPr>
            <a:xfrm>
              <a:off x="-1317575" y="399930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7" name="Google Shape;7717;p29"/>
            <p:cNvSpPr/>
            <p:nvPr/>
          </p:nvSpPr>
          <p:spPr>
            <a:xfrm>
              <a:off x="-1297825" y="3967200"/>
              <a:ext cx="25" cy="1025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8" name="Google Shape;7718;p29"/>
            <p:cNvSpPr/>
            <p:nvPr/>
          </p:nvSpPr>
          <p:spPr>
            <a:xfrm>
              <a:off x="-1322525" y="3985975"/>
              <a:ext cx="25" cy="500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9" name="Google Shape;7719;p29"/>
            <p:cNvSpPr/>
            <p:nvPr/>
          </p:nvSpPr>
          <p:spPr>
            <a:xfrm>
              <a:off x="-1189200" y="3983500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0" name="Google Shape;7720;p29"/>
            <p:cNvSpPr/>
            <p:nvPr/>
          </p:nvSpPr>
          <p:spPr>
            <a:xfrm>
              <a:off x="-1161050" y="3983000"/>
              <a:ext cx="1025" cy="2500"/>
            </a:xfrm>
            <a:custGeom>
              <a:rect b="b" l="l" r="r" t="t"/>
              <a:pathLst>
                <a:path extrusionOk="0" h="100" w="41">
                  <a:moveTo>
                    <a:pt x="1" y="1"/>
                  </a:moveTo>
                  <a:lnTo>
                    <a:pt x="1" y="80"/>
                  </a:lnTo>
                  <a:lnTo>
                    <a:pt x="21" y="80"/>
                  </a:lnTo>
                  <a:lnTo>
                    <a:pt x="40" y="99"/>
                  </a:lnTo>
                  <a:lnTo>
                    <a:pt x="40" y="9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1" name="Google Shape;7721;p29"/>
            <p:cNvSpPr/>
            <p:nvPr/>
          </p:nvSpPr>
          <p:spPr>
            <a:xfrm>
              <a:off x="-1146725" y="397460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2" name="Google Shape;7722;p29"/>
            <p:cNvSpPr/>
            <p:nvPr/>
          </p:nvSpPr>
          <p:spPr>
            <a:xfrm>
              <a:off x="-1145250" y="39637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1" y="0"/>
                  </a:moveTo>
                  <a:lnTo>
                    <a:pt x="1" y="20"/>
                  </a:lnTo>
                  <a:lnTo>
                    <a:pt x="21" y="2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3" name="Google Shape;7723;p29"/>
            <p:cNvSpPr/>
            <p:nvPr/>
          </p:nvSpPr>
          <p:spPr>
            <a:xfrm>
              <a:off x="-1144750" y="3964250"/>
              <a:ext cx="4475" cy="5450"/>
            </a:xfrm>
            <a:custGeom>
              <a:rect b="b" l="l" r="r" t="t"/>
              <a:pathLst>
                <a:path extrusionOk="0" h="218" w="179">
                  <a:moveTo>
                    <a:pt x="40" y="79"/>
                  </a:moveTo>
                  <a:lnTo>
                    <a:pt x="40" y="99"/>
                  </a:lnTo>
                  <a:lnTo>
                    <a:pt x="53" y="112"/>
                  </a:lnTo>
                  <a:lnTo>
                    <a:pt x="40" y="79"/>
                  </a:lnTo>
                  <a:close/>
                  <a:moveTo>
                    <a:pt x="1" y="0"/>
                  </a:moveTo>
                  <a:lnTo>
                    <a:pt x="20" y="40"/>
                  </a:lnTo>
                  <a:lnTo>
                    <a:pt x="20" y="59"/>
                  </a:lnTo>
                  <a:lnTo>
                    <a:pt x="40" y="79"/>
                  </a:lnTo>
                  <a:lnTo>
                    <a:pt x="80" y="119"/>
                  </a:lnTo>
                  <a:lnTo>
                    <a:pt x="119" y="119"/>
                  </a:lnTo>
                  <a:lnTo>
                    <a:pt x="99" y="79"/>
                  </a:lnTo>
                  <a:lnTo>
                    <a:pt x="80" y="40"/>
                  </a:lnTo>
                  <a:lnTo>
                    <a:pt x="1" y="0"/>
                  </a:lnTo>
                  <a:close/>
                  <a:moveTo>
                    <a:pt x="53" y="112"/>
                  </a:moveTo>
                  <a:lnTo>
                    <a:pt x="80" y="178"/>
                  </a:lnTo>
                  <a:lnTo>
                    <a:pt x="80" y="138"/>
                  </a:lnTo>
                  <a:lnTo>
                    <a:pt x="60" y="119"/>
                  </a:lnTo>
                  <a:lnTo>
                    <a:pt x="53" y="112"/>
                  </a:lnTo>
                  <a:close/>
                  <a:moveTo>
                    <a:pt x="99" y="40"/>
                  </a:moveTo>
                  <a:lnTo>
                    <a:pt x="119" y="119"/>
                  </a:lnTo>
                  <a:lnTo>
                    <a:pt x="178" y="217"/>
                  </a:lnTo>
                  <a:lnTo>
                    <a:pt x="159" y="119"/>
                  </a:lnTo>
                  <a:lnTo>
                    <a:pt x="159" y="79"/>
                  </a:lnTo>
                  <a:lnTo>
                    <a:pt x="9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4" name="Google Shape;7724;p29"/>
            <p:cNvSpPr/>
            <p:nvPr/>
          </p:nvSpPr>
          <p:spPr>
            <a:xfrm>
              <a:off x="-1198075" y="3951400"/>
              <a:ext cx="54350" cy="41500"/>
            </a:xfrm>
            <a:custGeom>
              <a:rect b="b" l="l" r="r" t="t"/>
              <a:pathLst>
                <a:path extrusionOk="0" h="1660" w="2174">
                  <a:moveTo>
                    <a:pt x="1008" y="0"/>
                  </a:moveTo>
                  <a:lnTo>
                    <a:pt x="988" y="40"/>
                  </a:lnTo>
                  <a:lnTo>
                    <a:pt x="988" y="60"/>
                  </a:lnTo>
                  <a:lnTo>
                    <a:pt x="1008" y="79"/>
                  </a:lnTo>
                  <a:lnTo>
                    <a:pt x="1008" y="60"/>
                  </a:lnTo>
                  <a:lnTo>
                    <a:pt x="1008" y="0"/>
                  </a:lnTo>
                  <a:close/>
                  <a:moveTo>
                    <a:pt x="2035" y="850"/>
                  </a:moveTo>
                  <a:lnTo>
                    <a:pt x="2035" y="870"/>
                  </a:lnTo>
                  <a:lnTo>
                    <a:pt x="2055" y="909"/>
                  </a:lnTo>
                  <a:lnTo>
                    <a:pt x="2055" y="889"/>
                  </a:lnTo>
                  <a:lnTo>
                    <a:pt x="2074" y="889"/>
                  </a:lnTo>
                  <a:lnTo>
                    <a:pt x="2035" y="850"/>
                  </a:lnTo>
                  <a:close/>
                  <a:moveTo>
                    <a:pt x="2015" y="870"/>
                  </a:moveTo>
                  <a:lnTo>
                    <a:pt x="2015" y="889"/>
                  </a:lnTo>
                  <a:lnTo>
                    <a:pt x="1995" y="889"/>
                  </a:lnTo>
                  <a:lnTo>
                    <a:pt x="2035" y="929"/>
                  </a:lnTo>
                  <a:lnTo>
                    <a:pt x="2035" y="889"/>
                  </a:lnTo>
                  <a:lnTo>
                    <a:pt x="2015" y="870"/>
                  </a:lnTo>
                  <a:close/>
                  <a:moveTo>
                    <a:pt x="1837" y="988"/>
                  </a:moveTo>
                  <a:lnTo>
                    <a:pt x="1837" y="1008"/>
                  </a:lnTo>
                  <a:lnTo>
                    <a:pt x="1857" y="1008"/>
                  </a:lnTo>
                  <a:lnTo>
                    <a:pt x="1837" y="988"/>
                  </a:lnTo>
                  <a:close/>
                  <a:moveTo>
                    <a:pt x="1600" y="1028"/>
                  </a:moveTo>
                  <a:lnTo>
                    <a:pt x="1620" y="1087"/>
                  </a:lnTo>
                  <a:lnTo>
                    <a:pt x="1620" y="1067"/>
                  </a:lnTo>
                  <a:lnTo>
                    <a:pt x="1600" y="1028"/>
                  </a:lnTo>
                  <a:close/>
                  <a:moveTo>
                    <a:pt x="1640" y="1107"/>
                  </a:moveTo>
                  <a:lnTo>
                    <a:pt x="1640" y="1126"/>
                  </a:lnTo>
                  <a:lnTo>
                    <a:pt x="1640" y="1146"/>
                  </a:lnTo>
                  <a:lnTo>
                    <a:pt x="1620" y="1146"/>
                  </a:lnTo>
                  <a:lnTo>
                    <a:pt x="1620" y="1166"/>
                  </a:lnTo>
                  <a:lnTo>
                    <a:pt x="1660" y="1245"/>
                  </a:lnTo>
                  <a:lnTo>
                    <a:pt x="1660" y="1225"/>
                  </a:lnTo>
                  <a:lnTo>
                    <a:pt x="1679" y="1245"/>
                  </a:lnTo>
                  <a:lnTo>
                    <a:pt x="1699" y="1265"/>
                  </a:lnTo>
                  <a:lnTo>
                    <a:pt x="1699" y="1265"/>
                  </a:lnTo>
                  <a:lnTo>
                    <a:pt x="1679" y="1225"/>
                  </a:lnTo>
                  <a:lnTo>
                    <a:pt x="1679" y="1205"/>
                  </a:lnTo>
                  <a:lnTo>
                    <a:pt x="1640" y="1107"/>
                  </a:lnTo>
                  <a:close/>
                  <a:moveTo>
                    <a:pt x="1344" y="1265"/>
                  </a:moveTo>
                  <a:lnTo>
                    <a:pt x="1344" y="1265"/>
                  </a:lnTo>
                  <a:lnTo>
                    <a:pt x="1344" y="1265"/>
                  </a:lnTo>
                  <a:close/>
                  <a:moveTo>
                    <a:pt x="1482" y="1265"/>
                  </a:moveTo>
                  <a:lnTo>
                    <a:pt x="1482" y="1265"/>
                  </a:lnTo>
                  <a:lnTo>
                    <a:pt x="1482" y="1265"/>
                  </a:lnTo>
                  <a:close/>
                  <a:moveTo>
                    <a:pt x="1541" y="1363"/>
                  </a:moveTo>
                  <a:lnTo>
                    <a:pt x="1541" y="1363"/>
                  </a:lnTo>
                  <a:lnTo>
                    <a:pt x="1541" y="1363"/>
                  </a:lnTo>
                  <a:close/>
                  <a:moveTo>
                    <a:pt x="1383" y="1383"/>
                  </a:moveTo>
                  <a:lnTo>
                    <a:pt x="1403" y="1442"/>
                  </a:lnTo>
                  <a:lnTo>
                    <a:pt x="1442" y="1442"/>
                  </a:lnTo>
                  <a:lnTo>
                    <a:pt x="1462" y="1462"/>
                  </a:lnTo>
                  <a:lnTo>
                    <a:pt x="1462" y="1423"/>
                  </a:lnTo>
                  <a:lnTo>
                    <a:pt x="1442" y="1403"/>
                  </a:lnTo>
                  <a:lnTo>
                    <a:pt x="1423" y="1383"/>
                  </a:lnTo>
                  <a:lnTo>
                    <a:pt x="1423" y="1403"/>
                  </a:lnTo>
                  <a:lnTo>
                    <a:pt x="1403" y="1383"/>
                  </a:lnTo>
                  <a:close/>
                  <a:moveTo>
                    <a:pt x="1223" y="1482"/>
                  </a:moveTo>
                  <a:lnTo>
                    <a:pt x="1225" y="1502"/>
                  </a:lnTo>
                  <a:lnTo>
                    <a:pt x="1225" y="1482"/>
                  </a:lnTo>
                  <a:close/>
                  <a:moveTo>
                    <a:pt x="1080" y="1581"/>
                  </a:moveTo>
                  <a:lnTo>
                    <a:pt x="1087" y="1600"/>
                  </a:lnTo>
                  <a:lnTo>
                    <a:pt x="1087" y="1581"/>
                  </a:lnTo>
                  <a:close/>
                  <a:moveTo>
                    <a:pt x="1107" y="0"/>
                  </a:moveTo>
                  <a:lnTo>
                    <a:pt x="1107" y="40"/>
                  </a:lnTo>
                  <a:lnTo>
                    <a:pt x="1087" y="60"/>
                  </a:lnTo>
                  <a:lnTo>
                    <a:pt x="1087" y="99"/>
                  </a:lnTo>
                  <a:lnTo>
                    <a:pt x="1107" y="159"/>
                  </a:lnTo>
                  <a:lnTo>
                    <a:pt x="1146" y="277"/>
                  </a:lnTo>
                  <a:lnTo>
                    <a:pt x="1146" y="297"/>
                  </a:lnTo>
                  <a:lnTo>
                    <a:pt x="1126" y="257"/>
                  </a:lnTo>
                  <a:lnTo>
                    <a:pt x="1107" y="218"/>
                  </a:lnTo>
                  <a:lnTo>
                    <a:pt x="1087" y="218"/>
                  </a:lnTo>
                  <a:lnTo>
                    <a:pt x="1067" y="119"/>
                  </a:lnTo>
                  <a:lnTo>
                    <a:pt x="1047" y="40"/>
                  </a:lnTo>
                  <a:lnTo>
                    <a:pt x="1047" y="119"/>
                  </a:lnTo>
                  <a:lnTo>
                    <a:pt x="1027" y="119"/>
                  </a:lnTo>
                  <a:lnTo>
                    <a:pt x="1027" y="139"/>
                  </a:lnTo>
                  <a:lnTo>
                    <a:pt x="1008" y="119"/>
                  </a:lnTo>
                  <a:lnTo>
                    <a:pt x="988" y="79"/>
                  </a:lnTo>
                  <a:lnTo>
                    <a:pt x="988" y="60"/>
                  </a:lnTo>
                  <a:lnTo>
                    <a:pt x="968" y="60"/>
                  </a:lnTo>
                  <a:lnTo>
                    <a:pt x="988" y="99"/>
                  </a:lnTo>
                  <a:lnTo>
                    <a:pt x="988" y="139"/>
                  </a:lnTo>
                  <a:lnTo>
                    <a:pt x="988" y="198"/>
                  </a:lnTo>
                  <a:lnTo>
                    <a:pt x="948" y="99"/>
                  </a:lnTo>
                  <a:lnTo>
                    <a:pt x="968" y="159"/>
                  </a:lnTo>
                  <a:lnTo>
                    <a:pt x="968" y="178"/>
                  </a:lnTo>
                  <a:lnTo>
                    <a:pt x="948" y="178"/>
                  </a:lnTo>
                  <a:lnTo>
                    <a:pt x="929" y="159"/>
                  </a:lnTo>
                  <a:lnTo>
                    <a:pt x="909" y="119"/>
                  </a:lnTo>
                  <a:lnTo>
                    <a:pt x="909" y="139"/>
                  </a:lnTo>
                  <a:lnTo>
                    <a:pt x="909" y="178"/>
                  </a:lnTo>
                  <a:lnTo>
                    <a:pt x="889" y="119"/>
                  </a:lnTo>
                  <a:lnTo>
                    <a:pt x="830" y="119"/>
                  </a:lnTo>
                  <a:lnTo>
                    <a:pt x="810" y="99"/>
                  </a:lnTo>
                  <a:lnTo>
                    <a:pt x="810" y="159"/>
                  </a:lnTo>
                  <a:lnTo>
                    <a:pt x="810" y="218"/>
                  </a:lnTo>
                  <a:lnTo>
                    <a:pt x="810" y="238"/>
                  </a:lnTo>
                  <a:lnTo>
                    <a:pt x="850" y="277"/>
                  </a:lnTo>
                  <a:lnTo>
                    <a:pt x="850" y="317"/>
                  </a:lnTo>
                  <a:lnTo>
                    <a:pt x="830" y="336"/>
                  </a:lnTo>
                  <a:lnTo>
                    <a:pt x="810" y="297"/>
                  </a:lnTo>
                  <a:lnTo>
                    <a:pt x="810" y="257"/>
                  </a:lnTo>
                  <a:lnTo>
                    <a:pt x="790" y="218"/>
                  </a:lnTo>
                  <a:lnTo>
                    <a:pt x="771" y="218"/>
                  </a:lnTo>
                  <a:lnTo>
                    <a:pt x="751" y="178"/>
                  </a:lnTo>
                  <a:lnTo>
                    <a:pt x="731" y="218"/>
                  </a:lnTo>
                  <a:lnTo>
                    <a:pt x="711" y="178"/>
                  </a:lnTo>
                  <a:lnTo>
                    <a:pt x="711" y="198"/>
                  </a:lnTo>
                  <a:lnTo>
                    <a:pt x="711" y="238"/>
                  </a:lnTo>
                  <a:lnTo>
                    <a:pt x="731" y="317"/>
                  </a:lnTo>
                  <a:lnTo>
                    <a:pt x="692" y="238"/>
                  </a:lnTo>
                  <a:lnTo>
                    <a:pt x="711" y="336"/>
                  </a:lnTo>
                  <a:lnTo>
                    <a:pt x="692" y="317"/>
                  </a:lnTo>
                  <a:lnTo>
                    <a:pt x="692" y="356"/>
                  </a:lnTo>
                  <a:lnTo>
                    <a:pt x="692" y="396"/>
                  </a:lnTo>
                  <a:lnTo>
                    <a:pt x="711" y="455"/>
                  </a:lnTo>
                  <a:lnTo>
                    <a:pt x="692" y="415"/>
                  </a:lnTo>
                  <a:lnTo>
                    <a:pt x="672" y="396"/>
                  </a:lnTo>
                  <a:lnTo>
                    <a:pt x="632" y="317"/>
                  </a:lnTo>
                  <a:lnTo>
                    <a:pt x="652" y="317"/>
                  </a:lnTo>
                  <a:lnTo>
                    <a:pt x="652" y="336"/>
                  </a:lnTo>
                  <a:lnTo>
                    <a:pt x="672" y="356"/>
                  </a:lnTo>
                  <a:lnTo>
                    <a:pt x="672" y="336"/>
                  </a:lnTo>
                  <a:lnTo>
                    <a:pt x="632" y="277"/>
                  </a:lnTo>
                  <a:lnTo>
                    <a:pt x="613" y="257"/>
                  </a:lnTo>
                  <a:lnTo>
                    <a:pt x="573" y="257"/>
                  </a:lnTo>
                  <a:lnTo>
                    <a:pt x="553" y="297"/>
                  </a:lnTo>
                  <a:lnTo>
                    <a:pt x="534" y="317"/>
                  </a:lnTo>
                  <a:lnTo>
                    <a:pt x="553" y="396"/>
                  </a:lnTo>
                  <a:lnTo>
                    <a:pt x="553" y="396"/>
                  </a:lnTo>
                  <a:lnTo>
                    <a:pt x="534" y="336"/>
                  </a:lnTo>
                  <a:lnTo>
                    <a:pt x="474" y="297"/>
                  </a:lnTo>
                  <a:lnTo>
                    <a:pt x="455" y="297"/>
                  </a:lnTo>
                  <a:lnTo>
                    <a:pt x="435" y="317"/>
                  </a:lnTo>
                  <a:lnTo>
                    <a:pt x="435" y="336"/>
                  </a:lnTo>
                  <a:lnTo>
                    <a:pt x="435" y="376"/>
                  </a:lnTo>
                  <a:lnTo>
                    <a:pt x="395" y="336"/>
                  </a:lnTo>
                  <a:lnTo>
                    <a:pt x="395" y="336"/>
                  </a:lnTo>
                  <a:lnTo>
                    <a:pt x="415" y="415"/>
                  </a:lnTo>
                  <a:lnTo>
                    <a:pt x="395" y="475"/>
                  </a:lnTo>
                  <a:lnTo>
                    <a:pt x="395" y="514"/>
                  </a:lnTo>
                  <a:lnTo>
                    <a:pt x="415" y="633"/>
                  </a:lnTo>
                  <a:lnTo>
                    <a:pt x="395" y="573"/>
                  </a:lnTo>
                  <a:lnTo>
                    <a:pt x="376" y="514"/>
                  </a:lnTo>
                  <a:lnTo>
                    <a:pt x="376" y="554"/>
                  </a:lnTo>
                  <a:lnTo>
                    <a:pt x="376" y="573"/>
                  </a:lnTo>
                  <a:lnTo>
                    <a:pt x="356" y="554"/>
                  </a:lnTo>
                  <a:lnTo>
                    <a:pt x="356" y="514"/>
                  </a:lnTo>
                  <a:lnTo>
                    <a:pt x="336" y="494"/>
                  </a:lnTo>
                  <a:lnTo>
                    <a:pt x="336" y="514"/>
                  </a:lnTo>
                  <a:lnTo>
                    <a:pt x="316" y="494"/>
                  </a:lnTo>
                  <a:lnTo>
                    <a:pt x="356" y="593"/>
                  </a:lnTo>
                  <a:lnTo>
                    <a:pt x="356" y="652"/>
                  </a:lnTo>
                  <a:lnTo>
                    <a:pt x="356" y="692"/>
                  </a:lnTo>
                  <a:lnTo>
                    <a:pt x="336" y="751"/>
                  </a:lnTo>
                  <a:lnTo>
                    <a:pt x="297" y="791"/>
                  </a:lnTo>
                  <a:lnTo>
                    <a:pt x="237" y="810"/>
                  </a:lnTo>
                  <a:lnTo>
                    <a:pt x="198" y="810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58" y="771"/>
                  </a:lnTo>
                  <a:lnTo>
                    <a:pt x="158" y="751"/>
                  </a:lnTo>
                  <a:lnTo>
                    <a:pt x="139" y="731"/>
                  </a:lnTo>
                  <a:lnTo>
                    <a:pt x="139" y="771"/>
                  </a:lnTo>
                  <a:lnTo>
                    <a:pt x="139" y="791"/>
                  </a:lnTo>
                  <a:lnTo>
                    <a:pt x="119" y="751"/>
                  </a:lnTo>
                  <a:lnTo>
                    <a:pt x="99" y="731"/>
                  </a:lnTo>
                  <a:lnTo>
                    <a:pt x="79" y="712"/>
                  </a:lnTo>
                  <a:lnTo>
                    <a:pt x="60" y="692"/>
                  </a:lnTo>
                  <a:lnTo>
                    <a:pt x="60" y="712"/>
                  </a:lnTo>
                  <a:lnTo>
                    <a:pt x="20" y="652"/>
                  </a:lnTo>
                  <a:lnTo>
                    <a:pt x="0" y="593"/>
                  </a:lnTo>
                  <a:lnTo>
                    <a:pt x="0" y="672"/>
                  </a:lnTo>
                  <a:lnTo>
                    <a:pt x="20" y="672"/>
                  </a:lnTo>
                  <a:lnTo>
                    <a:pt x="20" y="712"/>
                  </a:lnTo>
                  <a:lnTo>
                    <a:pt x="20" y="751"/>
                  </a:lnTo>
                  <a:lnTo>
                    <a:pt x="79" y="909"/>
                  </a:lnTo>
                  <a:lnTo>
                    <a:pt x="139" y="1047"/>
                  </a:lnTo>
                  <a:lnTo>
                    <a:pt x="139" y="1067"/>
                  </a:lnTo>
                  <a:lnTo>
                    <a:pt x="158" y="1107"/>
                  </a:lnTo>
                  <a:lnTo>
                    <a:pt x="198" y="1146"/>
                  </a:lnTo>
                  <a:lnTo>
                    <a:pt x="198" y="1126"/>
                  </a:lnTo>
                  <a:lnTo>
                    <a:pt x="218" y="1146"/>
                  </a:lnTo>
                  <a:lnTo>
                    <a:pt x="237" y="1166"/>
                  </a:lnTo>
                  <a:lnTo>
                    <a:pt x="237" y="1146"/>
                  </a:lnTo>
                  <a:lnTo>
                    <a:pt x="257" y="1205"/>
                  </a:lnTo>
                  <a:lnTo>
                    <a:pt x="277" y="1265"/>
                  </a:lnTo>
                  <a:lnTo>
                    <a:pt x="297" y="1284"/>
                  </a:lnTo>
                  <a:lnTo>
                    <a:pt x="297" y="1265"/>
                  </a:lnTo>
                  <a:lnTo>
                    <a:pt x="297" y="1245"/>
                  </a:lnTo>
                  <a:lnTo>
                    <a:pt x="316" y="1265"/>
                  </a:lnTo>
                  <a:lnTo>
                    <a:pt x="336" y="1304"/>
                  </a:lnTo>
                  <a:lnTo>
                    <a:pt x="356" y="1324"/>
                  </a:lnTo>
                  <a:lnTo>
                    <a:pt x="336" y="1284"/>
                  </a:lnTo>
                  <a:lnTo>
                    <a:pt x="336" y="1265"/>
                  </a:lnTo>
                  <a:lnTo>
                    <a:pt x="356" y="1284"/>
                  </a:lnTo>
                  <a:lnTo>
                    <a:pt x="316" y="1205"/>
                  </a:lnTo>
                  <a:lnTo>
                    <a:pt x="316" y="1166"/>
                  </a:lnTo>
                  <a:lnTo>
                    <a:pt x="336" y="1225"/>
                  </a:lnTo>
                  <a:lnTo>
                    <a:pt x="356" y="1265"/>
                  </a:lnTo>
                  <a:lnTo>
                    <a:pt x="376" y="1344"/>
                  </a:lnTo>
                  <a:lnTo>
                    <a:pt x="395" y="1363"/>
                  </a:lnTo>
                  <a:lnTo>
                    <a:pt x="415" y="1363"/>
                  </a:lnTo>
                  <a:lnTo>
                    <a:pt x="415" y="1383"/>
                  </a:lnTo>
                  <a:lnTo>
                    <a:pt x="415" y="1403"/>
                  </a:lnTo>
                  <a:lnTo>
                    <a:pt x="455" y="1462"/>
                  </a:lnTo>
                  <a:lnTo>
                    <a:pt x="455" y="1442"/>
                  </a:lnTo>
                  <a:lnTo>
                    <a:pt x="455" y="1403"/>
                  </a:lnTo>
                  <a:lnTo>
                    <a:pt x="455" y="1383"/>
                  </a:lnTo>
                  <a:lnTo>
                    <a:pt x="474" y="1383"/>
                  </a:lnTo>
                  <a:lnTo>
                    <a:pt x="474" y="1423"/>
                  </a:lnTo>
                  <a:lnTo>
                    <a:pt x="494" y="1423"/>
                  </a:lnTo>
                  <a:lnTo>
                    <a:pt x="514" y="1482"/>
                  </a:lnTo>
                  <a:lnTo>
                    <a:pt x="553" y="1521"/>
                  </a:lnTo>
                  <a:lnTo>
                    <a:pt x="534" y="1482"/>
                  </a:lnTo>
                  <a:lnTo>
                    <a:pt x="553" y="1482"/>
                  </a:lnTo>
                  <a:lnTo>
                    <a:pt x="534" y="1423"/>
                  </a:lnTo>
                  <a:lnTo>
                    <a:pt x="573" y="1482"/>
                  </a:lnTo>
                  <a:lnTo>
                    <a:pt x="573" y="1482"/>
                  </a:lnTo>
                  <a:lnTo>
                    <a:pt x="534" y="1363"/>
                  </a:lnTo>
                  <a:lnTo>
                    <a:pt x="514" y="1324"/>
                  </a:lnTo>
                  <a:lnTo>
                    <a:pt x="514" y="1284"/>
                  </a:lnTo>
                  <a:lnTo>
                    <a:pt x="573" y="1403"/>
                  </a:lnTo>
                  <a:lnTo>
                    <a:pt x="593" y="1462"/>
                  </a:lnTo>
                  <a:lnTo>
                    <a:pt x="613" y="1502"/>
                  </a:lnTo>
                  <a:lnTo>
                    <a:pt x="632" y="1502"/>
                  </a:lnTo>
                  <a:lnTo>
                    <a:pt x="632" y="1521"/>
                  </a:lnTo>
                  <a:lnTo>
                    <a:pt x="652" y="1581"/>
                  </a:lnTo>
                  <a:lnTo>
                    <a:pt x="672" y="1600"/>
                  </a:lnTo>
                  <a:lnTo>
                    <a:pt x="692" y="1620"/>
                  </a:lnTo>
                  <a:lnTo>
                    <a:pt x="692" y="1541"/>
                  </a:lnTo>
                  <a:lnTo>
                    <a:pt x="711" y="1600"/>
                  </a:lnTo>
                  <a:lnTo>
                    <a:pt x="751" y="1600"/>
                  </a:lnTo>
                  <a:lnTo>
                    <a:pt x="751" y="1581"/>
                  </a:lnTo>
                  <a:lnTo>
                    <a:pt x="751" y="1541"/>
                  </a:lnTo>
                  <a:lnTo>
                    <a:pt x="771" y="1561"/>
                  </a:lnTo>
                  <a:lnTo>
                    <a:pt x="790" y="1620"/>
                  </a:lnTo>
                  <a:lnTo>
                    <a:pt x="771" y="1541"/>
                  </a:lnTo>
                  <a:lnTo>
                    <a:pt x="751" y="1442"/>
                  </a:lnTo>
                  <a:lnTo>
                    <a:pt x="790" y="1502"/>
                  </a:lnTo>
                  <a:lnTo>
                    <a:pt x="810" y="1581"/>
                  </a:lnTo>
                  <a:lnTo>
                    <a:pt x="810" y="1620"/>
                  </a:lnTo>
                  <a:lnTo>
                    <a:pt x="830" y="1620"/>
                  </a:lnTo>
                  <a:lnTo>
                    <a:pt x="814" y="1589"/>
                  </a:lnTo>
                  <a:lnTo>
                    <a:pt x="850" y="1660"/>
                  </a:lnTo>
                  <a:lnTo>
                    <a:pt x="869" y="1660"/>
                  </a:lnTo>
                  <a:lnTo>
                    <a:pt x="850" y="1600"/>
                  </a:lnTo>
                  <a:lnTo>
                    <a:pt x="830" y="1561"/>
                  </a:lnTo>
                  <a:lnTo>
                    <a:pt x="850" y="1640"/>
                  </a:lnTo>
                  <a:lnTo>
                    <a:pt x="850" y="1640"/>
                  </a:lnTo>
                  <a:lnTo>
                    <a:pt x="830" y="1600"/>
                  </a:lnTo>
                  <a:lnTo>
                    <a:pt x="810" y="1561"/>
                  </a:lnTo>
                  <a:lnTo>
                    <a:pt x="810" y="1521"/>
                  </a:lnTo>
                  <a:lnTo>
                    <a:pt x="810" y="1482"/>
                  </a:lnTo>
                  <a:lnTo>
                    <a:pt x="790" y="1383"/>
                  </a:lnTo>
                  <a:lnTo>
                    <a:pt x="830" y="1423"/>
                  </a:lnTo>
                  <a:lnTo>
                    <a:pt x="869" y="1541"/>
                  </a:lnTo>
                  <a:lnTo>
                    <a:pt x="869" y="1521"/>
                  </a:lnTo>
                  <a:lnTo>
                    <a:pt x="909" y="1561"/>
                  </a:lnTo>
                  <a:lnTo>
                    <a:pt x="869" y="1482"/>
                  </a:lnTo>
                  <a:lnTo>
                    <a:pt x="889" y="1462"/>
                  </a:lnTo>
                  <a:lnTo>
                    <a:pt x="889" y="1482"/>
                  </a:lnTo>
                  <a:lnTo>
                    <a:pt x="929" y="1561"/>
                  </a:lnTo>
                  <a:lnTo>
                    <a:pt x="948" y="1561"/>
                  </a:lnTo>
                  <a:lnTo>
                    <a:pt x="968" y="1581"/>
                  </a:lnTo>
                  <a:lnTo>
                    <a:pt x="988" y="1600"/>
                  </a:lnTo>
                  <a:lnTo>
                    <a:pt x="1008" y="1581"/>
                  </a:lnTo>
                  <a:lnTo>
                    <a:pt x="968" y="1502"/>
                  </a:lnTo>
                  <a:lnTo>
                    <a:pt x="988" y="1581"/>
                  </a:lnTo>
                  <a:lnTo>
                    <a:pt x="948" y="1462"/>
                  </a:lnTo>
                  <a:lnTo>
                    <a:pt x="934" y="1373"/>
                  </a:lnTo>
                  <a:lnTo>
                    <a:pt x="948" y="1403"/>
                  </a:lnTo>
                  <a:lnTo>
                    <a:pt x="948" y="1363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44"/>
                  </a:lnTo>
                  <a:lnTo>
                    <a:pt x="929" y="1304"/>
                  </a:lnTo>
                  <a:lnTo>
                    <a:pt x="948" y="1344"/>
                  </a:lnTo>
                  <a:lnTo>
                    <a:pt x="968" y="1383"/>
                  </a:lnTo>
                  <a:lnTo>
                    <a:pt x="968" y="1363"/>
                  </a:lnTo>
                  <a:lnTo>
                    <a:pt x="968" y="1324"/>
                  </a:lnTo>
                  <a:lnTo>
                    <a:pt x="988" y="1363"/>
                  </a:lnTo>
                  <a:lnTo>
                    <a:pt x="1008" y="1442"/>
                  </a:lnTo>
                  <a:lnTo>
                    <a:pt x="1027" y="1482"/>
                  </a:lnTo>
                  <a:lnTo>
                    <a:pt x="1027" y="1541"/>
                  </a:lnTo>
                  <a:lnTo>
                    <a:pt x="1047" y="1521"/>
                  </a:lnTo>
                  <a:lnTo>
                    <a:pt x="1067" y="1600"/>
                  </a:lnTo>
                  <a:lnTo>
                    <a:pt x="1067" y="1581"/>
                  </a:lnTo>
                  <a:lnTo>
                    <a:pt x="1080" y="1581"/>
                  </a:lnTo>
                  <a:lnTo>
                    <a:pt x="1067" y="1541"/>
                  </a:lnTo>
                  <a:lnTo>
                    <a:pt x="1107" y="1581"/>
                  </a:lnTo>
                  <a:lnTo>
                    <a:pt x="1146" y="1581"/>
                  </a:lnTo>
                  <a:lnTo>
                    <a:pt x="1126" y="1541"/>
                  </a:lnTo>
                  <a:lnTo>
                    <a:pt x="1126" y="1521"/>
                  </a:lnTo>
                  <a:lnTo>
                    <a:pt x="1146" y="1541"/>
                  </a:lnTo>
                  <a:lnTo>
                    <a:pt x="1166" y="1561"/>
                  </a:lnTo>
                  <a:lnTo>
                    <a:pt x="1166" y="1521"/>
                  </a:lnTo>
                  <a:lnTo>
                    <a:pt x="1146" y="1442"/>
                  </a:lnTo>
                  <a:lnTo>
                    <a:pt x="1186" y="1482"/>
                  </a:lnTo>
                  <a:lnTo>
                    <a:pt x="1166" y="1403"/>
                  </a:lnTo>
                  <a:lnTo>
                    <a:pt x="1166" y="1383"/>
                  </a:lnTo>
                  <a:lnTo>
                    <a:pt x="1186" y="1383"/>
                  </a:lnTo>
                  <a:lnTo>
                    <a:pt x="1186" y="1462"/>
                  </a:lnTo>
                  <a:lnTo>
                    <a:pt x="1205" y="1482"/>
                  </a:lnTo>
                  <a:lnTo>
                    <a:pt x="1223" y="1482"/>
                  </a:lnTo>
                  <a:lnTo>
                    <a:pt x="1205" y="1284"/>
                  </a:lnTo>
                  <a:lnTo>
                    <a:pt x="1166" y="1186"/>
                  </a:lnTo>
                  <a:lnTo>
                    <a:pt x="1126" y="1067"/>
                  </a:lnTo>
                  <a:lnTo>
                    <a:pt x="1146" y="1107"/>
                  </a:lnTo>
                  <a:lnTo>
                    <a:pt x="1186" y="1146"/>
                  </a:lnTo>
                  <a:lnTo>
                    <a:pt x="1205" y="1205"/>
                  </a:lnTo>
                  <a:lnTo>
                    <a:pt x="1225" y="1265"/>
                  </a:lnTo>
                  <a:lnTo>
                    <a:pt x="1205" y="1225"/>
                  </a:lnTo>
                  <a:lnTo>
                    <a:pt x="1186" y="1205"/>
                  </a:lnTo>
                  <a:lnTo>
                    <a:pt x="1265" y="1344"/>
                  </a:lnTo>
                  <a:lnTo>
                    <a:pt x="1265" y="1403"/>
                  </a:lnTo>
                  <a:lnTo>
                    <a:pt x="1284" y="1442"/>
                  </a:lnTo>
                  <a:lnTo>
                    <a:pt x="1324" y="1521"/>
                  </a:lnTo>
                  <a:lnTo>
                    <a:pt x="1324" y="1502"/>
                  </a:lnTo>
                  <a:lnTo>
                    <a:pt x="1324" y="1482"/>
                  </a:lnTo>
                  <a:lnTo>
                    <a:pt x="1344" y="1502"/>
                  </a:lnTo>
                  <a:lnTo>
                    <a:pt x="1344" y="1482"/>
                  </a:lnTo>
                  <a:lnTo>
                    <a:pt x="1344" y="1462"/>
                  </a:lnTo>
                  <a:lnTo>
                    <a:pt x="1363" y="1462"/>
                  </a:lnTo>
                  <a:lnTo>
                    <a:pt x="1344" y="1403"/>
                  </a:lnTo>
                  <a:lnTo>
                    <a:pt x="1344" y="1403"/>
                  </a:lnTo>
                  <a:lnTo>
                    <a:pt x="1363" y="1423"/>
                  </a:lnTo>
                  <a:lnTo>
                    <a:pt x="1383" y="1462"/>
                  </a:lnTo>
                  <a:lnTo>
                    <a:pt x="1383" y="1423"/>
                  </a:lnTo>
                  <a:lnTo>
                    <a:pt x="1383" y="1403"/>
                  </a:lnTo>
                  <a:lnTo>
                    <a:pt x="1363" y="1344"/>
                  </a:lnTo>
                  <a:lnTo>
                    <a:pt x="1324" y="1245"/>
                  </a:lnTo>
                  <a:lnTo>
                    <a:pt x="1324" y="1205"/>
                  </a:lnTo>
                  <a:lnTo>
                    <a:pt x="1344" y="1205"/>
                  </a:lnTo>
                  <a:lnTo>
                    <a:pt x="1344" y="1245"/>
                  </a:lnTo>
                  <a:lnTo>
                    <a:pt x="1344" y="1265"/>
                  </a:lnTo>
                  <a:lnTo>
                    <a:pt x="1363" y="1225"/>
                  </a:lnTo>
                  <a:lnTo>
                    <a:pt x="1383" y="1284"/>
                  </a:lnTo>
                  <a:lnTo>
                    <a:pt x="1383" y="1304"/>
                  </a:lnTo>
                  <a:lnTo>
                    <a:pt x="1383" y="1324"/>
                  </a:lnTo>
                  <a:lnTo>
                    <a:pt x="1403" y="1304"/>
                  </a:lnTo>
                  <a:lnTo>
                    <a:pt x="1383" y="1225"/>
                  </a:lnTo>
                  <a:lnTo>
                    <a:pt x="1403" y="1225"/>
                  </a:lnTo>
                  <a:lnTo>
                    <a:pt x="1403" y="1245"/>
                  </a:lnTo>
                  <a:lnTo>
                    <a:pt x="1442" y="1344"/>
                  </a:lnTo>
                  <a:lnTo>
                    <a:pt x="1462" y="1423"/>
                  </a:lnTo>
                  <a:lnTo>
                    <a:pt x="1462" y="1363"/>
                  </a:lnTo>
                  <a:lnTo>
                    <a:pt x="1442" y="1304"/>
                  </a:lnTo>
                  <a:lnTo>
                    <a:pt x="1423" y="1245"/>
                  </a:lnTo>
                  <a:lnTo>
                    <a:pt x="1462" y="1324"/>
                  </a:lnTo>
                  <a:lnTo>
                    <a:pt x="1482" y="1363"/>
                  </a:lnTo>
                  <a:lnTo>
                    <a:pt x="1482" y="1363"/>
                  </a:lnTo>
                  <a:lnTo>
                    <a:pt x="1462" y="1284"/>
                  </a:lnTo>
                  <a:lnTo>
                    <a:pt x="1442" y="1205"/>
                  </a:lnTo>
                  <a:lnTo>
                    <a:pt x="1423" y="1166"/>
                  </a:lnTo>
                  <a:lnTo>
                    <a:pt x="1423" y="1126"/>
                  </a:lnTo>
                  <a:lnTo>
                    <a:pt x="1403" y="1087"/>
                  </a:lnTo>
                  <a:lnTo>
                    <a:pt x="1423" y="1107"/>
                  </a:lnTo>
                  <a:lnTo>
                    <a:pt x="1423" y="1126"/>
                  </a:lnTo>
                  <a:lnTo>
                    <a:pt x="1462" y="1166"/>
                  </a:lnTo>
                  <a:lnTo>
                    <a:pt x="1482" y="1265"/>
                  </a:lnTo>
                  <a:lnTo>
                    <a:pt x="1482" y="1186"/>
                  </a:lnTo>
                  <a:lnTo>
                    <a:pt x="1482" y="1107"/>
                  </a:lnTo>
                  <a:lnTo>
                    <a:pt x="1502" y="1166"/>
                  </a:lnTo>
                  <a:lnTo>
                    <a:pt x="1502" y="1225"/>
                  </a:lnTo>
                  <a:lnTo>
                    <a:pt x="1521" y="1265"/>
                  </a:lnTo>
                  <a:lnTo>
                    <a:pt x="1541" y="1363"/>
                  </a:lnTo>
                  <a:lnTo>
                    <a:pt x="1541" y="1304"/>
                  </a:lnTo>
                  <a:lnTo>
                    <a:pt x="1541" y="1284"/>
                  </a:lnTo>
                  <a:lnTo>
                    <a:pt x="1561" y="1304"/>
                  </a:lnTo>
                  <a:lnTo>
                    <a:pt x="1581" y="1265"/>
                  </a:lnTo>
                  <a:lnTo>
                    <a:pt x="1561" y="1245"/>
                  </a:lnTo>
                  <a:lnTo>
                    <a:pt x="1561" y="1225"/>
                  </a:lnTo>
                  <a:lnTo>
                    <a:pt x="1581" y="1225"/>
                  </a:lnTo>
                  <a:lnTo>
                    <a:pt x="1581" y="1205"/>
                  </a:lnTo>
                  <a:lnTo>
                    <a:pt x="1620" y="1205"/>
                  </a:lnTo>
                  <a:lnTo>
                    <a:pt x="1620" y="1186"/>
                  </a:lnTo>
                  <a:lnTo>
                    <a:pt x="1600" y="1166"/>
                  </a:lnTo>
                  <a:lnTo>
                    <a:pt x="1600" y="1186"/>
                  </a:lnTo>
                  <a:lnTo>
                    <a:pt x="1581" y="1166"/>
                  </a:lnTo>
                  <a:lnTo>
                    <a:pt x="1561" y="1107"/>
                  </a:lnTo>
                  <a:lnTo>
                    <a:pt x="1561" y="1067"/>
                  </a:lnTo>
                  <a:lnTo>
                    <a:pt x="1561" y="1028"/>
                  </a:lnTo>
                  <a:lnTo>
                    <a:pt x="1581" y="1028"/>
                  </a:lnTo>
                  <a:lnTo>
                    <a:pt x="1561" y="1008"/>
                  </a:lnTo>
                  <a:lnTo>
                    <a:pt x="1561" y="968"/>
                  </a:lnTo>
                  <a:lnTo>
                    <a:pt x="1581" y="968"/>
                  </a:lnTo>
                  <a:lnTo>
                    <a:pt x="1600" y="1028"/>
                  </a:lnTo>
                  <a:lnTo>
                    <a:pt x="1620" y="1008"/>
                  </a:lnTo>
                  <a:lnTo>
                    <a:pt x="1620" y="1047"/>
                  </a:lnTo>
                  <a:lnTo>
                    <a:pt x="1640" y="1067"/>
                  </a:lnTo>
                  <a:lnTo>
                    <a:pt x="1640" y="1047"/>
                  </a:lnTo>
                  <a:lnTo>
                    <a:pt x="1640" y="1028"/>
                  </a:lnTo>
                  <a:lnTo>
                    <a:pt x="1660" y="1067"/>
                  </a:lnTo>
                  <a:lnTo>
                    <a:pt x="1660" y="1047"/>
                  </a:lnTo>
                  <a:lnTo>
                    <a:pt x="1679" y="1087"/>
                  </a:lnTo>
                  <a:lnTo>
                    <a:pt x="1679" y="1067"/>
                  </a:lnTo>
                  <a:lnTo>
                    <a:pt x="1679" y="1028"/>
                  </a:lnTo>
                  <a:lnTo>
                    <a:pt x="1660" y="968"/>
                  </a:lnTo>
                  <a:lnTo>
                    <a:pt x="1640" y="909"/>
                  </a:lnTo>
                  <a:lnTo>
                    <a:pt x="1640" y="889"/>
                  </a:lnTo>
                  <a:lnTo>
                    <a:pt x="1660" y="889"/>
                  </a:lnTo>
                  <a:lnTo>
                    <a:pt x="1679" y="929"/>
                  </a:lnTo>
                  <a:lnTo>
                    <a:pt x="1679" y="889"/>
                  </a:lnTo>
                  <a:lnTo>
                    <a:pt x="1699" y="929"/>
                  </a:lnTo>
                  <a:lnTo>
                    <a:pt x="1699" y="909"/>
                  </a:lnTo>
                  <a:lnTo>
                    <a:pt x="1719" y="949"/>
                  </a:lnTo>
                  <a:lnTo>
                    <a:pt x="1699" y="968"/>
                  </a:lnTo>
                  <a:lnTo>
                    <a:pt x="1699" y="988"/>
                  </a:lnTo>
                  <a:lnTo>
                    <a:pt x="1719" y="1047"/>
                  </a:lnTo>
                  <a:lnTo>
                    <a:pt x="1739" y="1067"/>
                  </a:lnTo>
                  <a:lnTo>
                    <a:pt x="1719" y="988"/>
                  </a:lnTo>
                  <a:lnTo>
                    <a:pt x="1719" y="988"/>
                  </a:lnTo>
                  <a:lnTo>
                    <a:pt x="1739" y="1008"/>
                  </a:lnTo>
                  <a:lnTo>
                    <a:pt x="1758" y="1047"/>
                  </a:lnTo>
                  <a:lnTo>
                    <a:pt x="1758" y="1008"/>
                  </a:lnTo>
                  <a:lnTo>
                    <a:pt x="1758" y="988"/>
                  </a:lnTo>
                  <a:lnTo>
                    <a:pt x="1798" y="1087"/>
                  </a:lnTo>
                  <a:lnTo>
                    <a:pt x="1798" y="1067"/>
                  </a:lnTo>
                  <a:lnTo>
                    <a:pt x="1778" y="1028"/>
                  </a:lnTo>
                  <a:lnTo>
                    <a:pt x="1837" y="1028"/>
                  </a:lnTo>
                  <a:lnTo>
                    <a:pt x="1798" y="968"/>
                  </a:lnTo>
                  <a:lnTo>
                    <a:pt x="1798" y="988"/>
                  </a:lnTo>
                  <a:lnTo>
                    <a:pt x="1798" y="1008"/>
                  </a:lnTo>
                  <a:lnTo>
                    <a:pt x="1778" y="968"/>
                  </a:lnTo>
                  <a:lnTo>
                    <a:pt x="1778" y="929"/>
                  </a:lnTo>
                  <a:lnTo>
                    <a:pt x="1798" y="929"/>
                  </a:lnTo>
                  <a:lnTo>
                    <a:pt x="1818" y="909"/>
                  </a:lnTo>
                  <a:lnTo>
                    <a:pt x="1818" y="870"/>
                  </a:lnTo>
                  <a:lnTo>
                    <a:pt x="1837" y="909"/>
                  </a:lnTo>
                  <a:lnTo>
                    <a:pt x="1857" y="988"/>
                  </a:lnTo>
                  <a:lnTo>
                    <a:pt x="1857" y="949"/>
                  </a:lnTo>
                  <a:lnTo>
                    <a:pt x="1877" y="968"/>
                  </a:lnTo>
                  <a:lnTo>
                    <a:pt x="1916" y="1008"/>
                  </a:lnTo>
                  <a:lnTo>
                    <a:pt x="1936" y="1047"/>
                  </a:lnTo>
                  <a:lnTo>
                    <a:pt x="1936" y="1067"/>
                  </a:lnTo>
                  <a:lnTo>
                    <a:pt x="1956" y="1047"/>
                  </a:lnTo>
                  <a:lnTo>
                    <a:pt x="1916" y="968"/>
                  </a:lnTo>
                  <a:lnTo>
                    <a:pt x="1916" y="949"/>
                  </a:lnTo>
                  <a:lnTo>
                    <a:pt x="1936" y="949"/>
                  </a:lnTo>
                  <a:lnTo>
                    <a:pt x="1956" y="988"/>
                  </a:lnTo>
                  <a:lnTo>
                    <a:pt x="1976" y="1008"/>
                  </a:lnTo>
                  <a:lnTo>
                    <a:pt x="1976" y="1008"/>
                  </a:lnTo>
                  <a:lnTo>
                    <a:pt x="1956" y="968"/>
                  </a:lnTo>
                  <a:lnTo>
                    <a:pt x="1946" y="929"/>
                  </a:lnTo>
                  <a:lnTo>
                    <a:pt x="1956" y="929"/>
                  </a:lnTo>
                  <a:lnTo>
                    <a:pt x="1956" y="909"/>
                  </a:lnTo>
                  <a:lnTo>
                    <a:pt x="1956" y="889"/>
                  </a:lnTo>
                  <a:lnTo>
                    <a:pt x="1943" y="916"/>
                  </a:lnTo>
                  <a:lnTo>
                    <a:pt x="1936" y="889"/>
                  </a:lnTo>
                  <a:lnTo>
                    <a:pt x="1916" y="850"/>
                  </a:lnTo>
                  <a:lnTo>
                    <a:pt x="1916" y="850"/>
                  </a:lnTo>
                  <a:lnTo>
                    <a:pt x="1936" y="870"/>
                  </a:lnTo>
                  <a:lnTo>
                    <a:pt x="1936" y="850"/>
                  </a:lnTo>
                  <a:lnTo>
                    <a:pt x="1956" y="889"/>
                  </a:lnTo>
                  <a:lnTo>
                    <a:pt x="1956" y="850"/>
                  </a:lnTo>
                  <a:lnTo>
                    <a:pt x="1936" y="830"/>
                  </a:lnTo>
                  <a:lnTo>
                    <a:pt x="1916" y="771"/>
                  </a:lnTo>
                  <a:lnTo>
                    <a:pt x="1936" y="791"/>
                  </a:lnTo>
                  <a:lnTo>
                    <a:pt x="1956" y="830"/>
                  </a:lnTo>
                  <a:lnTo>
                    <a:pt x="1956" y="791"/>
                  </a:lnTo>
                  <a:lnTo>
                    <a:pt x="1956" y="771"/>
                  </a:lnTo>
                  <a:lnTo>
                    <a:pt x="1936" y="731"/>
                  </a:lnTo>
                  <a:lnTo>
                    <a:pt x="1936" y="692"/>
                  </a:lnTo>
                  <a:lnTo>
                    <a:pt x="1976" y="751"/>
                  </a:lnTo>
                  <a:lnTo>
                    <a:pt x="1995" y="791"/>
                  </a:lnTo>
                  <a:lnTo>
                    <a:pt x="2015" y="850"/>
                  </a:lnTo>
                  <a:lnTo>
                    <a:pt x="2015" y="870"/>
                  </a:lnTo>
                  <a:lnTo>
                    <a:pt x="2035" y="850"/>
                  </a:lnTo>
                  <a:lnTo>
                    <a:pt x="2015" y="791"/>
                  </a:lnTo>
                  <a:lnTo>
                    <a:pt x="2074" y="850"/>
                  </a:lnTo>
                  <a:lnTo>
                    <a:pt x="2055" y="810"/>
                  </a:lnTo>
                  <a:lnTo>
                    <a:pt x="2035" y="731"/>
                  </a:lnTo>
                  <a:lnTo>
                    <a:pt x="2015" y="692"/>
                  </a:lnTo>
                  <a:lnTo>
                    <a:pt x="1995" y="652"/>
                  </a:lnTo>
                  <a:lnTo>
                    <a:pt x="1976" y="593"/>
                  </a:lnTo>
                  <a:lnTo>
                    <a:pt x="1976" y="573"/>
                  </a:lnTo>
                  <a:lnTo>
                    <a:pt x="2035" y="652"/>
                  </a:lnTo>
                  <a:lnTo>
                    <a:pt x="2074" y="771"/>
                  </a:lnTo>
                  <a:lnTo>
                    <a:pt x="2134" y="929"/>
                  </a:lnTo>
                  <a:lnTo>
                    <a:pt x="2153" y="889"/>
                  </a:lnTo>
                  <a:lnTo>
                    <a:pt x="2173" y="889"/>
                  </a:lnTo>
                  <a:lnTo>
                    <a:pt x="2153" y="810"/>
                  </a:lnTo>
                  <a:lnTo>
                    <a:pt x="2114" y="712"/>
                  </a:lnTo>
                  <a:lnTo>
                    <a:pt x="2134" y="712"/>
                  </a:lnTo>
                  <a:lnTo>
                    <a:pt x="2134" y="692"/>
                  </a:lnTo>
                  <a:lnTo>
                    <a:pt x="2134" y="672"/>
                  </a:lnTo>
                  <a:lnTo>
                    <a:pt x="2153" y="672"/>
                  </a:lnTo>
                  <a:lnTo>
                    <a:pt x="2134" y="613"/>
                  </a:lnTo>
                  <a:lnTo>
                    <a:pt x="2094" y="534"/>
                  </a:lnTo>
                  <a:lnTo>
                    <a:pt x="2094" y="514"/>
                  </a:lnTo>
                  <a:lnTo>
                    <a:pt x="2094" y="494"/>
                  </a:lnTo>
                  <a:lnTo>
                    <a:pt x="2094" y="475"/>
                  </a:lnTo>
                  <a:lnTo>
                    <a:pt x="11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5" name="Google Shape;7725;p29"/>
            <p:cNvSpPr/>
            <p:nvPr/>
          </p:nvSpPr>
          <p:spPr>
            <a:xfrm>
              <a:off x="-1158575" y="3982025"/>
              <a:ext cx="525" cy="1000"/>
            </a:xfrm>
            <a:custGeom>
              <a:rect b="b" l="l" r="r" t="t"/>
              <a:pathLst>
                <a:path extrusionOk="0" h="40" w="21">
                  <a:moveTo>
                    <a:pt x="1" y="0"/>
                  </a:moveTo>
                  <a:lnTo>
                    <a:pt x="1" y="0"/>
                  </a:lnTo>
                  <a:lnTo>
                    <a:pt x="20" y="40"/>
                  </a:lnTo>
                  <a:lnTo>
                    <a:pt x="20" y="4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6" name="Google Shape;7726;p29"/>
            <p:cNvSpPr/>
            <p:nvPr/>
          </p:nvSpPr>
          <p:spPr>
            <a:xfrm>
              <a:off x="-1159550" y="4098050"/>
              <a:ext cx="500" cy="525"/>
            </a:xfrm>
            <a:custGeom>
              <a:rect b="b" l="l" r="r" t="t"/>
              <a:pathLst>
                <a:path extrusionOk="0" h="21" w="20">
                  <a:moveTo>
                    <a:pt x="0" y="21"/>
                  </a:move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7" name="Google Shape;7727;p29"/>
            <p:cNvSpPr/>
            <p:nvPr/>
          </p:nvSpPr>
          <p:spPr>
            <a:xfrm>
              <a:off x="-1161050" y="4097075"/>
              <a:ext cx="2500" cy="1000"/>
            </a:xfrm>
            <a:custGeom>
              <a:rect b="b" l="l" r="r" t="t"/>
              <a:pathLst>
                <a:path extrusionOk="0" h="40" w="100">
                  <a:moveTo>
                    <a:pt x="100" y="0"/>
                  </a:moveTo>
                  <a:lnTo>
                    <a:pt x="60" y="20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80" y="20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8" name="Google Shape;7728;p29"/>
            <p:cNvSpPr/>
            <p:nvPr/>
          </p:nvSpPr>
          <p:spPr>
            <a:xfrm>
              <a:off x="-1159075" y="4096575"/>
              <a:ext cx="1025" cy="525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20"/>
                  </a:lnTo>
                  <a:lnTo>
                    <a:pt x="40" y="20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9" name="Google Shape;7729;p29"/>
            <p:cNvSpPr/>
            <p:nvPr/>
          </p:nvSpPr>
          <p:spPr>
            <a:xfrm>
              <a:off x="-1164000" y="4095600"/>
              <a:ext cx="6450" cy="3475"/>
            </a:xfrm>
            <a:custGeom>
              <a:rect b="b" l="l" r="r" t="t"/>
              <a:pathLst>
                <a:path extrusionOk="0" h="139" w="258">
                  <a:moveTo>
                    <a:pt x="257" y="0"/>
                  </a:moveTo>
                  <a:lnTo>
                    <a:pt x="198" y="20"/>
                  </a:lnTo>
                  <a:lnTo>
                    <a:pt x="158" y="40"/>
                  </a:lnTo>
                  <a:lnTo>
                    <a:pt x="237" y="40"/>
                  </a:lnTo>
                  <a:lnTo>
                    <a:pt x="257" y="0"/>
                  </a:lnTo>
                  <a:close/>
                  <a:moveTo>
                    <a:pt x="79" y="40"/>
                  </a:moveTo>
                  <a:lnTo>
                    <a:pt x="0" y="99"/>
                  </a:lnTo>
                  <a:lnTo>
                    <a:pt x="20" y="99"/>
                  </a:lnTo>
                  <a:lnTo>
                    <a:pt x="0" y="138"/>
                  </a:lnTo>
                  <a:lnTo>
                    <a:pt x="40" y="99"/>
                  </a:lnTo>
                  <a:lnTo>
                    <a:pt x="79" y="99"/>
                  </a:lnTo>
                  <a:lnTo>
                    <a:pt x="60" y="119"/>
                  </a:lnTo>
                  <a:lnTo>
                    <a:pt x="139" y="59"/>
                  </a:lnTo>
                  <a:lnTo>
                    <a:pt x="99" y="59"/>
                  </a:lnTo>
                  <a:lnTo>
                    <a:pt x="119" y="4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0" name="Google Shape;7730;p29"/>
            <p:cNvSpPr/>
            <p:nvPr/>
          </p:nvSpPr>
          <p:spPr>
            <a:xfrm>
              <a:off x="-1174375" y="4056575"/>
              <a:ext cx="31625" cy="40025"/>
            </a:xfrm>
            <a:custGeom>
              <a:rect b="b" l="l" r="r" t="t"/>
              <a:pathLst>
                <a:path extrusionOk="0" h="1601" w="1265">
                  <a:moveTo>
                    <a:pt x="1028" y="149"/>
                  </a:moveTo>
                  <a:lnTo>
                    <a:pt x="1028" y="159"/>
                  </a:lnTo>
                  <a:lnTo>
                    <a:pt x="1047" y="159"/>
                  </a:lnTo>
                  <a:lnTo>
                    <a:pt x="1028" y="149"/>
                  </a:lnTo>
                  <a:close/>
                  <a:moveTo>
                    <a:pt x="60" y="573"/>
                  </a:moveTo>
                  <a:lnTo>
                    <a:pt x="40" y="593"/>
                  </a:lnTo>
                  <a:lnTo>
                    <a:pt x="60" y="593"/>
                  </a:lnTo>
                  <a:lnTo>
                    <a:pt x="50" y="603"/>
                  </a:lnTo>
                  <a:lnTo>
                    <a:pt x="50" y="603"/>
                  </a:lnTo>
                  <a:lnTo>
                    <a:pt x="99" y="593"/>
                  </a:lnTo>
                  <a:lnTo>
                    <a:pt x="99" y="573"/>
                  </a:lnTo>
                  <a:close/>
                  <a:moveTo>
                    <a:pt x="50" y="603"/>
                  </a:moveTo>
                  <a:lnTo>
                    <a:pt x="0" y="613"/>
                  </a:lnTo>
                  <a:lnTo>
                    <a:pt x="20" y="613"/>
                  </a:lnTo>
                  <a:lnTo>
                    <a:pt x="0" y="633"/>
                  </a:lnTo>
                  <a:lnTo>
                    <a:pt x="60" y="613"/>
                  </a:lnTo>
                  <a:lnTo>
                    <a:pt x="40" y="613"/>
                  </a:lnTo>
                  <a:lnTo>
                    <a:pt x="50" y="603"/>
                  </a:lnTo>
                  <a:close/>
                  <a:moveTo>
                    <a:pt x="336" y="1344"/>
                  </a:moveTo>
                  <a:lnTo>
                    <a:pt x="257" y="1383"/>
                  </a:lnTo>
                  <a:lnTo>
                    <a:pt x="277" y="1383"/>
                  </a:lnTo>
                  <a:lnTo>
                    <a:pt x="317" y="1364"/>
                  </a:lnTo>
                  <a:lnTo>
                    <a:pt x="336" y="1344"/>
                  </a:lnTo>
                  <a:close/>
                  <a:moveTo>
                    <a:pt x="791" y="1"/>
                  </a:moveTo>
                  <a:lnTo>
                    <a:pt x="791" y="20"/>
                  </a:lnTo>
                  <a:lnTo>
                    <a:pt x="652" y="20"/>
                  </a:lnTo>
                  <a:lnTo>
                    <a:pt x="692" y="40"/>
                  </a:lnTo>
                  <a:lnTo>
                    <a:pt x="672" y="40"/>
                  </a:lnTo>
                  <a:lnTo>
                    <a:pt x="652" y="60"/>
                  </a:lnTo>
                  <a:lnTo>
                    <a:pt x="534" y="60"/>
                  </a:lnTo>
                  <a:lnTo>
                    <a:pt x="514" y="80"/>
                  </a:lnTo>
                  <a:lnTo>
                    <a:pt x="534" y="80"/>
                  </a:lnTo>
                  <a:lnTo>
                    <a:pt x="554" y="99"/>
                  </a:lnTo>
                  <a:lnTo>
                    <a:pt x="534" y="119"/>
                  </a:lnTo>
                  <a:lnTo>
                    <a:pt x="475" y="99"/>
                  </a:lnTo>
                  <a:lnTo>
                    <a:pt x="494" y="119"/>
                  </a:lnTo>
                  <a:lnTo>
                    <a:pt x="415" y="119"/>
                  </a:lnTo>
                  <a:lnTo>
                    <a:pt x="514" y="139"/>
                  </a:lnTo>
                  <a:lnTo>
                    <a:pt x="573" y="139"/>
                  </a:lnTo>
                  <a:lnTo>
                    <a:pt x="554" y="159"/>
                  </a:lnTo>
                  <a:lnTo>
                    <a:pt x="514" y="159"/>
                  </a:lnTo>
                  <a:lnTo>
                    <a:pt x="435" y="139"/>
                  </a:lnTo>
                  <a:lnTo>
                    <a:pt x="415" y="159"/>
                  </a:lnTo>
                  <a:lnTo>
                    <a:pt x="396" y="178"/>
                  </a:lnTo>
                  <a:lnTo>
                    <a:pt x="297" y="178"/>
                  </a:lnTo>
                  <a:lnTo>
                    <a:pt x="317" y="198"/>
                  </a:lnTo>
                  <a:lnTo>
                    <a:pt x="356" y="218"/>
                  </a:lnTo>
                  <a:lnTo>
                    <a:pt x="336" y="218"/>
                  </a:lnTo>
                  <a:lnTo>
                    <a:pt x="336" y="238"/>
                  </a:lnTo>
                  <a:lnTo>
                    <a:pt x="297" y="238"/>
                  </a:lnTo>
                  <a:lnTo>
                    <a:pt x="317" y="257"/>
                  </a:lnTo>
                  <a:lnTo>
                    <a:pt x="238" y="257"/>
                  </a:lnTo>
                  <a:lnTo>
                    <a:pt x="218" y="277"/>
                  </a:lnTo>
                  <a:lnTo>
                    <a:pt x="257" y="277"/>
                  </a:lnTo>
                  <a:lnTo>
                    <a:pt x="257" y="297"/>
                  </a:lnTo>
                  <a:lnTo>
                    <a:pt x="317" y="297"/>
                  </a:lnTo>
                  <a:lnTo>
                    <a:pt x="238" y="317"/>
                  </a:lnTo>
                  <a:lnTo>
                    <a:pt x="435" y="317"/>
                  </a:lnTo>
                  <a:lnTo>
                    <a:pt x="396" y="336"/>
                  </a:lnTo>
                  <a:lnTo>
                    <a:pt x="198" y="336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218" y="376"/>
                  </a:lnTo>
                  <a:lnTo>
                    <a:pt x="139" y="376"/>
                  </a:lnTo>
                  <a:lnTo>
                    <a:pt x="139" y="396"/>
                  </a:lnTo>
                  <a:lnTo>
                    <a:pt x="99" y="415"/>
                  </a:lnTo>
                  <a:lnTo>
                    <a:pt x="79" y="415"/>
                  </a:lnTo>
                  <a:lnTo>
                    <a:pt x="159" y="435"/>
                  </a:lnTo>
                  <a:lnTo>
                    <a:pt x="119" y="455"/>
                  </a:lnTo>
                  <a:lnTo>
                    <a:pt x="99" y="455"/>
                  </a:lnTo>
                  <a:lnTo>
                    <a:pt x="99" y="475"/>
                  </a:lnTo>
                  <a:lnTo>
                    <a:pt x="79" y="494"/>
                  </a:lnTo>
                  <a:lnTo>
                    <a:pt x="99" y="494"/>
                  </a:lnTo>
                  <a:lnTo>
                    <a:pt x="60" y="514"/>
                  </a:lnTo>
                  <a:lnTo>
                    <a:pt x="119" y="514"/>
                  </a:lnTo>
                  <a:lnTo>
                    <a:pt x="119" y="534"/>
                  </a:lnTo>
                  <a:lnTo>
                    <a:pt x="99" y="534"/>
                  </a:lnTo>
                  <a:lnTo>
                    <a:pt x="60" y="554"/>
                  </a:lnTo>
                  <a:lnTo>
                    <a:pt x="238" y="554"/>
                  </a:lnTo>
                  <a:lnTo>
                    <a:pt x="178" y="573"/>
                  </a:lnTo>
                  <a:lnTo>
                    <a:pt x="99" y="593"/>
                  </a:lnTo>
                  <a:lnTo>
                    <a:pt x="119" y="593"/>
                  </a:lnTo>
                  <a:lnTo>
                    <a:pt x="159" y="613"/>
                  </a:lnTo>
                  <a:lnTo>
                    <a:pt x="297" y="613"/>
                  </a:lnTo>
                  <a:lnTo>
                    <a:pt x="257" y="633"/>
                  </a:lnTo>
                  <a:lnTo>
                    <a:pt x="198" y="653"/>
                  </a:lnTo>
                  <a:lnTo>
                    <a:pt x="139" y="653"/>
                  </a:lnTo>
                  <a:lnTo>
                    <a:pt x="159" y="672"/>
                  </a:lnTo>
                  <a:lnTo>
                    <a:pt x="79" y="712"/>
                  </a:lnTo>
                  <a:lnTo>
                    <a:pt x="178" y="692"/>
                  </a:lnTo>
                  <a:lnTo>
                    <a:pt x="198" y="692"/>
                  </a:lnTo>
                  <a:lnTo>
                    <a:pt x="178" y="712"/>
                  </a:lnTo>
                  <a:lnTo>
                    <a:pt x="99" y="732"/>
                  </a:lnTo>
                  <a:lnTo>
                    <a:pt x="99" y="751"/>
                  </a:lnTo>
                  <a:lnTo>
                    <a:pt x="79" y="791"/>
                  </a:lnTo>
                  <a:lnTo>
                    <a:pt x="60" y="811"/>
                  </a:lnTo>
                  <a:lnTo>
                    <a:pt x="79" y="830"/>
                  </a:lnTo>
                  <a:lnTo>
                    <a:pt x="139" y="801"/>
                  </a:lnTo>
                  <a:lnTo>
                    <a:pt x="139" y="801"/>
                  </a:lnTo>
                  <a:lnTo>
                    <a:pt x="198" y="791"/>
                  </a:lnTo>
                  <a:lnTo>
                    <a:pt x="317" y="771"/>
                  </a:lnTo>
                  <a:lnTo>
                    <a:pt x="297" y="791"/>
                  </a:lnTo>
                  <a:lnTo>
                    <a:pt x="257" y="791"/>
                  </a:lnTo>
                  <a:lnTo>
                    <a:pt x="297" y="811"/>
                  </a:lnTo>
                  <a:lnTo>
                    <a:pt x="317" y="791"/>
                  </a:lnTo>
                  <a:lnTo>
                    <a:pt x="356" y="791"/>
                  </a:lnTo>
                  <a:lnTo>
                    <a:pt x="317" y="811"/>
                  </a:lnTo>
                  <a:lnTo>
                    <a:pt x="257" y="830"/>
                  </a:lnTo>
                  <a:lnTo>
                    <a:pt x="336" y="830"/>
                  </a:lnTo>
                  <a:lnTo>
                    <a:pt x="297" y="850"/>
                  </a:lnTo>
                  <a:lnTo>
                    <a:pt x="198" y="850"/>
                  </a:lnTo>
                  <a:lnTo>
                    <a:pt x="159" y="870"/>
                  </a:lnTo>
                  <a:lnTo>
                    <a:pt x="119" y="870"/>
                  </a:lnTo>
                  <a:lnTo>
                    <a:pt x="119" y="890"/>
                  </a:lnTo>
                  <a:lnTo>
                    <a:pt x="40" y="909"/>
                  </a:lnTo>
                  <a:lnTo>
                    <a:pt x="60" y="909"/>
                  </a:lnTo>
                  <a:lnTo>
                    <a:pt x="60" y="929"/>
                  </a:lnTo>
                  <a:lnTo>
                    <a:pt x="119" y="929"/>
                  </a:lnTo>
                  <a:lnTo>
                    <a:pt x="60" y="969"/>
                  </a:lnTo>
                  <a:lnTo>
                    <a:pt x="60" y="1008"/>
                  </a:lnTo>
                  <a:lnTo>
                    <a:pt x="99" y="988"/>
                  </a:lnTo>
                  <a:lnTo>
                    <a:pt x="139" y="988"/>
                  </a:lnTo>
                  <a:lnTo>
                    <a:pt x="99" y="1008"/>
                  </a:lnTo>
                  <a:lnTo>
                    <a:pt x="79" y="1028"/>
                  </a:lnTo>
                  <a:lnTo>
                    <a:pt x="60" y="1028"/>
                  </a:lnTo>
                  <a:lnTo>
                    <a:pt x="79" y="1048"/>
                  </a:lnTo>
                  <a:lnTo>
                    <a:pt x="119" y="1048"/>
                  </a:lnTo>
                  <a:lnTo>
                    <a:pt x="218" y="1028"/>
                  </a:lnTo>
                  <a:lnTo>
                    <a:pt x="218" y="1048"/>
                  </a:lnTo>
                  <a:lnTo>
                    <a:pt x="178" y="1067"/>
                  </a:lnTo>
                  <a:lnTo>
                    <a:pt x="238" y="1048"/>
                  </a:lnTo>
                  <a:lnTo>
                    <a:pt x="277" y="1067"/>
                  </a:lnTo>
                  <a:lnTo>
                    <a:pt x="198" y="1067"/>
                  </a:lnTo>
                  <a:lnTo>
                    <a:pt x="159" y="1087"/>
                  </a:lnTo>
                  <a:lnTo>
                    <a:pt x="159" y="1107"/>
                  </a:lnTo>
                  <a:lnTo>
                    <a:pt x="159" y="1127"/>
                  </a:lnTo>
                  <a:lnTo>
                    <a:pt x="356" y="1107"/>
                  </a:lnTo>
                  <a:lnTo>
                    <a:pt x="475" y="1067"/>
                  </a:lnTo>
                  <a:lnTo>
                    <a:pt x="593" y="1048"/>
                  </a:lnTo>
                  <a:lnTo>
                    <a:pt x="593" y="1048"/>
                  </a:lnTo>
                  <a:lnTo>
                    <a:pt x="534" y="1087"/>
                  </a:lnTo>
                  <a:lnTo>
                    <a:pt x="514" y="1107"/>
                  </a:lnTo>
                  <a:lnTo>
                    <a:pt x="435" y="1127"/>
                  </a:lnTo>
                  <a:lnTo>
                    <a:pt x="396" y="1146"/>
                  </a:lnTo>
                  <a:lnTo>
                    <a:pt x="376" y="1146"/>
                  </a:lnTo>
                  <a:lnTo>
                    <a:pt x="435" y="1127"/>
                  </a:lnTo>
                  <a:lnTo>
                    <a:pt x="435" y="1107"/>
                  </a:lnTo>
                  <a:lnTo>
                    <a:pt x="297" y="1186"/>
                  </a:lnTo>
                  <a:lnTo>
                    <a:pt x="257" y="1186"/>
                  </a:lnTo>
                  <a:lnTo>
                    <a:pt x="297" y="1166"/>
                  </a:lnTo>
                  <a:lnTo>
                    <a:pt x="297" y="1166"/>
                  </a:lnTo>
                  <a:lnTo>
                    <a:pt x="238" y="1186"/>
                  </a:lnTo>
                  <a:lnTo>
                    <a:pt x="218" y="1186"/>
                  </a:lnTo>
                  <a:lnTo>
                    <a:pt x="119" y="1225"/>
                  </a:lnTo>
                  <a:lnTo>
                    <a:pt x="139" y="1245"/>
                  </a:lnTo>
                  <a:lnTo>
                    <a:pt x="159" y="1245"/>
                  </a:lnTo>
                  <a:lnTo>
                    <a:pt x="139" y="1265"/>
                  </a:lnTo>
                  <a:lnTo>
                    <a:pt x="198" y="1265"/>
                  </a:lnTo>
                  <a:lnTo>
                    <a:pt x="178" y="1285"/>
                  </a:lnTo>
                  <a:lnTo>
                    <a:pt x="257" y="1265"/>
                  </a:lnTo>
                  <a:lnTo>
                    <a:pt x="238" y="1285"/>
                  </a:lnTo>
                  <a:lnTo>
                    <a:pt x="198" y="1304"/>
                  </a:lnTo>
                  <a:lnTo>
                    <a:pt x="238" y="1304"/>
                  </a:lnTo>
                  <a:lnTo>
                    <a:pt x="238" y="1324"/>
                  </a:lnTo>
                  <a:lnTo>
                    <a:pt x="317" y="1285"/>
                  </a:lnTo>
                  <a:lnTo>
                    <a:pt x="415" y="1265"/>
                  </a:lnTo>
                  <a:lnTo>
                    <a:pt x="435" y="1265"/>
                  </a:lnTo>
                  <a:lnTo>
                    <a:pt x="455" y="1285"/>
                  </a:lnTo>
                  <a:lnTo>
                    <a:pt x="376" y="1285"/>
                  </a:lnTo>
                  <a:lnTo>
                    <a:pt x="435" y="1304"/>
                  </a:lnTo>
                  <a:lnTo>
                    <a:pt x="376" y="1324"/>
                  </a:lnTo>
                  <a:lnTo>
                    <a:pt x="356" y="1324"/>
                  </a:lnTo>
                  <a:lnTo>
                    <a:pt x="336" y="1344"/>
                  </a:lnTo>
                  <a:lnTo>
                    <a:pt x="356" y="1344"/>
                  </a:lnTo>
                  <a:lnTo>
                    <a:pt x="435" y="1324"/>
                  </a:lnTo>
                  <a:lnTo>
                    <a:pt x="415" y="134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17" y="1383"/>
                  </a:lnTo>
                  <a:lnTo>
                    <a:pt x="238" y="1403"/>
                  </a:lnTo>
                  <a:lnTo>
                    <a:pt x="257" y="1383"/>
                  </a:lnTo>
                  <a:lnTo>
                    <a:pt x="277" y="1364"/>
                  </a:lnTo>
                  <a:lnTo>
                    <a:pt x="238" y="1364"/>
                  </a:lnTo>
                  <a:lnTo>
                    <a:pt x="277" y="1344"/>
                  </a:lnTo>
                  <a:lnTo>
                    <a:pt x="277" y="1324"/>
                  </a:lnTo>
                  <a:lnTo>
                    <a:pt x="218" y="1324"/>
                  </a:lnTo>
                  <a:lnTo>
                    <a:pt x="198" y="1364"/>
                  </a:lnTo>
                  <a:lnTo>
                    <a:pt x="218" y="1383"/>
                  </a:lnTo>
                  <a:lnTo>
                    <a:pt x="178" y="1403"/>
                  </a:lnTo>
                  <a:lnTo>
                    <a:pt x="297" y="1423"/>
                  </a:lnTo>
                  <a:lnTo>
                    <a:pt x="356" y="1383"/>
                  </a:lnTo>
                  <a:lnTo>
                    <a:pt x="415" y="1364"/>
                  </a:lnTo>
                  <a:lnTo>
                    <a:pt x="415" y="1364"/>
                  </a:lnTo>
                  <a:lnTo>
                    <a:pt x="336" y="1403"/>
                  </a:lnTo>
                  <a:lnTo>
                    <a:pt x="297" y="1443"/>
                  </a:lnTo>
                  <a:lnTo>
                    <a:pt x="376" y="1423"/>
                  </a:lnTo>
                  <a:lnTo>
                    <a:pt x="455" y="1403"/>
                  </a:lnTo>
                  <a:lnTo>
                    <a:pt x="475" y="1383"/>
                  </a:lnTo>
                  <a:lnTo>
                    <a:pt x="534" y="1364"/>
                  </a:lnTo>
                  <a:lnTo>
                    <a:pt x="573" y="1364"/>
                  </a:lnTo>
                  <a:lnTo>
                    <a:pt x="554" y="1383"/>
                  </a:lnTo>
                  <a:lnTo>
                    <a:pt x="534" y="1383"/>
                  </a:lnTo>
                  <a:lnTo>
                    <a:pt x="514" y="1403"/>
                  </a:lnTo>
                  <a:lnTo>
                    <a:pt x="494" y="1423"/>
                  </a:lnTo>
                  <a:lnTo>
                    <a:pt x="317" y="1443"/>
                  </a:lnTo>
                  <a:lnTo>
                    <a:pt x="297" y="1462"/>
                  </a:lnTo>
                  <a:lnTo>
                    <a:pt x="317" y="1462"/>
                  </a:lnTo>
                  <a:lnTo>
                    <a:pt x="297" y="1482"/>
                  </a:lnTo>
                  <a:lnTo>
                    <a:pt x="297" y="1482"/>
                  </a:lnTo>
                  <a:lnTo>
                    <a:pt x="356" y="1462"/>
                  </a:lnTo>
                  <a:lnTo>
                    <a:pt x="396" y="1443"/>
                  </a:lnTo>
                  <a:lnTo>
                    <a:pt x="554" y="1443"/>
                  </a:lnTo>
                  <a:lnTo>
                    <a:pt x="494" y="1462"/>
                  </a:lnTo>
                  <a:lnTo>
                    <a:pt x="435" y="1482"/>
                  </a:lnTo>
                  <a:lnTo>
                    <a:pt x="396" y="1482"/>
                  </a:lnTo>
                  <a:lnTo>
                    <a:pt x="297" y="1522"/>
                  </a:lnTo>
                  <a:lnTo>
                    <a:pt x="356" y="1502"/>
                  </a:lnTo>
                  <a:lnTo>
                    <a:pt x="376" y="1502"/>
                  </a:lnTo>
                  <a:lnTo>
                    <a:pt x="356" y="1522"/>
                  </a:lnTo>
                  <a:lnTo>
                    <a:pt x="356" y="1541"/>
                  </a:lnTo>
                  <a:lnTo>
                    <a:pt x="396" y="1561"/>
                  </a:lnTo>
                  <a:lnTo>
                    <a:pt x="435" y="1541"/>
                  </a:lnTo>
                  <a:lnTo>
                    <a:pt x="455" y="1541"/>
                  </a:lnTo>
                  <a:lnTo>
                    <a:pt x="435" y="1561"/>
                  </a:lnTo>
                  <a:lnTo>
                    <a:pt x="455" y="1561"/>
                  </a:lnTo>
                  <a:lnTo>
                    <a:pt x="455" y="1581"/>
                  </a:lnTo>
                  <a:lnTo>
                    <a:pt x="475" y="1581"/>
                  </a:lnTo>
                  <a:lnTo>
                    <a:pt x="514" y="1561"/>
                  </a:lnTo>
                  <a:lnTo>
                    <a:pt x="554" y="1522"/>
                  </a:lnTo>
                  <a:lnTo>
                    <a:pt x="613" y="1541"/>
                  </a:lnTo>
                  <a:lnTo>
                    <a:pt x="692" y="1541"/>
                  </a:lnTo>
                  <a:lnTo>
                    <a:pt x="830" y="1304"/>
                  </a:lnTo>
                  <a:lnTo>
                    <a:pt x="968" y="1048"/>
                  </a:lnTo>
                  <a:lnTo>
                    <a:pt x="1245" y="396"/>
                  </a:lnTo>
                  <a:lnTo>
                    <a:pt x="1107" y="396"/>
                  </a:lnTo>
                  <a:lnTo>
                    <a:pt x="1166" y="376"/>
                  </a:lnTo>
                  <a:lnTo>
                    <a:pt x="1186" y="376"/>
                  </a:lnTo>
                  <a:lnTo>
                    <a:pt x="1166" y="356"/>
                  </a:lnTo>
                  <a:lnTo>
                    <a:pt x="1245" y="356"/>
                  </a:lnTo>
                  <a:lnTo>
                    <a:pt x="1245" y="336"/>
                  </a:lnTo>
                  <a:lnTo>
                    <a:pt x="1067" y="336"/>
                  </a:lnTo>
                  <a:lnTo>
                    <a:pt x="1047" y="317"/>
                  </a:lnTo>
                  <a:lnTo>
                    <a:pt x="1067" y="317"/>
                  </a:lnTo>
                  <a:lnTo>
                    <a:pt x="1008" y="277"/>
                  </a:lnTo>
                  <a:lnTo>
                    <a:pt x="988" y="238"/>
                  </a:lnTo>
                  <a:lnTo>
                    <a:pt x="968" y="198"/>
                  </a:lnTo>
                  <a:lnTo>
                    <a:pt x="1008" y="139"/>
                  </a:lnTo>
                  <a:lnTo>
                    <a:pt x="1028" y="149"/>
                  </a:lnTo>
                  <a:lnTo>
                    <a:pt x="1028" y="149"/>
                  </a:lnTo>
                  <a:lnTo>
                    <a:pt x="1028" y="139"/>
                  </a:lnTo>
                  <a:lnTo>
                    <a:pt x="1067" y="139"/>
                  </a:lnTo>
                  <a:lnTo>
                    <a:pt x="1087" y="119"/>
                  </a:lnTo>
                  <a:lnTo>
                    <a:pt x="1047" y="119"/>
                  </a:lnTo>
                  <a:lnTo>
                    <a:pt x="1087" y="99"/>
                  </a:lnTo>
                  <a:lnTo>
                    <a:pt x="1087" y="119"/>
                  </a:lnTo>
                  <a:lnTo>
                    <a:pt x="1107" y="99"/>
                  </a:lnTo>
                  <a:lnTo>
                    <a:pt x="1126" y="80"/>
                  </a:lnTo>
                  <a:lnTo>
                    <a:pt x="1146" y="80"/>
                  </a:lnTo>
                  <a:lnTo>
                    <a:pt x="1146" y="60"/>
                  </a:lnTo>
                  <a:lnTo>
                    <a:pt x="1265" y="60"/>
                  </a:lnTo>
                  <a:lnTo>
                    <a:pt x="1205" y="40"/>
                  </a:lnTo>
                  <a:lnTo>
                    <a:pt x="1146" y="40"/>
                  </a:lnTo>
                  <a:lnTo>
                    <a:pt x="1126" y="20"/>
                  </a:lnTo>
                  <a:lnTo>
                    <a:pt x="968" y="1"/>
                  </a:lnTo>
                  <a:close/>
                  <a:moveTo>
                    <a:pt x="475" y="1581"/>
                  </a:moveTo>
                  <a:lnTo>
                    <a:pt x="475" y="1601"/>
                  </a:lnTo>
                  <a:lnTo>
                    <a:pt x="514" y="1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1" name="Google Shape;7731;p29"/>
            <p:cNvSpPr/>
            <p:nvPr/>
          </p:nvSpPr>
          <p:spPr>
            <a:xfrm>
              <a:off x="-1164000" y="40956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20" y="0"/>
                  </a:moveTo>
                  <a:lnTo>
                    <a:pt x="2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2" name="Google Shape;7732;p29"/>
            <p:cNvSpPr/>
            <p:nvPr/>
          </p:nvSpPr>
          <p:spPr>
            <a:xfrm>
              <a:off x="-1395600" y="410002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3" name="Google Shape;7733;p29"/>
            <p:cNvSpPr/>
            <p:nvPr/>
          </p:nvSpPr>
          <p:spPr>
            <a:xfrm>
              <a:off x="-1397075" y="4099050"/>
              <a:ext cx="25" cy="25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4" name="Google Shape;7734;p29"/>
            <p:cNvSpPr/>
            <p:nvPr/>
          </p:nvSpPr>
          <p:spPr>
            <a:xfrm>
              <a:off x="-1435600" y="4052125"/>
              <a:ext cx="48425" cy="55350"/>
            </a:xfrm>
            <a:custGeom>
              <a:rect b="b" l="l" r="r" t="t"/>
              <a:pathLst>
                <a:path extrusionOk="0" h="2214" w="1937">
                  <a:moveTo>
                    <a:pt x="652" y="80"/>
                  </a:moveTo>
                  <a:lnTo>
                    <a:pt x="692" y="100"/>
                  </a:lnTo>
                  <a:lnTo>
                    <a:pt x="633" y="80"/>
                  </a:lnTo>
                  <a:close/>
                  <a:moveTo>
                    <a:pt x="1403" y="712"/>
                  </a:moveTo>
                  <a:lnTo>
                    <a:pt x="1403" y="732"/>
                  </a:lnTo>
                  <a:lnTo>
                    <a:pt x="1304" y="732"/>
                  </a:lnTo>
                  <a:lnTo>
                    <a:pt x="1344" y="712"/>
                  </a:lnTo>
                  <a:close/>
                  <a:moveTo>
                    <a:pt x="336" y="831"/>
                  </a:moveTo>
                  <a:lnTo>
                    <a:pt x="277" y="850"/>
                  </a:lnTo>
                  <a:lnTo>
                    <a:pt x="356" y="831"/>
                  </a:lnTo>
                  <a:close/>
                  <a:moveTo>
                    <a:pt x="218" y="969"/>
                  </a:moveTo>
                  <a:lnTo>
                    <a:pt x="198" y="989"/>
                  </a:lnTo>
                  <a:lnTo>
                    <a:pt x="238" y="989"/>
                  </a:lnTo>
                  <a:lnTo>
                    <a:pt x="218" y="969"/>
                  </a:lnTo>
                  <a:close/>
                  <a:moveTo>
                    <a:pt x="80" y="969"/>
                  </a:moveTo>
                  <a:lnTo>
                    <a:pt x="60" y="989"/>
                  </a:lnTo>
                  <a:lnTo>
                    <a:pt x="60" y="1008"/>
                  </a:lnTo>
                  <a:lnTo>
                    <a:pt x="40" y="1028"/>
                  </a:lnTo>
                  <a:lnTo>
                    <a:pt x="139" y="1048"/>
                  </a:lnTo>
                  <a:lnTo>
                    <a:pt x="198" y="1028"/>
                  </a:lnTo>
                  <a:lnTo>
                    <a:pt x="80" y="1028"/>
                  </a:lnTo>
                  <a:lnTo>
                    <a:pt x="99" y="1008"/>
                  </a:lnTo>
                  <a:lnTo>
                    <a:pt x="119" y="1008"/>
                  </a:lnTo>
                  <a:lnTo>
                    <a:pt x="99" y="989"/>
                  </a:lnTo>
                  <a:lnTo>
                    <a:pt x="139" y="989"/>
                  </a:lnTo>
                  <a:lnTo>
                    <a:pt x="139" y="969"/>
                  </a:lnTo>
                  <a:close/>
                  <a:moveTo>
                    <a:pt x="1778" y="1265"/>
                  </a:moveTo>
                  <a:lnTo>
                    <a:pt x="1719" y="1285"/>
                  </a:lnTo>
                  <a:lnTo>
                    <a:pt x="1739" y="1285"/>
                  </a:lnTo>
                  <a:lnTo>
                    <a:pt x="1778" y="1265"/>
                  </a:lnTo>
                  <a:close/>
                  <a:moveTo>
                    <a:pt x="376" y="1285"/>
                  </a:moveTo>
                  <a:lnTo>
                    <a:pt x="317" y="1305"/>
                  </a:lnTo>
                  <a:lnTo>
                    <a:pt x="317" y="1305"/>
                  </a:lnTo>
                  <a:lnTo>
                    <a:pt x="396" y="1285"/>
                  </a:lnTo>
                  <a:close/>
                  <a:moveTo>
                    <a:pt x="297" y="1245"/>
                  </a:moveTo>
                  <a:lnTo>
                    <a:pt x="198" y="1265"/>
                  </a:lnTo>
                  <a:lnTo>
                    <a:pt x="218" y="1265"/>
                  </a:lnTo>
                  <a:lnTo>
                    <a:pt x="218" y="1285"/>
                  </a:lnTo>
                  <a:lnTo>
                    <a:pt x="198" y="1305"/>
                  </a:lnTo>
                  <a:lnTo>
                    <a:pt x="198" y="1305"/>
                  </a:lnTo>
                  <a:lnTo>
                    <a:pt x="238" y="1285"/>
                  </a:lnTo>
                  <a:lnTo>
                    <a:pt x="336" y="1265"/>
                  </a:lnTo>
                  <a:lnTo>
                    <a:pt x="317" y="1265"/>
                  </a:lnTo>
                  <a:lnTo>
                    <a:pt x="336" y="1245"/>
                  </a:lnTo>
                  <a:close/>
                  <a:moveTo>
                    <a:pt x="1522" y="1324"/>
                  </a:moveTo>
                  <a:lnTo>
                    <a:pt x="1443" y="1344"/>
                  </a:lnTo>
                  <a:lnTo>
                    <a:pt x="1443" y="1349"/>
                  </a:lnTo>
                  <a:lnTo>
                    <a:pt x="1443" y="1349"/>
                  </a:lnTo>
                  <a:lnTo>
                    <a:pt x="1462" y="1344"/>
                  </a:lnTo>
                  <a:lnTo>
                    <a:pt x="1522" y="1324"/>
                  </a:lnTo>
                  <a:close/>
                  <a:moveTo>
                    <a:pt x="1482" y="1344"/>
                  </a:moveTo>
                  <a:lnTo>
                    <a:pt x="1443" y="1354"/>
                  </a:lnTo>
                  <a:lnTo>
                    <a:pt x="1443" y="1354"/>
                  </a:lnTo>
                  <a:lnTo>
                    <a:pt x="1443" y="1364"/>
                  </a:lnTo>
                  <a:lnTo>
                    <a:pt x="1482" y="1344"/>
                  </a:lnTo>
                  <a:close/>
                  <a:moveTo>
                    <a:pt x="1443" y="1349"/>
                  </a:moveTo>
                  <a:lnTo>
                    <a:pt x="1383" y="1364"/>
                  </a:lnTo>
                  <a:lnTo>
                    <a:pt x="1324" y="1384"/>
                  </a:lnTo>
                  <a:lnTo>
                    <a:pt x="1324" y="1384"/>
                  </a:lnTo>
                  <a:lnTo>
                    <a:pt x="1403" y="1364"/>
                  </a:lnTo>
                  <a:lnTo>
                    <a:pt x="1443" y="1354"/>
                  </a:lnTo>
                  <a:lnTo>
                    <a:pt x="1443" y="1354"/>
                  </a:lnTo>
                  <a:lnTo>
                    <a:pt x="1443" y="1349"/>
                  </a:lnTo>
                  <a:close/>
                  <a:moveTo>
                    <a:pt x="1798" y="1423"/>
                  </a:moveTo>
                  <a:lnTo>
                    <a:pt x="1786" y="1435"/>
                  </a:lnTo>
                  <a:lnTo>
                    <a:pt x="1786" y="1435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23"/>
                  </a:lnTo>
                  <a:close/>
                  <a:moveTo>
                    <a:pt x="1786" y="1435"/>
                  </a:moveTo>
                  <a:lnTo>
                    <a:pt x="1759" y="1443"/>
                  </a:lnTo>
                  <a:lnTo>
                    <a:pt x="1778" y="1443"/>
                  </a:lnTo>
                  <a:lnTo>
                    <a:pt x="1786" y="1435"/>
                  </a:lnTo>
                  <a:close/>
                  <a:moveTo>
                    <a:pt x="415" y="1443"/>
                  </a:moveTo>
                  <a:lnTo>
                    <a:pt x="396" y="1463"/>
                  </a:lnTo>
                  <a:lnTo>
                    <a:pt x="396" y="1463"/>
                  </a:lnTo>
                  <a:lnTo>
                    <a:pt x="455" y="1443"/>
                  </a:lnTo>
                  <a:close/>
                  <a:moveTo>
                    <a:pt x="1877" y="1443"/>
                  </a:moveTo>
                  <a:lnTo>
                    <a:pt x="1824" y="1456"/>
                  </a:lnTo>
                  <a:lnTo>
                    <a:pt x="1824" y="1456"/>
                  </a:lnTo>
                  <a:lnTo>
                    <a:pt x="1818" y="1463"/>
                  </a:lnTo>
                  <a:lnTo>
                    <a:pt x="1818" y="1463"/>
                  </a:lnTo>
                  <a:lnTo>
                    <a:pt x="1877" y="1443"/>
                  </a:lnTo>
                  <a:close/>
                  <a:moveTo>
                    <a:pt x="415" y="1463"/>
                  </a:moveTo>
                  <a:lnTo>
                    <a:pt x="415" y="1482"/>
                  </a:lnTo>
                  <a:lnTo>
                    <a:pt x="435" y="1489"/>
                  </a:lnTo>
                  <a:lnTo>
                    <a:pt x="435" y="1489"/>
                  </a:lnTo>
                  <a:lnTo>
                    <a:pt x="435" y="1482"/>
                  </a:lnTo>
                  <a:lnTo>
                    <a:pt x="435" y="1463"/>
                  </a:lnTo>
                  <a:close/>
                  <a:moveTo>
                    <a:pt x="435" y="1489"/>
                  </a:moveTo>
                  <a:lnTo>
                    <a:pt x="435" y="150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35" y="1489"/>
                  </a:lnTo>
                  <a:close/>
                  <a:moveTo>
                    <a:pt x="514" y="1640"/>
                  </a:moveTo>
                  <a:lnTo>
                    <a:pt x="475" y="1660"/>
                  </a:lnTo>
                  <a:lnTo>
                    <a:pt x="514" y="1660"/>
                  </a:lnTo>
                  <a:lnTo>
                    <a:pt x="514" y="1640"/>
                  </a:lnTo>
                  <a:close/>
                  <a:moveTo>
                    <a:pt x="1818" y="1640"/>
                  </a:moveTo>
                  <a:lnTo>
                    <a:pt x="1778" y="1660"/>
                  </a:lnTo>
                  <a:lnTo>
                    <a:pt x="1818" y="1640"/>
                  </a:lnTo>
                  <a:close/>
                  <a:moveTo>
                    <a:pt x="1620" y="1719"/>
                  </a:moveTo>
                  <a:lnTo>
                    <a:pt x="1601" y="1739"/>
                  </a:lnTo>
                  <a:lnTo>
                    <a:pt x="1601" y="1739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19"/>
                  </a:lnTo>
                  <a:close/>
                  <a:moveTo>
                    <a:pt x="1778" y="1660"/>
                  </a:moveTo>
                  <a:lnTo>
                    <a:pt x="1739" y="1680"/>
                  </a:lnTo>
                  <a:lnTo>
                    <a:pt x="1620" y="1731"/>
                  </a:lnTo>
                  <a:lnTo>
                    <a:pt x="1620" y="1731"/>
                  </a:lnTo>
                  <a:lnTo>
                    <a:pt x="1620" y="1739"/>
                  </a:lnTo>
                  <a:lnTo>
                    <a:pt x="1699" y="1700"/>
                  </a:lnTo>
                  <a:lnTo>
                    <a:pt x="1778" y="1660"/>
                  </a:lnTo>
                  <a:close/>
                  <a:moveTo>
                    <a:pt x="850" y="1846"/>
                  </a:moveTo>
                  <a:lnTo>
                    <a:pt x="771" y="1877"/>
                  </a:lnTo>
                  <a:lnTo>
                    <a:pt x="791" y="1858"/>
                  </a:lnTo>
                  <a:lnTo>
                    <a:pt x="850" y="1846"/>
                  </a:lnTo>
                  <a:close/>
                  <a:moveTo>
                    <a:pt x="1581" y="1897"/>
                  </a:moveTo>
                  <a:lnTo>
                    <a:pt x="1561" y="1907"/>
                  </a:lnTo>
                  <a:lnTo>
                    <a:pt x="1561" y="1907"/>
                  </a:lnTo>
                  <a:lnTo>
                    <a:pt x="1561" y="1917"/>
                  </a:lnTo>
                  <a:lnTo>
                    <a:pt x="1581" y="1897"/>
                  </a:lnTo>
                  <a:close/>
                  <a:moveTo>
                    <a:pt x="1660" y="1858"/>
                  </a:moveTo>
                  <a:lnTo>
                    <a:pt x="1581" y="1897"/>
                  </a:lnTo>
                  <a:lnTo>
                    <a:pt x="1601" y="1917"/>
                  </a:lnTo>
                  <a:lnTo>
                    <a:pt x="1640" y="1897"/>
                  </a:lnTo>
                  <a:lnTo>
                    <a:pt x="1660" y="1877"/>
                  </a:lnTo>
                  <a:lnTo>
                    <a:pt x="1699" y="1858"/>
                  </a:lnTo>
                  <a:close/>
                  <a:moveTo>
                    <a:pt x="1522" y="1956"/>
                  </a:moveTo>
                  <a:lnTo>
                    <a:pt x="1502" y="1976"/>
                  </a:lnTo>
                  <a:lnTo>
                    <a:pt x="1522" y="1976"/>
                  </a:lnTo>
                  <a:lnTo>
                    <a:pt x="1541" y="1956"/>
                  </a:lnTo>
                  <a:close/>
                  <a:moveTo>
                    <a:pt x="731" y="1"/>
                  </a:moveTo>
                  <a:lnTo>
                    <a:pt x="771" y="21"/>
                  </a:lnTo>
                  <a:lnTo>
                    <a:pt x="731" y="21"/>
                  </a:lnTo>
                  <a:lnTo>
                    <a:pt x="751" y="40"/>
                  </a:lnTo>
                  <a:lnTo>
                    <a:pt x="692" y="21"/>
                  </a:lnTo>
                  <a:lnTo>
                    <a:pt x="593" y="21"/>
                  </a:lnTo>
                  <a:lnTo>
                    <a:pt x="613" y="40"/>
                  </a:lnTo>
                  <a:lnTo>
                    <a:pt x="633" y="40"/>
                  </a:lnTo>
                  <a:lnTo>
                    <a:pt x="613" y="60"/>
                  </a:lnTo>
                  <a:lnTo>
                    <a:pt x="554" y="40"/>
                  </a:lnTo>
                  <a:lnTo>
                    <a:pt x="573" y="60"/>
                  </a:lnTo>
                  <a:lnTo>
                    <a:pt x="562" y="72"/>
                  </a:lnTo>
                  <a:lnTo>
                    <a:pt x="562" y="72"/>
                  </a:lnTo>
                  <a:lnTo>
                    <a:pt x="514" y="60"/>
                  </a:lnTo>
                  <a:lnTo>
                    <a:pt x="475" y="80"/>
                  </a:lnTo>
                  <a:lnTo>
                    <a:pt x="475" y="100"/>
                  </a:lnTo>
                  <a:lnTo>
                    <a:pt x="455" y="80"/>
                  </a:lnTo>
                  <a:lnTo>
                    <a:pt x="376" y="80"/>
                  </a:lnTo>
                  <a:lnTo>
                    <a:pt x="376" y="100"/>
                  </a:lnTo>
                  <a:lnTo>
                    <a:pt x="415" y="100"/>
                  </a:lnTo>
                  <a:lnTo>
                    <a:pt x="435" y="119"/>
                  </a:lnTo>
                  <a:lnTo>
                    <a:pt x="376" y="119"/>
                  </a:lnTo>
                  <a:lnTo>
                    <a:pt x="376" y="139"/>
                  </a:lnTo>
                  <a:lnTo>
                    <a:pt x="317" y="139"/>
                  </a:lnTo>
                  <a:lnTo>
                    <a:pt x="317" y="159"/>
                  </a:lnTo>
                  <a:lnTo>
                    <a:pt x="376" y="179"/>
                  </a:lnTo>
                  <a:lnTo>
                    <a:pt x="297" y="179"/>
                  </a:lnTo>
                  <a:lnTo>
                    <a:pt x="415" y="198"/>
                  </a:lnTo>
                  <a:lnTo>
                    <a:pt x="317" y="198"/>
                  </a:lnTo>
                  <a:lnTo>
                    <a:pt x="277" y="218"/>
                  </a:lnTo>
                  <a:lnTo>
                    <a:pt x="178" y="218"/>
                  </a:lnTo>
                  <a:lnTo>
                    <a:pt x="159" y="238"/>
                  </a:lnTo>
                  <a:lnTo>
                    <a:pt x="139" y="238"/>
                  </a:lnTo>
                  <a:lnTo>
                    <a:pt x="198" y="258"/>
                  </a:lnTo>
                  <a:lnTo>
                    <a:pt x="119" y="258"/>
                  </a:lnTo>
                  <a:lnTo>
                    <a:pt x="139" y="277"/>
                  </a:lnTo>
                  <a:lnTo>
                    <a:pt x="119" y="297"/>
                  </a:lnTo>
                  <a:lnTo>
                    <a:pt x="139" y="297"/>
                  </a:lnTo>
                  <a:lnTo>
                    <a:pt x="178" y="317"/>
                  </a:lnTo>
                  <a:lnTo>
                    <a:pt x="159" y="317"/>
                  </a:lnTo>
                  <a:lnTo>
                    <a:pt x="80" y="337"/>
                  </a:lnTo>
                  <a:lnTo>
                    <a:pt x="257" y="356"/>
                  </a:lnTo>
                  <a:lnTo>
                    <a:pt x="218" y="356"/>
                  </a:lnTo>
                  <a:lnTo>
                    <a:pt x="119" y="376"/>
                  </a:lnTo>
                  <a:lnTo>
                    <a:pt x="119" y="376"/>
                  </a:lnTo>
                  <a:lnTo>
                    <a:pt x="139" y="356"/>
                  </a:lnTo>
                  <a:lnTo>
                    <a:pt x="119" y="356"/>
                  </a:lnTo>
                  <a:lnTo>
                    <a:pt x="20" y="376"/>
                  </a:lnTo>
                  <a:lnTo>
                    <a:pt x="40" y="376"/>
                  </a:lnTo>
                  <a:lnTo>
                    <a:pt x="20" y="396"/>
                  </a:lnTo>
                  <a:lnTo>
                    <a:pt x="139" y="396"/>
                  </a:lnTo>
                  <a:lnTo>
                    <a:pt x="60" y="376"/>
                  </a:lnTo>
                  <a:lnTo>
                    <a:pt x="178" y="376"/>
                  </a:lnTo>
                  <a:lnTo>
                    <a:pt x="218" y="396"/>
                  </a:lnTo>
                  <a:lnTo>
                    <a:pt x="317" y="416"/>
                  </a:lnTo>
                  <a:lnTo>
                    <a:pt x="257" y="435"/>
                  </a:lnTo>
                  <a:lnTo>
                    <a:pt x="139" y="416"/>
                  </a:lnTo>
                  <a:lnTo>
                    <a:pt x="178" y="435"/>
                  </a:lnTo>
                  <a:lnTo>
                    <a:pt x="159" y="435"/>
                  </a:lnTo>
                  <a:lnTo>
                    <a:pt x="80" y="455"/>
                  </a:lnTo>
                  <a:lnTo>
                    <a:pt x="198" y="455"/>
                  </a:lnTo>
                  <a:lnTo>
                    <a:pt x="178" y="475"/>
                  </a:lnTo>
                  <a:lnTo>
                    <a:pt x="99" y="475"/>
                  </a:lnTo>
                  <a:lnTo>
                    <a:pt x="99" y="495"/>
                  </a:lnTo>
                  <a:lnTo>
                    <a:pt x="60" y="514"/>
                  </a:lnTo>
                  <a:lnTo>
                    <a:pt x="40" y="534"/>
                  </a:lnTo>
                  <a:lnTo>
                    <a:pt x="60" y="554"/>
                  </a:lnTo>
                  <a:lnTo>
                    <a:pt x="139" y="534"/>
                  </a:lnTo>
                  <a:lnTo>
                    <a:pt x="297" y="534"/>
                  </a:lnTo>
                  <a:lnTo>
                    <a:pt x="277" y="554"/>
                  </a:lnTo>
                  <a:lnTo>
                    <a:pt x="336" y="554"/>
                  </a:lnTo>
                  <a:lnTo>
                    <a:pt x="297" y="574"/>
                  </a:lnTo>
                  <a:lnTo>
                    <a:pt x="257" y="574"/>
                  </a:lnTo>
                  <a:lnTo>
                    <a:pt x="317" y="593"/>
                  </a:lnTo>
                  <a:lnTo>
                    <a:pt x="257" y="593"/>
                  </a:lnTo>
                  <a:lnTo>
                    <a:pt x="178" y="574"/>
                  </a:lnTo>
                  <a:lnTo>
                    <a:pt x="139" y="593"/>
                  </a:lnTo>
                  <a:lnTo>
                    <a:pt x="20" y="593"/>
                  </a:lnTo>
                  <a:lnTo>
                    <a:pt x="20" y="613"/>
                  </a:lnTo>
                  <a:lnTo>
                    <a:pt x="1" y="613"/>
                  </a:lnTo>
                  <a:lnTo>
                    <a:pt x="80" y="633"/>
                  </a:lnTo>
                  <a:lnTo>
                    <a:pt x="20" y="653"/>
                  </a:lnTo>
                  <a:lnTo>
                    <a:pt x="1" y="672"/>
                  </a:lnTo>
                  <a:lnTo>
                    <a:pt x="80" y="672"/>
                  </a:lnTo>
                  <a:lnTo>
                    <a:pt x="60" y="692"/>
                  </a:lnTo>
                  <a:lnTo>
                    <a:pt x="1" y="692"/>
                  </a:lnTo>
                  <a:lnTo>
                    <a:pt x="20" y="712"/>
                  </a:lnTo>
                  <a:lnTo>
                    <a:pt x="60" y="732"/>
                  </a:lnTo>
                  <a:lnTo>
                    <a:pt x="99" y="732"/>
                  </a:lnTo>
                  <a:lnTo>
                    <a:pt x="178" y="751"/>
                  </a:lnTo>
                  <a:lnTo>
                    <a:pt x="198" y="751"/>
                  </a:lnTo>
                  <a:lnTo>
                    <a:pt x="178" y="771"/>
                  </a:lnTo>
                  <a:lnTo>
                    <a:pt x="119" y="751"/>
                  </a:lnTo>
                  <a:lnTo>
                    <a:pt x="80" y="751"/>
                  </a:lnTo>
                  <a:lnTo>
                    <a:pt x="80" y="771"/>
                  </a:lnTo>
                  <a:lnTo>
                    <a:pt x="80" y="791"/>
                  </a:lnTo>
                  <a:lnTo>
                    <a:pt x="277" y="811"/>
                  </a:lnTo>
                  <a:lnTo>
                    <a:pt x="455" y="811"/>
                  </a:lnTo>
                  <a:lnTo>
                    <a:pt x="415" y="831"/>
                  </a:lnTo>
                  <a:lnTo>
                    <a:pt x="336" y="850"/>
                  </a:lnTo>
                  <a:lnTo>
                    <a:pt x="277" y="850"/>
                  </a:lnTo>
                  <a:lnTo>
                    <a:pt x="198" y="870"/>
                  </a:lnTo>
                  <a:lnTo>
                    <a:pt x="139" y="850"/>
                  </a:lnTo>
                  <a:lnTo>
                    <a:pt x="119" y="850"/>
                  </a:lnTo>
                  <a:lnTo>
                    <a:pt x="20" y="870"/>
                  </a:lnTo>
                  <a:lnTo>
                    <a:pt x="80" y="870"/>
                  </a:lnTo>
                  <a:lnTo>
                    <a:pt x="40" y="890"/>
                  </a:lnTo>
                  <a:lnTo>
                    <a:pt x="60" y="910"/>
                  </a:lnTo>
                  <a:lnTo>
                    <a:pt x="80" y="910"/>
                  </a:lnTo>
                  <a:lnTo>
                    <a:pt x="60" y="929"/>
                  </a:lnTo>
                  <a:lnTo>
                    <a:pt x="139" y="910"/>
                  </a:lnTo>
                  <a:lnTo>
                    <a:pt x="139" y="929"/>
                  </a:lnTo>
                  <a:lnTo>
                    <a:pt x="119" y="929"/>
                  </a:lnTo>
                  <a:lnTo>
                    <a:pt x="60" y="949"/>
                  </a:lnTo>
                  <a:lnTo>
                    <a:pt x="317" y="949"/>
                  </a:lnTo>
                  <a:lnTo>
                    <a:pt x="317" y="969"/>
                  </a:lnTo>
                  <a:lnTo>
                    <a:pt x="277" y="969"/>
                  </a:lnTo>
                  <a:lnTo>
                    <a:pt x="297" y="989"/>
                  </a:lnTo>
                  <a:lnTo>
                    <a:pt x="277" y="1008"/>
                  </a:lnTo>
                  <a:lnTo>
                    <a:pt x="257" y="1028"/>
                  </a:lnTo>
                  <a:lnTo>
                    <a:pt x="277" y="1028"/>
                  </a:lnTo>
                  <a:lnTo>
                    <a:pt x="178" y="1048"/>
                  </a:lnTo>
                  <a:lnTo>
                    <a:pt x="139" y="1068"/>
                  </a:lnTo>
                  <a:lnTo>
                    <a:pt x="297" y="1068"/>
                  </a:lnTo>
                  <a:lnTo>
                    <a:pt x="336" y="1048"/>
                  </a:lnTo>
                  <a:lnTo>
                    <a:pt x="396" y="1048"/>
                  </a:lnTo>
                  <a:lnTo>
                    <a:pt x="376" y="1068"/>
                  </a:lnTo>
                  <a:lnTo>
                    <a:pt x="336" y="1087"/>
                  </a:lnTo>
                  <a:lnTo>
                    <a:pt x="159" y="1068"/>
                  </a:lnTo>
                  <a:lnTo>
                    <a:pt x="139" y="1087"/>
                  </a:lnTo>
                  <a:lnTo>
                    <a:pt x="119" y="1107"/>
                  </a:lnTo>
                  <a:lnTo>
                    <a:pt x="218" y="1087"/>
                  </a:lnTo>
                  <a:lnTo>
                    <a:pt x="317" y="1107"/>
                  </a:lnTo>
                  <a:lnTo>
                    <a:pt x="396" y="1127"/>
                  </a:lnTo>
                  <a:lnTo>
                    <a:pt x="178" y="1127"/>
                  </a:lnTo>
                  <a:lnTo>
                    <a:pt x="198" y="1147"/>
                  </a:lnTo>
                  <a:lnTo>
                    <a:pt x="178" y="1147"/>
                  </a:lnTo>
                  <a:lnTo>
                    <a:pt x="178" y="1166"/>
                  </a:lnTo>
                  <a:lnTo>
                    <a:pt x="198" y="1186"/>
                  </a:lnTo>
                  <a:lnTo>
                    <a:pt x="238" y="1166"/>
                  </a:lnTo>
                  <a:lnTo>
                    <a:pt x="257" y="1166"/>
                  </a:lnTo>
                  <a:lnTo>
                    <a:pt x="238" y="1186"/>
                  </a:lnTo>
                  <a:lnTo>
                    <a:pt x="257" y="1186"/>
                  </a:lnTo>
                  <a:lnTo>
                    <a:pt x="238" y="1206"/>
                  </a:lnTo>
                  <a:lnTo>
                    <a:pt x="257" y="1206"/>
                  </a:lnTo>
                  <a:lnTo>
                    <a:pt x="257" y="1226"/>
                  </a:lnTo>
                  <a:lnTo>
                    <a:pt x="297" y="1226"/>
                  </a:lnTo>
                  <a:lnTo>
                    <a:pt x="277" y="1206"/>
                  </a:lnTo>
                  <a:lnTo>
                    <a:pt x="317" y="1206"/>
                  </a:lnTo>
                  <a:lnTo>
                    <a:pt x="356" y="1186"/>
                  </a:lnTo>
                  <a:lnTo>
                    <a:pt x="415" y="1206"/>
                  </a:lnTo>
                  <a:lnTo>
                    <a:pt x="435" y="1206"/>
                  </a:lnTo>
                  <a:lnTo>
                    <a:pt x="455" y="1226"/>
                  </a:lnTo>
                  <a:lnTo>
                    <a:pt x="475" y="1206"/>
                  </a:lnTo>
                  <a:lnTo>
                    <a:pt x="494" y="1206"/>
                  </a:lnTo>
                  <a:lnTo>
                    <a:pt x="494" y="1226"/>
                  </a:lnTo>
                  <a:lnTo>
                    <a:pt x="435" y="1245"/>
                  </a:lnTo>
                  <a:lnTo>
                    <a:pt x="455" y="1265"/>
                  </a:lnTo>
                  <a:lnTo>
                    <a:pt x="435" y="1265"/>
                  </a:lnTo>
                  <a:lnTo>
                    <a:pt x="435" y="1285"/>
                  </a:lnTo>
                  <a:lnTo>
                    <a:pt x="396" y="1285"/>
                  </a:lnTo>
                  <a:lnTo>
                    <a:pt x="336" y="1305"/>
                  </a:lnTo>
                  <a:lnTo>
                    <a:pt x="356" y="1305"/>
                  </a:lnTo>
                  <a:lnTo>
                    <a:pt x="376" y="1324"/>
                  </a:lnTo>
                  <a:lnTo>
                    <a:pt x="415" y="1324"/>
                  </a:lnTo>
                  <a:lnTo>
                    <a:pt x="475" y="1305"/>
                  </a:lnTo>
                  <a:lnTo>
                    <a:pt x="554" y="1285"/>
                  </a:lnTo>
                  <a:lnTo>
                    <a:pt x="554" y="1305"/>
                  </a:lnTo>
                  <a:lnTo>
                    <a:pt x="573" y="1305"/>
                  </a:lnTo>
                  <a:lnTo>
                    <a:pt x="554" y="1324"/>
                  </a:lnTo>
                  <a:lnTo>
                    <a:pt x="573" y="1324"/>
                  </a:lnTo>
                  <a:lnTo>
                    <a:pt x="534" y="1344"/>
                  </a:lnTo>
                  <a:lnTo>
                    <a:pt x="494" y="1364"/>
                  </a:lnTo>
                  <a:lnTo>
                    <a:pt x="494" y="1344"/>
                  </a:lnTo>
                  <a:lnTo>
                    <a:pt x="475" y="1344"/>
                  </a:lnTo>
                  <a:lnTo>
                    <a:pt x="396" y="1364"/>
                  </a:lnTo>
                  <a:lnTo>
                    <a:pt x="376" y="1364"/>
                  </a:lnTo>
                  <a:lnTo>
                    <a:pt x="317" y="1384"/>
                  </a:lnTo>
                  <a:lnTo>
                    <a:pt x="376" y="1384"/>
                  </a:lnTo>
                  <a:lnTo>
                    <a:pt x="415" y="1374"/>
                  </a:lnTo>
                  <a:lnTo>
                    <a:pt x="396" y="1384"/>
                  </a:lnTo>
                  <a:lnTo>
                    <a:pt x="455" y="1384"/>
                  </a:lnTo>
                  <a:lnTo>
                    <a:pt x="336" y="1423"/>
                  </a:lnTo>
                  <a:lnTo>
                    <a:pt x="376" y="1423"/>
                  </a:lnTo>
                  <a:lnTo>
                    <a:pt x="415" y="1403"/>
                  </a:lnTo>
                  <a:lnTo>
                    <a:pt x="415" y="1423"/>
                  </a:lnTo>
                  <a:lnTo>
                    <a:pt x="396" y="1423"/>
                  </a:lnTo>
                  <a:lnTo>
                    <a:pt x="396" y="1443"/>
                  </a:lnTo>
                  <a:lnTo>
                    <a:pt x="415" y="1443"/>
                  </a:lnTo>
                  <a:lnTo>
                    <a:pt x="475" y="1423"/>
                  </a:lnTo>
                  <a:lnTo>
                    <a:pt x="494" y="1423"/>
                  </a:lnTo>
                  <a:lnTo>
                    <a:pt x="514" y="1443"/>
                  </a:lnTo>
                  <a:lnTo>
                    <a:pt x="554" y="1463"/>
                  </a:lnTo>
                  <a:lnTo>
                    <a:pt x="514" y="1482"/>
                  </a:lnTo>
                  <a:lnTo>
                    <a:pt x="458" y="1496"/>
                  </a:lnTo>
                  <a:lnTo>
                    <a:pt x="458" y="1496"/>
                  </a:lnTo>
                  <a:lnTo>
                    <a:pt x="475" y="1502"/>
                  </a:lnTo>
                  <a:lnTo>
                    <a:pt x="455" y="1522"/>
                  </a:lnTo>
                  <a:lnTo>
                    <a:pt x="396" y="1542"/>
                  </a:lnTo>
                  <a:lnTo>
                    <a:pt x="356" y="1561"/>
                  </a:lnTo>
                  <a:lnTo>
                    <a:pt x="435" y="1542"/>
                  </a:lnTo>
                  <a:lnTo>
                    <a:pt x="455" y="1542"/>
                  </a:lnTo>
                  <a:lnTo>
                    <a:pt x="455" y="1561"/>
                  </a:lnTo>
                  <a:lnTo>
                    <a:pt x="475" y="1542"/>
                  </a:lnTo>
                  <a:lnTo>
                    <a:pt x="514" y="1542"/>
                  </a:lnTo>
                  <a:lnTo>
                    <a:pt x="475" y="1561"/>
                  </a:lnTo>
                  <a:lnTo>
                    <a:pt x="435" y="1581"/>
                  </a:lnTo>
                  <a:lnTo>
                    <a:pt x="415" y="1601"/>
                  </a:lnTo>
                  <a:lnTo>
                    <a:pt x="435" y="1601"/>
                  </a:lnTo>
                  <a:lnTo>
                    <a:pt x="455" y="1581"/>
                  </a:lnTo>
                  <a:lnTo>
                    <a:pt x="554" y="1565"/>
                  </a:lnTo>
                  <a:lnTo>
                    <a:pt x="554" y="1581"/>
                  </a:lnTo>
                  <a:lnTo>
                    <a:pt x="593" y="1581"/>
                  </a:lnTo>
                  <a:lnTo>
                    <a:pt x="633" y="1561"/>
                  </a:lnTo>
                  <a:lnTo>
                    <a:pt x="613" y="1581"/>
                  </a:lnTo>
                  <a:lnTo>
                    <a:pt x="554" y="1601"/>
                  </a:lnTo>
                  <a:lnTo>
                    <a:pt x="633" y="1601"/>
                  </a:lnTo>
                  <a:lnTo>
                    <a:pt x="672" y="1581"/>
                  </a:lnTo>
                  <a:lnTo>
                    <a:pt x="731" y="1581"/>
                  </a:lnTo>
                  <a:lnTo>
                    <a:pt x="652" y="1621"/>
                  </a:lnTo>
                  <a:lnTo>
                    <a:pt x="613" y="1621"/>
                  </a:lnTo>
                  <a:lnTo>
                    <a:pt x="554" y="1660"/>
                  </a:lnTo>
                  <a:lnTo>
                    <a:pt x="534" y="1660"/>
                  </a:lnTo>
                  <a:lnTo>
                    <a:pt x="475" y="1680"/>
                  </a:lnTo>
                  <a:lnTo>
                    <a:pt x="514" y="1680"/>
                  </a:lnTo>
                  <a:lnTo>
                    <a:pt x="514" y="1700"/>
                  </a:lnTo>
                  <a:lnTo>
                    <a:pt x="554" y="1680"/>
                  </a:lnTo>
                  <a:lnTo>
                    <a:pt x="613" y="1660"/>
                  </a:lnTo>
                  <a:lnTo>
                    <a:pt x="554" y="1700"/>
                  </a:lnTo>
                  <a:lnTo>
                    <a:pt x="593" y="1700"/>
                  </a:lnTo>
                  <a:lnTo>
                    <a:pt x="672" y="1680"/>
                  </a:lnTo>
                  <a:lnTo>
                    <a:pt x="712" y="1640"/>
                  </a:lnTo>
                  <a:lnTo>
                    <a:pt x="771" y="1640"/>
                  </a:lnTo>
                  <a:lnTo>
                    <a:pt x="810" y="1621"/>
                  </a:lnTo>
                  <a:lnTo>
                    <a:pt x="850" y="1621"/>
                  </a:lnTo>
                  <a:lnTo>
                    <a:pt x="751" y="1680"/>
                  </a:lnTo>
                  <a:lnTo>
                    <a:pt x="633" y="1719"/>
                  </a:lnTo>
                  <a:lnTo>
                    <a:pt x="475" y="1759"/>
                  </a:lnTo>
                  <a:lnTo>
                    <a:pt x="514" y="1779"/>
                  </a:lnTo>
                  <a:lnTo>
                    <a:pt x="494" y="1798"/>
                  </a:lnTo>
                  <a:lnTo>
                    <a:pt x="573" y="1779"/>
                  </a:lnTo>
                  <a:lnTo>
                    <a:pt x="692" y="1739"/>
                  </a:lnTo>
                  <a:lnTo>
                    <a:pt x="672" y="1759"/>
                  </a:lnTo>
                  <a:lnTo>
                    <a:pt x="633" y="1759"/>
                  </a:lnTo>
                  <a:lnTo>
                    <a:pt x="692" y="1779"/>
                  </a:lnTo>
                  <a:lnTo>
                    <a:pt x="731" y="1779"/>
                  </a:lnTo>
                  <a:lnTo>
                    <a:pt x="791" y="1759"/>
                  </a:lnTo>
                  <a:lnTo>
                    <a:pt x="870" y="1739"/>
                  </a:lnTo>
                  <a:lnTo>
                    <a:pt x="890" y="1739"/>
                  </a:lnTo>
                  <a:lnTo>
                    <a:pt x="949" y="1719"/>
                  </a:lnTo>
                  <a:lnTo>
                    <a:pt x="949" y="1739"/>
                  </a:lnTo>
                  <a:lnTo>
                    <a:pt x="890" y="1759"/>
                  </a:lnTo>
                  <a:lnTo>
                    <a:pt x="909" y="1759"/>
                  </a:lnTo>
                  <a:lnTo>
                    <a:pt x="850" y="1779"/>
                  </a:lnTo>
                  <a:lnTo>
                    <a:pt x="810" y="1779"/>
                  </a:lnTo>
                  <a:lnTo>
                    <a:pt x="791" y="1798"/>
                  </a:lnTo>
                  <a:lnTo>
                    <a:pt x="751" y="1818"/>
                  </a:lnTo>
                  <a:lnTo>
                    <a:pt x="751" y="1818"/>
                  </a:lnTo>
                  <a:lnTo>
                    <a:pt x="810" y="1798"/>
                  </a:lnTo>
                  <a:lnTo>
                    <a:pt x="810" y="1798"/>
                  </a:lnTo>
                  <a:lnTo>
                    <a:pt x="751" y="1838"/>
                  </a:lnTo>
                  <a:lnTo>
                    <a:pt x="751" y="1858"/>
                  </a:lnTo>
                  <a:lnTo>
                    <a:pt x="751" y="1877"/>
                  </a:lnTo>
                  <a:lnTo>
                    <a:pt x="672" y="1937"/>
                  </a:lnTo>
                  <a:lnTo>
                    <a:pt x="672" y="1937"/>
                  </a:lnTo>
                  <a:lnTo>
                    <a:pt x="751" y="1917"/>
                  </a:lnTo>
                  <a:lnTo>
                    <a:pt x="791" y="1917"/>
                  </a:lnTo>
                  <a:lnTo>
                    <a:pt x="850" y="1897"/>
                  </a:lnTo>
                  <a:lnTo>
                    <a:pt x="909" y="1877"/>
                  </a:lnTo>
                  <a:lnTo>
                    <a:pt x="909" y="1858"/>
                  </a:lnTo>
                  <a:lnTo>
                    <a:pt x="870" y="1877"/>
                  </a:lnTo>
                  <a:lnTo>
                    <a:pt x="850" y="1877"/>
                  </a:lnTo>
                  <a:lnTo>
                    <a:pt x="868" y="1842"/>
                  </a:lnTo>
                  <a:lnTo>
                    <a:pt x="868" y="1842"/>
                  </a:lnTo>
                  <a:lnTo>
                    <a:pt x="890" y="1838"/>
                  </a:lnTo>
                  <a:lnTo>
                    <a:pt x="929" y="1818"/>
                  </a:lnTo>
                  <a:lnTo>
                    <a:pt x="949" y="1818"/>
                  </a:lnTo>
                  <a:lnTo>
                    <a:pt x="988" y="1798"/>
                  </a:lnTo>
                  <a:lnTo>
                    <a:pt x="988" y="1779"/>
                  </a:lnTo>
                  <a:lnTo>
                    <a:pt x="1087" y="1739"/>
                  </a:lnTo>
                  <a:lnTo>
                    <a:pt x="1225" y="1700"/>
                  </a:lnTo>
                  <a:lnTo>
                    <a:pt x="1225" y="1700"/>
                  </a:lnTo>
                  <a:lnTo>
                    <a:pt x="1166" y="1719"/>
                  </a:lnTo>
                  <a:lnTo>
                    <a:pt x="1245" y="1700"/>
                  </a:lnTo>
                  <a:lnTo>
                    <a:pt x="1146" y="1759"/>
                  </a:lnTo>
                  <a:lnTo>
                    <a:pt x="1166" y="1759"/>
                  </a:lnTo>
                  <a:lnTo>
                    <a:pt x="1166" y="1779"/>
                  </a:lnTo>
                  <a:lnTo>
                    <a:pt x="1206" y="1759"/>
                  </a:lnTo>
                  <a:lnTo>
                    <a:pt x="1186" y="1739"/>
                  </a:lnTo>
                  <a:lnTo>
                    <a:pt x="1225" y="1719"/>
                  </a:lnTo>
                  <a:lnTo>
                    <a:pt x="1225" y="1739"/>
                  </a:lnTo>
                  <a:lnTo>
                    <a:pt x="1265" y="1719"/>
                  </a:lnTo>
                  <a:lnTo>
                    <a:pt x="1344" y="1700"/>
                  </a:lnTo>
                  <a:lnTo>
                    <a:pt x="1344" y="1700"/>
                  </a:lnTo>
                  <a:lnTo>
                    <a:pt x="1324" y="1719"/>
                  </a:lnTo>
                  <a:lnTo>
                    <a:pt x="1245" y="1759"/>
                  </a:lnTo>
                  <a:lnTo>
                    <a:pt x="1107" y="1818"/>
                  </a:lnTo>
                  <a:lnTo>
                    <a:pt x="1146" y="1818"/>
                  </a:lnTo>
                  <a:lnTo>
                    <a:pt x="949" y="1877"/>
                  </a:lnTo>
                  <a:lnTo>
                    <a:pt x="929" y="1917"/>
                  </a:lnTo>
                  <a:lnTo>
                    <a:pt x="929" y="1937"/>
                  </a:lnTo>
                  <a:lnTo>
                    <a:pt x="810" y="1996"/>
                  </a:lnTo>
                  <a:lnTo>
                    <a:pt x="830" y="1996"/>
                  </a:lnTo>
                  <a:lnTo>
                    <a:pt x="830" y="2016"/>
                  </a:lnTo>
                  <a:lnTo>
                    <a:pt x="909" y="1996"/>
                  </a:lnTo>
                  <a:lnTo>
                    <a:pt x="909" y="1976"/>
                  </a:lnTo>
                  <a:lnTo>
                    <a:pt x="949" y="1956"/>
                  </a:lnTo>
                  <a:lnTo>
                    <a:pt x="1048" y="1917"/>
                  </a:lnTo>
                  <a:lnTo>
                    <a:pt x="1048" y="1897"/>
                  </a:lnTo>
                  <a:lnTo>
                    <a:pt x="1107" y="1897"/>
                  </a:lnTo>
                  <a:lnTo>
                    <a:pt x="969" y="1956"/>
                  </a:lnTo>
                  <a:lnTo>
                    <a:pt x="988" y="1956"/>
                  </a:lnTo>
                  <a:lnTo>
                    <a:pt x="969" y="1996"/>
                  </a:lnTo>
                  <a:lnTo>
                    <a:pt x="929" y="2016"/>
                  </a:lnTo>
                  <a:lnTo>
                    <a:pt x="890" y="2016"/>
                  </a:lnTo>
                  <a:lnTo>
                    <a:pt x="890" y="2035"/>
                  </a:lnTo>
                  <a:lnTo>
                    <a:pt x="870" y="2035"/>
                  </a:lnTo>
                  <a:lnTo>
                    <a:pt x="850" y="2055"/>
                  </a:lnTo>
                  <a:lnTo>
                    <a:pt x="850" y="2075"/>
                  </a:lnTo>
                  <a:lnTo>
                    <a:pt x="810" y="2095"/>
                  </a:lnTo>
                  <a:lnTo>
                    <a:pt x="909" y="2075"/>
                  </a:lnTo>
                  <a:lnTo>
                    <a:pt x="850" y="2114"/>
                  </a:lnTo>
                  <a:lnTo>
                    <a:pt x="791" y="2154"/>
                  </a:lnTo>
                  <a:lnTo>
                    <a:pt x="791" y="2154"/>
                  </a:lnTo>
                  <a:lnTo>
                    <a:pt x="870" y="2114"/>
                  </a:lnTo>
                  <a:lnTo>
                    <a:pt x="890" y="2114"/>
                  </a:lnTo>
                  <a:lnTo>
                    <a:pt x="909" y="2095"/>
                  </a:lnTo>
                  <a:lnTo>
                    <a:pt x="969" y="2075"/>
                  </a:lnTo>
                  <a:lnTo>
                    <a:pt x="1028" y="2055"/>
                  </a:lnTo>
                  <a:lnTo>
                    <a:pt x="1048" y="2055"/>
                  </a:lnTo>
                  <a:lnTo>
                    <a:pt x="890" y="2134"/>
                  </a:lnTo>
                  <a:lnTo>
                    <a:pt x="929" y="2134"/>
                  </a:lnTo>
                  <a:lnTo>
                    <a:pt x="909" y="2154"/>
                  </a:lnTo>
                  <a:lnTo>
                    <a:pt x="909" y="2154"/>
                  </a:lnTo>
                  <a:lnTo>
                    <a:pt x="969" y="2114"/>
                  </a:lnTo>
                  <a:lnTo>
                    <a:pt x="1028" y="2095"/>
                  </a:lnTo>
                  <a:lnTo>
                    <a:pt x="1067" y="2095"/>
                  </a:lnTo>
                  <a:lnTo>
                    <a:pt x="1166" y="2035"/>
                  </a:lnTo>
                  <a:lnTo>
                    <a:pt x="1146" y="2075"/>
                  </a:lnTo>
                  <a:lnTo>
                    <a:pt x="1048" y="2114"/>
                  </a:lnTo>
                  <a:lnTo>
                    <a:pt x="1067" y="2114"/>
                  </a:lnTo>
                  <a:lnTo>
                    <a:pt x="1028" y="2134"/>
                  </a:lnTo>
                  <a:lnTo>
                    <a:pt x="1048" y="2134"/>
                  </a:lnTo>
                  <a:lnTo>
                    <a:pt x="949" y="2213"/>
                  </a:lnTo>
                  <a:lnTo>
                    <a:pt x="988" y="2193"/>
                  </a:lnTo>
                  <a:lnTo>
                    <a:pt x="969" y="2213"/>
                  </a:lnTo>
                  <a:lnTo>
                    <a:pt x="988" y="2213"/>
                  </a:lnTo>
                  <a:lnTo>
                    <a:pt x="1028" y="2174"/>
                  </a:lnTo>
                  <a:lnTo>
                    <a:pt x="1048" y="2174"/>
                  </a:lnTo>
                  <a:lnTo>
                    <a:pt x="1097" y="2144"/>
                  </a:lnTo>
                  <a:lnTo>
                    <a:pt x="1097" y="2144"/>
                  </a:lnTo>
                  <a:lnTo>
                    <a:pt x="1087" y="2154"/>
                  </a:lnTo>
                  <a:lnTo>
                    <a:pt x="1206" y="2075"/>
                  </a:lnTo>
                  <a:lnTo>
                    <a:pt x="1304" y="2035"/>
                  </a:lnTo>
                  <a:lnTo>
                    <a:pt x="1285" y="2035"/>
                  </a:lnTo>
                  <a:lnTo>
                    <a:pt x="1186" y="2075"/>
                  </a:lnTo>
                  <a:lnTo>
                    <a:pt x="1146" y="2095"/>
                  </a:lnTo>
                  <a:lnTo>
                    <a:pt x="1206" y="2055"/>
                  </a:lnTo>
                  <a:lnTo>
                    <a:pt x="1225" y="2035"/>
                  </a:lnTo>
                  <a:lnTo>
                    <a:pt x="1265" y="1996"/>
                  </a:lnTo>
                  <a:lnTo>
                    <a:pt x="1186" y="2016"/>
                  </a:lnTo>
                  <a:lnTo>
                    <a:pt x="1133" y="2042"/>
                  </a:lnTo>
                  <a:lnTo>
                    <a:pt x="1133" y="2042"/>
                  </a:lnTo>
                  <a:lnTo>
                    <a:pt x="1146" y="2016"/>
                  </a:lnTo>
                  <a:lnTo>
                    <a:pt x="1186" y="2016"/>
                  </a:lnTo>
                  <a:lnTo>
                    <a:pt x="1265" y="1976"/>
                  </a:lnTo>
                  <a:lnTo>
                    <a:pt x="1383" y="1917"/>
                  </a:lnTo>
                  <a:lnTo>
                    <a:pt x="1482" y="1897"/>
                  </a:lnTo>
                  <a:lnTo>
                    <a:pt x="1541" y="1877"/>
                  </a:lnTo>
                  <a:lnTo>
                    <a:pt x="1561" y="1877"/>
                  </a:lnTo>
                  <a:lnTo>
                    <a:pt x="1601" y="1858"/>
                  </a:lnTo>
                  <a:lnTo>
                    <a:pt x="1640" y="1838"/>
                  </a:lnTo>
                  <a:lnTo>
                    <a:pt x="1640" y="1838"/>
                  </a:lnTo>
                  <a:lnTo>
                    <a:pt x="1620" y="1858"/>
                  </a:lnTo>
                  <a:lnTo>
                    <a:pt x="1601" y="1858"/>
                  </a:lnTo>
                  <a:lnTo>
                    <a:pt x="1462" y="1956"/>
                  </a:lnTo>
                  <a:lnTo>
                    <a:pt x="1324" y="2035"/>
                  </a:lnTo>
                  <a:lnTo>
                    <a:pt x="1364" y="2035"/>
                  </a:lnTo>
                  <a:lnTo>
                    <a:pt x="1186" y="2134"/>
                  </a:lnTo>
                  <a:lnTo>
                    <a:pt x="1225" y="2114"/>
                  </a:lnTo>
                  <a:lnTo>
                    <a:pt x="1285" y="2095"/>
                  </a:lnTo>
                  <a:lnTo>
                    <a:pt x="1245" y="2114"/>
                  </a:lnTo>
                  <a:lnTo>
                    <a:pt x="1225" y="2114"/>
                  </a:lnTo>
                  <a:lnTo>
                    <a:pt x="1225" y="2134"/>
                  </a:lnTo>
                  <a:lnTo>
                    <a:pt x="1245" y="2134"/>
                  </a:lnTo>
                  <a:lnTo>
                    <a:pt x="1304" y="2114"/>
                  </a:lnTo>
                  <a:lnTo>
                    <a:pt x="1285" y="2114"/>
                  </a:lnTo>
                  <a:lnTo>
                    <a:pt x="1383" y="2075"/>
                  </a:lnTo>
                  <a:lnTo>
                    <a:pt x="1364" y="2075"/>
                  </a:lnTo>
                  <a:lnTo>
                    <a:pt x="1383" y="2055"/>
                  </a:lnTo>
                  <a:lnTo>
                    <a:pt x="1364" y="2055"/>
                  </a:lnTo>
                  <a:lnTo>
                    <a:pt x="1423" y="2035"/>
                  </a:lnTo>
                  <a:lnTo>
                    <a:pt x="1522" y="1956"/>
                  </a:lnTo>
                  <a:lnTo>
                    <a:pt x="1561" y="1937"/>
                  </a:lnTo>
                  <a:lnTo>
                    <a:pt x="1541" y="1917"/>
                  </a:lnTo>
                  <a:lnTo>
                    <a:pt x="1561" y="1907"/>
                  </a:lnTo>
                  <a:lnTo>
                    <a:pt x="1561" y="1907"/>
                  </a:lnTo>
                  <a:lnTo>
                    <a:pt x="1561" y="1897"/>
                  </a:lnTo>
                  <a:lnTo>
                    <a:pt x="1680" y="1838"/>
                  </a:lnTo>
                  <a:lnTo>
                    <a:pt x="1699" y="1858"/>
                  </a:lnTo>
                  <a:lnTo>
                    <a:pt x="1739" y="1838"/>
                  </a:lnTo>
                  <a:lnTo>
                    <a:pt x="1818" y="1798"/>
                  </a:lnTo>
                  <a:lnTo>
                    <a:pt x="1877" y="1759"/>
                  </a:lnTo>
                  <a:lnTo>
                    <a:pt x="1818" y="1779"/>
                  </a:lnTo>
                  <a:lnTo>
                    <a:pt x="1857" y="1759"/>
                  </a:lnTo>
                  <a:lnTo>
                    <a:pt x="1818" y="1759"/>
                  </a:lnTo>
                  <a:lnTo>
                    <a:pt x="1778" y="1779"/>
                  </a:lnTo>
                  <a:lnTo>
                    <a:pt x="1739" y="1798"/>
                  </a:lnTo>
                  <a:lnTo>
                    <a:pt x="1640" y="1818"/>
                  </a:lnTo>
                  <a:lnTo>
                    <a:pt x="1640" y="1818"/>
                  </a:lnTo>
                  <a:lnTo>
                    <a:pt x="1778" y="1779"/>
                  </a:lnTo>
                  <a:lnTo>
                    <a:pt x="1798" y="1759"/>
                  </a:lnTo>
                  <a:lnTo>
                    <a:pt x="1778" y="1759"/>
                  </a:lnTo>
                  <a:lnTo>
                    <a:pt x="1719" y="1779"/>
                  </a:lnTo>
                  <a:lnTo>
                    <a:pt x="1739" y="1759"/>
                  </a:lnTo>
                  <a:lnTo>
                    <a:pt x="1660" y="1798"/>
                  </a:lnTo>
                  <a:lnTo>
                    <a:pt x="1601" y="1818"/>
                  </a:lnTo>
                  <a:lnTo>
                    <a:pt x="1601" y="1838"/>
                  </a:lnTo>
                  <a:lnTo>
                    <a:pt x="1620" y="1818"/>
                  </a:lnTo>
                  <a:lnTo>
                    <a:pt x="1660" y="1818"/>
                  </a:lnTo>
                  <a:lnTo>
                    <a:pt x="1581" y="1858"/>
                  </a:lnTo>
                  <a:lnTo>
                    <a:pt x="1522" y="1877"/>
                  </a:lnTo>
                  <a:lnTo>
                    <a:pt x="1581" y="1838"/>
                  </a:lnTo>
                  <a:lnTo>
                    <a:pt x="1601" y="1818"/>
                  </a:lnTo>
                  <a:lnTo>
                    <a:pt x="1581" y="1818"/>
                  </a:lnTo>
                  <a:lnTo>
                    <a:pt x="1640" y="1798"/>
                  </a:lnTo>
                  <a:lnTo>
                    <a:pt x="1660" y="1798"/>
                  </a:lnTo>
                  <a:lnTo>
                    <a:pt x="1739" y="1739"/>
                  </a:lnTo>
                  <a:lnTo>
                    <a:pt x="1680" y="1759"/>
                  </a:lnTo>
                  <a:lnTo>
                    <a:pt x="1660" y="1779"/>
                  </a:lnTo>
                  <a:lnTo>
                    <a:pt x="1680" y="1779"/>
                  </a:lnTo>
                  <a:lnTo>
                    <a:pt x="1581" y="1798"/>
                  </a:lnTo>
                  <a:lnTo>
                    <a:pt x="1541" y="1798"/>
                  </a:lnTo>
                  <a:lnTo>
                    <a:pt x="1561" y="1779"/>
                  </a:lnTo>
                  <a:lnTo>
                    <a:pt x="1482" y="1818"/>
                  </a:lnTo>
                  <a:lnTo>
                    <a:pt x="1462" y="1798"/>
                  </a:lnTo>
                  <a:lnTo>
                    <a:pt x="1522" y="1779"/>
                  </a:lnTo>
                  <a:lnTo>
                    <a:pt x="1502" y="1779"/>
                  </a:lnTo>
                  <a:lnTo>
                    <a:pt x="1403" y="1798"/>
                  </a:lnTo>
                  <a:lnTo>
                    <a:pt x="1324" y="1858"/>
                  </a:lnTo>
                  <a:lnTo>
                    <a:pt x="1285" y="1877"/>
                  </a:lnTo>
                  <a:lnTo>
                    <a:pt x="1285" y="1877"/>
                  </a:lnTo>
                  <a:lnTo>
                    <a:pt x="1304" y="1858"/>
                  </a:lnTo>
                  <a:lnTo>
                    <a:pt x="1344" y="1838"/>
                  </a:lnTo>
                  <a:lnTo>
                    <a:pt x="1344" y="1818"/>
                  </a:lnTo>
                  <a:lnTo>
                    <a:pt x="1324" y="1818"/>
                  </a:lnTo>
                  <a:lnTo>
                    <a:pt x="1462" y="1759"/>
                  </a:lnTo>
                  <a:lnTo>
                    <a:pt x="1383" y="1779"/>
                  </a:lnTo>
                  <a:lnTo>
                    <a:pt x="1383" y="1779"/>
                  </a:lnTo>
                  <a:lnTo>
                    <a:pt x="1482" y="1739"/>
                  </a:lnTo>
                  <a:lnTo>
                    <a:pt x="1522" y="1719"/>
                  </a:lnTo>
                  <a:lnTo>
                    <a:pt x="1502" y="1739"/>
                  </a:lnTo>
                  <a:lnTo>
                    <a:pt x="1541" y="1739"/>
                  </a:lnTo>
                  <a:lnTo>
                    <a:pt x="1522" y="1759"/>
                  </a:lnTo>
                  <a:lnTo>
                    <a:pt x="1581" y="1739"/>
                  </a:lnTo>
                  <a:lnTo>
                    <a:pt x="1601" y="1739"/>
                  </a:lnTo>
                  <a:lnTo>
                    <a:pt x="1660" y="1680"/>
                  </a:lnTo>
                  <a:lnTo>
                    <a:pt x="1778" y="1621"/>
                  </a:lnTo>
                  <a:lnTo>
                    <a:pt x="1818" y="1621"/>
                  </a:lnTo>
                  <a:lnTo>
                    <a:pt x="1818" y="1601"/>
                  </a:lnTo>
                  <a:lnTo>
                    <a:pt x="1620" y="1680"/>
                  </a:lnTo>
                  <a:lnTo>
                    <a:pt x="1601" y="1680"/>
                  </a:lnTo>
                  <a:lnTo>
                    <a:pt x="1601" y="1660"/>
                  </a:lnTo>
                  <a:lnTo>
                    <a:pt x="1739" y="1621"/>
                  </a:lnTo>
                  <a:lnTo>
                    <a:pt x="1699" y="1621"/>
                  </a:lnTo>
                  <a:lnTo>
                    <a:pt x="1719" y="1601"/>
                  </a:lnTo>
                  <a:lnTo>
                    <a:pt x="1719" y="1601"/>
                  </a:lnTo>
                  <a:lnTo>
                    <a:pt x="1680" y="1621"/>
                  </a:lnTo>
                  <a:lnTo>
                    <a:pt x="1699" y="1601"/>
                  </a:lnTo>
                  <a:lnTo>
                    <a:pt x="1759" y="1561"/>
                  </a:lnTo>
                  <a:lnTo>
                    <a:pt x="1778" y="1561"/>
                  </a:lnTo>
                  <a:lnTo>
                    <a:pt x="1759" y="1581"/>
                  </a:lnTo>
                  <a:lnTo>
                    <a:pt x="1778" y="1581"/>
                  </a:lnTo>
                  <a:lnTo>
                    <a:pt x="1818" y="1561"/>
                  </a:lnTo>
                  <a:lnTo>
                    <a:pt x="1857" y="1542"/>
                  </a:lnTo>
                  <a:lnTo>
                    <a:pt x="1857" y="1532"/>
                  </a:lnTo>
                  <a:lnTo>
                    <a:pt x="1857" y="1532"/>
                  </a:lnTo>
                  <a:lnTo>
                    <a:pt x="1917" y="1502"/>
                  </a:lnTo>
                  <a:lnTo>
                    <a:pt x="1897" y="1502"/>
                  </a:lnTo>
                  <a:lnTo>
                    <a:pt x="1917" y="1482"/>
                  </a:lnTo>
                  <a:lnTo>
                    <a:pt x="1936" y="1463"/>
                  </a:lnTo>
                  <a:lnTo>
                    <a:pt x="1917" y="1463"/>
                  </a:lnTo>
                  <a:lnTo>
                    <a:pt x="1857" y="1482"/>
                  </a:lnTo>
                  <a:lnTo>
                    <a:pt x="1759" y="1502"/>
                  </a:lnTo>
                  <a:lnTo>
                    <a:pt x="1857" y="1463"/>
                  </a:lnTo>
                  <a:lnTo>
                    <a:pt x="1897" y="1443"/>
                  </a:lnTo>
                  <a:lnTo>
                    <a:pt x="1798" y="1482"/>
                  </a:lnTo>
                  <a:lnTo>
                    <a:pt x="1719" y="1502"/>
                  </a:lnTo>
                  <a:lnTo>
                    <a:pt x="1719" y="1502"/>
                  </a:lnTo>
                  <a:lnTo>
                    <a:pt x="1798" y="1463"/>
                  </a:lnTo>
                  <a:lnTo>
                    <a:pt x="1824" y="1456"/>
                  </a:lnTo>
                  <a:lnTo>
                    <a:pt x="1824" y="1456"/>
                  </a:lnTo>
                  <a:lnTo>
                    <a:pt x="1838" y="1443"/>
                  </a:lnTo>
                  <a:lnTo>
                    <a:pt x="1897" y="1403"/>
                  </a:lnTo>
                  <a:lnTo>
                    <a:pt x="1897" y="1403"/>
                  </a:lnTo>
                  <a:lnTo>
                    <a:pt x="1798" y="1432"/>
                  </a:lnTo>
                  <a:lnTo>
                    <a:pt x="1798" y="1432"/>
                  </a:lnTo>
                  <a:lnTo>
                    <a:pt x="1798" y="1443"/>
                  </a:lnTo>
                  <a:lnTo>
                    <a:pt x="1719" y="1463"/>
                  </a:lnTo>
                  <a:lnTo>
                    <a:pt x="1739" y="1443"/>
                  </a:lnTo>
                  <a:lnTo>
                    <a:pt x="1778" y="1423"/>
                  </a:lnTo>
                  <a:lnTo>
                    <a:pt x="1818" y="1403"/>
                  </a:lnTo>
                  <a:lnTo>
                    <a:pt x="1818" y="1403"/>
                  </a:lnTo>
                  <a:lnTo>
                    <a:pt x="1798" y="1423"/>
                  </a:lnTo>
                  <a:lnTo>
                    <a:pt x="1877" y="1403"/>
                  </a:lnTo>
                  <a:lnTo>
                    <a:pt x="1818" y="1403"/>
                  </a:lnTo>
                  <a:lnTo>
                    <a:pt x="1818" y="1384"/>
                  </a:lnTo>
                  <a:lnTo>
                    <a:pt x="1838" y="1384"/>
                  </a:lnTo>
                  <a:lnTo>
                    <a:pt x="1838" y="1364"/>
                  </a:lnTo>
                  <a:lnTo>
                    <a:pt x="1778" y="1384"/>
                  </a:lnTo>
                  <a:lnTo>
                    <a:pt x="1699" y="1423"/>
                  </a:lnTo>
                  <a:lnTo>
                    <a:pt x="1759" y="1384"/>
                  </a:lnTo>
                  <a:lnTo>
                    <a:pt x="1778" y="1384"/>
                  </a:lnTo>
                  <a:lnTo>
                    <a:pt x="1798" y="1364"/>
                  </a:lnTo>
                  <a:lnTo>
                    <a:pt x="1778" y="1364"/>
                  </a:lnTo>
                  <a:lnTo>
                    <a:pt x="1818" y="1344"/>
                  </a:lnTo>
                  <a:lnTo>
                    <a:pt x="1759" y="1344"/>
                  </a:lnTo>
                  <a:lnTo>
                    <a:pt x="1818" y="1324"/>
                  </a:lnTo>
                  <a:lnTo>
                    <a:pt x="1680" y="1324"/>
                  </a:lnTo>
                  <a:lnTo>
                    <a:pt x="1778" y="1305"/>
                  </a:lnTo>
                  <a:lnTo>
                    <a:pt x="1818" y="1305"/>
                  </a:lnTo>
                  <a:lnTo>
                    <a:pt x="1838" y="1285"/>
                  </a:lnTo>
                  <a:lnTo>
                    <a:pt x="1818" y="1285"/>
                  </a:lnTo>
                  <a:lnTo>
                    <a:pt x="1838" y="1265"/>
                  </a:lnTo>
                  <a:lnTo>
                    <a:pt x="1719" y="1305"/>
                  </a:lnTo>
                  <a:lnTo>
                    <a:pt x="1719" y="1285"/>
                  </a:lnTo>
                  <a:lnTo>
                    <a:pt x="1699" y="1285"/>
                  </a:lnTo>
                  <a:lnTo>
                    <a:pt x="1739" y="1265"/>
                  </a:lnTo>
                  <a:lnTo>
                    <a:pt x="1680" y="1265"/>
                  </a:lnTo>
                  <a:lnTo>
                    <a:pt x="1601" y="1305"/>
                  </a:lnTo>
                  <a:lnTo>
                    <a:pt x="1601" y="1285"/>
                  </a:lnTo>
                  <a:lnTo>
                    <a:pt x="1561" y="1305"/>
                  </a:lnTo>
                  <a:lnTo>
                    <a:pt x="1581" y="1324"/>
                  </a:lnTo>
                  <a:lnTo>
                    <a:pt x="1601" y="1324"/>
                  </a:lnTo>
                  <a:lnTo>
                    <a:pt x="1561" y="1344"/>
                  </a:lnTo>
                  <a:lnTo>
                    <a:pt x="1482" y="1364"/>
                  </a:lnTo>
                  <a:lnTo>
                    <a:pt x="1443" y="1384"/>
                  </a:lnTo>
                  <a:lnTo>
                    <a:pt x="1364" y="1403"/>
                  </a:lnTo>
                  <a:lnTo>
                    <a:pt x="1324" y="1384"/>
                  </a:lnTo>
                  <a:lnTo>
                    <a:pt x="1344" y="1364"/>
                  </a:lnTo>
                  <a:lnTo>
                    <a:pt x="1364" y="1344"/>
                  </a:lnTo>
                  <a:lnTo>
                    <a:pt x="1344" y="1344"/>
                  </a:lnTo>
                  <a:lnTo>
                    <a:pt x="1403" y="1324"/>
                  </a:lnTo>
                  <a:lnTo>
                    <a:pt x="1482" y="1324"/>
                  </a:lnTo>
                  <a:lnTo>
                    <a:pt x="1601" y="1285"/>
                  </a:lnTo>
                  <a:lnTo>
                    <a:pt x="1719" y="1245"/>
                  </a:lnTo>
                  <a:lnTo>
                    <a:pt x="1699" y="1245"/>
                  </a:lnTo>
                  <a:lnTo>
                    <a:pt x="1739" y="1226"/>
                  </a:lnTo>
                  <a:lnTo>
                    <a:pt x="1660" y="1226"/>
                  </a:lnTo>
                  <a:lnTo>
                    <a:pt x="1719" y="1206"/>
                  </a:lnTo>
                  <a:lnTo>
                    <a:pt x="1699" y="1186"/>
                  </a:lnTo>
                  <a:lnTo>
                    <a:pt x="1660" y="1186"/>
                  </a:lnTo>
                  <a:lnTo>
                    <a:pt x="1719" y="1166"/>
                  </a:lnTo>
                  <a:lnTo>
                    <a:pt x="1719" y="1147"/>
                  </a:lnTo>
                  <a:lnTo>
                    <a:pt x="1601" y="1147"/>
                  </a:lnTo>
                  <a:lnTo>
                    <a:pt x="1601" y="1127"/>
                  </a:lnTo>
                  <a:lnTo>
                    <a:pt x="1620" y="1127"/>
                  </a:lnTo>
                  <a:lnTo>
                    <a:pt x="1660" y="1107"/>
                  </a:lnTo>
                  <a:lnTo>
                    <a:pt x="1620" y="1107"/>
                  </a:lnTo>
                  <a:lnTo>
                    <a:pt x="1680" y="1068"/>
                  </a:lnTo>
                  <a:lnTo>
                    <a:pt x="1620" y="1068"/>
                  </a:lnTo>
                  <a:lnTo>
                    <a:pt x="1541" y="1087"/>
                  </a:lnTo>
                  <a:lnTo>
                    <a:pt x="1541" y="1087"/>
                  </a:lnTo>
                  <a:lnTo>
                    <a:pt x="1660" y="1048"/>
                  </a:lnTo>
                  <a:lnTo>
                    <a:pt x="1601" y="1028"/>
                  </a:lnTo>
                  <a:lnTo>
                    <a:pt x="1561" y="989"/>
                  </a:lnTo>
                  <a:lnTo>
                    <a:pt x="1581" y="989"/>
                  </a:lnTo>
                  <a:lnTo>
                    <a:pt x="1561" y="969"/>
                  </a:lnTo>
                  <a:lnTo>
                    <a:pt x="1522" y="949"/>
                  </a:lnTo>
                  <a:lnTo>
                    <a:pt x="1482" y="949"/>
                  </a:lnTo>
                  <a:lnTo>
                    <a:pt x="1482" y="929"/>
                  </a:lnTo>
                  <a:lnTo>
                    <a:pt x="1383" y="929"/>
                  </a:lnTo>
                  <a:lnTo>
                    <a:pt x="1265" y="969"/>
                  </a:lnTo>
                  <a:lnTo>
                    <a:pt x="1245" y="949"/>
                  </a:lnTo>
                  <a:lnTo>
                    <a:pt x="1285" y="949"/>
                  </a:lnTo>
                  <a:lnTo>
                    <a:pt x="1344" y="929"/>
                  </a:lnTo>
                  <a:lnTo>
                    <a:pt x="1423" y="910"/>
                  </a:lnTo>
                  <a:lnTo>
                    <a:pt x="1443" y="910"/>
                  </a:lnTo>
                  <a:lnTo>
                    <a:pt x="1443" y="890"/>
                  </a:lnTo>
                  <a:lnTo>
                    <a:pt x="1462" y="870"/>
                  </a:lnTo>
                  <a:lnTo>
                    <a:pt x="1482" y="870"/>
                  </a:lnTo>
                  <a:lnTo>
                    <a:pt x="1482" y="890"/>
                  </a:lnTo>
                  <a:lnTo>
                    <a:pt x="1561" y="890"/>
                  </a:lnTo>
                  <a:lnTo>
                    <a:pt x="1522" y="870"/>
                  </a:lnTo>
                  <a:lnTo>
                    <a:pt x="1522" y="850"/>
                  </a:lnTo>
                  <a:lnTo>
                    <a:pt x="1423" y="850"/>
                  </a:lnTo>
                  <a:lnTo>
                    <a:pt x="1403" y="831"/>
                  </a:lnTo>
                  <a:lnTo>
                    <a:pt x="1482" y="811"/>
                  </a:lnTo>
                  <a:lnTo>
                    <a:pt x="1443" y="811"/>
                  </a:lnTo>
                  <a:lnTo>
                    <a:pt x="1423" y="791"/>
                  </a:lnTo>
                  <a:lnTo>
                    <a:pt x="1482" y="791"/>
                  </a:lnTo>
                  <a:lnTo>
                    <a:pt x="1482" y="771"/>
                  </a:lnTo>
                  <a:lnTo>
                    <a:pt x="1482" y="751"/>
                  </a:lnTo>
                  <a:lnTo>
                    <a:pt x="1522" y="751"/>
                  </a:lnTo>
                  <a:lnTo>
                    <a:pt x="1482" y="732"/>
                  </a:lnTo>
                  <a:lnTo>
                    <a:pt x="1403" y="712"/>
                  </a:lnTo>
                  <a:lnTo>
                    <a:pt x="1423" y="712"/>
                  </a:lnTo>
                  <a:lnTo>
                    <a:pt x="1423" y="692"/>
                  </a:lnTo>
                  <a:lnTo>
                    <a:pt x="1462" y="692"/>
                  </a:lnTo>
                  <a:lnTo>
                    <a:pt x="1443" y="672"/>
                  </a:lnTo>
                  <a:lnTo>
                    <a:pt x="1482" y="672"/>
                  </a:lnTo>
                  <a:lnTo>
                    <a:pt x="1462" y="653"/>
                  </a:lnTo>
                  <a:lnTo>
                    <a:pt x="1423" y="653"/>
                  </a:lnTo>
                  <a:lnTo>
                    <a:pt x="1324" y="633"/>
                  </a:lnTo>
                  <a:lnTo>
                    <a:pt x="1344" y="633"/>
                  </a:lnTo>
                  <a:lnTo>
                    <a:pt x="1324" y="613"/>
                  </a:lnTo>
                  <a:lnTo>
                    <a:pt x="1225" y="613"/>
                  </a:lnTo>
                  <a:lnTo>
                    <a:pt x="1265" y="593"/>
                  </a:lnTo>
                  <a:lnTo>
                    <a:pt x="1324" y="593"/>
                  </a:lnTo>
                  <a:lnTo>
                    <a:pt x="1324" y="613"/>
                  </a:lnTo>
                  <a:lnTo>
                    <a:pt x="1403" y="593"/>
                  </a:lnTo>
                  <a:lnTo>
                    <a:pt x="1443" y="574"/>
                  </a:lnTo>
                  <a:lnTo>
                    <a:pt x="1443" y="554"/>
                  </a:lnTo>
                  <a:lnTo>
                    <a:pt x="1423" y="534"/>
                  </a:lnTo>
                  <a:lnTo>
                    <a:pt x="1403" y="514"/>
                  </a:lnTo>
                  <a:lnTo>
                    <a:pt x="1383" y="514"/>
                  </a:lnTo>
                  <a:lnTo>
                    <a:pt x="1443" y="495"/>
                  </a:lnTo>
                  <a:lnTo>
                    <a:pt x="1443" y="475"/>
                  </a:lnTo>
                  <a:lnTo>
                    <a:pt x="1443" y="455"/>
                  </a:lnTo>
                  <a:lnTo>
                    <a:pt x="1423" y="435"/>
                  </a:lnTo>
                  <a:lnTo>
                    <a:pt x="1383" y="435"/>
                  </a:lnTo>
                  <a:lnTo>
                    <a:pt x="1443" y="416"/>
                  </a:lnTo>
                  <a:lnTo>
                    <a:pt x="1344" y="416"/>
                  </a:lnTo>
                  <a:lnTo>
                    <a:pt x="1304" y="376"/>
                  </a:lnTo>
                  <a:lnTo>
                    <a:pt x="1265" y="356"/>
                  </a:lnTo>
                  <a:lnTo>
                    <a:pt x="1146" y="337"/>
                  </a:lnTo>
                  <a:lnTo>
                    <a:pt x="1206" y="337"/>
                  </a:lnTo>
                  <a:lnTo>
                    <a:pt x="1265" y="356"/>
                  </a:lnTo>
                  <a:lnTo>
                    <a:pt x="1225" y="337"/>
                  </a:lnTo>
                  <a:lnTo>
                    <a:pt x="1285" y="337"/>
                  </a:lnTo>
                  <a:lnTo>
                    <a:pt x="1304" y="317"/>
                  </a:lnTo>
                  <a:lnTo>
                    <a:pt x="1206" y="317"/>
                  </a:lnTo>
                  <a:lnTo>
                    <a:pt x="1146" y="297"/>
                  </a:lnTo>
                  <a:lnTo>
                    <a:pt x="1107" y="297"/>
                  </a:lnTo>
                  <a:lnTo>
                    <a:pt x="1107" y="277"/>
                  </a:lnTo>
                  <a:lnTo>
                    <a:pt x="1107" y="277"/>
                  </a:lnTo>
                  <a:lnTo>
                    <a:pt x="1067" y="238"/>
                  </a:lnTo>
                  <a:lnTo>
                    <a:pt x="1048" y="198"/>
                  </a:lnTo>
                  <a:lnTo>
                    <a:pt x="1048" y="159"/>
                  </a:lnTo>
                  <a:lnTo>
                    <a:pt x="1067" y="139"/>
                  </a:lnTo>
                  <a:lnTo>
                    <a:pt x="1107" y="139"/>
                  </a:lnTo>
                  <a:lnTo>
                    <a:pt x="1127" y="119"/>
                  </a:lnTo>
                  <a:lnTo>
                    <a:pt x="1107" y="100"/>
                  </a:lnTo>
                  <a:lnTo>
                    <a:pt x="1206" y="100"/>
                  </a:lnTo>
                  <a:lnTo>
                    <a:pt x="1225" y="80"/>
                  </a:lnTo>
                  <a:lnTo>
                    <a:pt x="1344" y="80"/>
                  </a:lnTo>
                  <a:lnTo>
                    <a:pt x="1265" y="60"/>
                  </a:lnTo>
                  <a:lnTo>
                    <a:pt x="1225" y="40"/>
                  </a:lnTo>
                  <a:lnTo>
                    <a:pt x="1206" y="40"/>
                  </a:lnTo>
                  <a:lnTo>
                    <a:pt x="10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5" name="Google Shape;7735;p29"/>
            <p:cNvSpPr/>
            <p:nvPr/>
          </p:nvSpPr>
          <p:spPr>
            <a:xfrm>
              <a:off x="-1397075" y="4099050"/>
              <a:ext cx="525" cy="525"/>
            </a:xfrm>
            <a:custGeom>
              <a:rect b="b" l="l" r="r" t="t"/>
              <a:pathLst>
                <a:path extrusionOk="0" h="21" w="21">
                  <a:moveTo>
                    <a:pt x="0" y="0"/>
                  </a:moveTo>
                  <a:lnTo>
                    <a:pt x="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6" name="Google Shape;7736;p29"/>
            <p:cNvSpPr/>
            <p:nvPr/>
          </p:nvSpPr>
          <p:spPr>
            <a:xfrm>
              <a:off x="-1430175" y="4082250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7" name="Google Shape;7737;p29"/>
            <p:cNvSpPr/>
            <p:nvPr/>
          </p:nvSpPr>
          <p:spPr>
            <a:xfrm>
              <a:off x="-1409425" y="4106450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8" name="Google Shape;7738;p29"/>
            <p:cNvSpPr/>
            <p:nvPr/>
          </p:nvSpPr>
          <p:spPr>
            <a:xfrm>
              <a:off x="-1243500" y="4136575"/>
              <a:ext cx="500" cy="25"/>
            </a:xfrm>
            <a:custGeom>
              <a:rect b="b" l="l" r="r" t="t"/>
              <a:pathLst>
                <a:path extrusionOk="0" h="1" w="20">
                  <a:moveTo>
                    <a:pt x="2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9" name="Google Shape;7739;p29"/>
            <p:cNvSpPr/>
            <p:nvPr/>
          </p:nvSpPr>
          <p:spPr>
            <a:xfrm>
              <a:off x="-1245000" y="41370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0" name="Google Shape;7740;p29"/>
            <p:cNvSpPr/>
            <p:nvPr/>
          </p:nvSpPr>
          <p:spPr>
            <a:xfrm>
              <a:off x="-1295850" y="4123725"/>
              <a:ext cx="53850" cy="43975"/>
            </a:xfrm>
            <a:custGeom>
              <a:rect b="b" l="l" r="r" t="t"/>
              <a:pathLst>
                <a:path extrusionOk="0" h="1759" w="2154">
                  <a:moveTo>
                    <a:pt x="1699" y="100"/>
                  </a:moveTo>
                  <a:lnTo>
                    <a:pt x="1699" y="139"/>
                  </a:lnTo>
                  <a:lnTo>
                    <a:pt x="1709" y="100"/>
                  </a:lnTo>
                  <a:close/>
                  <a:moveTo>
                    <a:pt x="1976" y="179"/>
                  </a:moveTo>
                  <a:lnTo>
                    <a:pt x="1956" y="278"/>
                  </a:lnTo>
                  <a:lnTo>
                    <a:pt x="1943" y="370"/>
                  </a:lnTo>
                  <a:lnTo>
                    <a:pt x="1956" y="317"/>
                  </a:lnTo>
                  <a:lnTo>
                    <a:pt x="1976" y="179"/>
                  </a:lnTo>
                  <a:close/>
                  <a:moveTo>
                    <a:pt x="1943" y="370"/>
                  </a:moveTo>
                  <a:lnTo>
                    <a:pt x="1936" y="396"/>
                  </a:lnTo>
                  <a:lnTo>
                    <a:pt x="1936" y="416"/>
                  </a:lnTo>
                  <a:lnTo>
                    <a:pt x="1943" y="370"/>
                  </a:lnTo>
                  <a:close/>
                  <a:moveTo>
                    <a:pt x="2045" y="455"/>
                  </a:moveTo>
                  <a:lnTo>
                    <a:pt x="2035" y="475"/>
                  </a:lnTo>
                  <a:lnTo>
                    <a:pt x="2035" y="495"/>
                  </a:lnTo>
                  <a:lnTo>
                    <a:pt x="2045" y="455"/>
                  </a:lnTo>
                  <a:close/>
                  <a:moveTo>
                    <a:pt x="2035" y="495"/>
                  </a:moveTo>
                  <a:lnTo>
                    <a:pt x="2022" y="534"/>
                  </a:lnTo>
                  <a:lnTo>
                    <a:pt x="2035" y="534"/>
                  </a:lnTo>
                  <a:lnTo>
                    <a:pt x="2035" y="495"/>
                  </a:lnTo>
                  <a:close/>
                  <a:moveTo>
                    <a:pt x="2134" y="198"/>
                  </a:moveTo>
                  <a:lnTo>
                    <a:pt x="2114" y="258"/>
                  </a:lnTo>
                  <a:lnTo>
                    <a:pt x="2114" y="238"/>
                  </a:lnTo>
                  <a:lnTo>
                    <a:pt x="2114" y="218"/>
                  </a:lnTo>
                  <a:lnTo>
                    <a:pt x="2094" y="258"/>
                  </a:lnTo>
                  <a:lnTo>
                    <a:pt x="2094" y="297"/>
                  </a:lnTo>
                  <a:lnTo>
                    <a:pt x="2074" y="337"/>
                  </a:lnTo>
                  <a:lnTo>
                    <a:pt x="2074" y="297"/>
                  </a:lnTo>
                  <a:lnTo>
                    <a:pt x="2074" y="278"/>
                  </a:lnTo>
                  <a:lnTo>
                    <a:pt x="2055" y="337"/>
                  </a:lnTo>
                  <a:lnTo>
                    <a:pt x="2055" y="317"/>
                  </a:lnTo>
                  <a:lnTo>
                    <a:pt x="2035" y="396"/>
                  </a:lnTo>
                  <a:lnTo>
                    <a:pt x="2015" y="455"/>
                  </a:lnTo>
                  <a:lnTo>
                    <a:pt x="2035" y="475"/>
                  </a:lnTo>
                  <a:lnTo>
                    <a:pt x="2035" y="455"/>
                  </a:lnTo>
                  <a:lnTo>
                    <a:pt x="2055" y="416"/>
                  </a:lnTo>
                  <a:lnTo>
                    <a:pt x="2045" y="455"/>
                  </a:lnTo>
                  <a:lnTo>
                    <a:pt x="2055" y="436"/>
                  </a:lnTo>
                  <a:lnTo>
                    <a:pt x="2055" y="475"/>
                  </a:lnTo>
                  <a:lnTo>
                    <a:pt x="2055" y="653"/>
                  </a:lnTo>
                  <a:lnTo>
                    <a:pt x="2035" y="811"/>
                  </a:lnTo>
                  <a:lnTo>
                    <a:pt x="2055" y="791"/>
                  </a:lnTo>
                  <a:lnTo>
                    <a:pt x="2042" y="923"/>
                  </a:lnTo>
                  <a:lnTo>
                    <a:pt x="2042" y="923"/>
                  </a:lnTo>
                  <a:lnTo>
                    <a:pt x="2055" y="870"/>
                  </a:lnTo>
                  <a:lnTo>
                    <a:pt x="2055" y="910"/>
                  </a:lnTo>
                  <a:lnTo>
                    <a:pt x="2055" y="929"/>
                  </a:lnTo>
                  <a:lnTo>
                    <a:pt x="2074" y="870"/>
                  </a:lnTo>
                  <a:lnTo>
                    <a:pt x="2074" y="890"/>
                  </a:lnTo>
                  <a:lnTo>
                    <a:pt x="2094" y="791"/>
                  </a:lnTo>
                  <a:lnTo>
                    <a:pt x="2094" y="771"/>
                  </a:lnTo>
                  <a:lnTo>
                    <a:pt x="2074" y="791"/>
                  </a:lnTo>
                  <a:lnTo>
                    <a:pt x="2094" y="732"/>
                  </a:lnTo>
                  <a:lnTo>
                    <a:pt x="2094" y="613"/>
                  </a:lnTo>
                  <a:lnTo>
                    <a:pt x="2094" y="594"/>
                  </a:lnTo>
                  <a:lnTo>
                    <a:pt x="2094" y="574"/>
                  </a:lnTo>
                  <a:lnTo>
                    <a:pt x="2074" y="613"/>
                  </a:lnTo>
                  <a:lnTo>
                    <a:pt x="2074" y="574"/>
                  </a:lnTo>
                  <a:lnTo>
                    <a:pt x="2074" y="554"/>
                  </a:lnTo>
                  <a:lnTo>
                    <a:pt x="2074" y="534"/>
                  </a:lnTo>
                  <a:lnTo>
                    <a:pt x="2094" y="416"/>
                  </a:lnTo>
                  <a:lnTo>
                    <a:pt x="2114" y="396"/>
                  </a:lnTo>
                  <a:lnTo>
                    <a:pt x="2094" y="436"/>
                  </a:lnTo>
                  <a:lnTo>
                    <a:pt x="2094" y="515"/>
                  </a:lnTo>
                  <a:lnTo>
                    <a:pt x="2114" y="475"/>
                  </a:lnTo>
                  <a:lnTo>
                    <a:pt x="2114" y="455"/>
                  </a:lnTo>
                  <a:lnTo>
                    <a:pt x="2134" y="376"/>
                  </a:lnTo>
                  <a:lnTo>
                    <a:pt x="2134" y="357"/>
                  </a:lnTo>
                  <a:lnTo>
                    <a:pt x="2153" y="278"/>
                  </a:lnTo>
                  <a:lnTo>
                    <a:pt x="2153" y="198"/>
                  </a:lnTo>
                  <a:lnTo>
                    <a:pt x="2134" y="278"/>
                  </a:lnTo>
                  <a:lnTo>
                    <a:pt x="2134" y="258"/>
                  </a:lnTo>
                  <a:lnTo>
                    <a:pt x="2134" y="198"/>
                  </a:lnTo>
                  <a:close/>
                  <a:moveTo>
                    <a:pt x="1815" y="935"/>
                  </a:moveTo>
                  <a:lnTo>
                    <a:pt x="1810" y="981"/>
                  </a:lnTo>
                  <a:lnTo>
                    <a:pt x="1798" y="969"/>
                  </a:lnTo>
                  <a:lnTo>
                    <a:pt x="1815" y="935"/>
                  </a:lnTo>
                  <a:close/>
                  <a:moveTo>
                    <a:pt x="2042" y="923"/>
                  </a:moveTo>
                  <a:lnTo>
                    <a:pt x="2035" y="949"/>
                  </a:lnTo>
                  <a:lnTo>
                    <a:pt x="2035" y="989"/>
                  </a:lnTo>
                  <a:lnTo>
                    <a:pt x="2042" y="923"/>
                  </a:lnTo>
                  <a:close/>
                  <a:moveTo>
                    <a:pt x="1947" y="898"/>
                  </a:moveTo>
                  <a:lnTo>
                    <a:pt x="1936" y="989"/>
                  </a:lnTo>
                  <a:lnTo>
                    <a:pt x="1936" y="949"/>
                  </a:lnTo>
                  <a:lnTo>
                    <a:pt x="1936" y="910"/>
                  </a:lnTo>
                  <a:lnTo>
                    <a:pt x="1947" y="898"/>
                  </a:lnTo>
                  <a:close/>
                  <a:moveTo>
                    <a:pt x="2035" y="989"/>
                  </a:moveTo>
                  <a:lnTo>
                    <a:pt x="2035" y="989"/>
                  </a:lnTo>
                  <a:lnTo>
                    <a:pt x="2035" y="989"/>
                  </a:lnTo>
                  <a:close/>
                  <a:moveTo>
                    <a:pt x="1995" y="989"/>
                  </a:moveTo>
                  <a:lnTo>
                    <a:pt x="1988" y="1044"/>
                  </a:lnTo>
                  <a:lnTo>
                    <a:pt x="1995" y="1028"/>
                  </a:lnTo>
                  <a:lnTo>
                    <a:pt x="1995" y="989"/>
                  </a:lnTo>
                  <a:close/>
                  <a:moveTo>
                    <a:pt x="1620" y="1127"/>
                  </a:moveTo>
                  <a:lnTo>
                    <a:pt x="1620" y="114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20" y="1127"/>
                  </a:lnTo>
                  <a:close/>
                  <a:moveTo>
                    <a:pt x="1818" y="1127"/>
                  </a:moveTo>
                  <a:lnTo>
                    <a:pt x="1808" y="1137"/>
                  </a:lnTo>
                  <a:lnTo>
                    <a:pt x="1818" y="1147"/>
                  </a:lnTo>
                  <a:lnTo>
                    <a:pt x="1818" y="1127"/>
                  </a:lnTo>
                  <a:close/>
                  <a:moveTo>
                    <a:pt x="1995" y="1166"/>
                  </a:moveTo>
                  <a:lnTo>
                    <a:pt x="1976" y="1186"/>
                  </a:lnTo>
                  <a:lnTo>
                    <a:pt x="1976" y="1206"/>
                  </a:lnTo>
                  <a:lnTo>
                    <a:pt x="1995" y="1166"/>
                  </a:lnTo>
                  <a:close/>
                  <a:moveTo>
                    <a:pt x="1857" y="1226"/>
                  </a:moveTo>
                  <a:lnTo>
                    <a:pt x="1857" y="1226"/>
                  </a:lnTo>
                  <a:lnTo>
                    <a:pt x="1857" y="1226"/>
                  </a:lnTo>
                  <a:close/>
                  <a:moveTo>
                    <a:pt x="1719" y="1087"/>
                  </a:moveTo>
                  <a:lnTo>
                    <a:pt x="1699" y="1107"/>
                  </a:lnTo>
                  <a:lnTo>
                    <a:pt x="1679" y="1226"/>
                  </a:lnTo>
                  <a:lnTo>
                    <a:pt x="1679" y="1324"/>
                  </a:lnTo>
                  <a:lnTo>
                    <a:pt x="1699" y="1245"/>
                  </a:lnTo>
                  <a:lnTo>
                    <a:pt x="1719" y="1206"/>
                  </a:lnTo>
                  <a:lnTo>
                    <a:pt x="1719" y="1087"/>
                  </a:lnTo>
                  <a:close/>
                  <a:moveTo>
                    <a:pt x="1482" y="1344"/>
                  </a:moveTo>
                  <a:lnTo>
                    <a:pt x="1482" y="1344"/>
                  </a:lnTo>
                  <a:lnTo>
                    <a:pt x="1482" y="1344"/>
                  </a:lnTo>
                  <a:close/>
                  <a:moveTo>
                    <a:pt x="277" y="1285"/>
                  </a:moveTo>
                  <a:lnTo>
                    <a:pt x="277" y="1305"/>
                  </a:lnTo>
                  <a:lnTo>
                    <a:pt x="277" y="1324"/>
                  </a:lnTo>
                  <a:lnTo>
                    <a:pt x="297" y="1384"/>
                  </a:lnTo>
                  <a:lnTo>
                    <a:pt x="277" y="1285"/>
                  </a:lnTo>
                  <a:close/>
                  <a:moveTo>
                    <a:pt x="1344" y="1364"/>
                  </a:moveTo>
                  <a:lnTo>
                    <a:pt x="1330" y="1403"/>
                  </a:lnTo>
                  <a:lnTo>
                    <a:pt x="1344" y="1403"/>
                  </a:lnTo>
                  <a:lnTo>
                    <a:pt x="1344" y="1364"/>
                  </a:lnTo>
                  <a:close/>
                  <a:moveTo>
                    <a:pt x="1442" y="1364"/>
                  </a:moveTo>
                  <a:lnTo>
                    <a:pt x="1462" y="1403"/>
                  </a:lnTo>
                  <a:lnTo>
                    <a:pt x="1462" y="1384"/>
                  </a:lnTo>
                  <a:lnTo>
                    <a:pt x="1442" y="1364"/>
                  </a:lnTo>
                  <a:close/>
                  <a:moveTo>
                    <a:pt x="1304" y="1403"/>
                  </a:moveTo>
                  <a:lnTo>
                    <a:pt x="1324" y="1423"/>
                  </a:lnTo>
                  <a:lnTo>
                    <a:pt x="1330" y="1403"/>
                  </a:lnTo>
                  <a:close/>
                  <a:moveTo>
                    <a:pt x="1482" y="1344"/>
                  </a:moveTo>
                  <a:lnTo>
                    <a:pt x="1462" y="1423"/>
                  </a:lnTo>
                  <a:lnTo>
                    <a:pt x="1482" y="1403"/>
                  </a:lnTo>
                  <a:lnTo>
                    <a:pt x="1482" y="1384"/>
                  </a:lnTo>
                  <a:lnTo>
                    <a:pt x="1482" y="1344"/>
                  </a:lnTo>
                  <a:close/>
                  <a:moveTo>
                    <a:pt x="1265" y="1443"/>
                  </a:moveTo>
                  <a:lnTo>
                    <a:pt x="1265" y="1463"/>
                  </a:lnTo>
                  <a:lnTo>
                    <a:pt x="1284" y="1482"/>
                  </a:lnTo>
                  <a:lnTo>
                    <a:pt x="1265" y="1443"/>
                  </a:lnTo>
                  <a:close/>
                  <a:moveTo>
                    <a:pt x="988" y="1522"/>
                  </a:moveTo>
                  <a:lnTo>
                    <a:pt x="968" y="1542"/>
                  </a:lnTo>
                  <a:lnTo>
                    <a:pt x="988" y="1561"/>
                  </a:lnTo>
                  <a:lnTo>
                    <a:pt x="988" y="1542"/>
                  </a:lnTo>
                  <a:lnTo>
                    <a:pt x="988" y="1522"/>
                  </a:lnTo>
                  <a:close/>
                  <a:moveTo>
                    <a:pt x="1166" y="1423"/>
                  </a:moveTo>
                  <a:lnTo>
                    <a:pt x="1146" y="1443"/>
                  </a:lnTo>
                  <a:lnTo>
                    <a:pt x="1146" y="1482"/>
                  </a:lnTo>
                  <a:lnTo>
                    <a:pt x="1166" y="1581"/>
                  </a:lnTo>
                  <a:lnTo>
                    <a:pt x="1186" y="1601"/>
                  </a:lnTo>
                  <a:lnTo>
                    <a:pt x="1186" y="1601"/>
                  </a:lnTo>
                  <a:lnTo>
                    <a:pt x="1166" y="1561"/>
                  </a:lnTo>
                  <a:lnTo>
                    <a:pt x="1166" y="1522"/>
                  </a:lnTo>
                  <a:lnTo>
                    <a:pt x="1186" y="1542"/>
                  </a:lnTo>
                  <a:lnTo>
                    <a:pt x="1166" y="1443"/>
                  </a:lnTo>
                  <a:lnTo>
                    <a:pt x="1166" y="1423"/>
                  </a:lnTo>
                  <a:close/>
                  <a:moveTo>
                    <a:pt x="949" y="1423"/>
                  </a:moveTo>
                  <a:lnTo>
                    <a:pt x="968" y="1443"/>
                  </a:lnTo>
                  <a:lnTo>
                    <a:pt x="968" y="1463"/>
                  </a:lnTo>
                  <a:lnTo>
                    <a:pt x="988" y="1522"/>
                  </a:lnTo>
                  <a:lnTo>
                    <a:pt x="988" y="1463"/>
                  </a:lnTo>
                  <a:lnTo>
                    <a:pt x="1008" y="1502"/>
                  </a:lnTo>
                  <a:lnTo>
                    <a:pt x="1008" y="1621"/>
                  </a:lnTo>
                  <a:lnTo>
                    <a:pt x="988" y="1561"/>
                  </a:lnTo>
                  <a:lnTo>
                    <a:pt x="988" y="1561"/>
                  </a:lnTo>
                  <a:lnTo>
                    <a:pt x="1008" y="1640"/>
                  </a:lnTo>
                  <a:lnTo>
                    <a:pt x="988" y="1621"/>
                  </a:lnTo>
                  <a:lnTo>
                    <a:pt x="968" y="1621"/>
                  </a:lnTo>
                  <a:lnTo>
                    <a:pt x="968" y="1640"/>
                  </a:lnTo>
                  <a:lnTo>
                    <a:pt x="949" y="1463"/>
                  </a:lnTo>
                  <a:lnTo>
                    <a:pt x="949" y="1423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534" y="1700"/>
                  </a:moveTo>
                  <a:lnTo>
                    <a:pt x="534" y="1700"/>
                  </a:lnTo>
                  <a:lnTo>
                    <a:pt x="534" y="1700"/>
                  </a:lnTo>
                  <a:close/>
                  <a:moveTo>
                    <a:pt x="652" y="1700"/>
                  </a:moveTo>
                  <a:lnTo>
                    <a:pt x="652" y="1700"/>
                  </a:lnTo>
                  <a:lnTo>
                    <a:pt x="652" y="1700"/>
                  </a:lnTo>
                  <a:close/>
                  <a:moveTo>
                    <a:pt x="1521" y="1"/>
                  </a:moveTo>
                  <a:lnTo>
                    <a:pt x="1502" y="40"/>
                  </a:lnTo>
                  <a:lnTo>
                    <a:pt x="1482" y="119"/>
                  </a:lnTo>
                  <a:lnTo>
                    <a:pt x="1462" y="119"/>
                  </a:lnTo>
                  <a:lnTo>
                    <a:pt x="1462" y="80"/>
                  </a:lnTo>
                  <a:lnTo>
                    <a:pt x="1442" y="139"/>
                  </a:lnTo>
                  <a:lnTo>
                    <a:pt x="1442" y="218"/>
                  </a:lnTo>
                  <a:lnTo>
                    <a:pt x="1462" y="278"/>
                  </a:lnTo>
                  <a:lnTo>
                    <a:pt x="1462" y="238"/>
                  </a:lnTo>
                  <a:lnTo>
                    <a:pt x="1482" y="218"/>
                  </a:lnTo>
                  <a:lnTo>
                    <a:pt x="1482" y="278"/>
                  </a:lnTo>
                  <a:lnTo>
                    <a:pt x="1482" y="357"/>
                  </a:lnTo>
                  <a:lnTo>
                    <a:pt x="1482" y="396"/>
                  </a:lnTo>
                  <a:lnTo>
                    <a:pt x="1482" y="495"/>
                  </a:lnTo>
                  <a:lnTo>
                    <a:pt x="1462" y="515"/>
                  </a:lnTo>
                  <a:lnTo>
                    <a:pt x="1462" y="436"/>
                  </a:lnTo>
                  <a:lnTo>
                    <a:pt x="1462" y="396"/>
                  </a:lnTo>
                  <a:lnTo>
                    <a:pt x="1462" y="297"/>
                  </a:lnTo>
                  <a:lnTo>
                    <a:pt x="1442" y="376"/>
                  </a:lnTo>
                  <a:lnTo>
                    <a:pt x="1442" y="436"/>
                  </a:lnTo>
                  <a:lnTo>
                    <a:pt x="1423" y="436"/>
                  </a:lnTo>
                  <a:lnTo>
                    <a:pt x="1423" y="455"/>
                  </a:lnTo>
                  <a:lnTo>
                    <a:pt x="1423" y="495"/>
                  </a:lnTo>
                  <a:lnTo>
                    <a:pt x="1403" y="416"/>
                  </a:lnTo>
                  <a:lnTo>
                    <a:pt x="1423" y="436"/>
                  </a:lnTo>
                  <a:lnTo>
                    <a:pt x="1423" y="396"/>
                  </a:lnTo>
                  <a:lnTo>
                    <a:pt x="1423" y="357"/>
                  </a:lnTo>
                  <a:lnTo>
                    <a:pt x="1423" y="297"/>
                  </a:lnTo>
                  <a:lnTo>
                    <a:pt x="1423" y="218"/>
                  </a:lnTo>
                  <a:lnTo>
                    <a:pt x="1442" y="100"/>
                  </a:lnTo>
                  <a:lnTo>
                    <a:pt x="1423" y="100"/>
                  </a:lnTo>
                  <a:lnTo>
                    <a:pt x="1423" y="60"/>
                  </a:lnTo>
                  <a:lnTo>
                    <a:pt x="1403" y="100"/>
                  </a:lnTo>
                  <a:lnTo>
                    <a:pt x="1383" y="159"/>
                  </a:lnTo>
                  <a:lnTo>
                    <a:pt x="1383" y="100"/>
                  </a:lnTo>
                  <a:lnTo>
                    <a:pt x="1363" y="100"/>
                  </a:lnTo>
                  <a:lnTo>
                    <a:pt x="1344" y="139"/>
                  </a:lnTo>
                  <a:lnTo>
                    <a:pt x="1344" y="80"/>
                  </a:lnTo>
                  <a:lnTo>
                    <a:pt x="1324" y="60"/>
                  </a:lnTo>
                  <a:lnTo>
                    <a:pt x="1324" y="80"/>
                  </a:lnTo>
                  <a:lnTo>
                    <a:pt x="1304" y="119"/>
                  </a:lnTo>
                  <a:lnTo>
                    <a:pt x="1284" y="179"/>
                  </a:lnTo>
                  <a:lnTo>
                    <a:pt x="1265" y="179"/>
                  </a:lnTo>
                  <a:lnTo>
                    <a:pt x="1265" y="139"/>
                  </a:lnTo>
                  <a:lnTo>
                    <a:pt x="1245" y="119"/>
                  </a:lnTo>
                  <a:lnTo>
                    <a:pt x="1245" y="159"/>
                  </a:lnTo>
                  <a:lnTo>
                    <a:pt x="1225" y="119"/>
                  </a:lnTo>
                  <a:lnTo>
                    <a:pt x="1225" y="139"/>
                  </a:lnTo>
                  <a:lnTo>
                    <a:pt x="1205" y="159"/>
                  </a:lnTo>
                  <a:lnTo>
                    <a:pt x="1205" y="100"/>
                  </a:lnTo>
                  <a:lnTo>
                    <a:pt x="1186" y="100"/>
                  </a:lnTo>
                  <a:lnTo>
                    <a:pt x="1186" y="139"/>
                  </a:lnTo>
                  <a:lnTo>
                    <a:pt x="1166" y="218"/>
                  </a:lnTo>
                  <a:lnTo>
                    <a:pt x="1166" y="119"/>
                  </a:lnTo>
                  <a:lnTo>
                    <a:pt x="1107" y="179"/>
                  </a:lnTo>
                  <a:lnTo>
                    <a:pt x="1047" y="218"/>
                  </a:lnTo>
                  <a:lnTo>
                    <a:pt x="1047" y="179"/>
                  </a:lnTo>
                  <a:lnTo>
                    <a:pt x="1028" y="198"/>
                  </a:lnTo>
                  <a:lnTo>
                    <a:pt x="1008" y="238"/>
                  </a:lnTo>
                  <a:lnTo>
                    <a:pt x="988" y="278"/>
                  </a:lnTo>
                  <a:lnTo>
                    <a:pt x="968" y="317"/>
                  </a:lnTo>
                  <a:lnTo>
                    <a:pt x="968" y="376"/>
                  </a:lnTo>
                  <a:lnTo>
                    <a:pt x="988" y="495"/>
                  </a:lnTo>
                  <a:lnTo>
                    <a:pt x="988" y="515"/>
                  </a:lnTo>
                  <a:lnTo>
                    <a:pt x="968" y="475"/>
                  </a:lnTo>
                  <a:lnTo>
                    <a:pt x="968" y="436"/>
                  </a:lnTo>
                  <a:lnTo>
                    <a:pt x="968" y="416"/>
                  </a:lnTo>
                  <a:lnTo>
                    <a:pt x="949" y="317"/>
                  </a:lnTo>
                  <a:lnTo>
                    <a:pt x="929" y="297"/>
                  </a:lnTo>
                  <a:lnTo>
                    <a:pt x="929" y="317"/>
                  </a:lnTo>
                  <a:lnTo>
                    <a:pt x="909" y="317"/>
                  </a:lnTo>
                  <a:lnTo>
                    <a:pt x="909" y="297"/>
                  </a:lnTo>
                  <a:lnTo>
                    <a:pt x="909" y="258"/>
                  </a:lnTo>
                  <a:lnTo>
                    <a:pt x="929" y="238"/>
                  </a:lnTo>
                  <a:lnTo>
                    <a:pt x="929" y="198"/>
                  </a:lnTo>
                  <a:lnTo>
                    <a:pt x="909" y="238"/>
                  </a:lnTo>
                  <a:lnTo>
                    <a:pt x="889" y="238"/>
                  </a:lnTo>
                  <a:lnTo>
                    <a:pt x="889" y="278"/>
                  </a:lnTo>
                  <a:lnTo>
                    <a:pt x="889" y="297"/>
                  </a:lnTo>
                  <a:lnTo>
                    <a:pt x="870" y="376"/>
                  </a:lnTo>
                  <a:lnTo>
                    <a:pt x="870" y="357"/>
                  </a:lnTo>
                  <a:lnTo>
                    <a:pt x="850" y="357"/>
                  </a:lnTo>
                  <a:lnTo>
                    <a:pt x="830" y="337"/>
                  </a:lnTo>
                  <a:lnTo>
                    <a:pt x="830" y="278"/>
                  </a:lnTo>
                  <a:lnTo>
                    <a:pt x="810" y="297"/>
                  </a:lnTo>
                  <a:lnTo>
                    <a:pt x="810" y="278"/>
                  </a:lnTo>
                  <a:lnTo>
                    <a:pt x="771" y="278"/>
                  </a:lnTo>
                  <a:lnTo>
                    <a:pt x="751" y="258"/>
                  </a:lnTo>
                  <a:lnTo>
                    <a:pt x="751" y="238"/>
                  </a:lnTo>
                  <a:lnTo>
                    <a:pt x="731" y="278"/>
                  </a:lnTo>
                  <a:lnTo>
                    <a:pt x="712" y="357"/>
                  </a:lnTo>
                  <a:lnTo>
                    <a:pt x="731" y="357"/>
                  </a:lnTo>
                  <a:lnTo>
                    <a:pt x="731" y="416"/>
                  </a:lnTo>
                  <a:lnTo>
                    <a:pt x="731" y="455"/>
                  </a:lnTo>
                  <a:lnTo>
                    <a:pt x="712" y="416"/>
                  </a:lnTo>
                  <a:lnTo>
                    <a:pt x="712" y="376"/>
                  </a:lnTo>
                  <a:lnTo>
                    <a:pt x="692" y="337"/>
                  </a:lnTo>
                  <a:lnTo>
                    <a:pt x="672" y="297"/>
                  </a:lnTo>
                  <a:lnTo>
                    <a:pt x="672" y="317"/>
                  </a:lnTo>
                  <a:lnTo>
                    <a:pt x="652" y="376"/>
                  </a:lnTo>
                  <a:lnTo>
                    <a:pt x="652" y="337"/>
                  </a:lnTo>
                  <a:lnTo>
                    <a:pt x="652" y="297"/>
                  </a:lnTo>
                  <a:lnTo>
                    <a:pt x="633" y="278"/>
                  </a:lnTo>
                  <a:lnTo>
                    <a:pt x="633" y="297"/>
                  </a:lnTo>
                  <a:lnTo>
                    <a:pt x="633" y="337"/>
                  </a:lnTo>
                  <a:lnTo>
                    <a:pt x="613" y="455"/>
                  </a:lnTo>
                  <a:lnTo>
                    <a:pt x="613" y="495"/>
                  </a:lnTo>
                  <a:lnTo>
                    <a:pt x="593" y="554"/>
                  </a:lnTo>
                  <a:lnTo>
                    <a:pt x="593" y="495"/>
                  </a:lnTo>
                  <a:lnTo>
                    <a:pt x="573" y="475"/>
                  </a:lnTo>
                  <a:lnTo>
                    <a:pt x="573" y="436"/>
                  </a:lnTo>
                  <a:lnTo>
                    <a:pt x="593" y="455"/>
                  </a:lnTo>
                  <a:lnTo>
                    <a:pt x="593" y="436"/>
                  </a:lnTo>
                  <a:lnTo>
                    <a:pt x="573" y="357"/>
                  </a:lnTo>
                  <a:lnTo>
                    <a:pt x="554" y="337"/>
                  </a:lnTo>
                  <a:lnTo>
                    <a:pt x="514" y="337"/>
                  </a:lnTo>
                  <a:lnTo>
                    <a:pt x="494" y="376"/>
                  </a:lnTo>
                  <a:lnTo>
                    <a:pt x="475" y="376"/>
                  </a:lnTo>
                  <a:lnTo>
                    <a:pt x="475" y="396"/>
                  </a:lnTo>
                  <a:lnTo>
                    <a:pt x="435" y="357"/>
                  </a:lnTo>
                  <a:lnTo>
                    <a:pt x="396" y="357"/>
                  </a:lnTo>
                  <a:lnTo>
                    <a:pt x="376" y="376"/>
                  </a:lnTo>
                  <a:lnTo>
                    <a:pt x="376" y="416"/>
                  </a:lnTo>
                  <a:lnTo>
                    <a:pt x="356" y="376"/>
                  </a:lnTo>
                  <a:lnTo>
                    <a:pt x="356" y="455"/>
                  </a:lnTo>
                  <a:lnTo>
                    <a:pt x="336" y="515"/>
                  </a:lnTo>
                  <a:lnTo>
                    <a:pt x="336" y="554"/>
                  </a:lnTo>
                  <a:lnTo>
                    <a:pt x="336" y="673"/>
                  </a:lnTo>
                  <a:lnTo>
                    <a:pt x="317" y="613"/>
                  </a:lnTo>
                  <a:lnTo>
                    <a:pt x="297" y="594"/>
                  </a:lnTo>
                  <a:lnTo>
                    <a:pt x="297" y="534"/>
                  </a:lnTo>
                  <a:lnTo>
                    <a:pt x="277" y="515"/>
                  </a:lnTo>
                  <a:lnTo>
                    <a:pt x="277" y="534"/>
                  </a:lnTo>
                  <a:lnTo>
                    <a:pt x="297" y="613"/>
                  </a:lnTo>
                  <a:lnTo>
                    <a:pt x="297" y="673"/>
                  </a:lnTo>
                  <a:lnTo>
                    <a:pt x="297" y="692"/>
                  </a:lnTo>
                  <a:lnTo>
                    <a:pt x="297" y="712"/>
                  </a:lnTo>
                  <a:lnTo>
                    <a:pt x="257" y="771"/>
                  </a:lnTo>
                  <a:lnTo>
                    <a:pt x="238" y="811"/>
                  </a:lnTo>
                  <a:lnTo>
                    <a:pt x="198" y="831"/>
                  </a:lnTo>
                  <a:lnTo>
                    <a:pt x="159" y="811"/>
                  </a:lnTo>
                  <a:lnTo>
                    <a:pt x="159" y="791"/>
                  </a:lnTo>
                  <a:lnTo>
                    <a:pt x="139" y="791"/>
                  </a:lnTo>
                  <a:lnTo>
                    <a:pt x="139" y="771"/>
                  </a:lnTo>
                  <a:lnTo>
                    <a:pt x="119" y="732"/>
                  </a:lnTo>
                  <a:lnTo>
                    <a:pt x="119" y="771"/>
                  </a:lnTo>
                  <a:lnTo>
                    <a:pt x="119" y="791"/>
                  </a:lnTo>
                  <a:lnTo>
                    <a:pt x="99" y="752"/>
                  </a:lnTo>
                  <a:lnTo>
                    <a:pt x="99" y="732"/>
                  </a:lnTo>
                  <a:lnTo>
                    <a:pt x="79" y="732"/>
                  </a:lnTo>
                  <a:lnTo>
                    <a:pt x="60" y="712"/>
                  </a:lnTo>
                  <a:lnTo>
                    <a:pt x="60" y="692"/>
                  </a:lnTo>
                  <a:lnTo>
                    <a:pt x="40" y="712"/>
                  </a:lnTo>
                  <a:lnTo>
                    <a:pt x="0" y="574"/>
                  </a:lnTo>
                  <a:lnTo>
                    <a:pt x="0" y="653"/>
                  </a:lnTo>
                  <a:lnTo>
                    <a:pt x="20" y="712"/>
                  </a:lnTo>
                  <a:lnTo>
                    <a:pt x="20" y="732"/>
                  </a:lnTo>
                  <a:lnTo>
                    <a:pt x="60" y="890"/>
                  </a:lnTo>
                  <a:lnTo>
                    <a:pt x="119" y="1048"/>
                  </a:lnTo>
                  <a:lnTo>
                    <a:pt x="139" y="1107"/>
                  </a:lnTo>
                  <a:lnTo>
                    <a:pt x="178" y="1166"/>
                  </a:lnTo>
                  <a:lnTo>
                    <a:pt x="159" y="1127"/>
                  </a:lnTo>
                  <a:lnTo>
                    <a:pt x="159" y="1127"/>
                  </a:lnTo>
                  <a:lnTo>
                    <a:pt x="178" y="1147"/>
                  </a:lnTo>
                  <a:lnTo>
                    <a:pt x="198" y="1186"/>
                  </a:lnTo>
                  <a:lnTo>
                    <a:pt x="198" y="1147"/>
                  </a:lnTo>
                  <a:lnTo>
                    <a:pt x="218" y="1206"/>
                  </a:lnTo>
                  <a:lnTo>
                    <a:pt x="238" y="1285"/>
                  </a:lnTo>
                  <a:lnTo>
                    <a:pt x="238" y="1265"/>
                  </a:lnTo>
                  <a:lnTo>
                    <a:pt x="238" y="1245"/>
                  </a:lnTo>
                  <a:lnTo>
                    <a:pt x="257" y="1285"/>
                  </a:lnTo>
                  <a:lnTo>
                    <a:pt x="257" y="1324"/>
                  </a:lnTo>
                  <a:lnTo>
                    <a:pt x="277" y="1305"/>
                  </a:lnTo>
                  <a:lnTo>
                    <a:pt x="257" y="1226"/>
                  </a:lnTo>
                  <a:lnTo>
                    <a:pt x="257" y="1186"/>
                  </a:lnTo>
                  <a:lnTo>
                    <a:pt x="277" y="1226"/>
                  </a:lnTo>
                  <a:lnTo>
                    <a:pt x="297" y="1285"/>
                  </a:lnTo>
                  <a:lnTo>
                    <a:pt x="297" y="1364"/>
                  </a:lnTo>
                  <a:lnTo>
                    <a:pt x="317" y="1384"/>
                  </a:lnTo>
                  <a:lnTo>
                    <a:pt x="336" y="1384"/>
                  </a:lnTo>
                  <a:lnTo>
                    <a:pt x="336" y="1423"/>
                  </a:lnTo>
                  <a:lnTo>
                    <a:pt x="356" y="1482"/>
                  </a:lnTo>
                  <a:lnTo>
                    <a:pt x="356" y="1443"/>
                  </a:lnTo>
                  <a:lnTo>
                    <a:pt x="356" y="1423"/>
                  </a:lnTo>
                  <a:lnTo>
                    <a:pt x="376" y="1443"/>
                  </a:lnTo>
                  <a:lnTo>
                    <a:pt x="376" y="1463"/>
                  </a:lnTo>
                  <a:lnTo>
                    <a:pt x="396" y="1522"/>
                  </a:lnTo>
                  <a:lnTo>
                    <a:pt x="415" y="1561"/>
                  </a:lnTo>
                  <a:lnTo>
                    <a:pt x="415" y="1522"/>
                  </a:lnTo>
                  <a:lnTo>
                    <a:pt x="415" y="1463"/>
                  </a:lnTo>
                  <a:lnTo>
                    <a:pt x="435" y="1522"/>
                  </a:lnTo>
                  <a:lnTo>
                    <a:pt x="415" y="1423"/>
                  </a:lnTo>
                  <a:lnTo>
                    <a:pt x="396" y="1344"/>
                  </a:lnTo>
                  <a:lnTo>
                    <a:pt x="435" y="1443"/>
                  </a:lnTo>
                  <a:lnTo>
                    <a:pt x="455" y="1561"/>
                  </a:lnTo>
                  <a:lnTo>
                    <a:pt x="455" y="1502"/>
                  </a:lnTo>
                  <a:lnTo>
                    <a:pt x="475" y="1542"/>
                  </a:lnTo>
                  <a:lnTo>
                    <a:pt x="475" y="1581"/>
                  </a:lnTo>
                  <a:lnTo>
                    <a:pt x="494" y="1640"/>
                  </a:lnTo>
                  <a:lnTo>
                    <a:pt x="494" y="1621"/>
                  </a:lnTo>
                  <a:lnTo>
                    <a:pt x="514" y="1660"/>
                  </a:lnTo>
                  <a:lnTo>
                    <a:pt x="514" y="1621"/>
                  </a:lnTo>
                  <a:lnTo>
                    <a:pt x="534" y="1700"/>
                  </a:lnTo>
                  <a:lnTo>
                    <a:pt x="534" y="1660"/>
                  </a:lnTo>
                  <a:lnTo>
                    <a:pt x="554" y="1680"/>
                  </a:lnTo>
                  <a:lnTo>
                    <a:pt x="554" y="1660"/>
                  </a:lnTo>
                  <a:lnTo>
                    <a:pt x="573" y="1700"/>
                  </a:lnTo>
                  <a:lnTo>
                    <a:pt x="573" y="1700"/>
                  </a:lnTo>
                  <a:lnTo>
                    <a:pt x="554" y="1621"/>
                  </a:lnTo>
                  <a:lnTo>
                    <a:pt x="573" y="1640"/>
                  </a:lnTo>
                  <a:lnTo>
                    <a:pt x="593" y="1700"/>
                  </a:lnTo>
                  <a:lnTo>
                    <a:pt x="554" y="1522"/>
                  </a:lnTo>
                  <a:lnTo>
                    <a:pt x="573" y="1581"/>
                  </a:lnTo>
                  <a:lnTo>
                    <a:pt x="593" y="1660"/>
                  </a:lnTo>
                  <a:lnTo>
                    <a:pt x="613" y="1759"/>
                  </a:lnTo>
                  <a:lnTo>
                    <a:pt x="613" y="1739"/>
                  </a:lnTo>
                  <a:lnTo>
                    <a:pt x="633" y="1759"/>
                  </a:lnTo>
                  <a:lnTo>
                    <a:pt x="633" y="1759"/>
                  </a:lnTo>
                  <a:lnTo>
                    <a:pt x="613" y="1660"/>
                  </a:lnTo>
                  <a:lnTo>
                    <a:pt x="613" y="1700"/>
                  </a:lnTo>
                  <a:lnTo>
                    <a:pt x="593" y="1640"/>
                  </a:lnTo>
                  <a:lnTo>
                    <a:pt x="593" y="1561"/>
                  </a:lnTo>
                  <a:lnTo>
                    <a:pt x="593" y="1463"/>
                  </a:lnTo>
                  <a:lnTo>
                    <a:pt x="613" y="1522"/>
                  </a:lnTo>
                  <a:lnTo>
                    <a:pt x="633" y="1640"/>
                  </a:lnTo>
                  <a:lnTo>
                    <a:pt x="633" y="1621"/>
                  </a:lnTo>
                  <a:lnTo>
                    <a:pt x="652" y="1700"/>
                  </a:lnTo>
                  <a:lnTo>
                    <a:pt x="633" y="1601"/>
                  </a:lnTo>
                  <a:lnTo>
                    <a:pt x="652" y="1581"/>
                  </a:lnTo>
                  <a:lnTo>
                    <a:pt x="652" y="1601"/>
                  </a:lnTo>
                  <a:lnTo>
                    <a:pt x="672" y="1660"/>
                  </a:lnTo>
                  <a:lnTo>
                    <a:pt x="672" y="1680"/>
                  </a:lnTo>
                  <a:lnTo>
                    <a:pt x="692" y="1700"/>
                  </a:lnTo>
                  <a:lnTo>
                    <a:pt x="712" y="1719"/>
                  </a:lnTo>
                  <a:lnTo>
                    <a:pt x="712" y="1700"/>
                  </a:lnTo>
                  <a:lnTo>
                    <a:pt x="672" y="1463"/>
                  </a:lnTo>
                  <a:lnTo>
                    <a:pt x="692" y="1482"/>
                  </a:lnTo>
                  <a:lnTo>
                    <a:pt x="692" y="1463"/>
                  </a:lnTo>
                  <a:lnTo>
                    <a:pt x="712" y="1522"/>
                  </a:lnTo>
                  <a:lnTo>
                    <a:pt x="712" y="1581"/>
                  </a:lnTo>
                  <a:lnTo>
                    <a:pt x="731" y="1680"/>
                  </a:lnTo>
                  <a:lnTo>
                    <a:pt x="751" y="1660"/>
                  </a:lnTo>
                  <a:lnTo>
                    <a:pt x="751" y="1739"/>
                  </a:lnTo>
                  <a:lnTo>
                    <a:pt x="771" y="1739"/>
                  </a:lnTo>
                  <a:lnTo>
                    <a:pt x="771" y="1680"/>
                  </a:lnTo>
                  <a:lnTo>
                    <a:pt x="791" y="1739"/>
                  </a:lnTo>
                  <a:lnTo>
                    <a:pt x="810" y="1759"/>
                  </a:lnTo>
                  <a:lnTo>
                    <a:pt x="810" y="1759"/>
                  </a:lnTo>
                  <a:lnTo>
                    <a:pt x="791" y="1700"/>
                  </a:lnTo>
                  <a:lnTo>
                    <a:pt x="791" y="1680"/>
                  </a:lnTo>
                  <a:lnTo>
                    <a:pt x="810" y="1700"/>
                  </a:lnTo>
                  <a:lnTo>
                    <a:pt x="810" y="1739"/>
                  </a:lnTo>
                  <a:lnTo>
                    <a:pt x="830" y="1739"/>
                  </a:lnTo>
                  <a:lnTo>
                    <a:pt x="830" y="1700"/>
                  </a:lnTo>
                  <a:lnTo>
                    <a:pt x="810" y="1601"/>
                  </a:lnTo>
                  <a:lnTo>
                    <a:pt x="830" y="1601"/>
                  </a:lnTo>
                  <a:lnTo>
                    <a:pt x="830" y="1621"/>
                  </a:lnTo>
                  <a:lnTo>
                    <a:pt x="850" y="1680"/>
                  </a:lnTo>
                  <a:lnTo>
                    <a:pt x="850" y="1660"/>
                  </a:lnTo>
                  <a:lnTo>
                    <a:pt x="870" y="1680"/>
                  </a:lnTo>
                  <a:lnTo>
                    <a:pt x="870" y="1463"/>
                  </a:lnTo>
                  <a:lnTo>
                    <a:pt x="830" y="1245"/>
                  </a:lnTo>
                  <a:lnTo>
                    <a:pt x="850" y="1285"/>
                  </a:lnTo>
                  <a:lnTo>
                    <a:pt x="870" y="1324"/>
                  </a:lnTo>
                  <a:lnTo>
                    <a:pt x="889" y="1403"/>
                  </a:lnTo>
                  <a:lnTo>
                    <a:pt x="889" y="1463"/>
                  </a:lnTo>
                  <a:lnTo>
                    <a:pt x="870" y="1403"/>
                  </a:lnTo>
                  <a:lnTo>
                    <a:pt x="909" y="1542"/>
                  </a:lnTo>
                  <a:lnTo>
                    <a:pt x="909" y="1601"/>
                  </a:lnTo>
                  <a:lnTo>
                    <a:pt x="889" y="1561"/>
                  </a:lnTo>
                  <a:lnTo>
                    <a:pt x="909" y="1640"/>
                  </a:lnTo>
                  <a:lnTo>
                    <a:pt x="909" y="1719"/>
                  </a:lnTo>
                  <a:lnTo>
                    <a:pt x="929" y="1719"/>
                  </a:lnTo>
                  <a:lnTo>
                    <a:pt x="929" y="1700"/>
                  </a:lnTo>
                  <a:lnTo>
                    <a:pt x="949" y="1680"/>
                  </a:lnTo>
                  <a:lnTo>
                    <a:pt x="949" y="1640"/>
                  </a:lnTo>
                  <a:lnTo>
                    <a:pt x="968" y="1680"/>
                  </a:lnTo>
                  <a:lnTo>
                    <a:pt x="988" y="1700"/>
                  </a:lnTo>
                  <a:lnTo>
                    <a:pt x="1008" y="1700"/>
                  </a:lnTo>
                  <a:lnTo>
                    <a:pt x="1008" y="1719"/>
                  </a:lnTo>
                  <a:lnTo>
                    <a:pt x="1028" y="1621"/>
                  </a:lnTo>
                  <a:lnTo>
                    <a:pt x="1008" y="1482"/>
                  </a:lnTo>
                  <a:lnTo>
                    <a:pt x="1028" y="1581"/>
                  </a:lnTo>
                  <a:lnTo>
                    <a:pt x="1047" y="1621"/>
                  </a:lnTo>
                  <a:lnTo>
                    <a:pt x="1028" y="1542"/>
                  </a:lnTo>
                  <a:lnTo>
                    <a:pt x="1028" y="1463"/>
                  </a:lnTo>
                  <a:lnTo>
                    <a:pt x="1028" y="1423"/>
                  </a:lnTo>
                  <a:lnTo>
                    <a:pt x="1028" y="1384"/>
                  </a:lnTo>
                  <a:lnTo>
                    <a:pt x="1047" y="1423"/>
                  </a:lnTo>
                  <a:lnTo>
                    <a:pt x="1047" y="1443"/>
                  </a:lnTo>
                  <a:lnTo>
                    <a:pt x="1067" y="1384"/>
                  </a:lnTo>
                  <a:lnTo>
                    <a:pt x="1067" y="1502"/>
                  </a:lnTo>
                  <a:lnTo>
                    <a:pt x="1067" y="1640"/>
                  </a:lnTo>
                  <a:lnTo>
                    <a:pt x="1087" y="1561"/>
                  </a:lnTo>
                  <a:lnTo>
                    <a:pt x="1087" y="1601"/>
                  </a:lnTo>
                  <a:lnTo>
                    <a:pt x="1107" y="1581"/>
                  </a:lnTo>
                  <a:lnTo>
                    <a:pt x="1107" y="1542"/>
                  </a:lnTo>
                  <a:lnTo>
                    <a:pt x="1126" y="1522"/>
                  </a:lnTo>
                  <a:lnTo>
                    <a:pt x="1146" y="1502"/>
                  </a:lnTo>
                  <a:lnTo>
                    <a:pt x="1126" y="1482"/>
                  </a:lnTo>
                  <a:lnTo>
                    <a:pt x="1126" y="1403"/>
                  </a:lnTo>
                  <a:lnTo>
                    <a:pt x="1126" y="1364"/>
                  </a:lnTo>
                  <a:lnTo>
                    <a:pt x="1146" y="1324"/>
                  </a:lnTo>
                  <a:lnTo>
                    <a:pt x="1146" y="1305"/>
                  </a:lnTo>
                  <a:lnTo>
                    <a:pt x="1146" y="1285"/>
                  </a:lnTo>
                  <a:lnTo>
                    <a:pt x="1166" y="1344"/>
                  </a:lnTo>
                  <a:lnTo>
                    <a:pt x="1166" y="1384"/>
                  </a:lnTo>
                  <a:lnTo>
                    <a:pt x="1186" y="1364"/>
                  </a:lnTo>
                  <a:lnTo>
                    <a:pt x="1186" y="1403"/>
                  </a:lnTo>
                  <a:lnTo>
                    <a:pt x="1186" y="1423"/>
                  </a:lnTo>
                  <a:lnTo>
                    <a:pt x="1205" y="1384"/>
                  </a:lnTo>
                  <a:lnTo>
                    <a:pt x="1205" y="1364"/>
                  </a:lnTo>
                  <a:lnTo>
                    <a:pt x="1205" y="1305"/>
                  </a:lnTo>
                  <a:lnTo>
                    <a:pt x="1205" y="1245"/>
                  </a:lnTo>
                  <a:lnTo>
                    <a:pt x="1225" y="1226"/>
                  </a:lnTo>
                  <a:lnTo>
                    <a:pt x="1245" y="1285"/>
                  </a:lnTo>
                  <a:lnTo>
                    <a:pt x="1245" y="1324"/>
                  </a:lnTo>
                  <a:lnTo>
                    <a:pt x="1245" y="1364"/>
                  </a:lnTo>
                  <a:lnTo>
                    <a:pt x="1265" y="1423"/>
                  </a:lnTo>
                  <a:lnTo>
                    <a:pt x="1265" y="1443"/>
                  </a:lnTo>
                  <a:lnTo>
                    <a:pt x="1284" y="1403"/>
                  </a:lnTo>
                  <a:lnTo>
                    <a:pt x="1284" y="1423"/>
                  </a:lnTo>
                  <a:lnTo>
                    <a:pt x="1304" y="1423"/>
                  </a:lnTo>
                  <a:lnTo>
                    <a:pt x="1304" y="1403"/>
                  </a:lnTo>
                  <a:lnTo>
                    <a:pt x="1284" y="1344"/>
                  </a:lnTo>
                  <a:lnTo>
                    <a:pt x="1304" y="1324"/>
                  </a:lnTo>
                  <a:lnTo>
                    <a:pt x="1324" y="1305"/>
                  </a:lnTo>
                  <a:lnTo>
                    <a:pt x="1324" y="1265"/>
                  </a:lnTo>
                  <a:lnTo>
                    <a:pt x="1344" y="1324"/>
                  </a:lnTo>
                  <a:lnTo>
                    <a:pt x="1344" y="1364"/>
                  </a:lnTo>
                  <a:lnTo>
                    <a:pt x="1363" y="1443"/>
                  </a:lnTo>
                  <a:lnTo>
                    <a:pt x="1363" y="1403"/>
                  </a:lnTo>
                  <a:lnTo>
                    <a:pt x="1383" y="1403"/>
                  </a:lnTo>
                  <a:lnTo>
                    <a:pt x="1383" y="1423"/>
                  </a:lnTo>
                  <a:lnTo>
                    <a:pt x="1403" y="1463"/>
                  </a:lnTo>
                  <a:lnTo>
                    <a:pt x="1403" y="1423"/>
                  </a:lnTo>
                  <a:lnTo>
                    <a:pt x="1403" y="1403"/>
                  </a:lnTo>
                  <a:lnTo>
                    <a:pt x="1403" y="1364"/>
                  </a:lnTo>
                  <a:lnTo>
                    <a:pt x="1423" y="1305"/>
                  </a:lnTo>
                  <a:lnTo>
                    <a:pt x="1403" y="1344"/>
                  </a:lnTo>
                  <a:lnTo>
                    <a:pt x="1403" y="1305"/>
                  </a:lnTo>
                  <a:lnTo>
                    <a:pt x="1423" y="1305"/>
                  </a:lnTo>
                  <a:lnTo>
                    <a:pt x="1423" y="1245"/>
                  </a:lnTo>
                  <a:lnTo>
                    <a:pt x="1442" y="1324"/>
                  </a:lnTo>
                  <a:lnTo>
                    <a:pt x="1442" y="1245"/>
                  </a:lnTo>
                  <a:lnTo>
                    <a:pt x="1442" y="1226"/>
                  </a:lnTo>
                  <a:lnTo>
                    <a:pt x="1462" y="1147"/>
                  </a:lnTo>
                  <a:lnTo>
                    <a:pt x="1462" y="1226"/>
                  </a:lnTo>
                  <a:lnTo>
                    <a:pt x="1462" y="1265"/>
                  </a:lnTo>
                  <a:lnTo>
                    <a:pt x="1462" y="1324"/>
                  </a:lnTo>
                  <a:lnTo>
                    <a:pt x="1462" y="1344"/>
                  </a:lnTo>
                  <a:lnTo>
                    <a:pt x="1482" y="1344"/>
                  </a:lnTo>
                  <a:lnTo>
                    <a:pt x="1482" y="1265"/>
                  </a:lnTo>
                  <a:lnTo>
                    <a:pt x="1502" y="1344"/>
                  </a:lnTo>
                  <a:lnTo>
                    <a:pt x="1502" y="1305"/>
                  </a:lnTo>
                  <a:lnTo>
                    <a:pt x="1502" y="1226"/>
                  </a:lnTo>
                  <a:lnTo>
                    <a:pt x="1502" y="1166"/>
                  </a:lnTo>
                  <a:lnTo>
                    <a:pt x="1502" y="1127"/>
                  </a:lnTo>
                  <a:lnTo>
                    <a:pt x="1502" y="1068"/>
                  </a:lnTo>
                  <a:lnTo>
                    <a:pt x="1521" y="1048"/>
                  </a:lnTo>
                  <a:lnTo>
                    <a:pt x="1521" y="1147"/>
                  </a:lnTo>
                  <a:lnTo>
                    <a:pt x="1521" y="1285"/>
                  </a:lnTo>
                  <a:lnTo>
                    <a:pt x="1521" y="1443"/>
                  </a:lnTo>
                  <a:lnTo>
                    <a:pt x="1541" y="1423"/>
                  </a:lnTo>
                  <a:lnTo>
                    <a:pt x="1541" y="1443"/>
                  </a:lnTo>
                  <a:lnTo>
                    <a:pt x="1561" y="1344"/>
                  </a:lnTo>
                  <a:lnTo>
                    <a:pt x="1561" y="1285"/>
                  </a:lnTo>
                  <a:lnTo>
                    <a:pt x="1581" y="1245"/>
                  </a:lnTo>
                  <a:lnTo>
                    <a:pt x="1600" y="1206"/>
                  </a:lnTo>
                  <a:lnTo>
                    <a:pt x="1600" y="1068"/>
                  </a:lnTo>
                  <a:lnTo>
                    <a:pt x="1620" y="1048"/>
                  </a:lnTo>
                  <a:lnTo>
                    <a:pt x="1620" y="989"/>
                  </a:lnTo>
                  <a:lnTo>
                    <a:pt x="1640" y="989"/>
                  </a:lnTo>
                  <a:lnTo>
                    <a:pt x="1620" y="1048"/>
                  </a:lnTo>
                  <a:lnTo>
                    <a:pt x="1640" y="1068"/>
                  </a:lnTo>
                  <a:lnTo>
                    <a:pt x="1640" y="1087"/>
                  </a:lnTo>
                  <a:lnTo>
                    <a:pt x="1625" y="1132"/>
                  </a:lnTo>
                  <a:lnTo>
                    <a:pt x="1625" y="1132"/>
                  </a:lnTo>
                  <a:lnTo>
                    <a:pt x="1640" y="1147"/>
                  </a:lnTo>
                  <a:lnTo>
                    <a:pt x="1660" y="1206"/>
                  </a:lnTo>
                  <a:lnTo>
                    <a:pt x="1679" y="1226"/>
                  </a:lnTo>
                  <a:lnTo>
                    <a:pt x="1679" y="1186"/>
                  </a:lnTo>
                  <a:lnTo>
                    <a:pt x="1679" y="1087"/>
                  </a:lnTo>
                  <a:lnTo>
                    <a:pt x="1699" y="1008"/>
                  </a:lnTo>
                  <a:lnTo>
                    <a:pt x="1699" y="969"/>
                  </a:lnTo>
                  <a:lnTo>
                    <a:pt x="1679" y="969"/>
                  </a:lnTo>
                  <a:lnTo>
                    <a:pt x="1679" y="870"/>
                  </a:lnTo>
                  <a:lnTo>
                    <a:pt x="1699" y="732"/>
                  </a:lnTo>
                  <a:lnTo>
                    <a:pt x="1699" y="791"/>
                  </a:lnTo>
                  <a:lnTo>
                    <a:pt x="1719" y="712"/>
                  </a:lnTo>
                  <a:lnTo>
                    <a:pt x="1719" y="831"/>
                  </a:lnTo>
                  <a:lnTo>
                    <a:pt x="1739" y="831"/>
                  </a:lnTo>
                  <a:lnTo>
                    <a:pt x="1739" y="850"/>
                  </a:lnTo>
                  <a:lnTo>
                    <a:pt x="1758" y="831"/>
                  </a:lnTo>
                  <a:lnTo>
                    <a:pt x="1739" y="771"/>
                  </a:lnTo>
                  <a:lnTo>
                    <a:pt x="1739" y="732"/>
                  </a:lnTo>
                  <a:lnTo>
                    <a:pt x="1758" y="732"/>
                  </a:lnTo>
                  <a:lnTo>
                    <a:pt x="1758" y="692"/>
                  </a:lnTo>
                  <a:lnTo>
                    <a:pt x="1758" y="613"/>
                  </a:lnTo>
                  <a:lnTo>
                    <a:pt x="1778" y="653"/>
                  </a:lnTo>
                  <a:lnTo>
                    <a:pt x="1778" y="732"/>
                  </a:lnTo>
                  <a:lnTo>
                    <a:pt x="1758" y="870"/>
                  </a:lnTo>
                  <a:lnTo>
                    <a:pt x="1758" y="870"/>
                  </a:lnTo>
                  <a:lnTo>
                    <a:pt x="1778" y="850"/>
                  </a:lnTo>
                  <a:lnTo>
                    <a:pt x="1778" y="850"/>
                  </a:lnTo>
                  <a:lnTo>
                    <a:pt x="1739" y="1068"/>
                  </a:lnTo>
                  <a:lnTo>
                    <a:pt x="1758" y="1087"/>
                  </a:lnTo>
                  <a:lnTo>
                    <a:pt x="1778" y="1087"/>
                  </a:lnTo>
                  <a:lnTo>
                    <a:pt x="1778" y="1226"/>
                  </a:lnTo>
                  <a:lnTo>
                    <a:pt x="1798" y="1285"/>
                  </a:lnTo>
                  <a:lnTo>
                    <a:pt x="1798" y="1226"/>
                  </a:lnTo>
                  <a:lnTo>
                    <a:pt x="1798" y="1147"/>
                  </a:lnTo>
                  <a:lnTo>
                    <a:pt x="1808" y="1137"/>
                  </a:lnTo>
                  <a:lnTo>
                    <a:pt x="1798" y="1127"/>
                  </a:lnTo>
                  <a:lnTo>
                    <a:pt x="1798" y="1087"/>
                  </a:lnTo>
                  <a:lnTo>
                    <a:pt x="1818" y="1048"/>
                  </a:lnTo>
                  <a:lnTo>
                    <a:pt x="1837" y="1107"/>
                  </a:lnTo>
                  <a:lnTo>
                    <a:pt x="1818" y="1166"/>
                  </a:lnTo>
                  <a:lnTo>
                    <a:pt x="1818" y="1206"/>
                  </a:lnTo>
                  <a:lnTo>
                    <a:pt x="1818" y="1226"/>
                  </a:lnTo>
                  <a:lnTo>
                    <a:pt x="1837" y="1245"/>
                  </a:lnTo>
                  <a:lnTo>
                    <a:pt x="1837" y="1285"/>
                  </a:lnTo>
                  <a:lnTo>
                    <a:pt x="1857" y="1186"/>
                  </a:lnTo>
                  <a:lnTo>
                    <a:pt x="1857" y="1226"/>
                  </a:lnTo>
                  <a:lnTo>
                    <a:pt x="1877" y="1186"/>
                  </a:lnTo>
                  <a:lnTo>
                    <a:pt x="1897" y="1127"/>
                  </a:lnTo>
                  <a:lnTo>
                    <a:pt x="1897" y="1087"/>
                  </a:lnTo>
                  <a:lnTo>
                    <a:pt x="1897" y="1048"/>
                  </a:lnTo>
                  <a:lnTo>
                    <a:pt x="1916" y="1008"/>
                  </a:lnTo>
                  <a:lnTo>
                    <a:pt x="1897" y="1226"/>
                  </a:lnTo>
                  <a:lnTo>
                    <a:pt x="1916" y="1087"/>
                  </a:lnTo>
                  <a:lnTo>
                    <a:pt x="1936" y="1087"/>
                  </a:lnTo>
                  <a:lnTo>
                    <a:pt x="1936" y="1048"/>
                  </a:lnTo>
                  <a:lnTo>
                    <a:pt x="1956" y="949"/>
                  </a:lnTo>
                  <a:lnTo>
                    <a:pt x="1976" y="989"/>
                  </a:lnTo>
                  <a:lnTo>
                    <a:pt x="1956" y="1087"/>
                  </a:lnTo>
                  <a:lnTo>
                    <a:pt x="1956" y="1107"/>
                  </a:lnTo>
                  <a:lnTo>
                    <a:pt x="1976" y="1087"/>
                  </a:lnTo>
                  <a:lnTo>
                    <a:pt x="1956" y="1206"/>
                  </a:lnTo>
                  <a:lnTo>
                    <a:pt x="1976" y="1186"/>
                  </a:lnTo>
                  <a:lnTo>
                    <a:pt x="1976" y="1147"/>
                  </a:lnTo>
                  <a:lnTo>
                    <a:pt x="1976" y="1127"/>
                  </a:lnTo>
                  <a:lnTo>
                    <a:pt x="1988" y="1044"/>
                  </a:lnTo>
                  <a:lnTo>
                    <a:pt x="1976" y="1068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76" y="989"/>
                  </a:lnTo>
                  <a:lnTo>
                    <a:pt x="1976" y="989"/>
                  </a:lnTo>
                  <a:lnTo>
                    <a:pt x="1995" y="929"/>
                  </a:lnTo>
                  <a:lnTo>
                    <a:pt x="1991" y="957"/>
                  </a:lnTo>
                  <a:lnTo>
                    <a:pt x="1991" y="957"/>
                  </a:lnTo>
                  <a:lnTo>
                    <a:pt x="1995" y="949"/>
                  </a:lnTo>
                  <a:lnTo>
                    <a:pt x="2015" y="850"/>
                  </a:lnTo>
                  <a:lnTo>
                    <a:pt x="2015" y="831"/>
                  </a:lnTo>
                  <a:lnTo>
                    <a:pt x="1995" y="929"/>
                  </a:lnTo>
                  <a:lnTo>
                    <a:pt x="1976" y="890"/>
                  </a:lnTo>
                  <a:lnTo>
                    <a:pt x="1956" y="831"/>
                  </a:lnTo>
                  <a:lnTo>
                    <a:pt x="1976" y="692"/>
                  </a:lnTo>
                  <a:lnTo>
                    <a:pt x="2015" y="613"/>
                  </a:lnTo>
                  <a:lnTo>
                    <a:pt x="2015" y="554"/>
                  </a:lnTo>
                  <a:lnTo>
                    <a:pt x="2022" y="534"/>
                  </a:lnTo>
                  <a:lnTo>
                    <a:pt x="2015" y="534"/>
                  </a:lnTo>
                  <a:lnTo>
                    <a:pt x="2015" y="475"/>
                  </a:lnTo>
                  <a:lnTo>
                    <a:pt x="2015" y="455"/>
                  </a:lnTo>
                  <a:lnTo>
                    <a:pt x="1995" y="475"/>
                  </a:lnTo>
                  <a:lnTo>
                    <a:pt x="2015" y="416"/>
                  </a:lnTo>
                  <a:lnTo>
                    <a:pt x="2015" y="396"/>
                  </a:lnTo>
                  <a:lnTo>
                    <a:pt x="2035" y="357"/>
                  </a:lnTo>
                  <a:lnTo>
                    <a:pt x="2035" y="317"/>
                  </a:lnTo>
                  <a:lnTo>
                    <a:pt x="2015" y="357"/>
                  </a:lnTo>
                  <a:lnTo>
                    <a:pt x="2015" y="376"/>
                  </a:lnTo>
                  <a:lnTo>
                    <a:pt x="1995" y="455"/>
                  </a:lnTo>
                  <a:lnTo>
                    <a:pt x="1976" y="455"/>
                  </a:lnTo>
                  <a:lnTo>
                    <a:pt x="1956" y="475"/>
                  </a:lnTo>
                  <a:lnTo>
                    <a:pt x="1956" y="455"/>
                  </a:lnTo>
                  <a:lnTo>
                    <a:pt x="1936" y="554"/>
                  </a:lnTo>
                  <a:lnTo>
                    <a:pt x="1916" y="574"/>
                  </a:lnTo>
                  <a:lnTo>
                    <a:pt x="1936" y="495"/>
                  </a:lnTo>
                  <a:lnTo>
                    <a:pt x="1916" y="495"/>
                  </a:lnTo>
                  <a:lnTo>
                    <a:pt x="1916" y="515"/>
                  </a:lnTo>
                  <a:lnTo>
                    <a:pt x="1877" y="613"/>
                  </a:lnTo>
                  <a:lnTo>
                    <a:pt x="1897" y="712"/>
                  </a:lnTo>
                  <a:lnTo>
                    <a:pt x="1877" y="752"/>
                  </a:lnTo>
                  <a:lnTo>
                    <a:pt x="1877" y="732"/>
                  </a:lnTo>
                  <a:lnTo>
                    <a:pt x="1877" y="692"/>
                  </a:lnTo>
                  <a:lnTo>
                    <a:pt x="1877" y="534"/>
                  </a:lnTo>
                  <a:lnTo>
                    <a:pt x="1857" y="633"/>
                  </a:lnTo>
                  <a:lnTo>
                    <a:pt x="1857" y="515"/>
                  </a:lnTo>
                  <a:lnTo>
                    <a:pt x="1877" y="475"/>
                  </a:lnTo>
                  <a:lnTo>
                    <a:pt x="1897" y="495"/>
                  </a:lnTo>
                  <a:lnTo>
                    <a:pt x="1897" y="475"/>
                  </a:lnTo>
                  <a:lnTo>
                    <a:pt x="1916" y="475"/>
                  </a:lnTo>
                  <a:lnTo>
                    <a:pt x="1916" y="436"/>
                  </a:lnTo>
                  <a:lnTo>
                    <a:pt x="1936" y="416"/>
                  </a:lnTo>
                  <a:lnTo>
                    <a:pt x="1916" y="337"/>
                  </a:lnTo>
                  <a:lnTo>
                    <a:pt x="1916" y="317"/>
                  </a:lnTo>
                  <a:lnTo>
                    <a:pt x="1916" y="198"/>
                  </a:lnTo>
                  <a:lnTo>
                    <a:pt x="1936" y="198"/>
                  </a:lnTo>
                  <a:lnTo>
                    <a:pt x="1936" y="179"/>
                  </a:lnTo>
                  <a:lnTo>
                    <a:pt x="1936" y="159"/>
                  </a:lnTo>
                  <a:lnTo>
                    <a:pt x="1916" y="159"/>
                  </a:lnTo>
                  <a:lnTo>
                    <a:pt x="1877" y="357"/>
                  </a:lnTo>
                  <a:lnTo>
                    <a:pt x="1877" y="396"/>
                  </a:lnTo>
                  <a:lnTo>
                    <a:pt x="1857" y="376"/>
                  </a:lnTo>
                  <a:lnTo>
                    <a:pt x="1877" y="317"/>
                  </a:lnTo>
                  <a:lnTo>
                    <a:pt x="1877" y="238"/>
                  </a:lnTo>
                  <a:lnTo>
                    <a:pt x="1857" y="278"/>
                  </a:lnTo>
                  <a:lnTo>
                    <a:pt x="1857" y="258"/>
                  </a:lnTo>
                  <a:lnTo>
                    <a:pt x="1837" y="179"/>
                  </a:lnTo>
                  <a:lnTo>
                    <a:pt x="1877" y="179"/>
                  </a:lnTo>
                  <a:lnTo>
                    <a:pt x="1877" y="139"/>
                  </a:lnTo>
                  <a:lnTo>
                    <a:pt x="1877" y="100"/>
                  </a:lnTo>
                  <a:lnTo>
                    <a:pt x="1857" y="100"/>
                  </a:lnTo>
                  <a:lnTo>
                    <a:pt x="1857" y="21"/>
                  </a:lnTo>
                  <a:lnTo>
                    <a:pt x="1837" y="1"/>
                  </a:lnTo>
                  <a:lnTo>
                    <a:pt x="1818" y="21"/>
                  </a:lnTo>
                  <a:lnTo>
                    <a:pt x="1798" y="60"/>
                  </a:lnTo>
                  <a:lnTo>
                    <a:pt x="1778" y="60"/>
                  </a:lnTo>
                  <a:lnTo>
                    <a:pt x="1778" y="119"/>
                  </a:lnTo>
                  <a:lnTo>
                    <a:pt x="1758" y="198"/>
                  </a:lnTo>
                  <a:lnTo>
                    <a:pt x="1739" y="198"/>
                  </a:lnTo>
                  <a:lnTo>
                    <a:pt x="1758" y="100"/>
                  </a:lnTo>
                  <a:lnTo>
                    <a:pt x="1739" y="60"/>
                  </a:lnTo>
                  <a:lnTo>
                    <a:pt x="1739" y="1"/>
                  </a:lnTo>
                  <a:lnTo>
                    <a:pt x="1719" y="60"/>
                  </a:lnTo>
                  <a:lnTo>
                    <a:pt x="1709" y="100"/>
                  </a:lnTo>
                  <a:lnTo>
                    <a:pt x="1719" y="100"/>
                  </a:lnTo>
                  <a:lnTo>
                    <a:pt x="1699" y="179"/>
                  </a:lnTo>
                  <a:lnTo>
                    <a:pt x="1699" y="159"/>
                  </a:lnTo>
                  <a:lnTo>
                    <a:pt x="1679" y="100"/>
                  </a:lnTo>
                  <a:lnTo>
                    <a:pt x="1699" y="80"/>
                  </a:lnTo>
                  <a:lnTo>
                    <a:pt x="1699" y="60"/>
                  </a:lnTo>
                  <a:lnTo>
                    <a:pt x="1699" y="40"/>
                  </a:lnTo>
                  <a:lnTo>
                    <a:pt x="1679" y="40"/>
                  </a:lnTo>
                  <a:lnTo>
                    <a:pt x="1679" y="60"/>
                  </a:lnTo>
                  <a:lnTo>
                    <a:pt x="1660" y="60"/>
                  </a:lnTo>
                  <a:lnTo>
                    <a:pt x="1660" y="40"/>
                  </a:lnTo>
                  <a:lnTo>
                    <a:pt x="1660" y="21"/>
                  </a:lnTo>
                  <a:lnTo>
                    <a:pt x="1640" y="80"/>
                  </a:lnTo>
                  <a:lnTo>
                    <a:pt x="1620" y="80"/>
                  </a:lnTo>
                  <a:lnTo>
                    <a:pt x="1600" y="218"/>
                  </a:lnTo>
                  <a:lnTo>
                    <a:pt x="1600" y="119"/>
                  </a:lnTo>
                  <a:lnTo>
                    <a:pt x="1600" y="80"/>
                  </a:lnTo>
                  <a:lnTo>
                    <a:pt x="1581" y="40"/>
                  </a:lnTo>
                  <a:lnTo>
                    <a:pt x="1561" y="80"/>
                  </a:lnTo>
                  <a:lnTo>
                    <a:pt x="1541" y="119"/>
                  </a:lnTo>
                  <a:lnTo>
                    <a:pt x="1521" y="159"/>
                  </a:lnTo>
                  <a:lnTo>
                    <a:pt x="1541" y="60"/>
                  </a:lnTo>
                  <a:lnTo>
                    <a:pt x="1541" y="21"/>
                  </a:lnTo>
                  <a:lnTo>
                    <a:pt x="1541" y="1"/>
                  </a:lnTo>
                  <a:lnTo>
                    <a:pt x="1521" y="21"/>
                  </a:lnTo>
                  <a:lnTo>
                    <a:pt x="1521" y="1"/>
                  </a:lnTo>
                  <a:close/>
                  <a:moveTo>
                    <a:pt x="613" y="1759"/>
                  </a:moveTo>
                  <a:lnTo>
                    <a:pt x="613" y="1759"/>
                  </a:lnTo>
                  <a:lnTo>
                    <a:pt x="613" y="17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1" name="Google Shape;7741;p29"/>
            <p:cNvSpPr/>
            <p:nvPr/>
          </p:nvSpPr>
          <p:spPr>
            <a:xfrm>
              <a:off x="-1245000" y="4137075"/>
              <a:ext cx="25" cy="525"/>
            </a:xfrm>
            <a:custGeom>
              <a:rect b="b" l="l" r="r" t="t"/>
              <a:pathLst>
                <a:path extrusionOk="0" h="21" w="1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2" name="Google Shape;7742;p29"/>
            <p:cNvSpPr/>
            <p:nvPr/>
          </p:nvSpPr>
          <p:spPr>
            <a:xfrm>
              <a:off x="-1267700" y="4162250"/>
              <a:ext cx="25" cy="525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3" name="Google Shape;7743;p29"/>
            <p:cNvSpPr/>
            <p:nvPr/>
          </p:nvSpPr>
          <p:spPr>
            <a:xfrm>
              <a:off x="-1246475" y="4151400"/>
              <a:ext cx="525" cy="500"/>
            </a:xfrm>
            <a:custGeom>
              <a:rect b="b" l="l" r="r" t="t"/>
              <a:pathLst>
                <a:path extrusionOk="0" h="20" w="21">
                  <a:moveTo>
                    <a:pt x="1" y="20"/>
                  </a:moveTo>
                  <a:lnTo>
                    <a:pt x="1" y="20"/>
                  </a:lnTo>
                  <a:lnTo>
                    <a:pt x="20" y="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4" name="Google Shape;7744;p29"/>
            <p:cNvSpPr/>
            <p:nvPr/>
          </p:nvSpPr>
          <p:spPr>
            <a:xfrm>
              <a:off x="-1245000" y="4279275"/>
              <a:ext cx="525" cy="25"/>
            </a:xfrm>
            <a:custGeom>
              <a:rect b="b" l="l" r="r" t="t"/>
              <a:pathLst>
                <a:path extrusionOk="0" h="1" w="21">
                  <a:moveTo>
                    <a:pt x="21" y="1"/>
                  </a:moveTo>
                  <a:lnTo>
                    <a:pt x="2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5" name="Google Shape;7745;p29"/>
            <p:cNvSpPr/>
            <p:nvPr/>
          </p:nvSpPr>
          <p:spPr>
            <a:xfrm>
              <a:off x="-1226225" y="4308925"/>
              <a:ext cx="525" cy="0"/>
            </a:xfrm>
            <a:custGeom>
              <a:rect b="b" l="l" r="r" t="t"/>
              <a:pathLst>
                <a:path extrusionOk="0" h="0" w="21">
                  <a:moveTo>
                    <a:pt x="1" y="0"/>
                  </a:moveTo>
                  <a:lnTo>
                    <a:pt x="1" y="0"/>
                  </a:lnTo>
                  <a:lnTo>
                    <a:pt x="20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7746" name="Shape 7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47" name="Google Shape;7747;p30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7748" name="Google Shape;7748;p30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9" name="Google Shape;7749;p30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0" name="Google Shape;7750;p30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1" name="Google Shape;7751;p30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2" name="Google Shape;7752;p30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3" name="Google Shape;7753;p30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4" name="Google Shape;7754;p30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5" name="Google Shape;7755;p30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6" name="Google Shape;7756;p30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7" name="Google Shape;7757;p30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8" name="Google Shape;7758;p30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9" name="Google Shape;7759;p30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0" name="Google Shape;7760;p30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1" name="Google Shape;7761;p30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2" name="Google Shape;7762;p30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3" name="Google Shape;7763;p30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4" name="Google Shape;7764;p30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5" name="Google Shape;7765;p30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6" name="Google Shape;7766;p30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7" name="Google Shape;7767;p30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8" name="Google Shape;7768;p30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9" name="Google Shape;7769;p30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0" name="Google Shape;7770;p30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1" name="Google Shape;7771;p30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2" name="Google Shape;7772;p30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3" name="Google Shape;7773;p30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4" name="Google Shape;7774;p30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5" name="Google Shape;7775;p30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6" name="Google Shape;7776;p30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7" name="Google Shape;7777;p30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8" name="Google Shape;7778;p30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9" name="Google Shape;7779;p30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0" name="Google Shape;7780;p30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1" name="Google Shape;7781;p30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2" name="Google Shape;7782;p30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3" name="Google Shape;7783;p30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4" name="Google Shape;7784;p30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5" name="Google Shape;7785;p30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6" name="Google Shape;7786;p30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7" name="Google Shape;7787;p30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8" name="Google Shape;7788;p30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9" name="Google Shape;7789;p30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0" name="Google Shape;7790;p30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1" name="Google Shape;7791;p30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2" name="Google Shape;7792;p30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3" name="Google Shape;7793;p30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4" name="Google Shape;7794;p30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5" name="Google Shape;7795;p30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6" name="Google Shape;7796;p30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7" name="Google Shape;7797;p30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8" name="Google Shape;7798;p30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9" name="Google Shape;7799;p30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0" name="Google Shape;7800;p30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1" name="Google Shape;7801;p30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2" name="Google Shape;7802;p30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3" name="Google Shape;7803;p30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4" name="Google Shape;7804;p30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5" name="Google Shape;7805;p30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6" name="Google Shape;7806;p30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7" name="Google Shape;7807;p30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8" name="Google Shape;7808;p30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9" name="Google Shape;7809;p30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0" name="Google Shape;7810;p30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1" name="Google Shape;7811;p30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2" name="Google Shape;7812;p30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3" name="Google Shape;7813;p30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4" name="Google Shape;7814;p30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5" name="Google Shape;7815;p30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6" name="Google Shape;7816;p30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7" name="Google Shape;7817;p30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8" name="Google Shape;7818;p30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9" name="Google Shape;7819;p30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0" name="Google Shape;7820;p30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1" name="Google Shape;7821;p30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2" name="Google Shape;7822;p30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3" name="Google Shape;7823;p30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4" name="Google Shape;7824;p30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5" name="Google Shape;7825;p30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6" name="Google Shape;7826;p30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7" name="Google Shape;7827;p30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8" name="Google Shape;7828;p30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9" name="Google Shape;7829;p30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0" name="Google Shape;7830;p30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1" name="Google Shape;7831;p30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2" name="Google Shape;7832;p30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3" name="Google Shape;7833;p30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4" name="Google Shape;7834;p30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5" name="Google Shape;7835;p30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6" name="Google Shape;7836;p30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7" name="Google Shape;7837;p30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8" name="Google Shape;7838;p30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9" name="Google Shape;7839;p30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0" name="Google Shape;7840;p30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1" name="Google Shape;7841;p30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2" name="Google Shape;7842;p30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3" name="Google Shape;7843;p30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4" name="Google Shape;7844;p30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5" name="Google Shape;7845;p30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6" name="Google Shape;7846;p30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7" name="Google Shape;7847;p30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8" name="Google Shape;7848;p30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9" name="Google Shape;7849;p30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0" name="Google Shape;7850;p30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1" name="Google Shape;7851;p30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2" name="Google Shape;7852;p30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3" name="Google Shape;7853;p30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4" name="Google Shape;7854;p30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5" name="Google Shape;7855;p30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6" name="Google Shape;7856;p30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7" name="Google Shape;7857;p30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8" name="Google Shape;7858;p30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9" name="Google Shape;7859;p30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0" name="Google Shape;7860;p30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1" name="Google Shape;7861;p30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2" name="Google Shape;7862;p30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3" name="Google Shape;7863;p30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4" name="Google Shape;7864;p30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865" name="Google Shape;7865;p30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66" name="Google Shape;7866;p30"/>
          <p:cNvSpPr txBox="1"/>
          <p:nvPr>
            <p:ph type="title"/>
          </p:nvPr>
        </p:nvSpPr>
        <p:spPr>
          <a:xfrm>
            <a:off x="710462" y="2859750"/>
            <a:ext cx="2272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867" name="Google Shape;7867;p30"/>
          <p:cNvSpPr txBox="1"/>
          <p:nvPr>
            <p:ph idx="2" type="title"/>
          </p:nvPr>
        </p:nvSpPr>
        <p:spPr>
          <a:xfrm>
            <a:off x="3435600" y="2859750"/>
            <a:ext cx="2272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868" name="Google Shape;7868;p30"/>
          <p:cNvSpPr txBox="1"/>
          <p:nvPr>
            <p:ph hasCustomPrompt="1" idx="3" type="title"/>
          </p:nvPr>
        </p:nvSpPr>
        <p:spPr>
          <a:xfrm>
            <a:off x="1467362" y="1802850"/>
            <a:ext cx="7590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15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69" name="Google Shape;7869;p30"/>
          <p:cNvSpPr txBox="1"/>
          <p:nvPr>
            <p:ph idx="1" type="subTitle"/>
          </p:nvPr>
        </p:nvSpPr>
        <p:spPr>
          <a:xfrm>
            <a:off x="711212" y="3074058"/>
            <a:ext cx="2271300" cy="7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7870" name="Google Shape;7870;p30"/>
          <p:cNvSpPr txBox="1"/>
          <p:nvPr>
            <p:ph hasCustomPrompt="1" idx="4" type="title"/>
          </p:nvPr>
        </p:nvSpPr>
        <p:spPr>
          <a:xfrm>
            <a:off x="4192500" y="1802850"/>
            <a:ext cx="7590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15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71" name="Google Shape;7871;p30"/>
          <p:cNvSpPr txBox="1"/>
          <p:nvPr>
            <p:ph idx="5" type="subTitle"/>
          </p:nvPr>
        </p:nvSpPr>
        <p:spPr>
          <a:xfrm>
            <a:off x="3436350" y="3074058"/>
            <a:ext cx="2271300" cy="7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sp>
        <p:nvSpPr>
          <p:cNvPr id="7872" name="Google Shape;7872;p30"/>
          <p:cNvSpPr txBox="1"/>
          <p:nvPr>
            <p:ph idx="6" type="title"/>
          </p:nvPr>
        </p:nvSpPr>
        <p:spPr>
          <a:xfrm>
            <a:off x="720000" y="337185"/>
            <a:ext cx="7704000" cy="548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873" name="Google Shape;7873;p30"/>
          <p:cNvSpPr txBox="1"/>
          <p:nvPr>
            <p:ph idx="7" type="title"/>
          </p:nvPr>
        </p:nvSpPr>
        <p:spPr>
          <a:xfrm>
            <a:off x="6159496" y="2859750"/>
            <a:ext cx="22728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874" name="Google Shape;7874;p30"/>
          <p:cNvSpPr txBox="1"/>
          <p:nvPr>
            <p:ph hasCustomPrompt="1" idx="8" type="title"/>
          </p:nvPr>
        </p:nvSpPr>
        <p:spPr>
          <a:xfrm>
            <a:off x="6916396" y="1802850"/>
            <a:ext cx="7590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15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7875" name="Google Shape;7875;p30"/>
          <p:cNvSpPr txBox="1"/>
          <p:nvPr>
            <p:ph idx="9" type="subTitle"/>
          </p:nvPr>
        </p:nvSpPr>
        <p:spPr>
          <a:xfrm>
            <a:off x="6160246" y="3074058"/>
            <a:ext cx="2271300" cy="7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/>
        </p:txBody>
      </p:sp>
      <p:grpSp>
        <p:nvGrpSpPr>
          <p:cNvPr id="7876" name="Google Shape;7876;p30"/>
          <p:cNvGrpSpPr/>
          <p:nvPr/>
        </p:nvGrpSpPr>
        <p:grpSpPr>
          <a:xfrm>
            <a:off x="8424000" y="1322517"/>
            <a:ext cx="679382" cy="871990"/>
            <a:chOff x="8619938" y="2813305"/>
            <a:chExt cx="679382" cy="871990"/>
          </a:xfrm>
        </p:grpSpPr>
        <p:sp>
          <p:nvSpPr>
            <p:cNvPr id="7877" name="Google Shape;7877;p30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8" name="Google Shape;7878;p30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9" name="Google Shape;7879;p30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0" name="Google Shape;7880;p30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1" name="Google Shape;7881;p30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2" name="Google Shape;7882;p30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3" name="Google Shape;7883;p30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4" name="Google Shape;7884;p30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5" name="Google Shape;7885;p30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6" name="Google Shape;7886;p30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7" name="Google Shape;7887;p30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8" name="Google Shape;7888;p30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9" name="Google Shape;7889;p30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0" name="Google Shape;7890;p30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1" name="Google Shape;7891;p30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2" name="Google Shape;7892;p30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3" name="Google Shape;7893;p30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4" name="Google Shape;7894;p30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5" name="Google Shape;7895;p30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6" name="Google Shape;7896;p30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7" name="Google Shape;7897;p30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8" name="Google Shape;7898;p30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9" name="Google Shape;7899;p30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0" name="Google Shape;7900;p30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1" name="Google Shape;7901;p30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2" name="Google Shape;7902;p30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3" name="Google Shape;7903;p30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4" name="Google Shape;7904;p30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905" name="Google Shape;7905;p30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7906" name="Google Shape;7906;p30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07" name="Google Shape;7907;p30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908" name="Google Shape;7908;p30"/>
          <p:cNvGrpSpPr/>
          <p:nvPr/>
        </p:nvGrpSpPr>
        <p:grpSpPr>
          <a:xfrm rot="9596373">
            <a:off x="-25477" y="427234"/>
            <a:ext cx="679359" cy="871961"/>
            <a:chOff x="8619938" y="2813305"/>
            <a:chExt cx="679382" cy="871990"/>
          </a:xfrm>
        </p:grpSpPr>
        <p:sp>
          <p:nvSpPr>
            <p:cNvPr id="7909" name="Google Shape;7909;p30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0" name="Google Shape;7910;p30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1" name="Google Shape;7911;p30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2" name="Google Shape;7912;p30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3" name="Google Shape;7913;p30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4" name="Google Shape;7914;p30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5" name="Google Shape;7915;p30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6" name="Google Shape;7916;p30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7" name="Google Shape;7917;p30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8" name="Google Shape;7918;p30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9" name="Google Shape;7919;p30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0" name="Google Shape;7920;p30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1" name="Google Shape;7921;p30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2" name="Google Shape;7922;p30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3" name="Google Shape;7923;p30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4" name="Google Shape;7924;p30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5" name="Google Shape;7925;p30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6" name="Google Shape;7926;p30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7" name="Google Shape;7927;p30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8" name="Google Shape;7928;p30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9" name="Google Shape;7929;p30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0" name="Google Shape;7930;p30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1" name="Google Shape;7931;p30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2" name="Google Shape;7932;p30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3" name="Google Shape;7933;p30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4" name="Google Shape;7934;p30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5" name="Google Shape;7935;p30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6" name="Google Shape;7936;p30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937" name="Google Shape;7937;p30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7938" name="Google Shape;7938;p30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39" name="Google Shape;7939;p30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940" name="Google Shape;7940;p30"/>
          <p:cNvGrpSpPr/>
          <p:nvPr/>
        </p:nvGrpSpPr>
        <p:grpSpPr>
          <a:xfrm flipH="1" rot="-7564507">
            <a:off x="7901328" y="4226458"/>
            <a:ext cx="1294629" cy="1350947"/>
            <a:chOff x="8465725" y="2863051"/>
            <a:chExt cx="1956212" cy="2041561"/>
          </a:xfrm>
        </p:grpSpPr>
        <p:sp>
          <p:nvSpPr>
            <p:cNvPr id="7941" name="Google Shape;7941;p30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2" name="Google Shape;7942;p30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3" name="Google Shape;7943;p30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4" name="Google Shape;7944;p30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5" name="Google Shape;7945;p30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6" name="Google Shape;7946;p30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7" name="Google Shape;7947;p30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8" name="Google Shape;7948;p30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9" name="Google Shape;7949;p30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0" name="Google Shape;7950;p30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1" name="Google Shape;7951;p30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2" name="Google Shape;7952;p30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3" name="Google Shape;7953;p30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4" name="Google Shape;7954;p30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5" name="Google Shape;7955;p30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6" name="Google Shape;7956;p30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7" name="Google Shape;7957;p30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8" name="Google Shape;7958;p30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9" name="Google Shape;7959;p30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0" name="Google Shape;7960;p30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1" name="Google Shape;7961;p30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2" name="Google Shape;7962;p30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3" name="Google Shape;7963;p30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4" name="Google Shape;7964;p30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5" name="Google Shape;7965;p30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6" name="Google Shape;7966;p30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7" name="Google Shape;7967;p30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8" name="Google Shape;7968;p30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9" name="Google Shape;7969;p30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0" name="Google Shape;7970;p30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1" name="Google Shape;7971;p30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2" name="Google Shape;7972;p30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3" name="Google Shape;7973;p30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4" name="Google Shape;7974;p30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5" name="Google Shape;7975;p30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6" name="Google Shape;7976;p30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7" name="Google Shape;7977;p30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8" name="Google Shape;7978;p30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9" name="Google Shape;7979;p30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0" name="Google Shape;7980;p30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1" name="Google Shape;7981;p30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2" name="Google Shape;7982;p30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3" name="Google Shape;7983;p30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4" name="Google Shape;7984;p30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7985" name="Shape 7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86" name="Google Shape;7986;p31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7987" name="Google Shape;7987;p31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8" name="Google Shape;7988;p31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9" name="Google Shape;7989;p31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0" name="Google Shape;7990;p3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1" name="Google Shape;7991;p31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2" name="Google Shape;7992;p31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3" name="Google Shape;7993;p31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4" name="Google Shape;7994;p3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5" name="Google Shape;7995;p31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6" name="Google Shape;7996;p31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7" name="Google Shape;7997;p31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8" name="Google Shape;7998;p3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9" name="Google Shape;7999;p31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0" name="Google Shape;8000;p31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1" name="Google Shape;8001;p31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2" name="Google Shape;8002;p3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3" name="Google Shape;8003;p31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4" name="Google Shape;8004;p31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5" name="Google Shape;8005;p31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6" name="Google Shape;8006;p3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7" name="Google Shape;8007;p31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8" name="Google Shape;8008;p31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9" name="Google Shape;8009;p31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0" name="Google Shape;8010;p3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1" name="Google Shape;8011;p31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2" name="Google Shape;8012;p31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3" name="Google Shape;8013;p31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4" name="Google Shape;8014;p3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5" name="Google Shape;8015;p31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6" name="Google Shape;8016;p31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7" name="Google Shape;8017;p31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8" name="Google Shape;8018;p3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9" name="Google Shape;8019;p31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0" name="Google Shape;8020;p31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1" name="Google Shape;8021;p31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2" name="Google Shape;8022;p3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3" name="Google Shape;8023;p31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4" name="Google Shape;8024;p31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5" name="Google Shape;8025;p31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6" name="Google Shape;8026;p3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7" name="Google Shape;8027;p31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8" name="Google Shape;8028;p31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9" name="Google Shape;8029;p31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0" name="Google Shape;8030;p3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1" name="Google Shape;8031;p31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2" name="Google Shape;8032;p31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3" name="Google Shape;8033;p31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4" name="Google Shape;8034;p3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5" name="Google Shape;8035;p31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6" name="Google Shape;8036;p31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7" name="Google Shape;8037;p31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8" name="Google Shape;8038;p3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9" name="Google Shape;8039;p31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0" name="Google Shape;8040;p31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1" name="Google Shape;8041;p31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2" name="Google Shape;8042;p3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3" name="Google Shape;8043;p31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4" name="Google Shape;8044;p31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5" name="Google Shape;8045;p31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6" name="Google Shape;8046;p3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7" name="Google Shape;8047;p31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8" name="Google Shape;8048;p31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9" name="Google Shape;8049;p31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0" name="Google Shape;8050;p3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1" name="Google Shape;8051;p31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2" name="Google Shape;8052;p31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3" name="Google Shape;8053;p31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4" name="Google Shape;8054;p3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5" name="Google Shape;8055;p31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6" name="Google Shape;8056;p31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7" name="Google Shape;8057;p31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8" name="Google Shape;8058;p3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9" name="Google Shape;8059;p31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0" name="Google Shape;8060;p31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1" name="Google Shape;8061;p31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2" name="Google Shape;8062;p3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3" name="Google Shape;8063;p31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4" name="Google Shape;8064;p31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5" name="Google Shape;8065;p31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6" name="Google Shape;8066;p3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7" name="Google Shape;8067;p31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8" name="Google Shape;8068;p31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9" name="Google Shape;8069;p31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0" name="Google Shape;8070;p3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1" name="Google Shape;8071;p31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2" name="Google Shape;8072;p31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3" name="Google Shape;8073;p31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4" name="Google Shape;8074;p3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5" name="Google Shape;8075;p31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6" name="Google Shape;8076;p31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7" name="Google Shape;8077;p31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8" name="Google Shape;8078;p3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9" name="Google Shape;8079;p31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0" name="Google Shape;8080;p31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1" name="Google Shape;8081;p31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2" name="Google Shape;8082;p3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3" name="Google Shape;8083;p31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4" name="Google Shape;8084;p31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5" name="Google Shape;8085;p31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6" name="Google Shape;8086;p3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7" name="Google Shape;8087;p31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8" name="Google Shape;8088;p31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9" name="Google Shape;8089;p31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0" name="Google Shape;8090;p3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1" name="Google Shape;8091;p31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2" name="Google Shape;8092;p31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3" name="Google Shape;8093;p31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4" name="Google Shape;8094;p3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5" name="Google Shape;8095;p31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6" name="Google Shape;8096;p31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7" name="Google Shape;8097;p31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8" name="Google Shape;8098;p3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9" name="Google Shape;8099;p31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0" name="Google Shape;8100;p31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1" name="Google Shape;8101;p31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2" name="Google Shape;8102;p3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3" name="Google Shape;8103;p31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104" name="Google Shape;8104;p31"/>
          <p:cNvSpPr/>
          <p:nvPr/>
        </p:nvSpPr>
        <p:spPr>
          <a:xfrm rot="-5400000">
            <a:off x="2302741" y="-680239"/>
            <a:ext cx="4538517" cy="6503979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5" name="Google Shape;8105;p31"/>
          <p:cNvSpPr txBox="1"/>
          <p:nvPr>
            <p:ph type="title"/>
          </p:nvPr>
        </p:nvSpPr>
        <p:spPr>
          <a:xfrm>
            <a:off x="1892250" y="576050"/>
            <a:ext cx="5355600" cy="10974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106" name="Google Shape;8106;p31"/>
          <p:cNvSpPr txBox="1"/>
          <p:nvPr>
            <p:ph idx="1" type="subTitle"/>
          </p:nvPr>
        </p:nvSpPr>
        <p:spPr>
          <a:xfrm>
            <a:off x="1892250" y="1674598"/>
            <a:ext cx="53595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107" name="Google Shape;8107;p31"/>
          <p:cNvGrpSpPr/>
          <p:nvPr/>
        </p:nvGrpSpPr>
        <p:grpSpPr>
          <a:xfrm>
            <a:off x="8161488" y="-117259"/>
            <a:ext cx="1363145" cy="1433258"/>
            <a:chOff x="8529150" y="-173700"/>
            <a:chExt cx="1669089" cy="1754724"/>
          </a:xfrm>
        </p:grpSpPr>
        <p:sp>
          <p:nvSpPr>
            <p:cNvPr id="8108" name="Google Shape;8108;p31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9" name="Google Shape;8109;p31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0" name="Google Shape;8110;p31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1" name="Google Shape;8111;p31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2" name="Google Shape;8112;p31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3" name="Google Shape;8113;p31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4" name="Google Shape;8114;p31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5" name="Google Shape;8115;p31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6" name="Google Shape;8116;p31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7" name="Google Shape;8117;p31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8" name="Google Shape;8118;p31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9" name="Google Shape;8119;p31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0" name="Google Shape;8120;p31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1" name="Google Shape;8121;p31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2" name="Google Shape;8122;p31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3" name="Google Shape;8123;p31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4" name="Google Shape;8124;p31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5" name="Google Shape;8125;p31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6" name="Google Shape;8126;p31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7" name="Google Shape;8127;p31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8" name="Google Shape;8128;p31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9" name="Google Shape;8129;p31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0" name="Google Shape;8130;p31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1" name="Google Shape;8131;p31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2" name="Google Shape;8132;p31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3" name="Google Shape;8133;p31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4" name="Google Shape;8134;p31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5" name="Google Shape;8135;p31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6" name="Google Shape;8136;p31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7" name="Google Shape;8137;p31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8" name="Google Shape;8138;p31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9" name="Google Shape;8139;p31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0" name="Google Shape;8140;p31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1" name="Google Shape;8141;p31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2" name="Google Shape;8142;p31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3" name="Google Shape;8143;p31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4" name="Google Shape;8144;p31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5" name="Google Shape;8145;p31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6" name="Google Shape;8146;p31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7" name="Google Shape;8147;p31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8" name="Google Shape;8148;p31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9" name="Google Shape;8149;p31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50" name="Google Shape;8150;p31"/>
          <p:cNvGrpSpPr/>
          <p:nvPr/>
        </p:nvGrpSpPr>
        <p:grpSpPr>
          <a:xfrm>
            <a:off x="-184950" y="4376725"/>
            <a:ext cx="898165" cy="766770"/>
            <a:chOff x="-252625" y="2918525"/>
            <a:chExt cx="898165" cy="766770"/>
          </a:xfrm>
        </p:grpSpPr>
        <p:sp>
          <p:nvSpPr>
            <p:cNvPr id="8151" name="Google Shape;8151;p31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2" name="Google Shape;8152;p31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3" name="Google Shape;8153;p31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4" name="Google Shape;8154;p31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5" name="Google Shape;8155;p31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6" name="Google Shape;8156;p31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7" name="Google Shape;8157;p31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8" name="Google Shape;8158;p31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9" name="Google Shape;8159;p31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0" name="Google Shape;8160;p31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1" name="Google Shape;8161;p31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2" name="Google Shape;8162;p31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3" name="Google Shape;8163;p31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4" name="Google Shape;8164;p31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5" name="Google Shape;8165;p31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6" name="Google Shape;8166;p31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7" name="Google Shape;8167;p31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8" name="Google Shape;8168;p31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9" name="Google Shape;8169;p31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0" name="Google Shape;8170;p31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1" name="Google Shape;8171;p31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2" name="Google Shape;8172;p31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3" name="Google Shape;8173;p31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4" name="Google Shape;8174;p31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5" name="Google Shape;8175;p31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6" name="Google Shape;8176;p31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7" name="Google Shape;8177;p31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8" name="Google Shape;8178;p31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9" name="Google Shape;8179;p31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0" name="Google Shape;8180;p31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1" name="Google Shape;8181;p31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2" name="Google Shape;8182;p31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3" name="Google Shape;8183;p31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4" name="Google Shape;8184;p31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5" name="Google Shape;8185;p31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6" name="Google Shape;8186;p31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87" name="Google Shape;8187;p31"/>
          <p:cNvGrpSpPr/>
          <p:nvPr/>
        </p:nvGrpSpPr>
        <p:grpSpPr>
          <a:xfrm>
            <a:off x="45463" y="-42262"/>
            <a:ext cx="925639" cy="688028"/>
            <a:chOff x="8588925" y="2091476"/>
            <a:chExt cx="925639" cy="688028"/>
          </a:xfrm>
        </p:grpSpPr>
        <p:sp>
          <p:nvSpPr>
            <p:cNvPr id="8188" name="Google Shape;8188;p31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9" name="Google Shape;8189;p31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0" name="Google Shape;8190;p31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1" name="Google Shape;8191;p31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2" name="Google Shape;8192;p31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3" name="Google Shape;8193;p31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4" name="Google Shape;8194;p31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5" name="Google Shape;8195;p31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6" name="Google Shape;8196;p31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7" name="Google Shape;8197;p31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8" name="Google Shape;8198;p31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9" name="Google Shape;8199;p31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0" name="Google Shape;8200;p31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1" name="Google Shape;8201;p31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02" name="Google Shape;8202;p31"/>
          <p:cNvGrpSpPr/>
          <p:nvPr/>
        </p:nvGrpSpPr>
        <p:grpSpPr>
          <a:xfrm>
            <a:off x="7939200" y="3677975"/>
            <a:ext cx="1436750" cy="1718156"/>
            <a:chOff x="3853575" y="-2474775"/>
            <a:chExt cx="1436750" cy="1718156"/>
          </a:xfrm>
        </p:grpSpPr>
        <p:sp>
          <p:nvSpPr>
            <p:cNvPr id="8203" name="Google Shape;8203;p31"/>
            <p:cNvSpPr/>
            <p:nvPr/>
          </p:nvSpPr>
          <p:spPr>
            <a:xfrm>
              <a:off x="3873611" y="-1465718"/>
              <a:ext cx="573999" cy="351203"/>
            </a:xfrm>
            <a:custGeom>
              <a:rect b="b" l="l" r="r" t="t"/>
              <a:pathLst>
                <a:path extrusionOk="0" h="9343" w="15270">
                  <a:moveTo>
                    <a:pt x="9205" y="0"/>
                  </a:moveTo>
                  <a:lnTo>
                    <a:pt x="8988" y="20"/>
                  </a:lnTo>
                  <a:lnTo>
                    <a:pt x="8751" y="79"/>
                  </a:lnTo>
                  <a:lnTo>
                    <a:pt x="8514" y="178"/>
                  </a:lnTo>
                  <a:lnTo>
                    <a:pt x="8277" y="316"/>
                  </a:lnTo>
                  <a:lnTo>
                    <a:pt x="8040" y="454"/>
                  </a:lnTo>
                  <a:lnTo>
                    <a:pt x="7783" y="632"/>
                  </a:lnTo>
                  <a:lnTo>
                    <a:pt x="7309" y="1008"/>
                  </a:lnTo>
                  <a:lnTo>
                    <a:pt x="6855" y="1363"/>
                  </a:lnTo>
                  <a:lnTo>
                    <a:pt x="6420" y="1699"/>
                  </a:lnTo>
                  <a:lnTo>
                    <a:pt x="6223" y="1817"/>
                  </a:lnTo>
                  <a:lnTo>
                    <a:pt x="6025" y="1916"/>
                  </a:lnTo>
                  <a:lnTo>
                    <a:pt x="5867" y="1975"/>
                  </a:lnTo>
                  <a:lnTo>
                    <a:pt x="5709" y="1995"/>
                  </a:lnTo>
                  <a:lnTo>
                    <a:pt x="5551" y="1975"/>
                  </a:lnTo>
                  <a:lnTo>
                    <a:pt x="5354" y="1916"/>
                  </a:lnTo>
                  <a:lnTo>
                    <a:pt x="4840" y="1778"/>
                  </a:lnTo>
                  <a:lnTo>
                    <a:pt x="4228" y="1600"/>
                  </a:lnTo>
                  <a:lnTo>
                    <a:pt x="3576" y="1363"/>
                  </a:lnTo>
                  <a:lnTo>
                    <a:pt x="2312" y="968"/>
                  </a:lnTo>
                  <a:lnTo>
                    <a:pt x="1798" y="810"/>
                  </a:lnTo>
                  <a:lnTo>
                    <a:pt x="1581" y="770"/>
                  </a:lnTo>
                  <a:lnTo>
                    <a:pt x="1423" y="751"/>
                  </a:lnTo>
                  <a:lnTo>
                    <a:pt x="1028" y="751"/>
                  </a:lnTo>
                  <a:lnTo>
                    <a:pt x="831" y="790"/>
                  </a:lnTo>
                  <a:lnTo>
                    <a:pt x="633" y="869"/>
                  </a:lnTo>
                  <a:lnTo>
                    <a:pt x="455" y="968"/>
                  </a:lnTo>
                  <a:lnTo>
                    <a:pt x="317" y="1106"/>
                  </a:lnTo>
                  <a:lnTo>
                    <a:pt x="238" y="1185"/>
                  </a:lnTo>
                  <a:lnTo>
                    <a:pt x="179" y="1284"/>
                  </a:lnTo>
                  <a:lnTo>
                    <a:pt x="139" y="1383"/>
                  </a:lnTo>
                  <a:lnTo>
                    <a:pt x="100" y="1501"/>
                  </a:lnTo>
                  <a:lnTo>
                    <a:pt x="60" y="1699"/>
                  </a:lnTo>
                  <a:lnTo>
                    <a:pt x="21" y="1877"/>
                  </a:lnTo>
                  <a:lnTo>
                    <a:pt x="1" y="2054"/>
                  </a:lnTo>
                  <a:lnTo>
                    <a:pt x="1" y="2232"/>
                  </a:lnTo>
                  <a:lnTo>
                    <a:pt x="21" y="2410"/>
                  </a:lnTo>
                  <a:lnTo>
                    <a:pt x="60" y="2568"/>
                  </a:lnTo>
                  <a:lnTo>
                    <a:pt x="139" y="2726"/>
                  </a:lnTo>
                  <a:lnTo>
                    <a:pt x="238" y="2884"/>
                  </a:lnTo>
                  <a:lnTo>
                    <a:pt x="356" y="3002"/>
                  </a:lnTo>
                  <a:lnTo>
                    <a:pt x="495" y="3121"/>
                  </a:lnTo>
                  <a:lnTo>
                    <a:pt x="653" y="3239"/>
                  </a:lnTo>
                  <a:lnTo>
                    <a:pt x="1008" y="3477"/>
                  </a:lnTo>
                  <a:lnTo>
                    <a:pt x="1403" y="3674"/>
                  </a:lnTo>
                  <a:lnTo>
                    <a:pt x="1798" y="3852"/>
                  </a:lnTo>
                  <a:lnTo>
                    <a:pt x="1937" y="3911"/>
                  </a:lnTo>
                  <a:lnTo>
                    <a:pt x="1996" y="3931"/>
                  </a:lnTo>
                  <a:lnTo>
                    <a:pt x="2766" y="4207"/>
                  </a:lnTo>
                  <a:lnTo>
                    <a:pt x="3300" y="4385"/>
                  </a:lnTo>
                  <a:lnTo>
                    <a:pt x="3616" y="4464"/>
                  </a:lnTo>
                  <a:lnTo>
                    <a:pt x="3714" y="4484"/>
                  </a:lnTo>
                  <a:lnTo>
                    <a:pt x="3793" y="4622"/>
                  </a:lnTo>
                  <a:lnTo>
                    <a:pt x="4011" y="4918"/>
                  </a:lnTo>
                  <a:lnTo>
                    <a:pt x="4169" y="5116"/>
                  </a:lnTo>
                  <a:lnTo>
                    <a:pt x="4366" y="5313"/>
                  </a:lnTo>
                  <a:lnTo>
                    <a:pt x="4564" y="5531"/>
                  </a:lnTo>
                  <a:lnTo>
                    <a:pt x="4801" y="5709"/>
                  </a:lnTo>
                  <a:lnTo>
                    <a:pt x="5038" y="5886"/>
                  </a:lnTo>
                  <a:lnTo>
                    <a:pt x="5275" y="6005"/>
                  </a:lnTo>
                  <a:lnTo>
                    <a:pt x="5512" y="6104"/>
                  </a:lnTo>
                  <a:lnTo>
                    <a:pt x="5709" y="6163"/>
                  </a:lnTo>
                  <a:lnTo>
                    <a:pt x="6025" y="6242"/>
                  </a:lnTo>
                  <a:lnTo>
                    <a:pt x="6144" y="6262"/>
                  </a:lnTo>
                  <a:lnTo>
                    <a:pt x="6164" y="6400"/>
                  </a:lnTo>
                  <a:lnTo>
                    <a:pt x="6183" y="6578"/>
                  </a:lnTo>
                  <a:lnTo>
                    <a:pt x="6262" y="6775"/>
                  </a:lnTo>
                  <a:lnTo>
                    <a:pt x="6341" y="6992"/>
                  </a:lnTo>
                  <a:lnTo>
                    <a:pt x="6480" y="7210"/>
                  </a:lnTo>
                  <a:lnTo>
                    <a:pt x="6578" y="7308"/>
                  </a:lnTo>
                  <a:lnTo>
                    <a:pt x="6677" y="7407"/>
                  </a:lnTo>
                  <a:lnTo>
                    <a:pt x="6796" y="7506"/>
                  </a:lnTo>
                  <a:lnTo>
                    <a:pt x="6914" y="7585"/>
                  </a:lnTo>
                  <a:lnTo>
                    <a:pt x="7309" y="7802"/>
                  </a:lnTo>
                  <a:lnTo>
                    <a:pt x="7605" y="7921"/>
                  </a:lnTo>
                  <a:lnTo>
                    <a:pt x="7783" y="7980"/>
                  </a:lnTo>
                  <a:lnTo>
                    <a:pt x="7862" y="7980"/>
                  </a:lnTo>
                  <a:lnTo>
                    <a:pt x="7961" y="8138"/>
                  </a:lnTo>
                  <a:lnTo>
                    <a:pt x="8080" y="8296"/>
                  </a:lnTo>
                  <a:lnTo>
                    <a:pt x="8218" y="8474"/>
                  </a:lnTo>
                  <a:lnTo>
                    <a:pt x="8415" y="8671"/>
                  </a:lnTo>
                  <a:lnTo>
                    <a:pt x="8613" y="8849"/>
                  </a:lnTo>
                  <a:lnTo>
                    <a:pt x="8830" y="9007"/>
                  </a:lnTo>
                  <a:lnTo>
                    <a:pt x="8949" y="9066"/>
                  </a:lnTo>
                  <a:lnTo>
                    <a:pt x="9067" y="9106"/>
                  </a:lnTo>
                  <a:lnTo>
                    <a:pt x="9541" y="9205"/>
                  </a:lnTo>
                  <a:lnTo>
                    <a:pt x="10015" y="9284"/>
                  </a:lnTo>
                  <a:lnTo>
                    <a:pt x="10489" y="9343"/>
                  </a:lnTo>
                  <a:lnTo>
                    <a:pt x="11398" y="9343"/>
                  </a:lnTo>
                  <a:lnTo>
                    <a:pt x="11813" y="9303"/>
                  </a:lnTo>
                  <a:lnTo>
                    <a:pt x="12208" y="9264"/>
                  </a:lnTo>
                  <a:lnTo>
                    <a:pt x="12583" y="9185"/>
                  </a:lnTo>
                  <a:lnTo>
                    <a:pt x="12938" y="9126"/>
                  </a:lnTo>
                  <a:lnTo>
                    <a:pt x="13235" y="9047"/>
                  </a:lnTo>
                  <a:lnTo>
                    <a:pt x="13748" y="8889"/>
                  </a:lnTo>
                  <a:lnTo>
                    <a:pt x="14064" y="8790"/>
                  </a:lnTo>
                  <a:lnTo>
                    <a:pt x="14183" y="8731"/>
                  </a:lnTo>
                  <a:lnTo>
                    <a:pt x="15269" y="869"/>
                  </a:lnTo>
                  <a:lnTo>
                    <a:pt x="14479" y="731"/>
                  </a:lnTo>
                  <a:lnTo>
                    <a:pt x="12682" y="454"/>
                  </a:lnTo>
                  <a:lnTo>
                    <a:pt x="11635" y="296"/>
                  </a:lnTo>
                  <a:lnTo>
                    <a:pt x="10647" y="158"/>
                  </a:lnTo>
                  <a:lnTo>
                    <a:pt x="9798" y="59"/>
                  </a:lnTo>
                  <a:lnTo>
                    <a:pt x="920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4" name="Google Shape;8204;p31"/>
            <p:cNvSpPr/>
            <p:nvPr/>
          </p:nvSpPr>
          <p:spPr>
            <a:xfrm>
              <a:off x="4013224" y="-1297197"/>
              <a:ext cx="118822" cy="26050"/>
            </a:xfrm>
            <a:custGeom>
              <a:rect b="b" l="l" r="r" t="t"/>
              <a:pathLst>
                <a:path extrusionOk="0" h="693" w="3161">
                  <a:moveTo>
                    <a:pt x="0" y="1"/>
                  </a:moveTo>
                  <a:lnTo>
                    <a:pt x="158" y="258"/>
                  </a:lnTo>
                  <a:lnTo>
                    <a:pt x="1620" y="554"/>
                  </a:lnTo>
                  <a:lnTo>
                    <a:pt x="1896" y="613"/>
                  </a:lnTo>
                  <a:lnTo>
                    <a:pt x="2153" y="633"/>
                  </a:lnTo>
                  <a:lnTo>
                    <a:pt x="2647" y="672"/>
                  </a:lnTo>
                  <a:lnTo>
                    <a:pt x="3003" y="692"/>
                  </a:lnTo>
                  <a:lnTo>
                    <a:pt x="3161" y="692"/>
                  </a:lnTo>
                  <a:lnTo>
                    <a:pt x="2904" y="613"/>
                  </a:lnTo>
                  <a:lnTo>
                    <a:pt x="2568" y="554"/>
                  </a:lnTo>
                  <a:lnTo>
                    <a:pt x="2074" y="495"/>
                  </a:lnTo>
                  <a:lnTo>
                    <a:pt x="1758" y="435"/>
                  </a:lnTo>
                  <a:lnTo>
                    <a:pt x="1403" y="376"/>
                  </a:lnTo>
                  <a:lnTo>
                    <a:pt x="731" y="2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5" name="Google Shape;8205;p31"/>
            <p:cNvSpPr/>
            <p:nvPr/>
          </p:nvSpPr>
          <p:spPr>
            <a:xfrm>
              <a:off x="4103067" y="-1230360"/>
              <a:ext cx="60896" cy="10450"/>
            </a:xfrm>
            <a:custGeom>
              <a:rect b="b" l="l" r="r" t="t"/>
              <a:pathLst>
                <a:path extrusionOk="0" h="278" w="1620">
                  <a:moveTo>
                    <a:pt x="40" y="1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20" y="178"/>
                  </a:lnTo>
                  <a:lnTo>
                    <a:pt x="40" y="218"/>
                  </a:lnTo>
                  <a:lnTo>
                    <a:pt x="79" y="238"/>
                  </a:lnTo>
                  <a:lnTo>
                    <a:pt x="178" y="257"/>
                  </a:lnTo>
                  <a:lnTo>
                    <a:pt x="356" y="277"/>
                  </a:lnTo>
                  <a:lnTo>
                    <a:pt x="889" y="277"/>
                  </a:lnTo>
                  <a:lnTo>
                    <a:pt x="1620" y="257"/>
                  </a:lnTo>
                  <a:lnTo>
                    <a:pt x="1264" y="218"/>
                  </a:lnTo>
                  <a:lnTo>
                    <a:pt x="929" y="178"/>
                  </a:lnTo>
                  <a:lnTo>
                    <a:pt x="514" y="99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6" name="Google Shape;8206;p31"/>
            <p:cNvSpPr/>
            <p:nvPr/>
          </p:nvSpPr>
          <p:spPr>
            <a:xfrm>
              <a:off x="4169152" y="-1165779"/>
              <a:ext cx="41612" cy="11202"/>
            </a:xfrm>
            <a:custGeom>
              <a:rect b="b" l="l" r="r" t="t"/>
              <a:pathLst>
                <a:path extrusionOk="0" h="298" w="1107">
                  <a:moveTo>
                    <a:pt x="0" y="1"/>
                  </a:moveTo>
                  <a:lnTo>
                    <a:pt x="40" y="120"/>
                  </a:lnTo>
                  <a:lnTo>
                    <a:pt x="99" y="199"/>
                  </a:lnTo>
                  <a:lnTo>
                    <a:pt x="138" y="278"/>
                  </a:lnTo>
                  <a:lnTo>
                    <a:pt x="218" y="297"/>
                  </a:lnTo>
                  <a:lnTo>
                    <a:pt x="356" y="278"/>
                  </a:lnTo>
                  <a:lnTo>
                    <a:pt x="711" y="199"/>
                  </a:lnTo>
                  <a:lnTo>
                    <a:pt x="1047" y="100"/>
                  </a:lnTo>
                  <a:lnTo>
                    <a:pt x="1106" y="60"/>
                  </a:lnTo>
                  <a:lnTo>
                    <a:pt x="1087" y="40"/>
                  </a:lnTo>
                  <a:lnTo>
                    <a:pt x="455" y="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7" name="Google Shape;8207;p31"/>
            <p:cNvSpPr/>
            <p:nvPr/>
          </p:nvSpPr>
          <p:spPr>
            <a:xfrm>
              <a:off x="3882520" y="-1393693"/>
              <a:ext cx="75030" cy="75030"/>
            </a:xfrm>
            <a:custGeom>
              <a:rect b="b" l="l" r="r" t="t"/>
              <a:pathLst>
                <a:path extrusionOk="0" h="1996" w="1996">
                  <a:moveTo>
                    <a:pt x="376" y="0"/>
                  </a:moveTo>
                  <a:lnTo>
                    <a:pt x="1" y="968"/>
                  </a:lnTo>
                  <a:lnTo>
                    <a:pt x="119" y="1086"/>
                  </a:lnTo>
                  <a:lnTo>
                    <a:pt x="416" y="198"/>
                  </a:lnTo>
                  <a:lnTo>
                    <a:pt x="1048" y="494"/>
                  </a:lnTo>
                  <a:lnTo>
                    <a:pt x="1502" y="731"/>
                  </a:lnTo>
                  <a:lnTo>
                    <a:pt x="1680" y="830"/>
                  </a:lnTo>
                  <a:lnTo>
                    <a:pt x="1779" y="909"/>
                  </a:lnTo>
                  <a:lnTo>
                    <a:pt x="1798" y="968"/>
                  </a:lnTo>
                  <a:lnTo>
                    <a:pt x="1838" y="1067"/>
                  </a:lnTo>
                  <a:lnTo>
                    <a:pt x="1838" y="1146"/>
                  </a:lnTo>
                  <a:lnTo>
                    <a:pt x="1838" y="1264"/>
                  </a:lnTo>
                  <a:lnTo>
                    <a:pt x="1798" y="1482"/>
                  </a:lnTo>
                  <a:lnTo>
                    <a:pt x="1719" y="1719"/>
                  </a:lnTo>
                  <a:lnTo>
                    <a:pt x="1640" y="1857"/>
                  </a:lnTo>
                  <a:lnTo>
                    <a:pt x="1561" y="1936"/>
                  </a:lnTo>
                  <a:lnTo>
                    <a:pt x="1700" y="1995"/>
                  </a:lnTo>
                  <a:lnTo>
                    <a:pt x="1779" y="1896"/>
                  </a:lnTo>
                  <a:lnTo>
                    <a:pt x="1838" y="1738"/>
                  </a:lnTo>
                  <a:lnTo>
                    <a:pt x="1897" y="1580"/>
                  </a:lnTo>
                  <a:lnTo>
                    <a:pt x="1956" y="1402"/>
                  </a:lnTo>
                  <a:lnTo>
                    <a:pt x="1976" y="1244"/>
                  </a:lnTo>
                  <a:lnTo>
                    <a:pt x="1996" y="1067"/>
                  </a:lnTo>
                  <a:lnTo>
                    <a:pt x="1956" y="928"/>
                  </a:lnTo>
                  <a:lnTo>
                    <a:pt x="1937" y="869"/>
                  </a:lnTo>
                  <a:lnTo>
                    <a:pt x="1897" y="810"/>
                  </a:lnTo>
                  <a:lnTo>
                    <a:pt x="1798" y="711"/>
                  </a:lnTo>
                  <a:lnTo>
                    <a:pt x="1640" y="593"/>
                  </a:lnTo>
                  <a:lnTo>
                    <a:pt x="1463" y="494"/>
                  </a:lnTo>
                  <a:lnTo>
                    <a:pt x="1285" y="395"/>
                  </a:lnTo>
                  <a:lnTo>
                    <a:pt x="989" y="257"/>
                  </a:lnTo>
                  <a:lnTo>
                    <a:pt x="870" y="217"/>
                  </a:lnTo>
                  <a:lnTo>
                    <a:pt x="37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8" name="Google Shape;8208;p31"/>
            <p:cNvSpPr/>
            <p:nvPr/>
          </p:nvSpPr>
          <p:spPr>
            <a:xfrm>
              <a:off x="4047357" y="-2278023"/>
              <a:ext cx="1045453" cy="331920"/>
            </a:xfrm>
            <a:custGeom>
              <a:rect b="b" l="l" r="r" t="t"/>
              <a:pathLst>
                <a:path extrusionOk="0" h="8830" w="27812">
                  <a:moveTo>
                    <a:pt x="9581" y="0"/>
                  </a:moveTo>
                  <a:lnTo>
                    <a:pt x="9363" y="40"/>
                  </a:lnTo>
                  <a:lnTo>
                    <a:pt x="9166" y="60"/>
                  </a:lnTo>
                  <a:lnTo>
                    <a:pt x="8988" y="119"/>
                  </a:lnTo>
                  <a:lnTo>
                    <a:pt x="8830" y="178"/>
                  </a:lnTo>
                  <a:lnTo>
                    <a:pt x="8692" y="237"/>
                  </a:lnTo>
                  <a:lnTo>
                    <a:pt x="8573" y="297"/>
                  </a:lnTo>
                  <a:lnTo>
                    <a:pt x="8396" y="435"/>
                  </a:lnTo>
                  <a:lnTo>
                    <a:pt x="8277" y="553"/>
                  </a:lnTo>
                  <a:lnTo>
                    <a:pt x="8178" y="692"/>
                  </a:lnTo>
                  <a:lnTo>
                    <a:pt x="8099" y="672"/>
                  </a:lnTo>
                  <a:lnTo>
                    <a:pt x="7862" y="672"/>
                  </a:lnTo>
                  <a:lnTo>
                    <a:pt x="7507" y="692"/>
                  </a:lnTo>
                  <a:lnTo>
                    <a:pt x="7309" y="731"/>
                  </a:lnTo>
                  <a:lnTo>
                    <a:pt x="7092" y="771"/>
                  </a:lnTo>
                  <a:lnTo>
                    <a:pt x="6875" y="830"/>
                  </a:lnTo>
                  <a:lnTo>
                    <a:pt x="6638" y="929"/>
                  </a:lnTo>
                  <a:lnTo>
                    <a:pt x="6401" y="1027"/>
                  </a:lnTo>
                  <a:lnTo>
                    <a:pt x="6183" y="1166"/>
                  </a:lnTo>
                  <a:lnTo>
                    <a:pt x="5966" y="1324"/>
                  </a:lnTo>
                  <a:lnTo>
                    <a:pt x="5749" y="1521"/>
                  </a:lnTo>
                  <a:lnTo>
                    <a:pt x="5571" y="1758"/>
                  </a:lnTo>
                  <a:lnTo>
                    <a:pt x="5413" y="2035"/>
                  </a:lnTo>
                  <a:lnTo>
                    <a:pt x="5354" y="2035"/>
                  </a:lnTo>
                  <a:lnTo>
                    <a:pt x="5196" y="2074"/>
                  </a:lnTo>
                  <a:lnTo>
                    <a:pt x="4959" y="2153"/>
                  </a:lnTo>
                  <a:lnTo>
                    <a:pt x="4820" y="2213"/>
                  </a:lnTo>
                  <a:lnTo>
                    <a:pt x="4662" y="2292"/>
                  </a:lnTo>
                  <a:lnTo>
                    <a:pt x="4504" y="2390"/>
                  </a:lnTo>
                  <a:lnTo>
                    <a:pt x="4346" y="2509"/>
                  </a:lnTo>
                  <a:lnTo>
                    <a:pt x="4169" y="2647"/>
                  </a:lnTo>
                  <a:lnTo>
                    <a:pt x="3991" y="2825"/>
                  </a:lnTo>
                  <a:lnTo>
                    <a:pt x="3813" y="3022"/>
                  </a:lnTo>
                  <a:lnTo>
                    <a:pt x="3655" y="3259"/>
                  </a:lnTo>
                  <a:lnTo>
                    <a:pt x="3497" y="3536"/>
                  </a:lnTo>
                  <a:lnTo>
                    <a:pt x="3339" y="3832"/>
                  </a:lnTo>
                  <a:lnTo>
                    <a:pt x="2983" y="3813"/>
                  </a:lnTo>
                  <a:lnTo>
                    <a:pt x="2628" y="3793"/>
                  </a:lnTo>
                  <a:lnTo>
                    <a:pt x="2174" y="3813"/>
                  </a:lnTo>
                  <a:lnTo>
                    <a:pt x="1937" y="3832"/>
                  </a:lnTo>
                  <a:lnTo>
                    <a:pt x="1680" y="3872"/>
                  </a:lnTo>
                  <a:lnTo>
                    <a:pt x="1443" y="3931"/>
                  </a:lnTo>
                  <a:lnTo>
                    <a:pt x="1206" y="3990"/>
                  </a:lnTo>
                  <a:lnTo>
                    <a:pt x="969" y="4069"/>
                  </a:lnTo>
                  <a:lnTo>
                    <a:pt x="751" y="4168"/>
                  </a:lnTo>
                  <a:lnTo>
                    <a:pt x="554" y="4306"/>
                  </a:lnTo>
                  <a:lnTo>
                    <a:pt x="376" y="4445"/>
                  </a:lnTo>
                  <a:lnTo>
                    <a:pt x="238" y="4603"/>
                  </a:lnTo>
                  <a:lnTo>
                    <a:pt x="139" y="4780"/>
                  </a:lnTo>
                  <a:lnTo>
                    <a:pt x="60" y="4938"/>
                  </a:lnTo>
                  <a:lnTo>
                    <a:pt x="21" y="5096"/>
                  </a:lnTo>
                  <a:lnTo>
                    <a:pt x="1" y="5254"/>
                  </a:lnTo>
                  <a:lnTo>
                    <a:pt x="1" y="5393"/>
                  </a:lnTo>
                  <a:lnTo>
                    <a:pt x="40" y="5551"/>
                  </a:lnTo>
                  <a:lnTo>
                    <a:pt x="80" y="5669"/>
                  </a:lnTo>
                  <a:lnTo>
                    <a:pt x="159" y="5807"/>
                  </a:lnTo>
                  <a:lnTo>
                    <a:pt x="238" y="5906"/>
                  </a:lnTo>
                  <a:lnTo>
                    <a:pt x="337" y="6005"/>
                  </a:lnTo>
                  <a:lnTo>
                    <a:pt x="435" y="6104"/>
                  </a:lnTo>
                  <a:lnTo>
                    <a:pt x="534" y="6163"/>
                  </a:lnTo>
                  <a:lnTo>
                    <a:pt x="653" y="6203"/>
                  </a:lnTo>
                  <a:lnTo>
                    <a:pt x="751" y="6242"/>
                  </a:lnTo>
                  <a:lnTo>
                    <a:pt x="870" y="6242"/>
                  </a:lnTo>
                  <a:lnTo>
                    <a:pt x="1265" y="6262"/>
                  </a:lnTo>
                  <a:lnTo>
                    <a:pt x="1937" y="6321"/>
                  </a:lnTo>
                  <a:lnTo>
                    <a:pt x="3813" y="6479"/>
                  </a:lnTo>
                  <a:lnTo>
                    <a:pt x="5808" y="6677"/>
                  </a:lnTo>
                  <a:lnTo>
                    <a:pt x="6598" y="6756"/>
                  </a:lnTo>
                  <a:lnTo>
                    <a:pt x="7171" y="6835"/>
                  </a:lnTo>
                  <a:lnTo>
                    <a:pt x="7388" y="6894"/>
                  </a:lnTo>
                  <a:lnTo>
                    <a:pt x="7625" y="6973"/>
                  </a:lnTo>
                  <a:lnTo>
                    <a:pt x="8198" y="7170"/>
                  </a:lnTo>
                  <a:lnTo>
                    <a:pt x="8810" y="7427"/>
                  </a:lnTo>
                  <a:lnTo>
                    <a:pt x="9482" y="7704"/>
                  </a:lnTo>
                  <a:lnTo>
                    <a:pt x="10134" y="7980"/>
                  </a:lnTo>
                  <a:lnTo>
                    <a:pt x="10766" y="8217"/>
                  </a:lnTo>
                  <a:lnTo>
                    <a:pt x="11062" y="8316"/>
                  </a:lnTo>
                  <a:lnTo>
                    <a:pt x="11319" y="8395"/>
                  </a:lnTo>
                  <a:lnTo>
                    <a:pt x="11576" y="8434"/>
                  </a:lnTo>
                  <a:lnTo>
                    <a:pt x="11793" y="8454"/>
                  </a:lnTo>
                  <a:lnTo>
                    <a:pt x="16336" y="8593"/>
                  </a:lnTo>
                  <a:lnTo>
                    <a:pt x="17837" y="8632"/>
                  </a:lnTo>
                  <a:lnTo>
                    <a:pt x="24493" y="8790"/>
                  </a:lnTo>
                  <a:lnTo>
                    <a:pt x="26864" y="8830"/>
                  </a:lnTo>
                  <a:lnTo>
                    <a:pt x="27555" y="8830"/>
                  </a:lnTo>
                  <a:lnTo>
                    <a:pt x="27812" y="8810"/>
                  </a:lnTo>
                  <a:lnTo>
                    <a:pt x="27792" y="8691"/>
                  </a:lnTo>
                  <a:lnTo>
                    <a:pt x="27654" y="8415"/>
                  </a:lnTo>
                  <a:lnTo>
                    <a:pt x="27199" y="7427"/>
                  </a:lnTo>
                  <a:lnTo>
                    <a:pt x="25758" y="4484"/>
                  </a:lnTo>
                  <a:lnTo>
                    <a:pt x="23644" y="257"/>
                  </a:lnTo>
                  <a:lnTo>
                    <a:pt x="16178" y="771"/>
                  </a:lnTo>
                  <a:lnTo>
                    <a:pt x="16138" y="771"/>
                  </a:lnTo>
                  <a:lnTo>
                    <a:pt x="16099" y="790"/>
                  </a:lnTo>
                  <a:lnTo>
                    <a:pt x="15309" y="830"/>
                  </a:lnTo>
                  <a:lnTo>
                    <a:pt x="13985" y="929"/>
                  </a:lnTo>
                  <a:lnTo>
                    <a:pt x="13590" y="810"/>
                  </a:lnTo>
                  <a:lnTo>
                    <a:pt x="12583" y="514"/>
                  </a:lnTo>
                  <a:lnTo>
                    <a:pt x="11951" y="356"/>
                  </a:lnTo>
                  <a:lnTo>
                    <a:pt x="11299" y="218"/>
                  </a:lnTo>
                  <a:lnTo>
                    <a:pt x="10667" y="99"/>
                  </a:lnTo>
                  <a:lnTo>
                    <a:pt x="10074" y="20"/>
                  </a:lnTo>
                  <a:lnTo>
                    <a:pt x="9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9" name="Google Shape;8209;p31"/>
            <p:cNvSpPr/>
            <p:nvPr/>
          </p:nvSpPr>
          <p:spPr>
            <a:xfrm>
              <a:off x="4160957" y="-2074580"/>
              <a:ext cx="235426" cy="66873"/>
            </a:xfrm>
            <a:custGeom>
              <a:rect b="b" l="l" r="r" t="t"/>
              <a:pathLst>
                <a:path extrusionOk="0" h="1779" w="6263">
                  <a:moveTo>
                    <a:pt x="1482" y="0"/>
                  </a:moveTo>
                  <a:lnTo>
                    <a:pt x="1305" y="40"/>
                  </a:lnTo>
                  <a:lnTo>
                    <a:pt x="1127" y="79"/>
                  </a:lnTo>
                  <a:lnTo>
                    <a:pt x="969" y="139"/>
                  </a:lnTo>
                  <a:lnTo>
                    <a:pt x="831" y="198"/>
                  </a:lnTo>
                  <a:lnTo>
                    <a:pt x="712" y="297"/>
                  </a:lnTo>
                  <a:lnTo>
                    <a:pt x="495" y="494"/>
                  </a:lnTo>
                  <a:lnTo>
                    <a:pt x="317" y="672"/>
                  </a:lnTo>
                  <a:lnTo>
                    <a:pt x="198" y="850"/>
                  </a:lnTo>
                  <a:lnTo>
                    <a:pt x="119" y="1008"/>
                  </a:lnTo>
                  <a:lnTo>
                    <a:pt x="40" y="1126"/>
                  </a:lnTo>
                  <a:lnTo>
                    <a:pt x="21" y="1225"/>
                  </a:lnTo>
                  <a:lnTo>
                    <a:pt x="1" y="1304"/>
                  </a:lnTo>
                  <a:lnTo>
                    <a:pt x="969" y="1403"/>
                  </a:lnTo>
                  <a:lnTo>
                    <a:pt x="3122" y="1600"/>
                  </a:lnTo>
                  <a:lnTo>
                    <a:pt x="4267" y="1699"/>
                  </a:lnTo>
                  <a:lnTo>
                    <a:pt x="5255" y="1758"/>
                  </a:lnTo>
                  <a:lnTo>
                    <a:pt x="5986" y="1778"/>
                  </a:lnTo>
                  <a:lnTo>
                    <a:pt x="6183" y="1758"/>
                  </a:lnTo>
                  <a:lnTo>
                    <a:pt x="6243" y="1758"/>
                  </a:lnTo>
                  <a:lnTo>
                    <a:pt x="6262" y="1739"/>
                  </a:lnTo>
                  <a:lnTo>
                    <a:pt x="6243" y="1699"/>
                  </a:lnTo>
                  <a:lnTo>
                    <a:pt x="6223" y="1660"/>
                  </a:lnTo>
                  <a:lnTo>
                    <a:pt x="6144" y="1541"/>
                  </a:lnTo>
                  <a:lnTo>
                    <a:pt x="6025" y="1403"/>
                  </a:lnTo>
                  <a:lnTo>
                    <a:pt x="5848" y="1265"/>
                  </a:lnTo>
                  <a:lnTo>
                    <a:pt x="5670" y="1146"/>
                  </a:lnTo>
                  <a:lnTo>
                    <a:pt x="5472" y="1028"/>
                  </a:lnTo>
                  <a:lnTo>
                    <a:pt x="5294" y="949"/>
                  </a:lnTo>
                  <a:lnTo>
                    <a:pt x="5117" y="889"/>
                  </a:lnTo>
                  <a:lnTo>
                    <a:pt x="4939" y="850"/>
                  </a:lnTo>
                  <a:lnTo>
                    <a:pt x="4761" y="791"/>
                  </a:lnTo>
                  <a:lnTo>
                    <a:pt x="4327" y="613"/>
                  </a:lnTo>
                  <a:lnTo>
                    <a:pt x="3872" y="415"/>
                  </a:lnTo>
                  <a:lnTo>
                    <a:pt x="3616" y="316"/>
                  </a:lnTo>
                  <a:lnTo>
                    <a:pt x="3379" y="237"/>
                  </a:lnTo>
                  <a:lnTo>
                    <a:pt x="3082" y="158"/>
                  </a:lnTo>
                  <a:lnTo>
                    <a:pt x="2766" y="99"/>
                  </a:lnTo>
                  <a:lnTo>
                    <a:pt x="2411" y="40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0" name="Google Shape;8210;p31"/>
            <p:cNvSpPr/>
            <p:nvPr/>
          </p:nvSpPr>
          <p:spPr>
            <a:xfrm>
              <a:off x="3853575" y="-2047101"/>
              <a:ext cx="670493" cy="670493"/>
            </a:xfrm>
            <a:custGeom>
              <a:rect b="b" l="l" r="r" t="t"/>
              <a:pathLst>
                <a:path extrusionOk="0" h="17837" w="17837">
                  <a:moveTo>
                    <a:pt x="8395" y="0"/>
                  </a:moveTo>
                  <a:lnTo>
                    <a:pt x="8040" y="20"/>
                  </a:lnTo>
                  <a:lnTo>
                    <a:pt x="7684" y="40"/>
                  </a:lnTo>
                  <a:lnTo>
                    <a:pt x="7329" y="99"/>
                  </a:lnTo>
                  <a:lnTo>
                    <a:pt x="6993" y="158"/>
                  </a:lnTo>
                  <a:lnTo>
                    <a:pt x="6657" y="237"/>
                  </a:lnTo>
                  <a:lnTo>
                    <a:pt x="6341" y="336"/>
                  </a:lnTo>
                  <a:lnTo>
                    <a:pt x="6025" y="455"/>
                  </a:lnTo>
                  <a:lnTo>
                    <a:pt x="5709" y="573"/>
                  </a:lnTo>
                  <a:lnTo>
                    <a:pt x="5413" y="711"/>
                  </a:lnTo>
                  <a:lnTo>
                    <a:pt x="5116" y="869"/>
                  </a:lnTo>
                  <a:lnTo>
                    <a:pt x="4840" y="1027"/>
                  </a:lnTo>
                  <a:lnTo>
                    <a:pt x="4563" y="1185"/>
                  </a:lnTo>
                  <a:lnTo>
                    <a:pt x="4307" y="1363"/>
                  </a:lnTo>
                  <a:lnTo>
                    <a:pt x="3793" y="1738"/>
                  </a:lnTo>
                  <a:lnTo>
                    <a:pt x="3339" y="2153"/>
                  </a:lnTo>
                  <a:lnTo>
                    <a:pt x="2904" y="2568"/>
                  </a:lnTo>
                  <a:lnTo>
                    <a:pt x="2489" y="2983"/>
                  </a:lnTo>
                  <a:lnTo>
                    <a:pt x="2134" y="3417"/>
                  </a:lnTo>
                  <a:lnTo>
                    <a:pt x="1798" y="3832"/>
                  </a:lnTo>
                  <a:lnTo>
                    <a:pt x="1482" y="4267"/>
                  </a:lnTo>
                  <a:lnTo>
                    <a:pt x="1186" y="4741"/>
                  </a:lnTo>
                  <a:lnTo>
                    <a:pt x="929" y="5254"/>
                  </a:lnTo>
                  <a:lnTo>
                    <a:pt x="692" y="5807"/>
                  </a:lnTo>
                  <a:lnTo>
                    <a:pt x="475" y="6380"/>
                  </a:lnTo>
                  <a:lnTo>
                    <a:pt x="297" y="6992"/>
                  </a:lnTo>
                  <a:lnTo>
                    <a:pt x="159" y="7625"/>
                  </a:lnTo>
                  <a:lnTo>
                    <a:pt x="60" y="8276"/>
                  </a:lnTo>
                  <a:lnTo>
                    <a:pt x="20" y="8612"/>
                  </a:lnTo>
                  <a:lnTo>
                    <a:pt x="1" y="8948"/>
                  </a:lnTo>
                  <a:lnTo>
                    <a:pt x="1" y="9284"/>
                  </a:lnTo>
                  <a:lnTo>
                    <a:pt x="1" y="9639"/>
                  </a:lnTo>
                  <a:lnTo>
                    <a:pt x="20" y="9975"/>
                  </a:lnTo>
                  <a:lnTo>
                    <a:pt x="40" y="10331"/>
                  </a:lnTo>
                  <a:lnTo>
                    <a:pt x="99" y="10706"/>
                  </a:lnTo>
                  <a:lnTo>
                    <a:pt x="159" y="11061"/>
                  </a:lnTo>
                  <a:lnTo>
                    <a:pt x="218" y="11417"/>
                  </a:lnTo>
                  <a:lnTo>
                    <a:pt x="317" y="11792"/>
                  </a:lnTo>
                  <a:lnTo>
                    <a:pt x="415" y="12148"/>
                  </a:lnTo>
                  <a:lnTo>
                    <a:pt x="534" y="12523"/>
                  </a:lnTo>
                  <a:lnTo>
                    <a:pt x="672" y="12879"/>
                  </a:lnTo>
                  <a:lnTo>
                    <a:pt x="830" y="13254"/>
                  </a:lnTo>
                  <a:lnTo>
                    <a:pt x="1008" y="13629"/>
                  </a:lnTo>
                  <a:lnTo>
                    <a:pt x="1205" y="14004"/>
                  </a:lnTo>
                  <a:lnTo>
                    <a:pt x="1403" y="14360"/>
                  </a:lnTo>
                  <a:lnTo>
                    <a:pt x="1640" y="14696"/>
                  </a:lnTo>
                  <a:lnTo>
                    <a:pt x="1877" y="15012"/>
                  </a:lnTo>
                  <a:lnTo>
                    <a:pt x="2134" y="15288"/>
                  </a:lnTo>
                  <a:lnTo>
                    <a:pt x="2410" y="15565"/>
                  </a:lnTo>
                  <a:lnTo>
                    <a:pt x="2687" y="15822"/>
                  </a:lnTo>
                  <a:lnTo>
                    <a:pt x="2983" y="16059"/>
                  </a:lnTo>
                  <a:lnTo>
                    <a:pt x="3299" y="16256"/>
                  </a:lnTo>
                  <a:lnTo>
                    <a:pt x="3595" y="16454"/>
                  </a:lnTo>
                  <a:lnTo>
                    <a:pt x="3912" y="16632"/>
                  </a:lnTo>
                  <a:lnTo>
                    <a:pt x="4228" y="16809"/>
                  </a:lnTo>
                  <a:lnTo>
                    <a:pt x="4544" y="16948"/>
                  </a:lnTo>
                  <a:lnTo>
                    <a:pt x="4860" y="17086"/>
                  </a:lnTo>
                  <a:lnTo>
                    <a:pt x="5195" y="17204"/>
                  </a:lnTo>
                  <a:lnTo>
                    <a:pt x="5808" y="17402"/>
                  </a:lnTo>
                  <a:lnTo>
                    <a:pt x="6420" y="17560"/>
                  </a:lnTo>
                  <a:lnTo>
                    <a:pt x="6973" y="17659"/>
                  </a:lnTo>
                  <a:lnTo>
                    <a:pt x="7487" y="17738"/>
                  </a:lnTo>
                  <a:lnTo>
                    <a:pt x="7921" y="17797"/>
                  </a:lnTo>
                  <a:lnTo>
                    <a:pt x="8296" y="17817"/>
                  </a:lnTo>
                  <a:lnTo>
                    <a:pt x="8573" y="17836"/>
                  </a:lnTo>
                  <a:lnTo>
                    <a:pt x="8830" y="17836"/>
                  </a:lnTo>
                  <a:lnTo>
                    <a:pt x="9363" y="17817"/>
                  </a:lnTo>
                  <a:lnTo>
                    <a:pt x="9877" y="17777"/>
                  </a:lnTo>
                  <a:lnTo>
                    <a:pt x="10390" y="17718"/>
                  </a:lnTo>
                  <a:lnTo>
                    <a:pt x="10884" y="17619"/>
                  </a:lnTo>
                  <a:lnTo>
                    <a:pt x="11358" y="17481"/>
                  </a:lnTo>
                  <a:lnTo>
                    <a:pt x="11832" y="17343"/>
                  </a:lnTo>
                  <a:lnTo>
                    <a:pt x="12267" y="17165"/>
                  </a:lnTo>
                  <a:lnTo>
                    <a:pt x="12701" y="16967"/>
                  </a:lnTo>
                  <a:lnTo>
                    <a:pt x="13116" y="16730"/>
                  </a:lnTo>
                  <a:lnTo>
                    <a:pt x="13531" y="16493"/>
                  </a:lnTo>
                  <a:lnTo>
                    <a:pt x="13906" y="16236"/>
                  </a:lnTo>
                  <a:lnTo>
                    <a:pt x="14281" y="15960"/>
                  </a:lnTo>
                  <a:lnTo>
                    <a:pt x="14617" y="15664"/>
                  </a:lnTo>
                  <a:lnTo>
                    <a:pt x="14953" y="15348"/>
                  </a:lnTo>
                  <a:lnTo>
                    <a:pt x="15269" y="15012"/>
                  </a:lnTo>
                  <a:lnTo>
                    <a:pt x="15565" y="14676"/>
                  </a:lnTo>
                  <a:lnTo>
                    <a:pt x="15842" y="14321"/>
                  </a:lnTo>
                  <a:lnTo>
                    <a:pt x="16118" y="13965"/>
                  </a:lnTo>
                  <a:lnTo>
                    <a:pt x="16355" y="13590"/>
                  </a:lnTo>
                  <a:lnTo>
                    <a:pt x="16592" y="13195"/>
                  </a:lnTo>
                  <a:lnTo>
                    <a:pt x="16790" y="12800"/>
                  </a:lnTo>
                  <a:lnTo>
                    <a:pt x="16987" y="12405"/>
                  </a:lnTo>
                  <a:lnTo>
                    <a:pt x="17165" y="12010"/>
                  </a:lnTo>
                  <a:lnTo>
                    <a:pt x="17303" y="11595"/>
                  </a:lnTo>
                  <a:lnTo>
                    <a:pt x="17442" y="11180"/>
                  </a:lnTo>
                  <a:lnTo>
                    <a:pt x="17560" y="10765"/>
                  </a:lnTo>
                  <a:lnTo>
                    <a:pt x="17659" y="10350"/>
                  </a:lnTo>
                  <a:lnTo>
                    <a:pt x="17738" y="9936"/>
                  </a:lnTo>
                  <a:lnTo>
                    <a:pt x="17797" y="9541"/>
                  </a:lnTo>
                  <a:lnTo>
                    <a:pt x="17837" y="9126"/>
                  </a:lnTo>
                  <a:lnTo>
                    <a:pt x="17837" y="8711"/>
                  </a:lnTo>
                  <a:lnTo>
                    <a:pt x="17837" y="8316"/>
                  </a:lnTo>
                  <a:lnTo>
                    <a:pt x="17797" y="7723"/>
                  </a:lnTo>
                  <a:lnTo>
                    <a:pt x="17698" y="7151"/>
                  </a:lnTo>
                  <a:lnTo>
                    <a:pt x="17639" y="6854"/>
                  </a:lnTo>
                  <a:lnTo>
                    <a:pt x="17580" y="6578"/>
                  </a:lnTo>
                  <a:lnTo>
                    <a:pt x="17481" y="6281"/>
                  </a:lnTo>
                  <a:lnTo>
                    <a:pt x="17382" y="6005"/>
                  </a:lnTo>
                  <a:lnTo>
                    <a:pt x="17284" y="5728"/>
                  </a:lnTo>
                  <a:lnTo>
                    <a:pt x="17165" y="5452"/>
                  </a:lnTo>
                  <a:lnTo>
                    <a:pt x="17027" y="5175"/>
                  </a:lnTo>
                  <a:lnTo>
                    <a:pt x="16889" y="4919"/>
                  </a:lnTo>
                  <a:lnTo>
                    <a:pt x="16731" y="4642"/>
                  </a:lnTo>
                  <a:lnTo>
                    <a:pt x="16553" y="4385"/>
                  </a:lnTo>
                  <a:lnTo>
                    <a:pt x="16375" y="4128"/>
                  </a:lnTo>
                  <a:lnTo>
                    <a:pt x="16178" y="3872"/>
                  </a:lnTo>
                  <a:lnTo>
                    <a:pt x="15960" y="3615"/>
                  </a:lnTo>
                  <a:lnTo>
                    <a:pt x="15743" y="3378"/>
                  </a:lnTo>
                  <a:lnTo>
                    <a:pt x="15506" y="3141"/>
                  </a:lnTo>
                  <a:lnTo>
                    <a:pt x="15249" y="2904"/>
                  </a:lnTo>
                  <a:lnTo>
                    <a:pt x="14992" y="2667"/>
                  </a:lnTo>
                  <a:lnTo>
                    <a:pt x="14716" y="2430"/>
                  </a:lnTo>
                  <a:lnTo>
                    <a:pt x="14420" y="2212"/>
                  </a:lnTo>
                  <a:lnTo>
                    <a:pt x="14123" y="1995"/>
                  </a:lnTo>
                  <a:lnTo>
                    <a:pt x="13807" y="1798"/>
                  </a:lnTo>
                  <a:lnTo>
                    <a:pt x="13471" y="1600"/>
                  </a:lnTo>
                  <a:lnTo>
                    <a:pt x="13116" y="1403"/>
                  </a:lnTo>
                  <a:lnTo>
                    <a:pt x="12760" y="1205"/>
                  </a:lnTo>
                  <a:lnTo>
                    <a:pt x="12385" y="1027"/>
                  </a:lnTo>
                  <a:lnTo>
                    <a:pt x="12010" y="850"/>
                  </a:lnTo>
                  <a:lnTo>
                    <a:pt x="11595" y="672"/>
                  </a:lnTo>
                  <a:lnTo>
                    <a:pt x="11180" y="514"/>
                  </a:lnTo>
                  <a:lnTo>
                    <a:pt x="10765" y="376"/>
                  </a:lnTo>
                  <a:lnTo>
                    <a:pt x="10351" y="257"/>
                  </a:lnTo>
                  <a:lnTo>
                    <a:pt x="9936" y="158"/>
                  </a:lnTo>
                  <a:lnTo>
                    <a:pt x="9541" y="79"/>
                  </a:lnTo>
                  <a:lnTo>
                    <a:pt x="9146" y="40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1" name="Google Shape;8211;p31"/>
            <p:cNvSpPr/>
            <p:nvPr/>
          </p:nvSpPr>
          <p:spPr>
            <a:xfrm>
              <a:off x="4167648" y="-2064920"/>
              <a:ext cx="414355" cy="185657"/>
            </a:xfrm>
            <a:custGeom>
              <a:rect b="b" l="l" r="r" t="t"/>
              <a:pathLst>
                <a:path extrusionOk="0" h="4939" w="11023">
                  <a:moveTo>
                    <a:pt x="1620" y="0"/>
                  </a:moveTo>
                  <a:lnTo>
                    <a:pt x="1443" y="20"/>
                  </a:lnTo>
                  <a:lnTo>
                    <a:pt x="1265" y="40"/>
                  </a:lnTo>
                  <a:lnTo>
                    <a:pt x="1087" y="79"/>
                  </a:lnTo>
                  <a:lnTo>
                    <a:pt x="929" y="138"/>
                  </a:lnTo>
                  <a:lnTo>
                    <a:pt x="791" y="198"/>
                  </a:lnTo>
                  <a:lnTo>
                    <a:pt x="653" y="277"/>
                  </a:lnTo>
                  <a:lnTo>
                    <a:pt x="534" y="356"/>
                  </a:lnTo>
                  <a:lnTo>
                    <a:pt x="435" y="455"/>
                  </a:lnTo>
                  <a:lnTo>
                    <a:pt x="337" y="573"/>
                  </a:lnTo>
                  <a:lnTo>
                    <a:pt x="258" y="711"/>
                  </a:lnTo>
                  <a:lnTo>
                    <a:pt x="178" y="850"/>
                  </a:lnTo>
                  <a:lnTo>
                    <a:pt x="119" y="1008"/>
                  </a:lnTo>
                  <a:lnTo>
                    <a:pt x="60" y="1185"/>
                  </a:lnTo>
                  <a:lnTo>
                    <a:pt x="20" y="1383"/>
                  </a:lnTo>
                  <a:lnTo>
                    <a:pt x="1" y="1561"/>
                  </a:lnTo>
                  <a:lnTo>
                    <a:pt x="20" y="1738"/>
                  </a:lnTo>
                  <a:lnTo>
                    <a:pt x="60" y="1916"/>
                  </a:lnTo>
                  <a:lnTo>
                    <a:pt x="119" y="2074"/>
                  </a:lnTo>
                  <a:lnTo>
                    <a:pt x="218" y="2212"/>
                  </a:lnTo>
                  <a:lnTo>
                    <a:pt x="337" y="2351"/>
                  </a:lnTo>
                  <a:lnTo>
                    <a:pt x="475" y="2489"/>
                  </a:lnTo>
                  <a:lnTo>
                    <a:pt x="633" y="2607"/>
                  </a:lnTo>
                  <a:lnTo>
                    <a:pt x="811" y="2726"/>
                  </a:lnTo>
                  <a:lnTo>
                    <a:pt x="1008" y="2825"/>
                  </a:lnTo>
                  <a:lnTo>
                    <a:pt x="1206" y="2924"/>
                  </a:lnTo>
                  <a:lnTo>
                    <a:pt x="1403" y="3003"/>
                  </a:lnTo>
                  <a:lnTo>
                    <a:pt x="1838" y="3141"/>
                  </a:lnTo>
                  <a:lnTo>
                    <a:pt x="2292" y="3240"/>
                  </a:lnTo>
                  <a:lnTo>
                    <a:pt x="2549" y="3299"/>
                  </a:lnTo>
                  <a:lnTo>
                    <a:pt x="2825" y="3378"/>
                  </a:lnTo>
                  <a:lnTo>
                    <a:pt x="3536" y="3635"/>
                  </a:lnTo>
                  <a:lnTo>
                    <a:pt x="4346" y="3951"/>
                  </a:lnTo>
                  <a:lnTo>
                    <a:pt x="5215" y="4286"/>
                  </a:lnTo>
                  <a:lnTo>
                    <a:pt x="5670" y="4444"/>
                  </a:lnTo>
                  <a:lnTo>
                    <a:pt x="6124" y="4583"/>
                  </a:lnTo>
                  <a:lnTo>
                    <a:pt x="6558" y="4721"/>
                  </a:lnTo>
                  <a:lnTo>
                    <a:pt x="6993" y="4820"/>
                  </a:lnTo>
                  <a:lnTo>
                    <a:pt x="7408" y="4899"/>
                  </a:lnTo>
                  <a:lnTo>
                    <a:pt x="7783" y="4938"/>
                  </a:lnTo>
                  <a:lnTo>
                    <a:pt x="8139" y="4918"/>
                  </a:lnTo>
                  <a:lnTo>
                    <a:pt x="8316" y="4918"/>
                  </a:lnTo>
                  <a:lnTo>
                    <a:pt x="8474" y="4879"/>
                  </a:lnTo>
                  <a:lnTo>
                    <a:pt x="8771" y="4800"/>
                  </a:lnTo>
                  <a:lnTo>
                    <a:pt x="9047" y="4681"/>
                  </a:lnTo>
                  <a:lnTo>
                    <a:pt x="9304" y="4523"/>
                  </a:lnTo>
                  <a:lnTo>
                    <a:pt x="9541" y="4365"/>
                  </a:lnTo>
                  <a:lnTo>
                    <a:pt x="9778" y="4188"/>
                  </a:lnTo>
                  <a:lnTo>
                    <a:pt x="9975" y="4010"/>
                  </a:lnTo>
                  <a:lnTo>
                    <a:pt x="10173" y="3812"/>
                  </a:lnTo>
                  <a:lnTo>
                    <a:pt x="10351" y="3615"/>
                  </a:lnTo>
                  <a:lnTo>
                    <a:pt x="10627" y="3240"/>
                  </a:lnTo>
                  <a:lnTo>
                    <a:pt x="10845" y="2943"/>
                  </a:lnTo>
                  <a:lnTo>
                    <a:pt x="11022" y="2647"/>
                  </a:lnTo>
                  <a:lnTo>
                    <a:pt x="10469" y="2390"/>
                  </a:lnTo>
                  <a:lnTo>
                    <a:pt x="9857" y="2133"/>
                  </a:lnTo>
                  <a:lnTo>
                    <a:pt x="9146" y="1837"/>
                  </a:lnTo>
                  <a:lnTo>
                    <a:pt x="8356" y="1561"/>
                  </a:lnTo>
                  <a:lnTo>
                    <a:pt x="7586" y="1304"/>
                  </a:lnTo>
                  <a:lnTo>
                    <a:pt x="7230" y="1205"/>
                  </a:lnTo>
                  <a:lnTo>
                    <a:pt x="6894" y="1126"/>
                  </a:lnTo>
                  <a:lnTo>
                    <a:pt x="6578" y="1067"/>
                  </a:lnTo>
                  <a:lnTo>
                    <a:pt x="6321" y="1047"/>
                  </a:lnTo>
                  <a:lnTo>
                    <a:pt x="6084" y="1047"/>
                  </a:lnTo>
                  <a:lnTo>
                    <a:pt x="5828" y="1008"/>
                  </a:lnTo>
                  <a:lnTo>
                    <a:pt x="5551" y="968"/>
                  </a:lnTo>
                  <a:lnTo>
                    <a:pt x="5294" y="909"/>
                  </a:lnTo>
                  <a:lnTo>
                    <a:pt x="4721" y="751"/>
                  </a:lnTo>
                  <a:lnTo>
                    <a:pt x="4149" y="573"/>
                  </a:lnTo>
                  <a:lnTo>
                    <a:pt x="3576" y="395"/>
                  </a:lnTo>
                  <a:lnTo>
                    <a:pt x="3023" y="237"/>
                  </a:lnTo>
                  <a:lnTo>
                    <a:pt x="2509" y="99"/>
                  </a:lnTo>
                  <a:lnTo>
                    <a:pt x="2272" y="59"/>
                  </a:lnTo>
                  <a:lnTo>
                    <a:pt x="2035" y="20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2" name="Google Shape;8212;p31"/>
            <p:cNvSpPr/>
            <p:nvPr/>
          </p:nvSpPr>
          <p:spPr>
            <a:xfrm>
              <a:off x="4172836" y="-2147357"/>
              <a:ext cx="207948" cy="21577"/>
            </a:xfrm>
            <a:custGeom>
              <a:rect b="b" l="l" r="r" t="t"/>
              <a:pathLst>
                <a:path extrusionOk="0" h="574" w="5532">
                  <a:moveTo>
                    <a:pt x="1305" y="1"/>
                  </a:moveTo>
                  <a:lnTo>
                    <a:pt x="969" y="40"/>
                  </a:lnTo>
                  <a:lnTo>
                    <a:pt x="673" y="80"/>
                  </a:lnTo>
                  <a:lnTo>
                    <a:pt x="436" y="119"/>
                  </a:lnTo>
                  <a:lnTo>
                    <a:pt x="238" y="178"/>
                  </a:lnTo>
                  <a:lnTo>
                    <a:pt x="100" y="218"/>
                  </a:lnTo>
                  <a:lnTo>
                    <a:pt x="1" y="356"/>
                  </a:lnTo>
                  <a:lnTo>
                    <a:pt x="811" y="356"/>
                  </a:lnTo>
                  <a:lnTo>
                    <a:pt x="1739" y="376"/>
                  </a:lnTo>
                  <a:lnTo>
                    <a:pt x="2885" y="416"/>
                  </a:lnTo>
                  <a:lnTo>
                    <a:pt x="5532" y="574"/>
                  </a:lnTo>
                  <a:lnTo>
                    <a:pt x="4228" y="356"/>
                  </a:lnTo>
                  <a:lnTo>
                    <a:pt x="3102" y="178"/>
                  </a:lnTo>
                  <a:lnTo>
                    <a:pt x="2095" y="4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3" name="Google Shape;8213;p31"/>
            <p:cNvSpPr/>
            <p:nvPr/>
          </p:nvSpPr>
          <p:spPr>
            <a:xfrm>
              <a:off x="4250800" y="-2217126"/>
              <a:ext cx="159682" cy="15600"/>
            </a:xfrm>
            <a:custGeom>
              <a:rect b="b" l="l" r="r" t="t"/>
              <a:pathLst>
                <a:path extrusionOk="0" h="415" w="4248">
                  <a:moveTo>
                    <a:pt x="1621" y="0"/>
                  </a:moveTo>
                  <a:lnTo>
                    <a:pt x="1305" y="20"/>
                  </a:lnTo>
                  <a:lnTo>
                    <a:pt x="969" y="59"/>
                  </a:lnTo>
                  <a:lnTo>
                    <a:pt x="673" y="119"/>
                  </a:lnTo>
                  <a:lnTo>
                    <a:pt x="396" y="198"/>
                  </a:lnTo>
                  <a:lnTo>
                    <a:pt x="198" y="257"/>
                  </a:lnTo>
                  <a:lnTo>
                    <a:pt x="40" y="336"/>
                  </a:lnTo>
                  <a:lnTo>
                    <a:pt x="1" y="375"/>
                  </a:lnTo>
                  <a:lnTo>
                    <a:pt x="1" y="415"/>
                  </a:lnTo>
                  <a:lnTo>
                    <a:pt x="198" y="375"/>
                  </a:lnTo>
                  <a:lnTo>
                    <a:pt x="732" y="277"/>
                  </a:lnTo>
                  <a:lnTo>
                    <a:pt x="1107" y="237"/>
                  </a:lnTo>
                  <a:lnTo>
                    <a:pt x="1502" y="217"/>
                  </a:lnTo>
                  <a:lnTo>
                    <a:pt x="1937" y="217"/>
                  </a:lnTo>
                  <a:lnTo>
                    <a:pt x="2411" y="237"/>
                  </a:lnTo>
                  <a:lnTo>
                    <a:pt x="3793" y="336"/>
                  </a:lnTo>
                  <a:lnTo>
                    <a:pt x="4248" y="375"/>
                  </a:lnTo>
                  <a:lnTo>
                    <a:pt x="4011" y="316"/>
                  </a:lnTo>
                  <a:lnTo>
                    <a:pt x="3418" y="198"/>
                  </a:lnTo>
                  <a:lnTo>
                    <a:pt x="2667" y="59"/>
                  </a:lnTo>
                  <a:lnTo>
                    <a:pt x="2292" y="20"/>
                  </a:lnTo>
                  <a:lnTo>
                    <a:pt x="195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4" name="Google Shape;8214;p31"/>
            <p:cNvSpPr/>
            <p:nvPr/>
          </p:nvSpPr>
          <p:spPr>
            <a:xfrm>
              <a:off x="4354777" y="-2259453"/>
              <a:ext cx="69090" cy="17103"/>
            </a:xfrm>
            <a:custGeom>
              <a:rect b="b" l="l" r="r" t="t"/>
              <a:pathLst>
                <a:path extrusionOk="0" h="455" w="1838">
                  <a:moveTo>
                    <a:pt x="138" y="0"/>
                  </a:moveTo>
                  <a:lnTo>
                    <a:pt x="99" y="20"/>
                  </a:lnTo>
                  <a:lnTo>
                    <a:pt x="59" y="40"/>
                  </a:lnTo>
                  <a:lnTo>
                    <a:pt x="20" y="99"/>
                  </a:lnTo>
                  <a:lnTo>
                    <a:pt x="0" y="158"/>
                  </a:lnTo>
                  <a:lnTo>
                    <a:pt x="0" y="198"/>
                  </a:lnTo>
                  <a:lnTo>
                    <a:pt x="652" y="277"/>
                  </a:lnTo>
                  <a:lnTo>
                    <a:pt x="1521" y="395"/>
                  </a:lnTo>
                  <a:lnTo>
                    <a:pt x="1837" y="454"/>
                  </a:lnTo>
                  <a:lnTo>
                    <a:pt x="1047" y="217"/>
                  </a:lnTo>
                  <a:lnTo>
                    <a:pt x="455" y="59"/>
                  </a:lnTo>
                  <a:lnTo>
                    <a:pt x="257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5" name="Google Shape;8215;p31"/>
            <p:cNvSpPr/>
            <p:nvPr/>
          </p:nvSpPr>
          <p:spPr>
            <a:xfrm>
              <a:off x="4064461" y="-2125065"/>
              <a:ext cx="73526" cy="41612"/>
            </a:xfrm>
            <a:custGeom>
              <a:rect b="b" l="l" r="r" t="t"/>
              <a:pathLst>
                <a:path extrusionOk="0" h="1107" w="1956">
                  <a:moveTo>
                    <a:pt x="1936" y="0"/>
                  </a:moveTo>
                  <a:lnTo>
                    <a:pt x="1896" y="158"/>
                  </a:lnTo>
                  <a:lnTo>
                    <a:pt x="1798" y="415"/>
                  </a:lnTo>
                  <a:lnTo>
                    <a:pt x="1719" y="553"/>
                  </a:lnTo>
                  <a:lnTo>
                    <a:pt x="1640" y="672"/>
                  </a:lnTo>
                  <a:lnTo>
                    <a:pt x="1561" y="771"/>
                  </a:lnTo>
                  <a:lnTo>
                    <a:pt x="1462" y="850"/>
                  </a:lnTo>
                  <a:lnTo>
                    <a:pt x="1343" y="889"/>
                  </a:lnTo>
                  <a:lnTo>
                    <a:pt x="1146" y="929"/>
                  </a:lnTo>
                  <a:lnTo>
                    <a:pt x="711" y="948"/>
                  </a:lnTo>
                  <a:lnTo>
                    <a:pt x="336" y="968"/>
                  </a:lnTo>
                  <a:lnTo>
                    <a:pt x="178" y="948"/>
                  </a:lnTo>
                  <a:lnTo>
                    <a:pt x="257" y="316"/>
                  </a:lnTo>
                  <a:lnTo>
                    <a:pt x="79" y="494"/>
                  </a:lnTo>
                  <a:lnTo>
                    <a:pt x="0" y="1087"/>
                  </a:lnTo>
                  <a:lnTo>
                    <a:pt x="198" y="1106"/>
                  </a:lnTo>
                  <a:lnTo>
                    <a:pt x="909" y="1106"/>
                  </a:lnTo>
                  <a:lnTo>
                    <a:pt x="1166" y="1087"/>
                  </a:lnTo>
                  <a:lnTo>
                    <a:pt x="1403" y="1027"/>
                  </a:lnTo>
                  <a:lnTo>
                    <a:pt x="1521" y="988"/>
                  </a:lnTo>
                  <a:lnTo>
                    <a:pt x="1600" y="948"/>
                  </a:lnTo>
                  <a:lnTo>
                    <a:pt x="1679" y="889"/>
                  </a:lnTo>
                  <a:lnTo>
                    <a:pt x="1738" y="830"/>
                  </a:lnTo>
                  <a:lnTo>
                    <a:pt x="1837" y="692"/>
                  </a:lnTo>
                  <a:lnTo>
                    <a:pt x="1896" y="534"/>
                  </a:lnTo>
                  <a:lnTo>
                    <a:pt x="1936" y="376"/>
                  </a:lnTo>
                  <a:lnTo>
                    <a:pt x="1956" y="237"/>
                  </a:lnTo>
                  <a:lnTo>
                    <a:pt x="1956" y="119"/>
                  </a:lnTo>
                  <a:lnTo>
                    <a:pt x="193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6" name="Google Shape;8216;p31"/>
            <p:cNvSpPr/>
            <p:nvPr/>
          </p:nvSpPr>
          <p:spPr>
            <a:xfrm>
              <a:off x="4368122" y="-1450155"/>
              <a:ext cx="596253" cy="494534"/>
            </a:xfrm>
            <a:custGeom>
              <a:rect b="b" l="l" r="r" t="t"/>
              <a:pathLst>
                <a:path extrusionOk="0" h="13156" w="15862">
                  <a:moveTo>
                    <a:pt x="1680" y="1"/>
                  </a:moveTo>
                  <a:lnTo>
                    <a:pt x="1" y="7902"/>
                  </a:lnTo>
                  <a:lnTo>
                    <a:pt x="2865" y="9423"/>
                  </a:lnTo>
                  <a:lnTo>
                    <a:pt x="4129" y="10094"/>
                  </a:lnTo>
                  <a:lnTo>
                    <a:pt x="8020" y="12148"/>
                  </a:lnTo>
                  <a:lnTo>
                    <a:pt x="9403" y="12860"/>
                  </a:lnTo>
                  <a:lnTo>
                    <a:pt x="9995" y="13156"/>
                  </a:lnTo>
                  <a:lnTo>
                    <a:pt x="10035" y="13136"/>
                  </a:lnTo>
                  <a:lnTo>
                    <a:pt x="10094" y="13077"/>
                  </a:lnTo>
                  <a:lnTo>
                    <a:pt x="10311" y="12800"/>
                  </a:lnTo>
                  <a:lnTo>
                    <a:pt x="10627" y="12405"/>
                  </a:lnTo>
                  <a:lnTo>
                    <a:pt x="11042" y="11872"/>
                  </a:lnTo>
                  <a:lnTo>
                    <a:pt x="12010" y="10509"/>
                  </a:lnTo>
                  <a:lnTo>
                    <a:pt x="13116" y="8949"/>
                  </a:lnTo>
                  <a:lnTo>
                    <a:pt x="14183" y="7388"/>
                  </a:lnTo>
                  <a:lnTo>
                    <a:pt x="15091" y="6025"/>
                  </a:lnTo>
                  <a:lnTo>
                    <a:pt x="15447" y="5492"/>
                  </a:lnTo>
                  <a:lnTo>
                    <a:pt x="15684" y="5057"/>
                  </a:lnTo>
                  <a:lnTo>
                    <a:pt x="15842" y="4781"/>
                  </a:lnTo>
                  <a:lnTo>
                    <a:pt x="15862" y="4722"/>
                  </a:lnTo>
                  <a:lnTo>
                    <a:pt x="15862" y="4702"/>
                  </a:lnTo>
                  <a:lnTo>
                    <a:pt x="15842" y="4682"/>
                  </a:lnTo>
                  <a:lnTo>
                    <a:pt x="15585" y="4623"/>
                  </a:lnTo>
                  <a:lnTo>
                    <a:pt x="14973" y="4425"/>
                  </a:lnTo>
                  <a:lnTo>
                    <a:pt x="12899" y="3754"/>
                  </a:lnTo>
                  <a:lnTo>
                    <a:pt x="7131" y="1818"/>
                  </a:lnTo>
                  <a:lnTo>
                    <a:pt x="6005" y="1443"/>
                  </a:lnTo>
                  <a:lnTo>
                    <a:pt x="5946" y="1423"/>
                  </a:lnTo>
                  <a:lnTo>
                    <a:pt x="5907" y="1423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7" name="Google Shape;8217;p31"/>
            <p:cNvSpPr/>
            <p:nvPr/>
          </p:nvSpPr>
          <p:spPr>
            <a:xfrm>
              <a:off x="4091188" y="-1384784"/>
              <a:ext cx="191596" cy="27478"/>
            </a:xfrm>
            <a:custGeom>
              <a:rect b="b" l="l" r="r" t="t"/>
              <a:pathLst>
                <a:path extrusionOk="0" h="731" w="5097">
                  <a:moveTo>
                    <a:pt x="0" y="0"/>
                  </a:moveTo>
                  <a:lnTo>
                    <a:pt x="158" y="59"/>
                  </a:lnTo>
                  <a:lnTo>
                    <a:pt x="593" y="217"/>
                  </a:lnTo>
                  <a:lnTo>
                    <a:pt x="1245" y="415"/>
                  </a:lnTo>
                  <a:lnTo>
                    <a:pt x="1620" y="514"/>
                  </a:lnTo>
                  <a:lnTo>
                    <a:pt x="2015" y="593"/>
                  </a:lnTo>
                  <a:lnTo>
                    <a:pt x="2430" y="672"/>
                  </a:lnTo>
                  <a:lnTo>
                    <a:pt x="2864" y="711"/>
                  </a:lnTo>
                  <a:lnTo>
                    <a:pt x="3299" y="731"/>
                  </a:lnTo>
                  <a:lnTo>
                    <a:pt x="3694" y="731"/>
                  </a:lnTo>
                  <a:lnTo>
                    <a:pt x="4069" y="691"/>
                  </a:lnTo>
                  <a:lnTo>
                    <a:pt x="4405" y="632"/>
                  </a:lnTo>
                  <a:lnTo>
                    <a:pt x="4681" y="553"/>
                  </a:lnTo>
                  <a:lnTo>
                    <a:pt x="4780" y="514"/>
                  </a:lnTo>
                  <a:lnTo>
                    <a:pt x="4879" y="454"/>
                  </a:lnTo>
                  <a:lnTo>
                    <a:pt x="4998" y="356"/>
                  </a:lnTo>
                  <a:lnTo>
                    <a:pt x="5077" y="296"/>
                  </a:lnTo>
                  <a:lnTo>
                    <a:pt x="5096" y="237"/>
                  </a:lnTo>
                  <a:lnTo>
                    <a:pt x="5077" y="198"/>
                  </a:lnTo>
                  <a:lnTo>
                    <a:pt x="5057" y="178"/>
                  </a:lnTo>
                  <a:lnTo>
                    <a:pt x="4978" y="1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8" name="Google Shape;8218;p31"/>
            <p:cNvSpPr/>
            <p:nvPr/>
          </p:nvSpPr>
          <p:spPr>
            <a:xfrm>
              <a:off x="4190692" y="-2054544"/>
              <a:ext cx="86908" cy="92096"/>
            </a:xfrm>
            <a:custGeom>
              <a:rect b="b" l="l" r="r" t="t"/>
              <a:pathLst>
                <a:path extrusionOk="0" h="2450" w="2312">
                  <a:moveTo>
                    <a:pt x="711" y="139"/>
                  </a:moveTo>
                  <a:lnTo>
                    <a:pt x="849" y="179"/>
                  </a:lnTo>
                  <a:lnTo>
                    <a:pt x="1205" y="258"/>
                  </a:lnTo>
                  <a:lnTo>
                    <a:pt x="1422" y="337"/>
                  </a:lnTo>
                  <a:lnTo>
                    <a:pt x="1639" y="416"/>
                  </a:lnTo>
                  <a:lnTo>
                    <a:pt x="1857" y="495"/>
                  </a:lnTo>
                  <a:lnTo>
                    <a:pt x="2015" y="613"/>
                  </a:lnTo>
                  <a:lnTo>
                    <a:pt x="2094" y="672"/>
                  </a:lnTo>
                  <a:lnTo>
                    <a:pt x="2133" y="751"/>
                  </a:lnTo>
                  <a:lnTo>
                    <a:pt x="2173" y="850"/>
                  </a:lnTo>
                  <a:lnTo>
                    <a:pt x="2193" y="969"/>
                  </a:lnTo>
                  <a:lnTo>
                    <a:pt x="2193" y="1107"/>
                  </a:lnTo>
                  <a:lnTo>
                    <a:pt x="2173" y="1225"/>
                  </a:lnTo>
                  <a:lnTo>
                    <a:pt x="2114" y="1502"/>
                  </a:lnTo>
                  <a:lnTo>
                    <a:pt x="2015" y="1778"/>
                  </a:lnTo>
                  <a:lnTo>
                    <a:pt x="1896" y="2015"/>
                  </a:lnTo>
                  <a:lnTo>
                    <a:pt x="1778" y="2193"/>
                  </a:lnTo>
                  <a:lnTo>
                    <a:pt x="1699" y="2252"/>
                  </a:lnTo>
                  <a:lnTo>
                    <a:pt x="1639" y="2292"/>
                  </a:lnTo>
                  <a:lnTo>
                    <a:pt x="1560" y="2312"/>
                  </a:lnTo>
                  <a:lnTo>
                    <a:pt x="1481" y="2312"/>
                  </a:lnTo>
                  <a:lnTo>
                    <a:pt x="1264" y="2272"/>
                  </a:lnTo>
                  <a:lnTo>
                    <a:pt x="1007" y="2213"/>
                  </a:lnTo>
                  <a:lnTo>
                    <a:pt x="770" y="2114"/>
                  </a:lnTo>
                  <a:lnTo>
                    <a:pt x="533" y="2015"/>
                  </a:lnTo>
                  <a:lnTo>
                    <a:pt x="316" y="1917"/>
                  </a:lnTo>
                  <a:lnTo>
                    <a:pt x="178" y="1838"/>
                  </a:lnTo>
                  <a:lnTo>
                    <a:pt x="138" y="1798"/>
                  </a:lnTo>
                  <a:lnTo>
                    <a:pt x="119" y="1759"/>
                  </a:lnTo>
                  <a:lnTo>
                    <a:pt x="138" y="1660"/>
                  </a:lnTo>
                  <a:lnTo>
                    <a:pt x="158" y="1462"/>
                  </a:lnTo>
                  <a:lnTo>
                    <a:pt x="217" y="1206"/>
                  </a:lnTo>
                  <a:lnTo>
                    <a:pt x="296" y="929"/>
                  </a:lnTo>
                  <a:lnTo>
                    <a:pt x="395" y="633"/>
                  </a:lnTo>
                  <a:lnTo>
                    <a:pt x="494" y="396"/>
                  </a:lnTo>
                  <a:lnTo>
                    <a:pt x="553" y="297"/>
                  </a:lnTo>
                  <a:lnTo>
                    <a:pt x="593" y="218"/>
                  </a:lnTo>
                  <a:lnTo>
                    <a:pt x="652" y="159"/>
                  </a:lnTo>
                  <a:lnTo>
                    <a:pt x="711" y="139"/>
                  </a:lnTo>
                  <a:close/>
                  <a:moveTo>
                    <a:pt x="652" y="1"/>
                  </a:moveTo>
                  <a:lnTo>
                    <a:pt x="593" y="40"/>
                  </a:lnTo>
                  <a:lnTo>
                    <a:pt x="533" y="99"/>
                  </a:lnTo>
                  <a:lnTo>
                    <a:pt x="474" y="179"/>
                  </a:lnTo>
                  <a:lnTo>
                    <a:pt x="415" y="297"/>
                  </a:lnTo>
                  <a:lnTo>
                    <a:pt x="296" y="574"/>
                  </a:lnTo>
                  <a:lnTo>
                    <a:pt x="198" y="890"/>
                  </a:lnTo>
                  <a:lnTo>
                    <a:pt x="119" y="1225"/>
                  </a:lnTo>
                  <a:lnTo>
                    <a:pt x="40" y="1502"/>
                  </a:lnTo>
                  <a:lnTo>
                    <a:pt x="0" y="1719"/>
                  </a:lnTo>
                  <a:lnTo>
                    <a:pt x="0" y="1838"/>
                  </a:lnTo>
                  <a:lnTo>
                    <a:pt x="20" y="1877"/>
                  </a:lnTo>
                  <a:lnTo>
                    <a:pt x="59" y="1917"/>
                  </a:lnTo>
                  <a:lnTo>
                    <a:pt x="217" y="2015"/>
                  </a:lnTo>
                  <a:lnTo>
                    <a:pt x="454" y="2134"/>
                  </a:lnTo>
                  <a:lnTo>
                    <a:pt x="711" y="2233"/>
                  </a:lnTo>
                  <a:lnTo>
                    <a:pt x="1007" y="2351"/>
                  </a:lnTo>
                  <a:lnTo>
                    <a:pt x="1284" y="2410"/>
                  </a:lnTo>
                  <a:lnTo>
                    <a:pt x="1521" y="2450"/>
                  </a:lnTo>
                  <a:lnTo>
                    <a:pt x="1620" y="2450"/>
                  </a:lnTo>
                  <a:lnTo>
                    <a:pt x="1699" y="2430"/>
                  </a:lnTo>
                  <a:lnTo>
                    <a:pt x="1778" y="2391"/>
                  </a:lnTo>
                  <a:lnTo>
                    <a:pt x="1857" y="2312"/>
                  </a:lnTo>
                  <a:lnTo>
                    <a:pt x="1936" y="2233"/>
                  </a:lnTo>
                  <a:lnTo>
                    <a:pt x="1995" y="2114"/>
                  </a:lnTo>
                  <a:lnTo>
                    <a:pt x="2133" y="1857"/>
                  </a:lnTo>
                  <a:lnTo>
                    <a:pt x="2232" y="1561"/>
                  </a:lnTo>
                  <a:lnTo>
                    <a:pt x="2311" y="1245"/>
                  </a:lnTo>
                  <a:lnTo>
                    <a:pt x="2311" y="1087"/>
                  </a:lnTo>
                  <a:lnTo>
                    <a:pt x="2311" y="949"/>
                  </a:lnTo>
                  <a:lnTo>
                    <a:pt x="2311" y="811"/>
                  </a:lnTo>
                  <a:lnTo>
                    <a:pt x="2272" y="712"/>
                  </a:lnTo>
                  <a:lnTo>
                    <a:pt x="2212" y="613"/>
                  </a:lnTo>
                  <a:lnTo>
                    <a:pt x="2133" y="534"/>
                  </a:lnTo>
                  <a:lnTo>
                    <a:pt x="1936" y="416"/>
                  </a:lnTo>
                  <a:lnTo>
                    <a:pt x="1718" y="317"/>
                  </a:lnTo>
                  <a:lnTo>
                    <a:pt x="1462" y="218"/>
                  </a:lnTo>
                  <a:lnTo>
                    <a:pt x="1225" y="159"/>
                  </a:lnTo>
                  <a:lnTo>
                    <a:pt x="830" y="40"/>
                  </a:lnTo>
                  <a:lnTo>
                    <a:pt x="652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9" name="Google Shape;8219;p31"/>
            <p:cNvSpPr/>
            <p:nvPr/>
          </p:nvSpPr>
          <p:spPr>
            <a:xfrm>
              <a:off x="4035478" y="-1510263"/>
              <a:ext cx="409167" cy="144797"/>
            </a:xfrm>
            <a:custGeom>
              <a:rect b="b" l="l" r="r" t="t"/>
              <a:pathLst>
                <a:path extrusionOk="0" h="3852" w="10885">
                  <a:moveTo>
                    <a:pt x="7665" y="0"/>
                  </a:moveTo>
                  <a:lnTo>
                    <a:pt x="6894" y="20"/>
                  </a:lnTo>
                  <a:lnTo>
                    <a:pt x="6084" y="59"/>
                  </a:lnTo>
                  <a:lnTo>
                    <a:pt x="5275" y="138"/>
                  </a:lnTo>
                  <a:lnTo>
                    <a:pt x="4485" y="217"/>
                  </a:lnTo>
                  <a:lnTo>
                    <a:pt x="3734" y="277"/>
                  </a:lnTo>
                  <a:lnTo>
                    <a:pt x="3043" y="316"/>
                  </a:lnTo>
                  <a:lnTo>
                    <a:pt x="2727" y="336"/>
                  </a:lnTo>
                  <a:lnTo>
                    <a:pt x="2430" y="316"/>
                  </a:lnTo>
                  <a:lnTo>
                    <a:pt x="1937" y="296"/>
                  </a:lnTo>
                  <a:lnTo>
                    <a:pt x="1502" y="277"/>
                  </a:lnTo>
                  <a:lnTo>
                    <a:pt x="1166" y="296"/>
                  </a:lnTo>
                  <a:lnTo>
                    <a:pt x="1008" y="316"/>
                  </a:lnTo>
                  <a:lnTo>
                    <a:pt x="870" y="356"/>
                  </a:lnTo>
                  <a:lnTo>
                    <a:pt x="751" y="395"/>
                  </a:lnTo>
                  <a:lnTo>
                    <a:pt x="633" y="474"/>
                  </a:lnTo>
                  <a:lnTo>
                    <a:pt x="534" y="533"/>
                  </a:lnTo>
                  <a:lnTo>
                    <a:pt x="455" y="632"/>
                  </a:lnTo>
                  <a:lnTo>
                    <a:pt x="356" y="751"/>
                  </a:lnTo>
                  <a:lnTo>
                    <a:pt x="277" y="889"/>
                  </a:lnTo>
                  <a:lnTo>
                    <a:pt x="218" y="1027"/>
                  </a:lnTo>
                  <a:lnTo>
                    <a:pt x="139" y="1205"/>
                  </a:lnTo>
                  <a:lnTo>
                    <a:pt x="80" y="1383"/>
                  </a:lnTo>
                  <a:lnTo>
                    <a:pt x="40" y="1560"/>
                  </a:lnTo>
                  <a:lnTo>
                    <a:pt x="21" y="1718"/>
                  </a:lnTo>
                  <a:lnTo>
                    <a:pt x="1" y="1876"/>
                  </a:lnTo>
                  <a:lnTo>
                    <a:pt x="1" y="2015"/>
                  </a:lnTo>
                  <a:lnTo>
                    <a:pt x="21" y="2153"/>
                  </a:lnTo>
                  <a:lnTo>
                    <a:pt x="60" y="2291"/>
                  </a:lnTo>
                  <a:lnTo>
                    <a:pt x="100" y="2410"/>
                  </a:lnTo>
                  <a:lnTo>
                    <a:pt x="159" y="2528"/>
                  </a:lnTo>
                  <a:lnTo>
                    <a:pt x="238" y="2647"/>
                  </a:lnTo>
                  <a:lnTo>
                    <a:pt x="317" y="2765"/>
                  </a:lnTo>
                  <a:lnTo>
                    <a:pt x="416" y="2864"/>
                  </a:lnTo>
                  <a:lnTo>
                    <a:pt x="613" y="3042"/>
                  </a:lnTo>
                  <a:lnTo>
                    <a:pt x="870" y="3200"/>
                  </a:lnTo>
                  <a:lnTo>
                    <a:pt x="1028" y="3279"/>
                  </a:lnTo>
                  <a:lnTo>
                    <a:pt x="1186" y="3338"/>
                  </a:lnTo>
                  <a:lnTo>
                    <a:pt x="1384" y="3397"/>
                  </a:lnTo>
                  <a:lnTo>
                    <a:pt x="1601" y="3457"/>
                  </a:lnTo>
                  <a:lnTo>
                    <a:pt x="2095" y="3536"/>
                  </a:lnTo>
                  <a:lnTo>
                    <a:pt x="2628" y="3595"/>
                  </a:lnTo>
                  <a:lnTo>
                    <a:pt x="3754" y="3694"/>
                  </a:lnTo>
                  <a:lnTo>
                    <a:pt x="4287" y="3733"/>
                  </a:lnTo>
                  <a:lnTo>
                    <a:pt x="4781" y="3792"/>
                  </a:lnTo>
                  <a:lnTo>
                    <a:pt x="5275" y="3832"/>
                  </a:lnTo>
                  <a:lnTo>
                    <a:pt x="5788" y="3852"/>
                  </a:lnTo>
                  <a:lnTo>
                    <a:pt x="6341" y="3852"/>
                  </a:lnTo>
                  <a:lnTo>
                    <a:pt x="6934" y="3812"/>
                  </a:lnTo>
                  <a:lnTo>
                    <a:pt x="7507" y="3753"/>
                  </a:lnTo>
                  <a:lnTo>
                    <a:pt x="8079" y="3674"/>
                  </a:lnTo>
                  <a:lnTo>
                    <a:pt x="8632" y="3575"/>
                  </a:lnTo>
                  <a:lnTo>
                    <a:pt x="9166" y="3437"/>
                  </a:lnTo>
                  <a:lnTo>
                    <a:pt x="9640" y="3299"/>
                  </a:lnTo>
                  <a:lnTo>
                    <a:pt x="10015" y="3180"/>
                  </a:lnTo>
                  <a:lnTo>
                    <a:pt x="10311" y="3062"/>
                  </a:lnTo>
                  <a:lnTo>
                    <a:pt x="10548" y="2943"/>
                  </a:lnTo>
                  <a:lnTo>
                    <a:pt x="10805" y="2805"/>
                  </a:lnTo>
                  <a:lnTo>
                    <a:pt x="10884" y="2746"/>
                  </a:lnTo>
                  <a:lnTo>
                    <a:pt x="10884" y="2627"/>
                  </a:lnTo>
                  <a:lnTo>
                    <a:pt x="10825" y="2351"/>
                  </a:lnTo>
                  <a:lnTo>
                    <a:pt x="10785" y="2153"/>
                  </a:lnTo>
                  <a:lnTo>
                    <a:pt x="10726" y="1936"/>
                  </a:lnTo>
                  <a:lnTo>
                    <a:pt x="10627" y="1718"/>
                  </a:lnTo>
                  <a:lnTo>
                    <a:pt x="10529" y="1481"/>
                  </a:lnTo>
                  <a:lnTo>
                    <a:pt x="10390" y="1225"/>
                  </a:lnTo>
                  <a:lnTo>
                    <a:pt x="10213" y="988"/>
                  </a:lnTo>
                  <a:lnTo>
                    <a:pt x="10015" y="770"/>
                  </a:lnTo>
                  <a:lnTo>
                    <a:pt x="9778" y="553"/>
                  </a:lnTo>
                  <a:lnTo>
                    <a:pt x="9640" y="454"/>
                  </a:lnTo>
                  <a:lnTo>
                    <a:pt x="9502" y="375"/>
                  </a:lnTo>
                  <a:lnTo>
                    <a:pt x="9344" y="296"/>
                  </a:lnTo>
                  <a:lnTo>
                    <a:pt x="9186" y="217"/>
                  </a:lnTo>
                  <a:lnTo>
                    <a:pt x="9008" y="158"/>
                  </a:lnTo>
                  <a:lnTo>
                    <a:pt x="8830" y="99"/>
                  </a:lnTo>
                  <a:lnTo>
                    <a:pt x="8632" y="59"/>
                  </a:lnTo>
                  <a:lnTo>
                    <a:pt x="8415" y="40"/>
                  </a:lnTo>
                  <a:lnTo>
                    <a:pt x="8040" y="20"/>
                  </a:lnTo>
                  <a:lnTo>
                    <a:pt x="766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0" name="Google Shape;8220;p31"/>
            <p:cNvSpPr/>
            <p:nvPr/>
          </p:nvSpPr>
          <p:spPr>
            <a:xfrm>
              <a:off x="4061491" y="-1489475"/>
              <a:ext cx="86156" cy="83938"/>
            </a:xfrm>
            <a:custGeom>
              <a:rect b="b" l="l" r="r" t="t"/>
              <a:pathLst>
                <a:path extrusionOk="0" h="2233" w="2292">
                  <a:moveTo>
                    <a:pt x="1106" y="119"/>
                  </a:moveTo>
                  <a:lnTo>
                    <a:pt x="1343" y="138"/>
                  </a:lnTo>
                  <a:lnTo>
                    <a:pt x="1580" y="138"/>
                  </a:lnTo>
                  <a:lnTo>
                    <a:pt x="1798" y="178"/>
                  </a:lnTo>
                  <a:lnTo>
                    <a:pt x="1956" y="237"/>
                  </a:lnTo>
                  <a:lnTo>
                    <a:pt x="2015" y="277"/>
                  </a:lnTo>
                  <a:lnTo>
                    <a:pt x="2074" y="356"/>
                  </a:lnTo>
                  <a:lnTo>
                    <a:pt x="2114" y="435"/>
                  </a:lnTo>
                  <a:lnTo>
                    <a:pt x="2153" y="533"/>
                  </a:lnTo>
                  <a:lnTo>
                    <a:pt x="2193" y="770"/>
                  </a:lnTo>
                  <a:lnTo>
                    <a:pt x="2193" y="1047"/>
                  </a:lnTo>
                  <a:lnTo>
                    <a:pt x="2153" y="1323"/>
                  </a:lnTo>
                  <a:lnTo>
                    <a:pt x="2133" y="1442"/>
                  </a:lnTo>
                  <a:lnTo>
                    <a:pt x="2074" y="1580"/>
                  </a:lnTo>
                  <a:lnTo>
                    <a:pt x="2035" y="1679"/>
                  </a:lnTo>
                  <a:lnTo>
                    <a:pt x="1956" y="1778"/>
                  </a:lnTo>
                  <a:lnTo>
                    <a:pt x="1877" y="1877"/>
                  </a:lnTo>
                  <a:lnTo>
                    <a:pt x="1798" y="1936"/>
                  </a:lnTo>
                  <a:lnTo>
                    <a:pt x="1699" y="1975"/>
                  </a:lnTo>
                  <a:lnTo>
                    <a:pt x="1580" y="2015"/>
                  </a:lnTo>
                  <a:lnTo>
                    <a:pt x="1343" y="2074"/>
                  </a:lnTo>
                  <a:lnTo>
                    <a:pt x="1067" y="2094"/>
                  </a:lnTo>
                  <a:lnTo>
                    <a:pt x="810" y="2114"/>
                  </a:lnTo>
                  <a:lnTo>
                    <a:pt x="553" y="2094"/>
                  </a:lnTo>
                  <a:lnTo>
                    <a:pt x="356" y="2054"/>
                  </a:lnTo>
                  <a:lnTo>
                    <a:pt x="217" y="1995"/>
                  </a:lnTo>
                  <a:lnTo>
                    <a:pt x="178" y="1956"/>
                  </a:lnTo>
                  <a:lnTo>
                    <a:pt x="158" y="1936"/>
                  </a:lnTo>
                  <a:lnTo>
                    <a:pt x="158" y="1798"/>
                  </a:lnTo>
                  <a:lnTo>
                    <a:pt x="158" y="1600"/>
                  </a:lnTo>
                  <a:lnTo>
                    <a:pt x="178" y="1343"/>
                  </a:lnTo>
                  <a:lnTo>
                    <a:pt x="217" y="1047"/>
                  </a:lnTo>
                  <a:lnTo>
                    <a:pt x="257" y="751"/>
                  </a:lnTo>
                  <a:lnTo>
                    <a:pt x="336" y="494"/>
                  </a:lnTo>
                  <a:lnTo>
                    <a:pt x="415" y="277"/>
                  </a:lnTo>
                  <a:lnTo>
                    <a:pt x="454" y="198"/>
                  </a:lnTo>
                  <a:lnTo>
                    <a:pt x="494" y="158"/>
                  </a:lnTo>
                  <a:lnTo>
                    <a:pt x="672" y="138"/>
                  </a:lnTo>
                  <a:lnTo>
                    <a:pt x="1106" y="119"/>
                  </a:lnTo>
                  <a:close/>
                  <a:moveTo>
                    <a:pt x="1067" y="0"/>
                  </a:moveTo>
                  <a:lnTo>
                    <a:pt x="593" y="20"/>
                  </a:lnTo>
                  <a:lnTo>
                    <a:pt x="395" y="40"/>
                  </a:lnTo>
                  <a:lnTo>
                    <a:pt x="336" y="99"/>
                  </a:lnTo>
                  <a:lnTo>
                    <a:pt x="277" y="178"/>
                  </a:lnTo>
                  <a:lnTo>
                    <a:pt x="198" y="415"/>
                  </a:lnTo>
                  <a:lnTo>
                    <a:pt x="119" y="711"/>
                  </a:lnTo>
                  <a:lnTo>
                    <a:pt x="59" y="1047"/>
                  </a:lnTo>
                  <a:lnTo>
                    <a:pt x="20" y="1363"/>
                  </a:lnTo>
                  <a:lnTo>
                    <a:pt x="0" y="1659"/>
                  </a:lnTo>
                  <a:lnTo>
                    <a:pt x="0" y="1896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59" y="2114"/>
                  </a:lnTo>
                  <a:lnTo>
                    <a:pt x="237" y="2173"/>
                  </a:lnTo>
                  <a:lnTo>
                    <a:pt x="454" y="2212"/>
                  </a:lnTo>
                  <a:lnTo>
                    <a:pt x="731" y="2232"/>
                  </a:lnTo>
                  <a:lnTo>
                    <a:pt x="1027" y="2232"/>
                  </a:lnTo>
                  <a:lnTo>
                    <a:pt x="1324" y="2193"/>
                  </a:lnTo>
                  <a:lnTo>
                    <a:pt x="1600" y="2133"/>
                  </a:lnTo>
                  <a:lnTo>
                    <a:pt x="1738" y="2094"/>
                  </a:lnTo>
                  <a:lnTo>
                    <a:pt x="1837" y="2035"/>
                  </a:lnTo>
                  <a:lnTo>
                    <a:pt x="1936" y="1975"/>
                  </a:lnTo>
                  <a:lnTo>
                    <a:pt x="2035" y="1877"/>
                  </a:lnTo>
                  <a:lnTo>
                    <a:pt x="2114" y="1758"/>
                  </a:lnTo>
                  <a:lnTo>
                    <a:pt x="2173" y="1640"/>
                  </a:lnTo>
                  <a:lnTo>
                    <a:pt x="2212" y="1501"/>
                  </a:lnTo>
                  <a:lnTo>
                    <a:pt x="2252" y="1343"/>
                  </a:lnTo>
                  <a:lnTo>
                    <a:pt x="2291" y="1047"/>
                  </a:lnTo>
                  <a:lnTo>
                    <a:pt x="2291" y="731"/>
                  </a:lnTo>
                  <a:lnTo>
                    <a:pt x="2272" y="593"/>
                  </a:lnTo>
                  <a:lnTo>
                    <a:pt x="2252" y="474"/>
                  </a:lnTo>
                  <a:lnTo>
                    <a:pt x="2212" y="356"/>
                  </a:lnTo>
                  <a:lnTo>
                    <a:pt x="2153" y="257"/>
                  </a:lnTo>
                  <a:lnTo>
                    <a:pt x="2094" y="178"/>
                  </a:lnTo>
                  <a:lnTo>
                    <a:pt x="2035" y="119"/>
                  </a:lnTo>
                  <a:lnTo>
                    <a:pt x="1857" y="59"/>
                  </a:lnTo>
                  <a:lnTo>
                    <a:pt x="1600" y="20"/>
                  </a:lnTo>
                  <a:lnTo>
                    <a:pt x="1343" y="20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1" name="Google Shape;8221;p31"/>
            <p:cNvSpPr/>
            <p:nvPr/>
          </p:nvSpPr>
          <p:spPr>
            <a:xfrm>
              <a:off x="4011006" y="-1882265"/>
              <a:ext cx="351955" cy="350489"/>
            </a:xfrm>
            <a:custGeom>
              <a:rect b="b" l="l" r="r" t="t"/>
              <a:pathLst>
                <a:path extrusionOk="0" h="9324" w="9363">
                  <a:moveTo>
                    <a:pt x="4859" y="376"/>
                  </a:moveTo>
                  <a:lnTo>
                    <a:pt x="5234" y="395"/>
                  </a:lnTo>
                  <a:lnTo>
                    <a:pt x="5610" y="455"/>
                  </a:lnTo>
                  <a:lnTo>
                    <a:pt x="5965" y="514"/>
                  </a:lnTo>
                  <a:lnTo>
                    <a:pt x="6163" y="573"/>
                  </a:lnTo>
                  <a:lnTo>
                    <a:pt x="6340" y="632"/>
                  </a:lnTo>
                  <a:lnTo>
                    <a:pt x="6696" y="771"/>
                  </a:lnTo>
                  <a:lnTo>
                    <a:pt x="7052" y="968"/>
                  </a:lnTo>
                  <a:lnTo>
                    <a:pt x="7387" y="1205"/>
                  </a:lnTo>
                  <a:lnTo>
                    <a:pt x="7684" y="1482"/>
                  </a:lnTo>
                  <a:lnTo>
                    <a:pt x="7980" y="1798"/>
                  </a:lnTo>
                  <a:lnTo>
                    <a:pt x="8237" y="2133"/>
                  </a:lnTo>
                  <a:lnTo>
                    <a:pt x="8454" y="2489"/>
                  </a:lnTo>
                  <a:lnTo>
                    <a:pt x="8651" y="2884"/>
                  </a:lnTo>
                  <a:lnTo>
                    <a:pt x="8790" y="3299"/>
                  </a:lnTo>
                  <a:lnTo>
                    <a:pt x="8849" y="3496"/>
                  </a:lnTo>
                  <a:lnTo>
                    <a:pt x="8908" y="3714"/>
                  </a:lnTo>
                  <a:lnTo>
                    <a:pt x="8928" y="3931"/>
                  </a:lnTo>
                  <a:lnTo>
                    <a:pt x="8948" y="4168"/>
                  </a:lnTo>
                  <a:lnTo>
                    <a:pt x="8967" y="4385"/>
                  </a:lnTo>
                  <a:lnTo>
                    <a:pt x="8948" y="4622"/>
                  </a:lnTo>
                  <a:lnTo>
                    <a:pt x="8928" y="4839"/>
                  </a:lnTo>
                  <a:lnTo>
                    <a:pt x="8908" y="5077"/>
                  </a:lnTo>
                  <a:lnTo>
                    <a:pt x="8849" y="5294"/>
                  </a:lnTo>
                  <a:lnTo>
                    <a:pt x="8790" y="5531"/>
                  </a:lnTo>
                  <a:lnTo>
                    <a:pt x="8711" y="5768"/>
                  </a:lnTo>
                  <a:lnTo>
                    <a:pt x="8612" y="6005"/>
                  </a:lnTo>
                  <a:lnTo>
                    <a:pt x="8493" y="6242"/>
                  </a:lnTo>
                  <a:lnTo>
                    <a:pt x="8375" y="6459"/>
                  </a:lnTo>
                  <a:lnTo>
                    <a:pt x="8237" y="6676"/>
                  </a:lnTo>
                  <a:lnTo>
                    <a:pt x="8098" y="6894"/>
                  </a:lnTo>
                  <a:lnTo>
                    <a:pt x="7940" y="7111"/>
                  </a:lnTo>
                  <a:lnTo>
                    <a:pt x="7782" y="7308"/>
                  </a:lnTo>
                  <a:lnTo>
                    <a:pt x="7605" y="7486"/>
                  </a:lnTo>
                  <a:lnTo>
                    <a:pt x="7427" y="7664"/>
                  </a:lnTo>
                  <a:lnTo>
                    <a:pt x="7249" y="7842"/>
                  </a:lnTo>
                  <a:lnTo>
                    <a:pt x="7052" y="8000"/>
                  </a:lnTo>
                  <a:lnTo>
                    <a:pt x="6854" y="8158"/>
                  </a:lnTo>
                  <a:lnTo>
                    <a:pt x="6637" y="8296"/>
                  </a:lnTo>
                  <a:lnTo>
                    <a:pt x="6439" y="8415"/>
                  </a:lnTo>
                  <a:lnTo>
                    <a:pt x="6222" y="8533"/>
                  </a:lnTo>
                  <a:lnTo>
                    <a:pt x="6005" y="8632"/>
                  </a:lnTo>
                  <a:lnTo>
                    <a:pt x="5768" y="8711"/>
                  </a:lnTo>
                  <a:lnTo>
                    <a:pt x="5531" y="8790"/>
                  </a:lnTo>
                  <a:lnTo>
                    <a:pt x="5313" y="8849"/>
                  </a:lnTo>
                  <a:lnTo>
                    <a:pt x="5076" y="8908"/>
                  </a:lnTo>
                  <a:lnTo>
                    <a:pt x="4820" y="8928"/>
                  </a:lnTo>
                  <a:lnTo>
                    <a:pt x="4583" y="8948"/>
                  </a:lnTo>
                  <a:lnTo>
                    <a:pt x="4345" y="8948"/>
                  </a:lnTo>
                  <a:lnTo>
                    <a:pt x="4089" y="8928"/>
                  </a:lnTo>
                  <a:lnTo>
                    <a:pt x="3852" y="8889"/>
                  </a:lnTo>
                  <a:lnTo>
                    <a:pt x="3595" y="8829"/>
                  </a:lnTo>
                  <a:lnTo>
                    <a:pt x="3338" y="8750"/>
                  </a:lnTo>
                  <a:lnTo>
                    <a:pt x="3101" y="8671"/>
                  </a:lnTo>
                  <a:lnTo>
                    <a:pt x="2844" y="8553"/>
                  </a:lnTo>
                  <a:lnTo>
                    <a:pt x="2607" y="8434"/>
                  </a:lnTo>
                  <a:lnTo>
                    <a:pt x="2351" y="8276"/>
                  </a:lnTo>
                  <a:lnTo>
                    <a:pt x="2114" y="8099"/>
                  </a:lnTo>
                  <a:lnTo>
                    <a:pt x="1857" y="7921"/>
                  </a:lnTo>
                  <a:lnTo>
                    <a:pt x="1521" y="7605"/>
                  </a:lnTo>
                  <a:lnTo>
                    <a:pt x="1343" y="7427"/>
                  </a:lnTo>
                  <a:lnTo>
                    <a:pt x="1165" y="7229"/>
                  </a:lnTo>
                  <a:lnTo>
                    <a:pt x="988" y="7012"/>
                  </a:lnTo>
                  <a:lnTo>
                    <a:pt x="830" y="6775"/>
                  </a:lnTo>
                  <a:lnTo>
                    <a:pt x="691" y="6518"/>
                  </a:lnTo>
                  <a:lnTo>
                    <a:pt x="573" y="6262"/>
                  </a:lnTo>
                  <a:lnTo>
                    <a:pt x="474" y="5965"/>
                  </a:lnTo>
                  <a:lnTo>
                    <a:pt x="395" y="5669"/>
                  </a:lnTo>
                  <a:lnTo>
                    <a:pt x="356" y="5333"/>
                  </a:lnTo>
                  <a:lnTo>
                    <a:pt x="356" y="4998"/>
                  </a:lnTo>
                  <a:lnTo>
                    <a:pt x="375" y="4622"/>
                  </a:lnTo>
                  <a:lnTo>
                    <a:pt x="454" y="4247"/>
                  </a:lnTo>
                  <a:lnTo>
                    <a:pt x="593" y="3832"/>
                  </a:lnTo>
                  <a:lnTo>
                    <a:pt x="770" y="3398"/>
                  </a:lnTo>
                  <a:lnTo>
                    <a:pt x="1007" y="2904"/>
                  </a:lnTo>
                  <a:lnTo>
                    <a:pt x="1264" y="2469"/>
                  </a:lnTo>
                  <a:lnTo>
                    <a:pt x="1541" y="2074"/>
                  </a:lnTo>
                  <a:lnTo>
                    <a:pt x="1837" y="1719"/>
                  </a:lnTo>
                  <a:lnTo>
                    <a:pt x="2133" y="1422"/>
                  </a:lnTo>
                  <a:lnTo>
                    <a:pt x="2449" y="1166"/>
                  </a:lnTo>
                  <a:lnTo>
                    <a:pt x="2765" y="948"/>
                  </a:lnTo>
                  <a:lnTo>
                    <a:pt x="3101" y="751"/>
                  </a:lnTo>
                  <a:lnTo>
                    <a:pt x="3437" y="613"/>
                  </a:lnTo>
                  <a:lnTo>
                    <a:pt x="3792" y="514"/>
                  </a:lnTo>
                  <a:lnTo>
                    <a:pt x="4148" y="435"/>
                  </a:lnTo>
                  <a:lnTo>
                    <a:pt x="4504" y="395"/>
                  </a:lnTo>
                  <a:lnTo>
                    <a:pt x="4859" y="376"/>
                  </a:lnTo>
                  <a:close/>
                  <a:moveTo>
                    <a:pt x="4899" y="0"/>
                  </a:moveTo>
                  <a:lnTo>
                    <a:pt x="4504" y="20"/>
                  </a:lnTo>
                  <a:lnTo>
                    <a:pt x="4108" y="59"/>
                  </a:lnTo>
                  <a:lnTo>
                    <a:pt x="3733" y="138"/>
                  </a:lnTo>
                  <a:lnTo>
                    <a:pt x="3358" y="257"/>
                  </a:lnTo>
                  <a:lnTo>
                    <a:pt x="2983" y="415"/>
                  </a:lnTo>
                  <a:lnTo>
                    <a:pt x="2627" y="613"/>
                  </a:lnTo>
                  <a:lnTo>
                    <a:pt x="2272" y="850"/>
                  </a:lnTo>
                  <a:lnTo>
                    <a:pt x="1936" y="1146"/>
                  </a:lnTo>
                  <a:lnTo>
                    <a:pt x="1600" y="1462"/>
                  </a:lnTo>
                  <a:lnTo>
                    <a:pt x="1284" y="1857"/>
                  </a:lnTo>
                  <a:lnTo>
                    <a:pt x="988" y="2272"/>
                  </a:lnTo>
                  <a:lnTo>
                    <a:pt x="711" y="2766"/>
                  </a:lnTo>
                  <a:lnTo>
                    <a:pt x="435" y="3299"/>
                  </a:lnTo>
                  <a:lnTo>
                    <a:pt x="257" y="3753"/>
                  </a:lnTo>
                  <a:lnTo>
                    <a:pt x="119" y="4207"/>
                  </a:lnTo>
                  <a:lnTo>
                    <a:pt x="20" y="4622"/>
                  </a:lnTo>
                  <a:lnTo>
                    <a:pt x="0" y="5017"/>
                  </a:lnTo>
                  <a:lnTo>
                    <a:pt x="0" y="5393"/>
                  </a:lnTo>
                  <a:lnTo>
                    <a:pt x="40" y="5748"/>
                  </a:lnTo>
                  <a:lnTo>
                    <a:pt x="119" y="6084"/>
                  </a:lnTo>
                  <a:lnTo>
                    <a:pt x="237" y="6400"/>
                  </a:lnTo>
                  <a:lnTo>
                    <a:pt x="375" y="6696"/>
                  </a:lnTo>
                  <a:lnTo>
                    <a:pt x="514" y="6953"/>
                  </a:lnTo>
                  <a:lnTo>
                    <a:pt x="691" y="7210"/>
                  </a:lnTo>
                  <a:lnTo>
                    <a:pt x="869" y="7447"/>
                  </a:lnTo>
                  <a:lnTo>
                    <a:pt x="1067" y="7664"/>
                  </a:lnTo>
                  <a:lnTo>
                    <a:pt x="1264" y="7862"/>
                  </a:lnTo>
                  <a:lnTo>
                    <a:pt x="1639" y="8197"/>
                  </a:lnTo>
                  <a:lnTo>
                    <a:pt x="1896" y="8415"/>
                  </a:lnTo>
                  <a:lnTo>
                    <a:pt x="2173" y="8592"/>
                  </a:lnTo>
                  <a:lnTo>
                    <a:pt x="2430" y="8750"/>
                  </a:lnTo>
                  <a:lnTo>
                    <a:pt x="2706" y="8908"/>
                  </a:lnTo>
                  <a:lnTo>
                    <a:pt x="2983" y="9027"/>
                  </a:lnTo>
                  <a:lnTo>
                    <a:pt x="3259" y="9126"/>
                  </a:lnTo>
                  <a:lnTo>
                    <a:pt x="3516" y="9205"/>
                  </a:lnTo>
                  <a:lnTo>
                    <a:pt x="3792" y="9264"/>
                  </a:lnTo>
                  <a:lnTo>
                    <a:pt x="4069" y="9303"/>
                  </a:lnTo>
                  <a:lnTo>
                    <a:pt x="4326" y="9323"/>
                  </a:lnTo>
                  <a:lnTo>
                    <a:pt x="4602" y="9323"/>
                  </a:lnTo>
                  <a:lnTo>
                    <a:pt x="4859" y="9303"/>
                  </a:lnTo>
                  <a:lnTo>
                    <a:pt x="5136" y="9264"/>
                  </a:lnTo>
                  <a:lnTo>
                    <a:pt x="5392" y="9224"/>
                  </a:lnTo>
                  <a:lnTo>
                    <a:pt x="5629" y="9165"/>
                  </a:lnTo>
                  <a:lnTo>
                    <a:pt x="5886" y="9086"/>
                  </a:lnTo>
                  <a:lnTo>
                    <a:pt x="6143" y="8987"/>
                  </a:lnTo>
                  <a:lnTo>
                    <a:pt x="6380" y="8869"/>
                  </a:lnTo>
                  <a:lnTo>
                    <a:pt x="6617" y="8750"/>
                  </a:lnTo>
                  <a:lnTo>
                    <a:pt x="6834" y="8612"/>
                  </a:lnTo>
                  <a:lnTo>
                    <a:pt x="7071" y="8454"/>
                  </a:lnTo>
                  <a:lnTo>
                    <a:pt x="7289" y="8296"/>
                  </a:lnTo>
                  <a:lnTo>
                    <a:pt x="7486" y="8118"/>
                  </a:lnTo>
                  <a:lnTo>
                    <a:pt x="7684" y="7941"/>
                  </a:lnTo>
                  <a:lnTo>
                    <a:pt x="7881" y="7743"/>
                  </a:lnTo>
                  <a:lnTo>
                    <a:pt x="8079" y="7546"/>
                  </a:lnTo>
                  <a:lnTo>
                    <a:pt x="8256" y="7328"/>
                  </a:lnTo>
                  <a:lnTo>
                    <a:pt x="8414" y="7091"/>
                  </a:lnTo>
                  <a:lnTo>
                    <a:pt x="8572" y="6854"/>
                  </a:lnTo>
                  <a:lnTo>
                    <a:pt x="8711" y="6617"/>
                  </a:lnTo>
                  <a:lnTo>
                    <a:pt x="8849" y="6380"/>
                  </a:lnTo>
                  <a:lnTo>
                    <a:pt x="8987" y="6123"/>
                  </a:lnTo>
                  <a:lnTo>
                    <a:pt x="9086" y="5867"/>
                  </a:lnTo>
                  <a:lnTo>
                    <a:pt x="9165" y="5610"/>
                  </a:lnTo>
                  <a:lnTo>
                    <a:pt x="9244" y="5353"/>
                  </a:lnTo>
                  <a:lnTo>
                    <a:pt x="9303" y="5116"/>
                  </a:lnTo>
                  <a:lnTo>
                    <a:pt x="9343" y="4859"/>
                  </a:lnTo>
                  <a:lnTo>
                    <a:pt x="9363" y="4602"/>
                  </a:lnTo>
                  <a:lnTo>
                    <a:pt x="9363" y="4365"/>
                  </a:lnTo>
                  <a:lnTo>
                    <a:pt x="9363" y="4109"/>
                  </a:lnTo>
                  <a:lnTo>
                    <a:pt x="9323" y="3872"/>
                  </a:lnTo>
                  <a:lnTo>
                    <a:pt x="9303" y="3635"/>
                  </a:lnTo>
                  <a:lnTo>
                    <a:pt x="9244" y="3398"/>
                  </a:lnTo>
                  <a:lnTo>
                    <a:pt x="9185" y="3180"/>
                  </a:lnTo>
                  <a:lnTo>
                    <a:pt x="9106" y="2943"/>
                  </a:lnTo>
                  <a:lnTo>
                    <a:pt x="9027" y="2726"/>
                  </a:lnTo>
                  <a:lnTo>
                    <a:pt x="8928" y="2509"/>
                  </a:lnTo>
                  <a:lnTo>
                    <a:pt x="8809" y="2311"/>
                  </a:lnTo>
                  <a:lnTo>
                    <a:pt x="8572" y="1916"/>
                  </a:lnTo>
                  <a:lnTo>
                    <a:pt x="8296" y="1541"/>
                  </a:lnTo>
                  <a:lnTo>
                    <a:pt x="7980" y="1205"/>
                  </a:lnTo>
                  <a:lnTo>
                    <a:pt x="7644" y="909"/>
                  </a:lnTo>
                  <a:lnTo>
                    <a:pt x="7289" y="652"/>
                  </a:lnTo>
                  <a:lnTo>
                    <a:pt x="6913" y="435"/>
                  </a:lnTo>
                  <a:lnTo>
                    <a:pt x="6716" y="336"/>
                  </a:lnTo>
                  <a:lnTo>
                    <a:pt x="6518" y="257"/>
                  </a:lnTo>
                  <a:lnTo>
                    <a:pt x="6321" y="198"/>
                  </a:lnTo>
                  <a:lnTo>
                    <a:pt x="6103" y="158"/>
                  </a:lnTo>
                  <a:lnTo>
                    <a:pt x="5708" y="79"/>
                  </a:lnTo>
                  <a:lnTo>
                    <a:pt x="5313" y="20"/>
                  </a:lnTo>
                  <a:lnTo>
                    <a:pt x="48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2" name="Google Shape;8222;p31"/>
            <p:cNvSpPr/>
            <p:nvPr/>
          </p:nvSpPr>
          <p:spPr>
            <a:xfrm>
              <a:off x="4556002" y="-1142735"/>
              <a:ext cx="752" cy="789"/>
            </a:xfrm>
            <a:custGeom>
              <a:rect b="b" l="l" r="r" t="t"/>
              <a:pathLst>
                <a:path extrusionOk="0" h="21" w="20">
                  <a:moveTo>
                    <a:pt x="20" y="20"/>
                  </a:move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3" name="Google Shape;8223;p31"/>
            <p:cNvSpPr/>
            <p:nvPr/>
          </p:nvSpPr>
          <p:spPr>
            <a:xfrm>
              <a:off x="4619831" y="-1325390"/>
              <a:ext cx="38" cy="789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4" name="Google Shape;8224;p31"/>
            <p:cNvSpPr/>
            <p:nvPr/>
          </p:nvSpPr>
          <p:spPr>
            <a:xfrm>
              <a:off x="4475782" y="-1401136"/>
              <a:ext cx="160434" cy="330454"/>
            </a:xfrm>
            <a:custGeom>
              <a:rect b="b" l="l" r="r" t="t"/>
              <a:pathLst>
                <a:path extrusionOk="0" h="8791" w="4268">
                  <a:moveTo>
                    <a:pt x="2450" y="5551"/>
                  </a:moveTo>
                  <a:lnTo>
                    <a:pt x="2470" y="5610"/>
                  </a:lnTo>
                  <a:lnTo>
                    <a:pt x="2490" y="5669"/>
                  </a:lnTo>
                  <a:lnTo>
                    <a:pt x="2509" y="5669"/>
                  </a:lnTo>
                  <a:lnTo>
                    <a:pt x="2529" y="5650"/>
                  </a:lnTo>
                  <a:lnTo>
                    <a:pt x="2529" y="5610"/>
                  </a:lnTo>
                  <a:lnTo>
                    <a:pt x="2569" y="5590"/>
                  </a:lnTo>
                  <a:lnTo>
                    <a:pt x="2529" y="5590"/>
                  </a:lnTo>
                  <a:lnTo>
                    <a:pt x="2509" y="5571"/>
                  </a:lnTo>
                  <a:lnTo>
                    <a:pt x="2470" y="5551"/>
                  </a:lnTo>
                  <a:close/>
                  <a:moveTo>
                    <a:pt x="3062" y="1"/>
                  </a:moveTo>
                  <a:lnTo>
                    <a:pt x="3082" y="40"/>
                  </a:lnTo>
                  <a:lnTo>
                    <a:pt x="3082" y="60"/>
                  </a:lnTo>
                  <a:lnTo>
                    <a:pt x="3043" y="119"/>
                  </a:lnTo>
                  <a:lnTo>
                    <a:pt x="3043" y="139"/>
                  </a:lnTo>
                  <a:lnTo>
                    <a:pt x="3043" y="159"/>
                  </a:lnTo>
                  <a:lnTo>
                    <a:pt x="3023" y="198"/>
                  </a:lnTo>
                  <a:lnTo>
                    <a:pt x="3003" y="238"/>
                  </a:lnTo>
                  <a:lnTo>
                    <a:pt x="2944" y="297"/>
                  </a:lnTo>
                  <a:lnTo>
                    <a:pt x="2924" y="317"/>
                  </a:lnTo>
                  <a:lnTo>
                    <a:pt x="2924" y="336"/>
                  </a:lnTo>
                  <a:lnTo>
                    <a:pt x="2924" y="376"/>
                  </a:lnTo>
                  <a:lnTo>
                    <a:pt x="2964" y="415"/>
                  </a:lnTo>
                  <a:lnTo>
                    <a:pt x="3003" y="396"/>
                  </a:lnTo>
                  <a:lnTo>
                    <a:pt x="3043" y="396"/>
                  </a:lnTo>
                  <a:lnTo>
                    <a:pt x="3062" y="415"/>
                  </a:lnTo>
                  <a:lnTo>
                    <a:pt x="3023" y="435"/>
                  </a:lnTo>
                  <a:lnTo>
                    <a:pt x="3003" y="455"/>
                  </a:lnTo>
                  <a:lnTo>
                    <a:pt x="2983" y="475"/>
                  </a:lnTo>
                  <a:lnTo>
                    <a:pt x="2964" y="475"/>
                  </a:lnTo>
                  <a:lnTo>
                    <a:pt x="2944" y="435"/>
                  </a:lnTo>
                  <a:lnTo>
                    <a:pt x="2904" y="514"/>
                  </a:lnTo>
                  <a:lnTo>
                    <a:pt x="2885" y="554"/>
                  </a:lnTo>
                  <a:lnTo>
                    <a:pt x="2964" y="593"/>
                  </a:lnTo>
                  <a:lnTo>
                    <a:pt x="2983" y="633"/>
                  </a:lnTo>
                  <a:lnTo>
                    <a:pt x="3003" y="652"/>
                  </a:lnTo>
                  <a:lnTo>
                    <a:pt x="2964" y="672"/>
                  </a:lnTo>
                  <a:lnTo>
                    <a:pt x="2944" y="672"/>
                  </a:lnTo>
                  <a:lnTo>
                    <a:pt x="2904" y="652"/>
                  </a:lnTo>
                  <a:lnTo>
                    <a:pt x="2865" y="613"/>
                  </a:lnTo>
                  <a:lnTo>
                    <a:pt x="2845" y="593"/>
                  </a:lnTo>
                  <a:lnTo>
                    <a:pt x="2806" y="613"/>
                  </a:lnTo>
                  <a:lnTo>
                    <a:pt x="2825" y="731"/>
                  </a:lnTo>
                  <a:lnTo>
                    <a:pt x="2766" y="731"/>
                  </a:lnTo>
                  <a:lnTo>
                    <a:pt x="2727" y="771"/>
                  </a:lnTo>
                  <a:lnTo>
                    <a:pt x="2707" y="830"/>
                  </a:lnTo>
                  <a:lnTo>
                    <a:pt x="2707" y="949"/>
                  </a:lnTo>
                  <a:lnTo>
                    <a:pt x="2707" y="1067"/>
                  </a:lnTo>
                  <a:lnTo>
                    <a:pt x="2707" y="1126"/>
                  </a:lnTo>
                  <a:lnTo>
                    <a:pt x="2687" y="1186"/>
                  </a:lnTo>
                  <a:lnTo>
                    <a:pt x="2648" y="1146"/>
                  </a:lnTo>
                  <a:lnTo>
                    <a:pt x="2628" y="1087"/>
                  </a:lnTo>
                  <a:lnTo>
                    <a:pt x="2628" y="1028"/>
                  </a:lnTo>
                  <a:lnTo>
                    <a:pt x="2628" y="988"/>
                  </a:lnTo>
                  <a:lnTo>
                    <a:pt x="2608" y="988"/>
                  </a:lnTo>
                  <a:lnTo>
                    <a:pt x="2588" y="1008"/>
                  </a:lnTo>
                  <a:lnTo>
                    <a:pt x="2569" y="1067"/>
                  </a:lnTo>
                  <a:lnTo>
                    <a:pt x="2569" y="1107"/>
                  </a:lnTo>
                  <a:lnTo>
                    <a:pt x="2549" y="1126"/>
                  </a:lnTo>
                  <a:lnTo>
                    <a:pt x="2529" y="1146"/>
                  </a:lnTo>
                  <a:lnTo>
                    <a:pt x="2509" y="1205"/>
                  </a:lnTo>
                  <a:lnTo>
                    <a:pt x="2529" y="1245"/>
                  </a:lnTo>
                  <a:lnTo>
                    <a:pt x="2549" y="1284"/>
                  </a:lnTo>
                  <a:lnTo>
                    <a:pt x="2588" y="1304"/>
                  </a:lnTo>
                  <a:lnTo>
                    <a:pt x="2588" y="1344"/>
                  </a:lnTo>
                  <a:lnTo>
                    <a:pt x="2549" y="1344"/>
                  </a:lnTo>
                  <a:lnTo>
                    <a:pt x="2509" y="1324"/>
                  </a:lnTo>
                  <a:lnTo>
                    <a:pt x="2529" y="1383"/>
                  </a:lnTo>
                  <a:lnTo>
                    <a:pt x="2529" y="1442"/>
                  </a:lnTo>
                  <a:lnTo>
                    <a:pt x="2509" y="1541"/>
                  </a:lnTo>
                  <a:lnTo>
                    <a:pt x="2450" y="1521"/>
                  </a:lnTo>
                  <a:lnTo>
                    <a:pt x="2470" y="1640"/>
                  </a:lnTo>
                  <a:lnTo>
                    <a:pt x="2509" y="1640"/>
                  </a:lnTo>
                  <a:lnTo>
                    <a:pt x="2569" y="1680"/>
                  </a:lnTo>
                  <a:lnTo>
                    <a:pt x="2549" y="1699"/>
                  </a:lnTo>
                  <a:lnTo>
                    <a:pt x="2608" y="1680"/>
                  </a:lnTo>
                  <a:lnTo>
                    <a:pt x="2628" y="1660"/>
                  </a:lnTo>
                  <a:lnTo>
                    <a:pt x="2628" y="1561"/>
                  </a:lnTo>
                  <a:lnTo>
                    <a:pt x="2648" y="1521"/>
                  </a:lnTo>
                  <a:lnTo>
                    <a:pt x="2648" y="1482"/>
                  </a:lnTo>
                  <a:lnTo>
                    <a:pt x="2687" y="1442"/>
                  </a:lnTo>
                  <a:lnTo>
                    <a:pt x="2746" y="1442"/>
                  </a:lnTo>
                  <a:lnTo>
                    <a:pt x="2766" y="1462"/>
                  </a:lnTo>
                  <a:lnTo>
                    <a:pt x="2786" y="1462"/>
                  </a:lnTo>
                  <a:lnTo>
                    <a:pt x="2806" y="1482"/>
                  </a:lnTo>
                  <a:lnTo>
                    <a:pt x="2786" y="1502"/>
                  </a:lnTo>
                  <a:lnTo>
                    <a:pt x="2746" y="1502"/>
                  </a:lnTo>
                  <a:lnTo>
                    <a:pt x="2806" y="1541"/>
                  </a:lnTo>
                  <a:lnTo>
                    <a:pt x="2825" y="1561"/>
                  </a:lnTo>
                  <a:lnTo>
                    <a:pt x="2825" y="1541"/>
                  </a:lnTo>
                  <a:lnTo>
                    <a:pt x="2865" y="1561"/>
                  </a:lnTo>
                  <a:lnTo>
                    <a:pt x="2885" y="1581"/>
                  </a:lnTo>
                  <a:lnTo>
                    <a:pt x="2904" y="1640"/>
                  </a:lnTo>
                  <a:lnTo>
                    <a:pt x="2885" y="1699"/>
                  </a:lnTo>
                  <a:lnTo>
                    <a:pt x="2885" y="1759"/>
                  </a:lnTo>
                  <a:lnTo>
                    <a:pt x="2825" y="1759"/>
                  </a:lnTo>
                  <a:lnTo>
                    <a:pt x="2806" y="1719"/>
                  </a:lnTo>
                  <a:lnTo>
                    <a:pt x="2786" y="1660"/>
                  </a:lnTo>
                  <a:lnTo>
                    <a:pt x="2766" y="1600"/>
                  </a:lnTo>
                  <a:lnTo>
                    <a:pt x="2766" y="1660"/>
                  </a:lnTo>
                  <a:lnTo>
                    <a:pt x="2766" y="1680"/>
                  </a:lnTo>
                  <a:lnTo>
                    <a:pt x="2746" y="1699"/>
                  </a:lnTo>
                  <a:lnTo>
                    <a:pt x="2667" y="1660"/>
                  </a:lnTo>
                  <a:lnTo>
                    <a:pt x="2687" y="1719"/>
                  </a:lnTo>
                  <a:lnTo>
                    <a:pt x="2707" y="1739"/>
                  </a:lnTo>
                  <a:lnTo>
                    <a:pt x="2746" y="1739"/>
                  </a:lnTo>
                  <a:lnTo>
                    <a:pt x="2806" y="1778"/>
                  </a:lnTo>
                  <a:lnTo>
                    <a:pt x="2825" y="1798"/>
                  </a:lnTo>
                  <a:lnTo>
                    <a:pt x="2845" y="1818"/>
                  </a:lnTo>
                  <a:lnTo>
                    <a:pt x="2825" y="1838"/>
                  </a:lnTo>
                  <a:lnTo>
                    <a:pt x="2786" y="1857"/>
                  </a:lnTo>
                  <a:lnTo>
                    <a:pt x="2746" y="1877"/>
                  </a:lnTo>
                  <a:lnTo>
                    <a:pt x="2746" y="1838"/>
                  </a:lnTo>
                  <a:lnTo>
                    <a:pt x="2727" y="1897"/>
                  </a:lnTo>
                  <a:lnTo>
                    <a:pt x="2727" y="1936"/>
                  </a:lnTo>
                  <a:lnTo>
                    <a:pt x="2727" y="1976"/>
                  </a:lnTo>
                  <a:lnTo>
                    <a:pt x="2727" y="2015"/>
                  </a:lnTo>
                  <a:lnTo>
                    <a:pt x="2667" y="2015"/>
                  </a:lnTo>
                  <a:lnTo>
                    <a:pt x="2687" y="1976"/>
                  </a:lnTo>
                  <a:lnTo>
                    <a:pt x="2667" y="1936"/>
                  </a:lnTo>
                  <a:lnTo>
                    <a:pt x="2628" y="1877"/>
                  </a:lnTo>
                  <a:lnTo>
                    <a:pt x="2628" y="1857"/>
                  </a:lnTo>
                  <a:lnTo>
                    <a:pt x="2549" y="1857"/>
                  </a:lnTo>
                  <a:lnTo>
                    <a:pt x="2529" y="1838"/>
                  </a:lnTo>
                  <a:lnTo>
                    <a:pt x="2490" y="1818"/>
                  </a:lnTo>
                  <a:lnTo>
                    <a:pt x="2411" y="1680"/>
                  </a:lnTo>
                  <a:lnTo>
                    <a:pt x="2411" y="1719"/>
                  </a:lnTo>
                  <a:lnTo>
                    <a:pt x="2391" y="1739"/>
                  </a:lnTo>
                  <a:lnTo>
                    <a:pt x="2371" y="1778"/>
                  </a:lnTo>
                  <a:lnTo>
                    <a:pt x="2332" y="1778"/>
                  </a:lnTo>
                  <a:lnTo>
                    <a:pt x="2351" y="1818"/>
                  </a:lnTo>
                  <a:lnTo>
                    <a:pt x="2332" y="1857"/>
                  </a:lnTo>
                  <a:lnTo>
                    <a:pt x="2312" y="1917"/>
                  </a:lnTo>
                  <a:lnTo>
                    <a:pt x="2272" y="1976"/>
                  </a:lnTo>
                  <a:lnTo>
                    <a:pt x="2292" y="2015"/>
                  </a:lnTo>
                  <a:lnTo>
                    <a:pt x="2312" y="2055"/>
                  </a:lnTo>
                  <a:lnTo>
                    <a:pt x="2292" y="2055"/>
                  </a:lnTo>
                  <a:lnTo>
                    <a:pt x="2272" y="2035"/>
                  </a:lnTo>
                  <a:lnTo>
                    <a:pt x="2253" y="2015"/>
                  </a:lnTo>
                  <a:lnTo>
                    <a:pt x="2253" y="2035"/>
                  </a:lnTo>
                  <a:lnTo>
                    <a:pt x="2193" y="2154"/>
                  </a:lnTo>
                  <a:lnTo>
                    <a:pt x="2193" y="2233"/>
                  </a:lnTo>
                  <a:lnTo>
                    <a:pt x="2193" y="2312"/>
                  </a:lnTo>
                  <a:lnTo>
                    <a:pt x="2174" y="2331"/>
                  </a:lnTo>
                  <a:lnTo>
                    <a:pt x="2154" y="2331"/>
                  </a:lnTo>
                  <a:lnTo>
                    <a:pt x="2095" y="2312"/>
                  </a:lnTo>
                  <a:lnTo>
                    <a:pt x="2055" y="2391"/>
                  </a:lnTo>
                  <a:lnTo>
                    <a:pt x="2035" y="2450"/>
                  </a:lnTo>
                  <a:lnTo>
                    <a:pt x="2035" y="2588"/>
                  </a:lnTo>
                  <a:lnTo>
                    <a:pt x="2035" y="2726"/>
                  </a:lnTo>
                  <a:lnTo>
                    <a:pt x="2016" y="2805"/>
                  </a:lnTo>
                  <a:lnTo>
                    <a:pt x="1976" y="2884"/>
                  </a:lnTo>
                  <a:lnTo>
                    <a:pt x="1956" y="2825"/>
                  </a:lnTo>
                  <a:lnTo>
                    <a:pt x="1917" y="2884"/>
                  </a:lnTo>
                  <a:lnTo>
                    <a:pt x="1917" y="2924"/>
                  </a:lnTo>
                  <a:lnTo>
                    <a:pt x="1937" y="2944"/>
                  </a:lnTo>
                  <a:lnTo>
                    <a:pt x="1877" y="2963"/>
                  </a:lnTo>
                  <a:lnTo>
                    <a:pt x="1858" y="2983"/>
                  </a:lnTo>
                  <a:lnTo>
                    <a:pt x="1858" y="3062"/>
                  </a:lnTo>
                  <a:lnTo>
                    <a:pt x="1838" y="3121"/>
                  </a:lnTo>
                  <a:lnTo>
                    <a:pt x="1838" y="3161"/>
                  </a:lnTo>
                  <a:lnTo>
                    <a:pt x="1798" y="3181"/>
                  </a:lnTo>
                  <a:lnTo>
                    <a:pt x="1759" y="3200"/>
                  </a:lnTo>
                  <a:lnTo>
                    <a:pt x="1739" y="3240"/>
                  </a:lnTo>
                  <a:lnTo>
                    <a:pt x="1719" y="3260"/>
                  </a:lnTo>
                  <a:lnTo>
                    <a:pt x="1739" y="3319"/>
                  </a:lnTo>
                  <a:lnTo>
                    <a:pt x="1778" y="3378"/>
                  </a:lnTo>
                  <a:lnTo>
                    <a:pt x="1798" y="3437"/>
                  </a:lnTo>
                  <a:lnTo>
                    <a:pt x="1739" y="3398"/>
                  </a:lnTo>
                  <a:lnTo>
                    <a:pt x="1680" y="3398"/>
                  </a:lnTo>
                  <a:lnTo>
                    <a:pt x="1620" y="3615"/>
                  </a:lnTo>
                  <a:lnTo>
                    <a:pt x="1581" y="3813"/>
                  </a:lnTo>
                  <a:lnTo>
                    <a:pt x="1443" y="4208"/>
                  </a:lnTo>
                  <a:lnTo>
                    <a:pt x="1423" y="4188"/>
                  </a:lnTo>
                  <a:lnTo>
                    <a:pt x="1403" y="4247"/>
                  </a:lnTo>
                  <a:lnTo>
                    <a:pt x="1383" y="4326"/>
                  </a:lnTo>
                  <a:lnTo>
                    <a:pt x="1364" y="4465"/>
                  </a:lnTo>
                  <a:lnTo>
                    <a:pt x="1344" y="4623"/>
                  </a:lnTo>
                  <a:lnTo>
                    <a:pt x="1324" y="4682"/>
                  </a:lnTo>
                  <a:lnTo>
                    <a:pt x="1285" y="4741"/>
                  </a:lnTo>
                  <a:lnTo>
                    <a:pt x="1304" y="4820"/>
                  </a:lnTo>
                  <a:lnTo>
                    <a:pt x="1324" y="4860"/>
                  </a:lnTo>
                  <a:lnTo>
                    <a:pt x="1423" y="4860"/>
                  </a:lnTo>
                  <a:lnTo>
                    <a:pt x="1502" y="4879"/>
                  </a:lnTo>
                  <a:lnTo>
                    <a:pt x="1502" y="4919"/>
                  </a:lnTo>
                  <a:lnTo>
                    <a:pt x="1482" y="4958"/>
                  </a:lnTo>
                  <a:lnTo>
                    <a:pt x="1383" y="4958"/>
                  </a:lnTo>
                  <a:lnTo>
                    <a:pt x="1364" y="4978"/>
                  </a:lnTo>
                  <a:lnTo>
                    <a:pt x="1364" y="4998"/>
                  </a:lnTo>
                  <a:lnTo>
                    <a:pt x="1304" y="4978"/>
                  </a:lnTo>
                  <a:lnTo>
                    <a:pt x="1265" y="4939"/>
                  </a:lnTo>
                  <a:lnTo>
                    <a:pt x="1245" y="4899"/>
                  </a:lnTo>
                  <a:lnTo>
                    <a:pt x="1206" y="4879"/>
                  </a:lnTo>
                  <a:lnTo>
                    <a:pt x="1225" y="5037"/>
                  </a:lnTo>
                  <a:lnTo>
                    <a:pt x="1186" y="5077"/>
                  </a:lnTo>
                  <a:lnTo>
                    <a:pt x="1166" y="5136"/>
                  </a:lnTo>
                  <a:lnTo>
                    <a:pt x="1146" y="5195"/>
                  </a:lnTo>
                  <a:lnTo>
                    <a:pt x="1107" y="5235"/>
                  </a:lnTo>
                  <a:lnTo>
                    <a:pt x="1107" y="5215"/>
                  </a:lnTo>
                  <a:lnTo>
                    <a:pt x="1087" y="5195"/>
                  </a:lnTo>
                  <a:lnTo>
                    <a:pt x="1067" y="5176"/>
                  </a:lnTo>
                  <a:lnTo>
                    <a:pt x="1087" y="5156"/>
                  </a:lnTo>
                  <a:lnTo>
                    <a:pt x="1107" y="5176"/>
                  </a:lnTo>
                  <a:lnTo>
                    <a:pt x="1127" y="5116"/>
                  </a:lnTo>
                  <a:lnTo>
                    <a:pt x="1127" y="5097"/>
                  </a:lnTo>
                  <a:lnTo>
                    <a:pt x="1107" y="5057"/>
                  </a:lnTo>
                  <a:lnTo>
                    <a:pt x="1087" y="5018"/>
                  </a:lnTo>
                  <a:lnTo>
                    <a:pt x="1067" y="5156"/>
                  </a:lnTo>
                  <a:lnTo>
                    <a:pt x="1048" y="5235"/>
                  </a:lnTo>
                  <a:lnTo>
                    <a:pt x="1008" y="5274"/>
                  </a:lnTo>
                  <a:lnTo>
                    <a:pt x="1048" y="5294"/>
                  </a:lnTo>
                  <a:lnTo>
                    <a:pt x="1048" y="5334"/>
                  </a:lnTo>
                  <a:lnTo>
                    <a:pt x="1048" y="5373"/>
                  </a:lnTo>
                  <a:lnTo>
                    <a:pt x="1067" y="5393"/>
                  </a:lnTo>
                  <a:lnTo>
                    <a:pt x="1048" y="5393"/>
                  </a:lnTo>
                  <a:lnTo>
                    <a:pt x="1067" y="5413"/>
                  </a:lnTo>
                  <a:lnTo>
                    <a:pt x="1087" y="5452"/>
                  </a:lnTo>
                  <a:lnTo>
                    <a:pt x="1087" y="5492"/>
                  </a:lnTo>
                  <a:lnTo>
                    <a:pt x="988" y="5472"/>
                  </a:lnTo>
                  <a:lnTo>
                    <a:pt x="988" y="5492"/>
                  </a:lnTo>
                  <a:lnTo>
                    <a:pt x="1028" y="5492"/>
                  </a:lnTo>
                  <a:lnTo>
                    <a:pt x="1048" y="5511"/>
                  </a:lnTo>
                  <a:lnTo>
                    <a:pt x="1028" y="5571"/>
                  </a:lnTo>
                  <a:lnTo>
                    <a:pt x="1008" y="5650"/>
                  </a:lnTo>
                  <a:lnTo>
                    <a:pt x="949" y="5709"/>
                  </a:lnTo>
                  <a:lnTo>
                    <a:pt x="909" y="5729"/>
                  </a:lnTo>
                  <a:lnTo>
                    <a:pt x="870" y="5729"/>
                  </a:lnTo>
                  <a:lnTo>
                    <a:pt x="870" y="5768"/>
                  </a:lnTo>
                  <a:lnTo>
                    <a:pt x="890" y="5808"/>
                  </a:lnTo>
                  <a:lnTo>
                    <a:pt x="890" y="5827"/>
                  </a:lnTo>
                  <a:lnTo>
                    <a:pt x="870" y="5867"/>
                  </a:lnTo>
                  <a:lnTo>
                    <a:pt x="830" y="5827"/>
                  </a:lnTo>
                  <a:lnTo>
                    <a:pt x="751" y="6025"/>
                  </a:lnTo>
                  <a:lnTo>
                    <a:pt x="692" y="6143"/>
                  </a:lnTo>
                  <a:lnTo>
                    <a:pt x="633" y="6222"/>
                  </a:lnTo>
                  <a:lnTo>
                    <a:pt x="613" y="6361"/>
                  </a:lnTo>
                  <a:lnTo>
                    <a:pt x="613" y="6440"/>
                  </a:lnTo>
                  <a:lnTo>
                    <a:pt x="633" y="6499"/>
                  </a:lnTo>
                  <a:lnTo>
                    <a:pt x="653" y="6479"/>
                  </a:lnTo>
                  <a:lnTo>
                    <a:pt x="672" y="6460"/>
                  </a:lnTo>
                  <a:lnTo>
                    <a:pt x="692" y="6440"/>
                  </a:lnTo>
                  <a:lnTo>
                    <a:pt x="732" y="6479"/>
                  </a:lnTo>
                  <a:lnTo>
                    <a:pt x="751" y="6519"/>
                  </a:lnTo>
                  <a:lnTo>
                    <a:pt x="751" y="6539"/>
                  </a:lnTo>
                  <a:lnTo>
                    <a:pt x="732" y="6598"/>
                  </a:lnTo>
                  <a:lnTo>
                    <a:pt x="692" y="6598"/>
                  </a:lnTo>
                  <a:lnTo>
                    <a:pt x="672" y="6618"/>
                  </a:lnTo>
                  <a:lnTo>
                    <a:pt x="653" y="6637"/>
                  </a:lnTo>
                  <a:lnTo>
                    <a:pt x="633" y="6598"/>
                  </a:lnTo>
                  <a:lnTo>
                    <a:pt x="593" y="6598"/>
                  </a:lnTo>
                  <a:lnTo>
                    <a:pt x="574" y="6618"/>
                  </a:lnTo>
                  <a:lnTo>
                    <a:pt x="554" y="6677"/>
                  </a:lnTo>
                  <a:lnTo>
                    <a:pt x="534" y="6716"/>
                  </a:lnTo>
                  <a:lnTo>
                    <a:pt x="514" y="6736"/>
                  </a:lnTo>
                  <a:lnTo>
                    <a:pt x="475" y="6736"/>
                  </a:lnTo>
                  <a:lnTo>
                    <a:pt x="495" y="6776"/>
                  </a:lnTo>
                  <a:lnTo>
                    <a:pt x="475" y="6815"/>
                  </a:lnTo>
                  <a:lnTo>
                    <a:pt x="475" y="6874"/>
                  </a:lnTo>
                  <a:lnTo>
                    <a:pt x="495" y="6934"/>
                  </a:lnTo>
                  <a:lnTo>
                    <a:pt x="455" y="6914"/>
                  </a:lnTo>
                  <a:lnTo>
                    <a:pt x="455" y="6894"/>
                  </a:lnTo>
                  <a:lnTo>
                    <a:pt x="455" y="6874"/>
                  </a:lnTo>
                  <a:lnTo>
                    <a:pt x="435" y="6855"/>
                  </a:lnTo>
                  <a:lnTo>
                    <a:pt x="435" y="6914"/>
                  </a:lnTo>
                  <a:lnTo>
                    <a:pt x="396" y="6894"/>
                  </a:lnTo>
                  <a:lnTo>
                    <a:pt x="376" y="6934"/>
                  </a:lnTo>
                  <a:lnTo>
                    <a:pt x="376" y="6953"/>
                  </a:lnTo>
                  <a:lnTo>
                    <a:pt x="416" y="7013"/>
                  </a:lnTo>
                  <a:lnTo>
                    <a:pt x="435" y="7072"/>
                  </a:lnTo>
                  <a:lnTo>
                    <a:pt x="455" y="7131"/>
                  </a:lnTo>
                  <a:lnTo>
                    <a:pt x="455" y="7171"/>
                  </a:lnTo>
                  <a:lnTo>
                    <a:pt x="376" y="7092"/>
                  </a:lnTo>
                  <a:lnTo>
                    <a:pt x="376" y="7131"/>
                  </a:lnTo>
                  <a:lnTo>
                    <a:pt x="396" y="7190"/>
                  </a:lnTo>
                  <a:lnTo>
                    <a:pt x="416" y="7250"/>
                  </a:lnTo>
                  <a:lnTo>
                    <a:pt x="416" y="7289"/>
                  </a:lnTo>
                  <a:lnTo>
                    <a:pt x="396" y="7289"/>
                  </a:lnTo>
                  <a:lnTo>
                    <a:pt x="396" y="7348"/>
                  </a:lnTo>
                  <a:lnTo>
                    <a:pt x="376" y="7329"/>
                  </a:lnTo>
                  <a:lnTo>
                    <a:pt x="416" y="7388"/>
                  </a:lnTo>
                  <a:lnTo>
                    <a:pt x="416" y="7447"/>
                  </a:lnTo>
                  <a:lnTo>
                    <a:pt x="416" y="7506"/>
                  </a:lnTo>
                  <a:lnTo>
                    <a:pt x="435" y="7546"/>
                  </a:lnTo>
                  <a:lnTo>
                    <a:pt x="356" y="7566"/>
                  </a:lnTo>
                  <a:lnTo>
                    <a:pt x="337" y="7585"/>
                  </a:lnTo>
                  <a:lnTo>
                    <a:pt x="356" y="7625"/>
                  </a:lnTo>
                  <a:lnTo>
                    <a:pt x="258" y="7585"/>
                  </a:lnTo>
                  <a:lnTo>
                    <a:pt x="277" y="7526"/>
                  </a:lnTo>
                  <a:lnTo>
                    <a:pt x="297" y="7526"/>
                  </a:lnTo>
                  <a:lnTo>
                    <a:pt x="337" y="7506"/>
                  </a:lnTo>
                  <a:lnTo>
                    <a:pt x="337" y="7447"/>
                  </a:lnTo>
                  <a:lnTo>
                    <a:pt x="277" y="7467"/>
                  </a:lnTo>
                  <a:lnTo>
                    <a:pt x="238" y="7506"/>
                  </a:lnTo>
                  <a:lnTo>
                    <a:pt x="159" y="7605"/>
                  </a:lnTo>
                  <a:lnTo>
                    <a:pt x="100" y="7724"/>
                  </a:lnTo>
                  <a:lnTo>
                    <a:pt x="60" y="7842"/>
                  </a:lnTo>
                  <a:lnTo>
                    <a:pt x="60" y="7901"/>
                  </a:lnTo>
                  <a:lnTo>
                    <a:pt x="40" y="7980"/>
                  </a:lnTo>
                  <a:lnTo>
                    <a:pt x="1" y="8040"/>
                  </a:lnTo>
                  <a:lnTo>
                    <a:pt x="1" y="8119"/>
                  </a:lnTo>
                  <a:lnTo>
                    <a:pt x="1265" y="8790"/>
                  </a:lnTo>
                  <a:lnTo>
                    <a:pt x="1383" y="8652"/>
                  </a:lnTo>
                  <a:lnTo>
                    <a:pt x="1423" y="8593"/>
                  </a:lnTo>
                  <a:lnTo>
                    <a:pt x="1423" y="8514"/>
                  </a:lnTo>
                  <a:lnTo>
                    <a:pt x="1304" y="8533"/>
                  </a:lnTo>
                  <a:lnTo>
                    <a:pt x="1383" y="8593"/>
                  </a:lnTo>
                  <a:lnTo>
                    <a:pt x="1324" y="8593"/>
                  </a:lnTo>
                  <a:lnTo>
                    <a:pt x="1265" y="8553"/>
                  </a:lnTo>
                  <a:lnTo>
                    <a:pt x="1166" y="8454"/>
                  </a:lnTo>
                  <a:lnTo>
                    <a:pt x="1186" y="8454"/>
                  </a:lnTo>
                  <a:lnTo>
                    <a:pt x="1206" y="8415"/>
                  </a:lnTo>
                  <a:lnTo>
                    <a:pt x="1245" y="8415"/>
                  </a:lnTo>
                  <a:lnTo>
                    <a:pt x="1245" y="8336"/>
                  </a:lnTo>
                  <a:lnTo>
                    <a:pt x="1206" y="8336"/>
                  </a:lnTo>
                  <a:lnTo>
                    <a:pt x="1206" y="8356"/>
                  </a:lnTo>
                  <a:lnTo>
                    <a:pt x="1186" y="8356"/>
                  </a:lnTo>
                  <a:lnTo>
                    <a:pt x="1166" y="8336"/>
                  </a:lnTo>
                  <a:lnTo>
                    <a:pt x="1225" y="8277"/>
                  </a:lnTo>
                  <a:lnTo>
                    <a:pt x="1265" y="8277"/>
                  </a:lnTo>
                  <a:lnTo>
                    <a:pt x="1285" y="8316"/>
                  </a:lnTo>
                  <a:lnTo>
                    <a:pt x="1285" y="8277"/>
                  </a:lnTo>
                  <a:lnTo>
                    <a:pt x="1285" y="8237"/>
                  </a:lnTo>
                  <a:lnTo>
                    <a:pt x="1285" y="8198"/>
                  </a:lnTo>
                  <a:lnTo>
                    <a:pt x="1245" y="8198"/>
                  </a:lnTo>
                  <a:lnTo>
                    <a:pt x="1265" y="8178"/>
                  </a:lnTo>
                  <a:lnTo>
                    <a:pt x="1304" y="8198"/>
                  </a:lnTo>
                  <a:lnTo>
                    <a:pt x="1364" y="8277"/>
                  </a:lnTo>
                  <a:lnTo>
                    <a:pt x="1403" y="8257"/>
                  </a:lnTo>
                  <a:lnTo>
                    <a:pt x="1423" y="8257"/>
                  </a:lnTo>
                  <a:lnTo>
                    <a:pt x="1482" y="8296"/>
                  </a:lnTo>
                  <a:lnTo>
                    <a:pt x="1502" y="8217"/>
                  </a:lnTo>
                  <a:lnTo>
                    <a:pt x="1541" y="8237"/>
                  </a:lnTo>
                  <a:lnTo>
                    <a:pt x="1561" y="8277"/>
                  </a:lnTo>
                  <a:lnTo>
                    <a:pt x="1581" y="8237"/>
                  </a:lnTo>
                  <a:lnTo>
                    <a:pt x="1581" y="8198"/>
                  </a:lnTo>
                  <a:lnTo>
                    <a:pt x="1581" y="8178"/>
                  </a:lnTo>
                  <a:lnTo>
                    <a:pt x="1620" y="8158"/>
                  </a:lnTo>
                  <a:lnTo>
                    <a:pt x="1561" y="8099"/>
                  </a:lnTo>
                  <a:lnTo>
                    <a:pt x="1680" y="8000"/>
                  </a:lnTo>
                  <a:lnTo>
                    <a:pt x="1739" y="7882"/>
                  </a:lnTo>
                  <a:lnTo>
                    <a:pt x="1680" y="7882"/>
                  </a:lnTo>
                  <a:lnTo>
                    <a:pt x="1660" y="7842"/>
                  </a:lnTo>
                  <a:lnTo>
                    <a:pt x="1680" y="7822"/>
                  </a:lnTo>
                  <a:lnTo>
                    <a:pt x="1719" y="7803"/>
                  </a:lnTo>
                  <a:lnTo>
                    <a:pt x="1778" y="7763"/>
                  </a:lnTo>
                  <a:lnTo>
                    <a:pt x="1798" y="7743"/>
                  </a:lnTo>
                  <a:lnTo>
                    <a:pt x="1798" y="7704"/>
                  </a:lnTo>
                  <a:lnTo>
                    <a:pt x="1798" y="7645"/>
                  </a:lnTo>
                  <a:lnTo>
                    <a:pt x="1798" y="7585"/>
                  </a:lnTo>
                  <a:lnTo>
                    <a:pt x="1759" y="7546"/>
                  </a:lnTo>
                  <a:lnTo>
                    <a:pt x="1719" y="7526"/>
                  </a:lnTo>
                  <a:lnTo>
                    <a:pt x="1719" y="7506"/>
                  </a:lnTo>
                  <a:lnTo>
                    <a:pt x="1739" y="7487"/>
                  </a:lnTo>
                  <a:lnTo>
                    <a:pt x="1798" y="7487"/>
                  </a:lnTo>
                  <a:lnTo>
                    <a:pt x="1739" y="7368"/>
                  </a:lnTo>
                  <a:lnTo>
                    <a:pt x="1739" y="7329"/>
                  </a:lnTo>
                  <a:lnTo>
                    <a:pt x="1759" y="7309"/>
                  </a:lnTo>
                  <a:lnTo>
                    <a:pt x="1778" y="7289"/>
                  </a:lnTo>
                  <a:lnTo>
                    <a:pt x="1798" y="7408"/>
                  </a:lnTo>
                  <a:lnTo>
                    <a:pt x="1838" y="7408"/>
                  </a:lnTo>
                  <a:lnTo>
                    <a:pt x="1858" y="7368"/>
                  </a:lnTo>
                  <a:lnTo>
                    <a:pt x="1877" y="7309"/>
                  </a:lnTo>
                  <a:lnTo>
                    <a:pt x="1917" y="7269"/>
                  </a:lnTo>
                  <a:lnTo>
                    <a:pt x="1858" y="7131"/>
                  </a:lnTo>
                  <a:lnTo>
                    <a:pt x="1798" y="6953"/>
                  </a:lnTo>
                  <a:lnTo>
                    <a:pt x="1739" y="6934"/>
                  </a:lnTo>
                  <a:lnTo>
                    <a:pt x="1680" y="6914"/>
                  </a:lnTo>
                  <a:lnTo>
                    <a:pt x="1620" y="6874"/>
                  </a:lnTo>
                  <a:lnTo>
                    <a:pt x="1581" y="6815"/>
                  </a:lnTo>
                  <a:lnTo>
                    <a:pt x="1620" y="6815"/>
                  </a:lnTo>
                  <a:lnTo>
                    <a:pt x="1640" y="6795"/>
                  </a:lnTo>
                  <a:lnTo>
                    <a:pt x="1680" y="6756"/>
                  </a:lnTo>
                  <a:lnTo>
                    <a:pt x="1719" y="6716"/>
                  </a:lnTo>
                  <a:lnTo>
                    <a:pt x="1759" y="6736"/>
                  </a:lnTo>
                  <a:lnTo>
                    <a:pt x="1818" y="6716"/>
                  </a:lnTo>
                  <a:lnTo>
                    <a:pt x="1858" y="6736"/>
                  </a:lnTo>
                  <a:lnTo>
                    <a:pt x="1858" y="6776"/>
                  </a:lnTo>
                  <a:lnTo>
                    <a:pt x="1798" y="6776"/>
                  </a:lnTo>
                  <a:lnTo>
                    <a:pt x="1759" y="6795"/>
                  </a:lnTo>
                  <a:lnTo>
                    <a:pt x="1759" y="6815"/>
                  </a:lnTo>
                  <a:lnTo>
                    <a:pt x="1858" y="6795"/>
                  </a:lnTo>
                  <a:lnTo>
                    <a:pt x="1976" y="6736"/>
                  </a:lnTo>
                  <a:lnTo>
                    <a:pt x="2016" y="6776"/>
                  </a:lnTo>
                  <a:lnTo>
                    <a:pt x="2016" y="6835"/>
                  </a:lnTo>
                  <a:lnTo>
                    <a:pt x="1976" y="6815"/>
                  </a:lnTo>
                  <a:lnTo>
                    <a:pt x="1956" y="6815"/>
                  </a:lnTo>
                  <a:lnTo>
                    <a:pt x="1956" y="6855"/>
                  </a:lnTo>
                  <a:lnTo>
                    <a:pt x="1976" y="6874"/>
                  </a:lnTo>
                  <a:lnTo>
                    <a:pt x="2035" y="6874"/>
                  </a:lnTo>
                  <a:lnTo>
                    <a:pt x="2095" y="6855"/>
                  </a:lnTo>
                  <a:lnTo>
                    <a:pt x="2134" y="6874"/>
                  </a:lnTo>
                  <a:lnTo>
                    <a:pt x="2134" y="6815"/>
                  </a:lnTo>
                  <a:lnTo>
                    <a:pt x="2134" y="6795"/>
                  </a:lnTo>
                  <a:lnTo>
                    <a:pt x="2114" y="6795"/>
                  </a:lnTo>
                  <a:lnTo>
                    <a:pt x="2154" y="6776"/>
                  </a:lnTo>
                  <a:lnTo>
                    <a:pt x="2174" y="6756"/>
                  </a:lnTo>
                  <a:lnTo>
                    <a:pt x="2174" y="6677"/>
                  </a:lnTo>
                  <a:lnTo>
                    <a:pt x="2174" y="6618"/>
                  </a:lnTo>
                  <a:lnTo>
                    <a:pt x="2193" y="6578"/>
                  </a:lnTo>
                  <a:lnTo>
                    <a:pt x="2233" y="6558"/>
                  </a:lnTo>
                  <a:lnTo>
                    <a:pt x="2174" y="6558"/>
                  </a:lnTo>
                  <a:lnTo>
                    <a:pt x="2154" y="6519"/>
                  </a:lnTo>
                  <a:lnTo>
                    <a:pt x="2174" y="6479"/>
                  </a:lnTo>
                  <a:lnTo>
                    <a:pt x="2193" y="6479"/>
                  </a:lnTo>
                  <a:lnTo>
                    <a:pt x="2253" y="6460"/>
                  </a:lnTo>
                  <a:lnTo>
                    <a:pt x="2253" y="6420"/>
                  </a:lnTo>
                  <a:lnTo>
                    <a:pt x="2233" y="6381"/>
                  </a:lnTo>
                  <a:lnTo>
                    <a:pt x="2253" y="6341"/>
                  </a:lnTo>
                  <a:lnTo>
                    <a:pt x="2253" y="6321"/>
                  </a:lnTo>
                  <a:lnTo>
                    <a:pt x="2233" y="6321"/>
                  </a:lnTo>
                  <a:lnTo>
                    <a:pt x="2174" y="6301"/>
                  </a:lnTo>
                  <a:lnTo>
                    <a:pt x="2114" y="6301"/>
                  </a:lnTo>
                  <a:lnTo>
                    <a:pt x="2095" y="6282"/>
                  </a:lnTo>
                  <a:lnTo>
                    <a:pt x="2095" y="6262"/>
                  </a:lnTo>
                  <a:lnTo>
                    <a:pt x="2055" y="6203"/>
                  </a:lnTo>
                  <a:lnTo>
                    <a:pt x="2075" y="6163"/>
                  </a:lnTo>
                  <a:lnTo>
                    <a:pt x="2095" y="6143"/>
                  </a:lnTo>
                  <a:lnTo>
                    <a:pt x="2114" y="6104"/>
                  </a:lnTo>
                  <a:lnTo>
                    <a:pt x="2154" y="6104"/>
                  </a:lnTo>
                  <a:lnTo>
                    <a:pt x="2154" y="6124"/>
                  </a:lnTo>
                  <a:lnTo>
                    <a:pt x="2134" y="6163"/>
                  </a:lnTo>
                  <a:lnTo>
                    <a:pt x="2154" y="6203"/>
                  </a:lnTo>
                  <a:lnTo>
                    <a:pt x="2174" y="6025"/>
                  </a:lnTo>
                  <a:lnTo>
                    <a:pt x="2213" y="6025"/>
                  </a:lnTo>
                  <a:lnTo>
                    <a:pt x="2233" y="6045"/>
                  </a:lnTo>
                  <a:lnTo>
                    <a:pt x="2233" y="6084"/>
                  </a:lnTo>
                  <a:lnTo>
                    <a:pt x="2213" y="6124"/>
                  </a:lnTo>
                  <a:lnTo>
                    <a:pt x="2253" y="6084"/>
                  </a:lnTo>
                  <a:lnTo>
                    <a:pt x="2272" y="6025"/>
                  </a:lnTo>
                  <a:lnTo>
                    <a:pt x="2253" y="5985"/>
                  </a:lnTo>
                  <a:lnTo>
                    <a:pt x="2213" y="5926"/>
                  </a:lnTo>
                  <a:lnTo>
                    <a:pt x="2253" y="5887"/>
                  </a:lnTo>
                  <a:lnTo>
                    <a:pt x="2292" y="5847"/>
                  </a:lnTo>
                  <a:lnTo>
                    <a:pt x="2312" y="5887"/>
                  </a:lnTo>
                  <a:lnTo>
                    <a:pt x="2371" y="5926"/>
                  </a:lnTo>
                  <a:lnTo>
                    <a:pt x="2411" y="5966"/>
                  </a:lnTo>
                  <a:lnTo>
                    <a:pt x="2430" y="6005"/>
                  </a:lnTo>
                  <a:lnTo>
                    <a:pt x="2411" y="6045"/>
                  </a:lnTo>
                  <a:lnTo>
                    <a:pt x="2391" y="6045"/>
                  </a:lnTo>
                  <a:lnTo>
                    <a:pt x="2371" y="6025"/>
                  </a:lnTo>
                  <a:lnTo>
                    <a:pt x="2332" y="6005"/>
                  </a:lnTo>
                  <a:lnTo>
                    <a:pt x="2312" y="6005"/>
                  </a:lnTo>
                  <a:lnTo>
                    <a:pt x="2292" y="6025"/>
                  </a:lnTo>
                  <a:lnTo>
                    <a:pt x="2371" y="6045"/>
                  </a:lnTo>
                  <a:lnTo>
                    <a:pt x="2351" y="6064"/>
                  </a:lnTo>
                  <a:lnTo>
                    <a:pt x="2332" y="6104"/>
                  </a:lnTo>
                  <a:lnTo>
                    <a:pt x="2351" y="6163"/>
                  </a:lnTo>
                  <a:lnTo>
                    <a:pt x="2312" y="6163"/>
                  </a:lnTo>
                  <a:lnTo>
                    <a:pt x="2312" y="6124"/>
                  </a:lnTo>
                  <a:lnTo>
                    <a:pt x="2272" y="6222"/>
                  </a:lnTo>
                  <a:lnTo>
                    <a:pt x="2272" y="6262"/>
                  </a:lnTo>
                  <a:lnTo>
                    <a:pt x="2292" y="6321"/>
                  </a:lnTo>
                  <a:lnTo>
                    <a:pt x="2332" y="6301"/>
                  </a:lnTo>
                  <a:lnTo>
                    <a:pt x="2351" y="6262"/>
                  </a:lnTo>
                  <a:lnTo>
                    <a:pt x="2371" y="6183"/>
                  </a:lnTo>
                  <a:lnTo>
                    <a:pt x="2411" y="6104"/>
                  </a:lnTo>
                  <a:lnTo>
                    <a:pt x="2430" y="6084"/>
                  </a:lnTo>
                  <a:lnTo>
                    <a:pt x="2470" y="6064"/>
                  </a:lnTo>
                  <a:lnTo>
                    <a:pt x="2430" y="5847"/>
                  </a:lnTo>
                  <a:lnTo>
                    <a:pt x="2332" y="5847"/>
                  </a:lnTo>
                  <a:lnTo>
                    <a:pt x="2292" y="5808"/>
                  </a:lnTo>
                  <a:lnTo>
                    <a:pt x="2351" y="5808"/>
                  </a:lnTo>
                  <a:lnTo>
                    <a:pt x="2411" y="5788"/>
                  </a:lnTo>
                  <a:lnTo>
                    <a:pt x="2450" y="5748"/>
                  </a:lnTo>
                  <a:lnTo>
                    <a:pt x="2490" y="5709"/>
                  </a:lnTo>
                  <a:lnTo>
                    <a:pt x="2470" y="5709"/>
                  </a:lnTo>
                  <a:lnTo>
                    <a:pt x="2450" y="5689"/>
                  </a:lnTo>
                  <a:lnTo>
                    <a:pt x="2430" y="5630"/>
                  </a:lnTo>
                  <a:lnTo>
                    <a:pt x="2411" y="5590"/>
                  </a:lnTo>
                  <a:lnTo>
                    <a:pt x="2391" y="5571"/>
                  </a:lnTo>
                  <a:lnTo>
                    <a:pt x="2371" y="5571"/>
                  </a:lnTo>
                  <a:lnTo>
                    <a:pt x="2371" y="5590"/>
                  </a:lnTo>
                  <a:lnTo>
                    <a:pt x="2351" y="5610"/>
                  </a:lnTo>
                  <a:lnTo>
                    <a:pt x="2312" y="5610"/>
                  </a:lnTo>
                  <a:lnTo>
                    <a:pt x="2312" y="5571"/>
                  </a:lnTo>
                  <a:lnTo>
                    <a:pt x="2272" y="5551"/>
                  </a:lnTo>
                  <a:lnTo>
                    <a:pt x="2253" y="5551"/>
                  </a:lnTo>
                  <a:lnTo>
                    <a:pt x="2233" y="5531"/>
                  </a:lnTo>
                  <a:lnTo>
                    <a:pt x="2272" y="5472"/>
                  </a:lnTo>
                  <a:lnTo>
                    <a:pt x="2312" y="5492"/>
                  </a:lnTo>
                  <a:lnTo>
                    <a:pt x="2332" y="5492"/>
                  </a:lnTo>
                  <a:lnTo>
                    <a:pt x="2371" y="5452"/>
                  </a:lnTo>
                  <a:lnTo>
                    <a:pt x="2450" y="5551"/>
                  </a:lnTo>
                  <a:lnTo>
                    <a:pt x="2430" y="5373"/>
                  </a:lnTo>
                  <a:lnTo>
                    <a:pt x="2430" y="5255"/>
                  </a:lnTo>
                  <a:lnTo>
                    <a:pt x="2450" y="5156"/>
                  </a:lnTo>
                  <a:lnTo>
                    <a:pt x="2470" y="5195"/>
                  </a:lnTo>
                  <a:lnTo>
                    <a:pt x="2509" y="5235"/>
                  </a:lnTo>
                  <a:lnTo>
                    <a:pt x="2529" y="5314"/>
                  </a:lnTo>
                  <a:lnTo>
                    <a:pt x="2529" y="5353"/>
                  </a:lnTo>
                  <a:lnTo>
                    <a:pt x="2549" y="5393"/>
                  </a:lnTo>
                  <a:lnTo>
                    <a:pt x="2588" y="5413"/>
                  </a:lnTo>
                  <a:lnTo>
                    <a:pt x="2628" y="5432"/>
                  </a:lnTo>
                  <a:lnTo>
                    <a:pt x="2628" y="5393"/>
                  </a:lnTo>
                  <a:lnTo>
                    <a:pt x="2608" y="5353"/>
                  </a:lnTo>
                  <a:lnTo>
                    <a:pt x="2588" y="5334"/>
                  </a:lnTo>
                  <a:lnTo>
                    <a:pt x="2608" y="5294"/>
                  </a:lnTo>
                  <a:lnTo>
                    <a:pt x="2628" y="5294"/>
                  </a:lnTo>
                  <a:lnTo>
                    <a:pt x="2648" y="5274"/>
                  </a:lnTo>
                  <a:lnTo>
                    <a:pt x="2687" y="5215"/>
                  </a:lnTo>
                  <a:lnTo>
                    <a:pt x="2687" y="5136"/>
                  </a:lnTo>
                  <a:lnTo>
                    <a:pt x="2707" y="5077"/>
                  </a:lnTo>
                  <a:lnTo>
                    <a:pt x="2648" y="5097"/>
                  </a:lnTo>
                  <a:lnTo>
                    <a:pt x="2648" y="5057"/>
                  </a:lnTo>
                  <a:lnTo>
                    <a:pt x="2648" y="5037"/>
                  </a:lnTo>
                  <a:lnTo>
                    <a:pt x="2687" y="4978"/>
                  </a:lnTo>
                  <a:lnTo>
                    <a:pt x="2707" y="4998"/>
                  </a:lnTo>
                  <a:lnTo>
                    <a:pt x="2707" y="4939"/>
                  </a:lnTo>
                  <a:lnTo>
                    <a:pt x="2707" y="4899"/>
                  </a:lnTo>
                  <a:lnTo>
                    <a:pt x="2727" y="4840"/>
                  </a:lnTo>
                  <a:lnTo>
                    <a:pt x="2766" y="4781"/>
                  </a:lnTo>
                  <a:lnTo>
                    <a:pt x="2766" y="4721"/>
                  </a:lnTo>
                  <a:lnTo>
                    <a:pt x="2746" y="4721"/>
                  </a:lnTo>
                  <a:lnTo>
                    <a:pt x="2727" y="4741"/>
                  </a:lnTo>
                  <a:lnTo>
                    <a:pt x="2727" y="4781"/>
                  </a:lnTo>
                  <a:lnTo>
                    <a:pt x="2727" y="4820"/>
                  </a:lnTo>
                  <a:lnTo>
                    <a:pt x="2667" y="4840"/>
                  </a:lnTo>
                  <a:lnTo>
                    <a:pt x="2648" y="4860"/>
                  </a:lnTo>
                  <a:lnTo>
                    <a:pt x="2608" y="4840"/>
                  </a:lnTo>
                  <a:lnTo>
                    <a:pt x="2628" y="4761"/>
                  </a:lnTo>
                  <a:lnTo>
                    <a:pt x="2628" y="4682"/>
                  </a:lnTo>
                  <a:lnTo>
                    <a:pt x="2628" y="4623"/>
                  </a:lnTo>
                  <a:lnTo>
                    <a:pt x="2648" y="4544"/>
                  </a:lnTo>
                  <a:lnTo>
                    <a:pt x="2608" y="4563"/>
                  </a:lnTo>
                  <a:lnTo>
                    <a:pt x="2588" y="4524"/>
                  </a:lnTo>
                  <a:lnTo>
                    <a:pt x="2608" y="4504"/>
                  </a:lnTo>
                  <a:lnTo>
                    <a:pt x="2628" y="4425"/>
                  </a:lnTo>
                  <a:lnTo>
                    <a:pt x="2667" y="4405"/>
                  </a:lnTo>
                  <a:lnTo>
                    <a:pt x="2687" y="4405"/>
                  </a:lnTo>
                  <a:lnTo>
                    <a:pt x="2707" y="4445"/>
                  </a:lnTo>
                  <a:lnTo>
                    <a:pt x="2727" y="4484"/>
                  </a:lnTo>
                  <a:lnTo>
                    <a:pt x="2746" y="4504"/>
                  </a:lnTo>
                  <a:lnTo>
                    <a:pt x="2766" y="4484"/>
                  </a:lnTo>
                  <a:lnTo>
                    <a:pt x="2766" y="4524"/>
                  </a:lnTo>
                  <a:lnTo>
                    <a:pt x="2766" y="4563"/>
                  </a:lnTo>
                  <a:lnTo>
                    <a:pt x="2766" y="4603"/>
                  </a:lnTo>
                  <a:lnTo>
                    <a:pt x="2786" y="4623"/>
                  </a:lnTo>
                  <a:lnTo>
                    <a:pt x="2904" y="4603"/>
                  </a:lnTo>
                  <a:lnTo>
                    <a:pt x="2904" y="4563"/>
                  </a:lnTo>
                  <a:lnTo>
                    <a:pt x="2924" y="4544"/>
                  </a:lnTo>
                  <a:lnTo>
                    <a:pt x="2964" y="4504"/>
                  </a:lnTo>
                  <a:lnTo>
                    <a:pt x="2983" y="4484"/>
                  </a:lnTo>
                  <a:lnTo>
                    <a:pt x="2924" y="4504"/>
                  </a:lnTo>
                  <a:lnTo>
                    <a:pt x="2904" y="4484"/>
                  </a:lnTo>
                  <a:lnTo>
                    <a:pt x="2904" y="4465"/>
                  </a:lnTo>
                  <a:lnTo>
                    <a:pt x="2944" y="4445"/>
                  </a:lnTo>
                  <a:lnTo>
                    <a:pt x="2825" y="4425"/>
                  </a:lnTo>
                  <a:lnTo>
                    <a:pt x="2806" y="4465"/>
                  </a:lnTo>
                  <a:lnTo>
                    <a:pt x="2825" y="4504"/>
                  </a:lnTo>
                  <a:lnTo>
                    <a:pt x="2825" y="4544"/>
                  </a:lnTo>
                  <a:lnTo>
                    <a:pt x="2786" y="4563"/>
                  </a:lnTo>
                  <a:lnTo>
                    <a:pt x="2786" y="4484"/>
                  </a:lnTo>
                  <a:lnTo>
                    <a:pt x="2746" y="4445"/>
                  </a:lnTo>
                  <a:lnTo>
                    <a:pt x="2727" y="4386"/>
                  </a:lnTo>
                  <a:lnTo>
                    <a:pt x="2746" y="4326"/>
                  </a:lnTo>
                  <a:lnTo>
                    <a:pt x="2766" y="4326"/>
                  </a:lnTo>
                  <a:lnTo>
                    <a:pt x="2766" y="4346"/>
                  </a:lnTo>
                  <a:lnTo>
                    <a:pt x="2766" y="4366"/>
                  </a:lnTo>
                  <a:lnTo>
                    <a:pt x="2786" y="4346"/>
                  </a:lnTo>
                  <a:lnTo>
                    <a:pt x="2786" y="4307"/>
                  </a:lnTo>
                  <a:lnTo>
                    <a:pt x="2786" y="4267"/>
                  </a:lnTo>
                  <a:lnTo>
                    <a:pt x="2806" y="4228"/>
                  </a:lnTo>
                  <a:lnTo>
                    <a:pt x="2845" y="4307"/>
                  </a:lnTo>
                  <a:lnTo>
                    <a:pt x="2865" y="4326"/>
                  </a:lnTo>
                  <a:lnTo>
                    <a:pt x="2904" y="4326"/>
                  </a:lnTo>
                  <a:lnTo>
                    <a:pt x="2845" y="4267"/>
                  </a:lnTo>
                  <a:lnTo>
                    <a:pt x="2885" y="4247"/>
                  </a:lnTo>
                  <a:lnTo>
                    <a:pt x="2904" y="4247"/>
                  </a:lnTo>
                  <a:lnTo>
                    <a:pt x="2904" y="4228"/>
                  </a:lnTo>
                  <a:lnTo>
                    <a:pt x="2885" y="4228"/>
                  </a:lnTo>
                  <a:lnTo>
                    <a:pt x="2865" y="4208"/>
                  </a:lnTo>
                  <a:lnTo>
                    <a:pt x="2865" y="4168"/>
                  </a:lnTo>
                  <a:lnTo>
                    <a:pt x="2924" y="4168"/>
                  </a:lnTo>
                  <a:lnTo>
                    <a:pt x="2944" y="4129"/>
                  </a:lnTo>
                  <a:lnTo>
                    <a:pt x="2924" y="4109"/>
                  </a:lnTo>
                  <a:lnTo>
                    <a:pt x="2924" y="4089"/>
                  </a:lnTo>
                  <a:lnTo>
                    <a:pt x="2904" y="4030"/>
                  </a:lnTo>
                  <a:lnTo>
                    <a:pt x="2885" y="4050"/>
                  </a:lnTo>
                  <a:lnTo>
                    <a:pt x="2865" y="4070"/>
                  </a:lnTo>
                  <a:lnTo>
                    <a:pt x="2825" y="4070"/>
                  </a:lnTo>
                  <a:lnTo>
                    <a:pt x="2786" y="4030"/>
                  </a:lnTo>
                  <a:lnTo>
                    <a:pt x="2766" y="3991"/>
                  </a:lnTo>
                  <a:lnTo>
                    <a:pt x="2806" y="3911"/>
                  </a:lnTo>
                  <a:lnTo>
                    <a:pt x="2806" y="3852"/>
                  </a:lnTo>
                  <a:lnTo>
                    <a:pt x="2845" y="3813"/>
                  </a:lnTo>
                  <a:lnTo>
                    <a:pt x="2904" y="3793"/>
                  </a:lnTo>
                  <a:lnTo>
                    <a:pt x="2865" y="3734"/>
                  </a:lnTo>
                  <a:lnTo>
                    <a:pt x="2904" y="3753"/>
                  </a:lnTo>
                  <a:lnTo>
                    <a:pt x="2924" y="3714"/>
                  </a:lnTo>
                  <a:lnTo>
                    <a:pt x="2944" y="3655"/>
                  </a:lnTo>
                  <a:lnTo>
                    <a:pt x="2964" y="3674"/>
                  </a:lnTo>
                  <a:lnTo>
                    <a:pt x="2983" y="3694"/>
                  </a:lnTo>
                  <a:lnTo>
                    <a:pt x="2964" y="3734"/>
                  </a:lnTo>
                  <a:lnTo>
                    <a:pt x="2964" y="3793"/>
                  </a:lnTo>
                  <a:lnTo>
                    <a:pt x="2983" y="3832"/>
                  </a:lnTo>
                  <a:lnTo>
                    <a:pt x="3023" y="3852"/>
                  </a:lnTo>
                  <a:lnTo>
                    <a:pt x="3043" y="3832"/>
                  </a:lnTo>
                  <a:lnTo>
                    <a:pt x="3062" y="3832"/>
                  </a:lnTo>
                  <a:lnTo>
                    <a:pt x="3122" y="3872"/>
                  </a:lnTo>
                  <a:lnTo>
                    <a:pt x="3102" y="3832"/>
                  </a:lnTo>
                  <a:lnTo>
                    <a:pt x="3082" y="3813"/>
                  </a:lnTo>
                  <a:lnTo>
                    <a:pt x="3023" y="3793"/>
                  </a:lnTo>
                  <a:lnTo>
                    <a:pt x="2983" y="3753"/>
                  </a:lnTo>
                  <a:lnTo>
                    <a:pt x="3023" y="3753"/>
                  </a:lnTo>
                  <a:lnTo>
                    <a:pt x="3043" y="3714"/>
                  </a:lnTo>
                  <a:lnTo>
                    <a:pt x="3062" y="3694"/>
                  </a:lnTo>
                  <a:lnTo>
                    <a:pt x="3102" y="3714"/>
                  </a:lnTo>
                  <a:lnTo>
                    <a:pt x="3102" y="3674"/>
                  </a:lnTo>
                  <a:lnTo>
                    <a:pt x="3082" y="3655"/>
                  </a:lnTo>
                  <a:lnTo>
                    <a:pt x="3082" y="3615"/>
                  </a:lnTo>
                  <a:lnTo>
                    <a:pt x="3082" y="3595"/>
                  </a:lnTo>
                  <a:lnTo>
                    <a:pt x="3201" y="3655"/>
                  </a:lnTo>
                  <a:lnTo>
                    <a:pt x="3181" y="3635"/>
                  </a:lnTo>
                  <a:lnTo>
                    <a:pt x="3201" y="3615"/>
                  </a:lnTo>
                  <a:lnTo>
                    <a:pt x="3240" y="3595"/>
                  </a:lnTo>
                  <a:lnTo>
                    <a:pt x="3201" y="3576"/>
                  </a:lnTo>
                  <a:lnTo>
                    <a:pt x="3181" y="3576"/>
                  </a:lnTo>
                  <a:lnTo>
                    <a:pt x="3181" y="3595"/>
                  </a:lnTo>
                  <a:lnTo>
                    <a:pt x="3161" y="3576"/>
                  </a:lnTo>
                  <a:lnTo>
                    <a:pt x="3161" y="3556"/>
                  </a:lnTo>
                  <a:lnTo>
                    <a:pt x="3161" y="3516"/>
                  </a:lnTo>
                  <a:lnTo>
                    <a:pt x="3181" y="3497"/>
                  </a:lnTo>
                  <a:lnTo>
                    <a:pt x="3181" y="3477"/>
                  </a:lnTo>
                  <a:lnTo>
                    <a:pt x="3201" y="3457"/>
                  </a:lnTo>
                  <a:lnTo>
                    <a:pt x="3220" y="3418"/>
                  </a:lnTo>
                  <a:lnTo>
                    <a:pt x="3240" y="3378"/>
                  </a:lnTo>
                  <a:lnTo>
                    <a:pt x="3280" y="3339"/>
                  </a:lnTo>
                  <a:lnTo>
                    <a:pt x="3220" y="3319"/>
                  </a:lnTo>
                  <a:lnTo>
                    <a:pt x="3201" y="3319"/>
                  </a:lnTo>
                  <a:lnTo>
                    <a:pt x="3201" y="3339"/>
                  </a:lnTo>
                  <a:lnTo>
                    <a:pt x="3201" y="3358"/>
                  </a:lnTo>
                  <a:lnTo>
                    <a:pt x="3201" y="3398"/>
                  </a:lnTo>
                  <a:lnTo>
                    <a:pt x="3201" y="3418"/>
                  </a:lnTo>
                  <a:lnTo>
                    <a:pt x="3141" y="3418"/>
                  </a:lnTo>
                  <a:lnTo>
                    <a:pt x="3141" y="3339"/>
                  </a:lnTo>
                  <a:lnTo>
                    <a:pt x="3181" y="3240"/>
                  </a:lnTo>
                  <a:lnTo>
                    <a:pt x="3201" y="3141"/>
                  </a:lnTo>
                  <a:lnTo>
                    <a:pt x="3220" y="3102"/>
                  </a:lnTo>
                  <a:lnTo>
                    <a:pt x="3201" y="3042"/>
                  </a:lnTo>
                  <a:lnTo>
                    <a:pt x="3260" y="3023"/>
                  </a:lnTo>
                  <a:lnTo>
                    <a:pt x="3280" y="3023"/>
                  </a:lnTo>
                  <a:lnTo>
                    <a:pt x="3299" y="3062"/>
                  </a:lnTo>
                  <a:lnTo>
                    <a:pt x="3339" y="3082"/>
                  </a:lnTo>
                  <a:lnTo>
                    <a:pt x="3339" y="3141"/>
                  </a:lnTo>
                  <a:lnTo>
                    <a:pt x="3319" y="3181"/>
                  </a:lnTo>
                  <a:lnTo>
                    <a:pt x="3280" y="3220"/>
                  </a:lnTo>
                  <a:lnTo>
                    <a:pt x="3280" y="3260"/>
                  </a:lnTo>
                  <a:lnTo>
                    <a:pt x="3319" y="3200"/>
                  </a:lnTo>
                  <a:lnTo>
                    <a:pt x="3359" y="3121"/>
                  </a:lnTo>
                  <a:lnTo>
                    <a:pt x="3359" y="3042"/>
                  </a:lnTo>
                  <a:lnTo>
                    <a:pt x="3359" y="2983"/>
                  </a:lnTo>
                  <a:lnTo>
                    <a:pt x="3378" y="2944"/>
                  </a:lnTo>
                  <a:lnTo>
                    <a:pt x="3398" y="2944"/>
                  </a:lnTo>
                  <a:lnTo>
                    <a:pt x="3477" y="2924"/>
                  </a:lnTo>
                  <a:lnTo>
                    <a:pt x="3536" y="2884"/>
                  </a:lnTo>
                  <a:lnTo>
                    <a:pt x="3556" y="2865"/>
                  </a:lnTo>
                  <a:lnTo>
                    <a:pt x="3576" y="2825"/>
                  </a:lnTo>
                  <a:lnTo>
                    <a:pt x="3497" y="2825"/>
                  </a:lnTo>
                  <a:lnTo>
                    <a:pt x="3457" y="2845"/>
                  </a:lnTo>
                  <a:lnTo>
                    <a:pt x="3457" y="2805"/>
                  </a:lnTo>
                  <a:lnTo>
                    <a:pt x="3477" y="2786"/>
                  </a:lnTo>
                  <a:lnTo>
                    <a:pt x="3497" y="2746"/>
                  </a:lnTo>
                  <a:lnTo>
                    <a:pt x="3477" y="2726"/>
                  </a:lnTo>
                  <a:lnTo>
                    <a:pt x="3457" y="2746"/>
                  </a:lnTo>
                  <a:lnTo>
                    <a:pt x="3438" y="2746"/>
                  </a:lnTo>
                  <a:lnTo>
                    <a:pt x="3418" y="2726"/>
                  </a:lnTo>
                  <a:lnTo>
                    <a:pt x="3457" y="2687"/>
                  </a:lnTo>
                  <a:lnTo>
                    <a:pt x="3477" y="2687"/>
                  </a:lnTo>
                  <a:lnTo>
                    <a:pt x="3497" y="2707"/>
                  </a:lnTo>
                  <a:lnTo>
                    <a:pt x="3517" y="2667"/>
                  </a:lnTo>
                  <a:lnTo>
                    <a:pt x="3517" y="2647"/>
                  </a:lnTo>
                  <a:lnTo>
                    <a:pt x="3576" y="2647"/>
                  </a:lnTo>
                  <a:lnTo>
                    <a:pt x="3615" y="2628"/>
                  </a:lnTo>
                  <a:lnTo>
                    <a:pt x="3615" y="2608"/>
                  </a:lnTo>
                  <a:lnTo>
                    <a:pt x="3596" y="2568"/>
                  </a:lnTo>
                  <a:lnTo>
                    <a:pt x="3576" y="2568"/>
                  </a:lnTo>
                  <a:lnTo>
                    <a:pt x="3576" y="2588"/>
                  </a:lnTo>
                  <a:lnTo>
                    <a:pt x="3576" y="2608"/>
                  </a:lnTo>
                  <a:lnTo>
                    <a:pt x="3536" y="2588"/>
                  </a:lnTo>
                  <a:lnTo>
                    <a:pt x="3497" y="2549"/>
                  </a:lnTo>
                  <a:lnTo>
                    <a:pt x="3477" y="2470"/>
                  </a:lnTo>
                  <a:lnTo>
                    <a:pt x="3517" y="2470"/>
                  </a:lnTo>
                  <a:lnTo>
                    <a:pt x="3536" y="2410"/>
                  </a:lnTo>
                  <a:lnTo>
                    <a:pt x="3556" y="2430"/>
                  </a:lnTo>
                  <a:lnTo>
                    <a:pt x="3556" y="2470"/>
                  </a:lnTo>
                  <a:lnTo>
                    <a:pt x="3536" y="2489"/>
                  </a:lnTo>
                  <a:lnTo>
                    <a:pt x="3556" y="2529"/>
                  </a:lnTo>
                  <a:lnTo>
                    <a:pt x="3596" y="2450"/>
                  </a:lnTo>
                  <a:lnTo>
                    <a:pt x="3576" y="2470"/>
                  </a:lnTo>
                  <a:lnTo>
                    <a:pt x="3556" y="2351"/>
                  </a:lnTo>
                  <a:lnTo>
                    <a:pt x="3536" y="2391"/>
                  </a:lnTo>
                  <a:lnTo>
                    <a:pt x="3517" y="2371"/>
                  </a:lnTo>
                  <a:lnTo>
                    <a:pt x="3477" y="2351"/>
                  </a:lnTo>
                  <a:lnTo>
                    <a:pt x="3477" y="2331"/>
                  </a:lnTo>
                  <a:lnTo>
                    <a:pt x="3536" y="2252"/>
                  </a:lnTo>
                  <a:lnTo>
                    <a:pt x="3576" y="2233"/>
                  </a:lnTo>
                  <a:lnTo>
                    <a:pt x="3615" y="2252"/>
                  </a:lnTo>
                  <a:lnTo>
                    <a:pt x="3576" y="2213"/>
                  </a:lnTo>
                  <a:lnTo>
                    <a:pt x="3576" y="2173"/>
                  </a:lnTo>
                  <a:lnTo>
                    <a:pt x="3596" y="2094"/>
                  </a:lnTo>
                  <a:lnTo>
                    <a:pt x="3536" y="2094"/>
                  </a:lnTo>
                  <a:lnTo>
                    <a:pt x="3517" y="2035"/>
                  </a:lnTo>
                  <a:lnTo>
                    <a:pt x="3615" y="1996"/>
                  </a:lnTo>
                  <a:lnTo>
                    <a:pt x="3615" y="2035"/>
                  </a:lnTo>
                  <a:lnTo>
                    <a:pt x="3734" y="2035"/>
                  </a:lnTo>
                  <a:lnTo>
                    <a:pt x="3754" y="2075"/>
                  </a:lnTo>
                  <a:lnTo>
                    <a:pt x="3754" y="2114"/>
                  </a:lnTo>
                  <a:lnTo>
                    <a:pt x="3694" y="2173"/>
                  </a:lnTo>
                  <a:lnTo>
                    <a:pt x="3754" y="2154"/>
                  </a:lnTo>
                  <a:lnTo>
                    <a:pt x="3773" y="2134"/>
                  </a:lnTo>
                  <a:lnTo>
                    <a:pt x="3773" y="2114"/>
                  </a:lnTo>
                  <a:lnTo>
                    <a:pt x="3773" y="2075"/>
                  </a:lnTo>
                  <a:lnTo>
                    <a:pt x="3754" y="2015"/>
                  </a:lnTo>
                  <a:lnTo>
                    <a:pt x="3754" y="1996"/>
                  </a:lnTo>
                  <a:lnTo>
                    <a:pt x="3773" y="1956"/>
                  </a:lnTo>
                  <a:lnTo>
                    <a:pt x="3813" y="1976"/>
                  </a:lnTo>
                  <a:lnTo>
                    <a:pt x="3833" y="2015"/>
                  </a:lnTo>
                  <a:lnTo>
                    <a:pt x="3833" y="1956"/>
                  </a:lnTo>
                  <a:lnTo>
                    <a:pt x="3833" y="1917"/>
                  </a:lnTo>
                  <a:lnTo>
                    <a:pt x="3852" y="1897"/>
                  </a:lnTo>
                  <a:lnTo>
                    <a:pt x="3793" y="1897"/>
                  </a:lnTo>
                  <a:lnTo>
                    <a:pt x="3754" y="1877"/>
                  </a:lnTo>
                  <a:lnTo>
                    <a:pt x="3734" y="1838"/>
                  </a:lnTo>
                  <a:lnTo>
                    <a:pt x="3852" y="1798"/>
                  </a:lnTo>
                  <a:lnTo>
                    <a:pt x="3872" y="1778"/>
                  </a:lnTo>
                  <a:lnTo>
                    <a:pt x="3872" y="1759"/>
                  </a:lnTo>
                  <a:lnTo>
                    <a:pt x="3833" y="1739"/>
                  </a:lnTo>
                  <a:lnTo>
                    <a:pt x="3793" y="1699"/>
                  </a:lnTo>
                  <a:lnTo>
                    <a:pt x="3773" y="1660"/>
                  </a:lnTo>
                  <a:lnTo>
                    <a:pt x="3694" y="1660"/>
                  </a:lnTo>
                  <a:lnTo>
                    <a:pt x="3675" y="1640"/>
                  </a:lnTo>
                  <a:lnTo>
                    <a:pt x="3675" y="1600"/>
                  </a:lnTo>
                  <a:lnTo>
                    <a:pt x="3694" y="1581"/>
                  </a:lnTo>
                  <a:lnTo>
                    <a:pt x="3655" y="1541"/>
                  </a:lnTo>
                  <a:lnTo>
                    <a:pt x="3655" y="1581"/>
                  </a:lnTo>
                  <a:lnTo>
                    <a:pt x="3655" y="1600"/>
                  </a:lnTo>
                  <a:lnTo>
                    <a:pt x="3655" y="1640"/>
                  </a:lnTo>
                  <a:lnTo>
                    <a:pt x="3655" y="1660"/>
                  </a:lnTo>
                  <a:lnTo>
                    <a:pt x="3615" y="1640"/>
                  </a:lnTo>
                  <a:lnTo>
                    <a:pt x="3596" y="1620"/>
                  </a:lnTo>
                  <a:lnTo>
                    <a:pt x="3615" y="1581"/>
                  </a:lnTo>
                  <a:lnTo>
                    <a:pt x="3596" y="1541"/>
                  </a:lnTo>
                  <a:lnTo>
                    <a:pt x="3675" y="1482"/>
                  </a:lnTo>
                  <a:lnTo>
                    <a:pt x="3754" y="1442"/>
                  </a:lnTo>
                  <a:lnTo>
                    <a:pt x="3833" y="1502"/>
                  </a:lnTo>
                  <a:lnTo>
                    <a:pt x="3872" y="1561"/>
                  </a:lnTo>
                  <a:lnTo>
                    <a:pt x="3931" y="1640"/>
                  </a:lnTo>
                  <a:lnTo>
                    <a:pt x="3971" y="1660"/>
                  </a:lnTo>
                  <a:lnTo>
                    <a:pt x="4010" y="1680"/>
                  </a:lnTo>
                  <a:lnTo>
                    <a:pt x="4050" y="1521"/>
                  </a:lnTo>
                  <a:lnTo>
                    <a:pt x="4089" y="1442"/>
                  </a:lnTo>
                  <a:lnTo>
                    <a:pt x="4129" y="1403"/>
                  </a:lnTo>
                  <a:lnTo>
                    <a:pt x="4109" y="1344"/>
                  </a:lnTo>
                  <a:lnTo>
                    <a:pt x="4070" y="1304"/>
                  </a:lnTo>
                  <a:lnTo>
                    <a:pt x="4030" y="1284"/>
                  </a:lnTo>
                  <a:lnTo>
                    <a:pt x="3971" y="1265"/>
                  </a:lnTo>
                  <a:lnTo>
                    <a:pt x="3971" y="1205"/>
                  </a:lnTo>
                  <a:lnTo>
                    <a:pt x="4010" y="1186"/>
                  </a:lnTo>
                  <a:lnTo>
                    <a:pt x="4030" y="1245"/>
                  </a:lnTo>
                  <a:lnTo>
                    <a:pt x="4030" y="1107"/>
                  </a:lnTo>
                  <a:lnTo>
                    <a:pt x="4050" y="1028"/>
                  </a:lnTo>
                  <a:lnTo>
                    <a:pt x="4070" y="949"/>
                  </a:lnTo>
                  <a:lnTo>
                    <a:pt x="4070" y="909"/>
                  </a:lnTo>
                  <a:lnTo>
                    <a:pt x="4030" y="889"/>
                  </a:lnTo>
                  <a:lnTo>
                    <a:pt x="3931" y="870"/>
                  </a:lnTo>
                  <a:lnTo>
                    <a:pt x="3951" y="791"/>
                  </a:lnTo>
                  <a:lnTo>
                    <a:pt x="3931" y="810"/>
                  </a:lnTo>
                  <a:lnTo>
                    <a:pt x="3892" y="771"/>
                  </a:lnTo>
                  <a:lnTo>
                    <a:pt x="3892" y="731"/>
                  </a:lnTo>
                  <a:lnTo>
                    <a:pt x="3931" y="672"/>
                  </a:lnTo>
                  <a:lnTo>
                    <a:pt x="3971" y="692"/>
                  </a:lnTo>
                  <a:lnTo>
                    <a:pt x="3991" y="712"/>
                  </a:lnTo>
                  <a:lnTo>
                    <a:pt x="4010" y="692"/>
                  </a:lnTo>
                  <a:lnTo>
                    <a:pt x="4030" y="672"/>
                  </a:lnTo>
                  <a:lnTo>
                    <a:pt x="4030" y="633"/>
                  </a:lnTo>
                  <a:lnTo>
                    <a:pt x="4030" y="593"/>
                  </a:lnTo>
                  <a:lnTo>
                    <a:pt x="4089" y="633"/>
                  </a:lnTo>
                  <a:lnTo>
                    <a:pt x="4089" y="672"/>
                  </a:lnTo>
                  <a:lnTo>
                    <a:pt x="4070" y="692"/>
                  </a:lnTo>
                  <a:lnTo>
                    <a:pt x="4050" y="692"/>
                  </a:lnTo>
                  <a:lnTo>
                    <a:pt x="4050" y="791"/>
                  </a:lnTo>
                  <a:lnTo>
                    <a:pt x="4070" y="731"/>
                  </a:lnTo>
                  <a:lnTo>
                    <a:pt x="4129" y="692"/>
                  </a:lnTo>
                  <a:lnTo>
                    <a:pt x="4188" y="692"/>
                  </a:lnTo>
                  <a:lnTo>
                    <a:pt x="4247" y="712"/>
                  </a:lnTo>
                  <a:lnTo>
                    <a:pt x="4228" y="672"/>
                  </a:lnTo>
                  <a:lnTo>
                    <a:pt x="4149" y="672"/>
                  </a:lnTo>
                  <a:lnTo>
                    <a:pt x="4149" y="652"/>
                  </a:lnTo>
                  <a:lnTo>
                    <a:pt x="4149" y="633"/>
                  </a:lnTo>
                  <a:lnTo>
                    <a:pt x="4228" y="573"/>
                  </a:lnTo>
                  <a:lnTo>
                    <a:pt x="4267" y="514"/>
                  </a:lnTo>
                  <a:lnTo>
                    <a:pt x="3141" y="139"/>
                  </a:lnTo>
                  <a:lnTo>
                    <a:pt x="3102" y="178"/>
                  </a:lnTo>
                  <a:lnTo>
                    <a:pt x="3082" y="119"/>
                  </a:lnTo>
                  <a:lnTo>
                    <a:pt x="3082" y="99"/>
                  </a:lnTo>
                  <a:lnTo>
                    <a:pt x="3102" y="119"/>
                  </a:lnTo>
                  <a:lnTo>
                    <a:pt x="3082" y="80"/>
                  </a:lnTo>
                  <a:lnTo>
                    <a:pt x="3102" y="60"/>
                  </a:lnTo>
                  <a:lnTo>
                    <a:pt x="3082" y="20"/>
                  </a:lnTo>
                  <a:lnTo>
                    <a:pt x="306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5" name="Google Shape;8225;p31"/>
            <p:cNvSpPr/>
            <p:nvPr/>
          </p:nvSpPr>
          <p:spPr>
            <a:xfrm>
              <a:off x="4577504" y="-1215512"/>
              <a:ext cx="789" cy="789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1" y="20"/>
                  </a:lnTo>
                  <a:lnTo>
                    <a:pt x="2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6" name="Google Shape;8226;p31"/>
            <p:cNvSpPr/>
            <p:nvPr/>
          </p:nvSpPr>
          <p:spPr>
            <a:xfrm>
              <a:off x="4712644" y="-2018156"/>
              <a:ext cx="789" cy="38"/>
            </a:xfrm>
            <a:custGeom>
              <a:rect b="b" l="l" r="r" t="t"/>
              <a:pathLst>
                <a:path extrusionOk="0" h="1" w="21">
                  <a:moveTo>
                    <a:pt x="1" y="1"/>
                  </a:move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7" name="Google Shape;8227;p31"/>
            <p:cNvSpPr/>
            <p:nvPr/>
          </p:nvSpPr>
          <p:spPr>
            <a:xfrm>
              <a:off x="4622049" y="-2251296"/>
              <a:ext cx="96569" cy="297788"/>
            </a:xfrm>
            <a:custGeom>
              <a:rect b="b" l="l" r="r" t="t"/>
              <a:pathLst>
                <a:path extrusionOk="0" h="7922" w="2569">
                  <a:moveTo>
                    <a:pt x="1206" y="60"/>
                  </a:moveTo>
                  <a:lnTo>
                    <a:pt x="1186" y="79"/>
                  </a:lnTo>
                  <a:lnTo>
                    <a:pt x="1186" y="119"/>
                  </a:lnTo>
                  <a:lnTo>
                    <a:pt x="1226" y="178"/>
                  </a:lnTo>
                  <a:lnTo>
                    <a:pt x="1245" y="237"/>
                  </a:lnTo>
                  <a:lnTo>
                    <a:pt x="1245" y="257"/>
                  </a:lnTo>
                  <a:lnTo>
                    <a:pt x="1206" y="277"/>
                  </a:lnTo>
                  <a:lnTo>
                    <a:pt x="1245" y="297"/>
                  </a:lnTo>
                  <a:lnTo>
                    <a:pt x="1265" y="316"/>
                  </a:lnTo>
                  <a:lnTo>
                    <a:pt x="1344" y="336"/>
                  </a:lnTo>
                  <a:lnTo>
                    <a:pt x="1344" y="376"/>
                  </a:lnTo>
                  <a:lnTo>
                    <a:pt x="1384" y="356"/>
                  </a:lnTo>
                  <a:lnTo>
                    <a:pt x="1463" y="316"/>
                  </a:lnTo>
                  <a:lnTo>
                    <a:pt x="1364" y="218"/>
                  </a:lnTo>
                  <a:lnTo>
                    <a:pt x="1344" y="178"/>
                  </a:lnTo>
                  <a:lnTo>
                    <a:pt x="1324" y="99"/>
                  </a:lnTo>
                  <a:lnTo>
                    <a:pt x="1285" y="99"/>
                  </a:lnTo>
                  <a:lnTo>
                    <a:pt x="1265" y="79"/>
                  </a:lnTo>
                  <a:lnTo>
                    <a:pt x="1245" y="60"/>
                  </a:lnTo>
                  <a:close/>
                  <a:moveTo>
                    <a:pt x="21" y="593"/>
                  </a:moveTo>
                  <a:lnTo>
                    <a:pt x="60" y="613"/>
                  </a:lnTo>
                  <a:lnTo>
                    <a:pt x="60" y="593"/>
                  </a:lnTo>
                  <a:close/>
                  <a:moveTo>
                    <a:pt x="1265" y="1521"/>
                  </a:moveTo>
                  <a:lnTo>
                    <a:pt x="1265" y="1561"/>
                  </a:lnTo>
                  <a:lnTo>
                    <a:pt x="1285" y="1581"/>
                  </a:lnTo>
                  <a:lnTo>
                    <a:pt x="1305" y="1600"/>
                  </a:lnTo>
                  <a:lnTo>
                    <a:pt x="1305" y="1561"/>
                  </a:lnTo>
                  <a:lnTo>
                    <a:pt x="1305" y="1541"/>
                  </a:lnTo>
                  <a:lnTo>
                    <a:pt x="1265" y="1521"/>
                  </a:lnTo>
                  <a:close/>
                  <a:moveTo>
                    <a:pt x="2068" y="5065"/>
                  </a:moveTo>
                  <a:lnTo>
                    <a:pt x="2075" y="5077"/>
                  </a:lnTo>
                  <a:lnTo>
                    <a:pt x="2079" y="5073"/>
                  </a:lnTo>
                  <a:lnTo>
                    <a:pt x="2079" y="5073"/>
                  </a:lnTo>
                  <a:lnTo>
                    <a:pt x="2068" y="5065"/>
                  </a:lnTo>
                  <a:close/>
                  <a:moveTo>
                    <a:pt x="2095" y="5057"/>
                  </a:moveTo>
                  <a:lnTo>
                    <a:pt x="2079" y="5073"/>
                  </a:lnTo>
                  <a:lnTo>
                    <a:pt x="2079" y="5073"/>
                  </a:lnTo>
                  <a:lnTo>
                    <a:pt x="2114" y="5096"/>
                  </a:lnTo>
                  <a:lnTo>
                    <a:pt x="2154" y="5136"/>
                  </a:lnTo>
                  <a:lnTo>
                    <a:pt x="2174" y="5136"/>
                  </a:lnTo>
                  <a:lnTo>
                    <a:pt x="2174" y="5096"/>
                  </a:lnTo>
                  <a:lnTo>
                    <a:pt x="2174" y="5077"/>
                  </a:lnTo>
                  <a:lnTo>
                    <a:pt x="2193" y="5057"/>
                  </a:lnTo>
                  <a:close/>
                  <a:moveTo>
                    <a:pt x="613" y="5254"/>
                  </a:moveTo>
                  <a:lnTo>
                    <a:pt x="673" y="5373"/>
                  </a:lnTo>
                  <a:lnTo>
                    <a:pt x="673" y="5393"/>
                  </a:lnTo>
                  <a:lnTo>
                    <a:pt x="692" y="5373"/>
                  </a:lnTo>
                  <a:lnTo>
                    <a:pt x="712" y="5373"/>
                  </a:lnTo>
                  <a:lnTo>
                    <a:pt x="692" y="5314"/>
                  </a:lnTo>
                  <a:lnTo>
                    <a:pt x="673" y="5294"/>
                  </a:lnTo>
                  <a:lnTo>
                    <a:pt x="653" y="5294"/>
                  </a:lnTo>
                  <a:lnTo>
                    <a:pt x="613" y="5254"/>
                  </a:lnTo>
                  <a:close/>
                  <a:moveTo>
                    <a:pt x="890" y="0"/>
                  </a:moveTo>
                  <a:lnTo>
                    <a:pt x="850" y="60"/>
                  </a:lnTo>
                  <a:lnTo>
                    <a:pt x="850" y="13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811" y="79"/>
                  </a:lnTo>
                  <a:lnTo>
                    <a:pt x="21" y="119"/>
                  </a:lnTo>
                  <a:lnTo>
                    <a:pt x="1" y="158"/>
                  </a:lnTo>
                  <a:lnTo>
                    <a:pt x="40" y="139"/>
                  </a:lnTo>
                  <a:lnTo>
                    <a:pt x="80" y="158"/>
                  </a:lnTo>
                  <a:lnTo>
                    <a:pt x="179" y="158"/>
                  </a:lnTo>
                  <a:lnTo>
                    <a:pt x="218" y="198"/>
                  </a:lnTo>
                  <a:lnTo>
                    <a:pt x="218" y="237"/>
                  </a:lnTo>
                  <a:lnTo>
                    <a:pt x="218" y="297"/>
                  </a:lnTo>
                  <a:lnTo>
                    <a:pt x="179" y="297"/>
                  </a:lnTo>
                  <a:lnTo>
                    <a:pt x="159" y="277"/>
                  </a:lnTo>
                  <a:lnTo>
                    <a:pt x="119" y="237"/>
                  </a:lnTo>
                  <a:lnTo>
                    <a:pt x="80" y="198"/>
                  </a:lnTo>
                  <a:lnTo>
                    <a:pt x="60" y="198"/>
                  </a:lnTo>
                  <a:lnTo>
                    <a:pt x="21" y="218"/>
                  </a:lnTo>
                  <a:lnTo>
                    <a:pt x="21" y="237"/>
                  </a:lnTo>
                  <a:lnTo>
                    <a:pt x="40" y="257"/>
                  </a:lnTo>
                  <a:lnTo>
                    <a:pt x="80" y="257"/>
                  </a:lnTo>
                  <a:lnTo>
                    <a:pt x="100" y="237"/>
                  </a:lnTo>
                  <a:lnTo>
                    <a:pt x="80" y="336"/>
                  </a:lnTo>
                  <a:lnTo>
                    <a:pt x="40" y="395"/>
                  </a:lnTo>
                  <a:lnTo>
                    <a:pt x="1" y="435"/>
                  </a:lnTo>
                  <a:lnTo>
                    <a:pt x="40" y="474"/>
                  </a:lnTo>
                  <a:lnTo>
                    <a:pt x="80" y="514"/>
                  </a:lnTo>
                  <a:lnTo>
                    <a:pt x="100" y="534"/>
                  </a:lnTo>
                  <a:lnTo>
                    <a:pt x="159" y="573"/>
                  </a:lnTo>
                  <a:lnTo>
                    <a:pt x="139" y="553"/>
                  </a:lnTo>
                  <a:lnTo>
                    <a:pt x="119" y="534"/>
                  </a:lnTo>
                  <a:lnTo>
                    <a:pt x="100" y="514"/>
                  </a:lnTo>
                  <a:lnTo>
                    <a:pt x="119" y="494"/>
                  </a:lnTo>
                  <a:lnTo>
                    <a:pt x="218" y="534"/>
                  </a:lnTo>
                  <a:lnTo>
                    <a:pt x="198" y="593"/>
                  </a:lnTo>
                  <a:lnTo>
                    <a:pt x="179" y="632"/>
                  </a:lnTo>
                  <a:lnTo>
                    <a:pt x="139" y="712"/>
                  </a:lnTo>
                  <a:lnTo>
                    <a:pt x="80" y="652"/>
                  </a:lnTo>
                  <a:lnTo>
                    <a:pt x="100" y="652"/>
                  </a:lnTo>
                  <a:lnTo>
                    <a:pt x="80" y="632"/>
                  </a:lnTo>
                  <a:lnTo>
                    <a:pt x="60" y="613"/>
                  </a:lnTo>
                  <a:lnTo>
                    <a:pt x="60" y="652"/>
                  </a:lnTo>
                  <a:lnTo>
                    <a:pt x="60" y="692"/>
                  </a:lnTo>
                  <a:lnTo>
                    <a:pt x="80" y="712"/>
                  </a:lnTo>
                  <a:lnTo>
                    <a:pt x="60" y="712"/>
                  </a:lnTo>
                  <a:lnTo>
                    <a:pt x="80" y="751"/>
                  </a:lnTo>
                  <a:lnTo>
                    <a:pt x="80" y="791"/>
                  </a:lnTo>
                  <a:lnTo>
                    <a:pt x="60" y="850"/>
                  </a:lnTo>
                  <a:lnTo>
                    <a:pt x="40" y="889"/>
                  </a:lnTo>
                  <a:lnTo>
                    <a:pt x="40" y="909"/>
                  </a:lnTo>
                  <a:lnTo>
                    <a:pt x="60" y="929"/>
                  </a:lnTo>
                  <a:lnTo>
                    <a:pt x="119" y="949"/>
                  </a:lnTo>
                  <a:lnTo>
                    <a:pt x="159" y="929"/>
                  </a:lnTo>
                  <a:lnTo>
                    <a:pt x="179" y="909"/>
                  </a:lnTo>
                  <a:lnTo>
                    <a:pt x="218" y="909"/>
                  </a:lnTo>
                  <a:lnTo>
                    <a:pt x="198" y="929"/>
                  </a:lnTo>
                  <a:lnTo>
                    <a:pt x="179" y="968"/>
                  </a:lnTo>
                  <a:lnTo>
                    <a:pt x="159" y="988"/>
                  </a:lnTo>
                  <a:lnTo>
                    <a:pt x="139" y="988"/>
                  </a:lnTo>
                  <a:lnTo>
                    <a:pt x="119" y="968"/>
                  </a:lnTo>
                  <a:lnTo>
                    <a:pt x="100" y="1047"/>
                  </a:lnTo>
                  <a:lnTo>
                    <a:pt x="119" y="1087"/>
                  </a:lnTo>
                  <a:lnTo>
                    <a:pt x="198" y="1087"/>
                  </a:lnTo>
                  <a:lnTo>
                    <a:pt x="238" y="1107"/>
                  </a:lnTo>
                  <a:lnTo>
                    <a:pt x="258" y="1126"/>
                  </a:lnTo>
                  <a:lnTo>
                    <a:pt x="238" y="1146"/>
                  </a:lnTo>
                  <a:lnTo>
                    <a:pt x="218" y="1166"/>
                  </a:lnTo>
                  <a:lnTo>
                    <a:pt x="179" y="1146"/>
                  </a:lnTo>
                  <a:lnTo>
                    <a:pt x="100" y="1146"/>
                  </a:lnTo>
                  <a:lnTo>
                    <a:pt x="60" y="1166"/>
                  </a:lnTo>
                  <a:lnTo>
                    <a:pt x="139" y="1245"/>
                  </a:lnTo>
                  <a:lnTo>
                    <a:pt x="80" y="1284"/>
                  </a:lnTo>
                  <a:lnTo>
                    <a:pt x="80" y="1324"/>
                  </a:lnTo>
                  <a:lnTo>
                    <a:pt x="80" y="1383"/>
                  </a:lnTo>
                  <a:lnTo>
                    <a:pt x="139" y="1462"/>
                  </a:lnTo>
                  <a:lnTo>
                    <a:pt x="198" y="1561"/>
                  </a:lnTo>
                  <a:lnTo>
                    <a:pt x="218" y="1600"/>
                  </a:lnTo>
                  <a:lnTo>
                    <a:pt x="238" y="1660"/>
                  </a:lnTo>
                  <a:lnTo>
                    <a:pt x="179" y="1660"/>
                  </a:lnTo>
                  <a:lnTo>
                    <a:pt x="119" y="1620"/>
                  </a:lnTo>
                  <a:lnTo>
                    <a:pt x="100" y="1561"/>
                  </a:lnTo>
                  <a:lnTo>
                    <a:pt x="80" y="1521"/>
                  </a:lnTo>
                  <a:lnTo>
                    <a:pt x="60" y="1541"/>
                  </a:lnTo>
                  <a:lnTo>
                    <a:pt x="60" y="1561"/>
                  </a:lnTo>
                  <a:lnTo>
                    <a:pt x="60" y="1620"/>
                  </a:lnTo>
                  <a:lnTo>
                    <a:pt x="80" y="1660"/>
                  </a:lnTo>
                  <a:lnTo>
                    <a:pt x="80" y="1679"/>
                  </a:lnTo>
                  <a:lnTo>
                    <a:pt x="80" y="1699"/>
                  </a:lnTo>
                  <a:lnTo>
                    <a:pt x="80" y="1739"/>
                  </a:lnTo>
                  <a:lnTo>
                    <a:pt x="119" y="1778"/>
                  </a:lnTo>
                  <a:lnTo>
                    <a:pt x="159" y="1798"/>
                  </a:lnTo>
                  <a:lnTo>
                    <a:pt x="198" y="1798"/>
                  </a:lnTo>
                  <a:lnTo>
                    <a:pt x="198" y="1818"/>
                  </a:lnTo>
                  <a:lnTo>
                    <a:pt x="179" y="1837"/>
                  </a:lnTo>
                  <a:lnTo>
                    <a:pt x="139" y="1857"/>
                  </a:lnTo>
                  <a:lnTo>
                    <a:pt x="179" y="1877"/>
                  </a:lnTo>
                  <a:lnTo>
                    <a:pt x="218" y="1916"/>
                  </a:lnTo>
                  <a:lnTo>
                    <a:pt x="238" y="2015"/>
                  </a:lnTo>
                  <a:lnTo>
                    <a:pt x="179" y="2015"/>
                  </a:lnTo>
                  <a:lnTo>
                    <a:pt x="258" y="2114"/>
                  </a:lnTo>
                  <a:lnTo>
                    <a:pt x="258" y="2094"/>
                  </a:lnTo>
                  <a:lnTo>
                    <a:pt x="337" y="2094"/>
                  </a:lnTo>
                  <a:lnTo>
                    <a:pt x="337" y="2114"/>
                  </a:lnTo>
                  <a:lnTo>
                    <a:pt x="376" y="2074"/>
                  </a:lnTo>
                  <a:lnTo>
                    <a:pt x="396" y="2055"/>
                  </a:lnTo>
                  <a:lnTo>
                    <a:pt x="356" y="1976"/>
                  </a:lnTo>
                  <a:lnTo>
                    <a:pt x="337" y="1936"/>
                  </a:lnTo>
                  <a:lnTo>
                    <a:pt x="337" y="1897"/>
                  </a:lnTo>
                  <a:lnTo>
                    <a:pt x="337" y="1857"/>
                  </a:lnTo>
                  <a:lnTo>
                    <a:pt x="396" y="1837"/>
                  </a:lnTo>
                  <a:lnTo>
                    <a:pt x="475" y="1837"/>
                  </a:lnTo>
                  <a:lnTo>
                    <a:pt x="455" y="1857"/>
                  </a:lnTo>
                  <a:lnTo>
                    <a:pt x="436" y="1877"/>
                  </a:lnTo>
                  <a:lnTo>
                    <a:pt x="495" y="1897"/>
                  </a:lnTo>
                  <a:lnTo>
                    <a:pt x="515" y="1897"/>
                  </a:lnTo>
                  <a:lnTo>
                    <a:pt x="515" y="1877"/>
                  </a:lnTo>
                  <a:lnTo>
                    <a:pt x="594" y="1877"/>
                  </a:lnTo>
                  <a:lnTo>
                    <a:pt x="613" y="1916"/>
                  </a:lnTo>
                  <a:lnTo>
                    <a:pt x="633" y="1976"/>
                  </a:lnTo>
                  <a:lnTo>
                    <a:pt x="673" y="2015"/>
                  </a:lnTo>
                  <a:lnTo>
                    <a:pt x="613" y="2035"/>
                  </a:lnTo>
                  <a:lnTo>
                    <a:pt x="574" y="2015"/>
                  </a:lnTo>
                  <a:lnTo>
                    <a:pt x="534" y="1976"/>
                  </a:lnTo>
                  <a:lnTo>
                    <a:pt x="475" y="1956"/>
                  </a:lnTo>
                  <a:lnTo>
                    <a:pt x="515" y="1995"/>
                  </a:lnTo>
                  <a:lnTo>
                    <a:pt x="534" y="2015"/>
                  </a:lnTo>
                  <a:lnTo>
                    <a:pt x="515" y="2035"/>
                  </a:lnTo>
                  <a:lnTo>
                    <a:pt x="436" y="2035"/>
                  </a:lnTo>
                  <a:lnTo>
                    <a:pt x="475" y="2074"/>
                  </a:lnTo>
                  <a:lnTo>
                    <a:pt x="534" y="2074"/>
                  </a:lnTo>
                  <a:lnTo>
                    <a:pt x="594" y="2055"/>
                  </a:lnTo>
                  <a:lnTo>
                    <a:pt x="653" y="2074"/>
                  </a:lnTo>
                  <a:lnTo>
                    <a:pt x="653" y="2114"/>
                  </a:lnTo>
                  <a:lnTo>
                    <a:pt x="613" y="2153"/>
                  </a:lnTo>
                  <a:lnTo>
                    <a:pt x="613" y="2173"/>
                  </a:lnTo>
                  <a:lnTo>
                    <a:pt x="594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52"/>
                  </a:lnTo>
                  <a:lnTo>
                    <a:pt x="653" y="2292"/>
                  </a:lnTo>
                  <a:lnTo>
                    <a:pt x="574" y="2331"/>
                  </a:lnTo>
                  <a:lnTo>
                    <a:pt x="594" y="2292"/>
                  </a:lnTo>
                  <a:lnTo>
                    <a:pt x="594" y="2272"/>
                  </a:lnTo>
                  <a:lnTo>
                    <a:pt x="554" y="2232"/>
                  </a:lnTo>
                  <a:lnTo>
                    <a:pt x="495" y="2213"/>
                  </a:lnTo>
                  <a:lnTo>
                    <a:pt x="475" y="2213"/>
                  </a:lnTo>
                  <a:lnTo>
                    <a:pt x="495" y="2193"/>
                  </a:lnTo>
                  <a:lnTo>
                    <a:pt x="455" y="2213"/>
                  </a:lnTo>
                  <a:lnTo>
                    <a:pt x="416" y="2232"/>
                  </a:lnTo>
                  <a:lnTo>
                    <a:pt x="356" y="2232"/>
                  </a:lnTo>
                  <a:lnTo>
                    <a:pt x="218" y="2153"/>
                  </a:lnTo>
                  <a:lnTo>
                    <a:pt x="218" y="2213"/>
                  </a:lnTo>
                  <a:lnTo>
                    <a:pt x="218" y="2252"/>
                  </a:lnTo>
                  <a:lnTo>
                    <a:pt x="179" y="2272"/>
                  </a:lnTo>
                  <a:lnTo>
                    <a:pt x="218" y="2292"/>
                  </a:lnTo>
                  <a:lnTo>
                    <a:pt x="238" y="2331"/>
                  </a:lnTo>
                  <a:lnTo>
                    <a:pt x="238" y="2390"/>
                  </a:lnTo>
                  <a:lnTo>
                    <a:pt x="238" y="2430"/>
                  </a:lnTo>
                  <a:lnTo>
                    <a:pt x="258" y="2469"/>
                  </a:lnTo>
                  <a:lnTo>
                    <a:pt x="297" y="2489"/>
                  </a:lnTo>
                  <a:lnTo>
                    <a:pt x="277" y="2509"/>
                  </a:lnTo>
                  <a:lnTo>
                    <a:pt x="258" y="2489"/>
                  </a:lnTo>
                  <a:lnTo>
                    <a:pt x="238" y="2489"/>
                  </a:lnTo>
                  <a:lnTo>
                    <a:pt x="238" y="2509"/>
                  </a:lnTo>
                  <a:lnTo>
                    <a:pt x="258" y="2608"/>
                  </a:lnTo>
                  <a:lnTo>
                    <a:pt x="277" y="2667"/>
                  </a:lnTo>
                  <a:lnTo>
                    <a:pt x="317" y="2726"/>
                  </a:lnTo>
                  <a:lnTo>
                    <a:pt x="297" y="2746"/>
                  </a:lnTo>
                  <a:lnTo>
                    <a:pt x="277" y="2766"/>
                  </a:lnTo>
                  <a:lnTo>
                    <a:pt x="238" y="2785"/>
                  </a:lnTo>
                  <a:lnTo>
                    <a:pt x="238" y="2845"/>
                  </a:lnTo>
                  <a:lnTo>
                    <a:pt x="238" y="2904"/>
                  </a:lnTo>
                  <a:lnTo>
                    <a:pt x="317" y="3003"/>
                  </a:lnTo>
                  <a:lnTo>
                    <a:pt x="376" y="3121"/>
                  </a:lnTo>
                  <a:lnTo>
                    <a:pt x="396" y="3181"/>
                  </a:lnTo>
                  <a:lnTo>
                    <a:pt x="396" y="3260"/>
                  </a:lnTo>
                  <a:lnTo>
                    <a:pt x="337" y="3220"/>
                  </a:lnTo>
                  <a:lnTo>
                    <a:pt x="337" y="3299"/>
                  </a:lnTo>
                  <a:lnTo>
                    <a:pt x="356" y="3319"/>
                  </a:lnTo>
                  <a:lnTo>
                    <a:pt x="396" y="3339"/>
                  </a:lnTo>
                  <a:lnTo>
                    <a:pt x="356" y="3358"/>
                  </a:lnTo>
                  <a:lnTo>
                    <a:pt x="337" y="3398"/>
                  </a:lnTo>
                  <a:lnTo>
                    <a:pt x="376" y="3457"/>
                  </a:lnTo>
                  <a:lnTo>
                    <a:pt x="396" y="3497"/>
                  </a:lnTo>
                  <a:lnTo>
                    <a:pt x="396" y="3536"/>
                  </a:lnTo>
                  <a:lnTo>
                    <a:pt x="376" y="3576"/>
                  </a:lnTo>
                  <a:lnTo>
                    <a:pt x="337" y="3595"/>
                  </a:lnTo>
                  <a:lnTo>
                    <a:pt x="337" y="3635"/>
                  </a:lnTo>
                  <a:lnTo>
                    <a:pt x="356" y="3655"/>
                  </a:lnTo>
                  <a:lnTo>
                    <a:pt x="396" y="3694"/>
                  </a:lnTo>
                  <a:lnTo>
                    <a:pt x="455" y="3714"/>
                  </a:lnTo>
                  <a:lnTo>
                    <a:pt x="495" y="3753"/>
                  </a:lnTo>
                  <a:lnTo>
                    <a:pt x="416" y="3753"/>
                  </a:lnTo>
                  <a:lnTo>
                    <a:pt x="396" y="3773"/>
                  </a:lnTo>
                  <a:lnTo>
                    <a:pt x="376" y="3793"/>
                  </a:lnTo>
                  <a:lnTo>
                    <a:pt x="475" y="4129"/>
                  </a:lnTo>
                  <a:lnTo>
                    <a:pt x="554" y="4504"/>
                  </a:lnTo>
                  <a:lnTo>
                    <a:pt x="515" y="4484"/>
                  </a:lnTo>
                  <a:lnTo>
                    <a:pt x="534" y="4543"/>
                  </a:lnTo>
                  <a:lnTo>
                    <a:pt x="554" y="4603"/>
                  </a:lnTo>
                  <a:lnTo>
                    <a:pt x="613" y="4721"/>
                  </a:lnTo>
                  <a:lnTo>
                    <a:pt x="653" y="4840"/>
                  </a:lnTo>
                  <a:lnTo>
                    <a:pt x="673" y="4899"/>
                  </a:lnTo>
                  <a:lnTo>
                    <a:pt x="653" y="4958"/>
                  </a:lnTo>
                  <a:lnTo>
                    <a:pt x="712" y="5017"/>
                  </a:lnTo>
                  <a:lnTo>
                    <a:pt x="752" y="5037"/>
                  </a:lnTo>
                  <a:lnTo>
                    <a:pt x="791" y="5017"/>
                  </a:lnTo>
                  <a:lnTo>
                    <a:pt x="811" y="4998"/>
                  </a:lnTo>
                  <a:lnTo>
                    <a:pt x="831" y="4978"/>
                  </a:lnTo>
                  <a:lnTo>
                    <a:pt x="929" y="4978"/>
                  </a:lnTo>
                  <a:lnTo>
                    <a:pt x="949" y="5017"/>
                  </a:lnTo>
                  <a:lnTo>
                    <a:pt x="949" y="5037"/>
                  </a:lnTo>
                  <a:lnTo>
                    <a:pt x="910" y="5057"/>
                  </a:lnTo>
                  <a:lnTo>
                    <a:pt x="850" y="5077"/>
                  </a:lnTo>
                  <a:lnTo>
                    <a:pt x="850" y="5096"/>
                  </a:lnTo>
                  <a:lnTo>
                    <a:pt x="850" y="5136"/>
                  </a:lnTo>
                  <a:lnTo>
                    <a:pt x="771" y="5136"/>
                  </a:lnTo>
                  <a:lnTo>
                    <a:pt x="752" y="5116"/>
                  </a:lnTo>
                  <a:lnTo>
                    <a:pt x="712" y="5096"/>
                  </a:lnTo>
                  <a:lnTo>
                    <a:pt x="653" y="5096"/>
                  </a:lnTo>
                  <a:lnTo>
                    <a:pt x="752" y="5215"/>
                  </a:lnTo>
                  <a:lnTo>
                    <a:pt x="732" y="5254"/>
                  </a:lnTo>
                  <a:lnTo>
                    <a:pt x="752" y="5314"/>
                  </a:lnTo>
                  <a:lnTo>
                    <a:pt x="752" y="5353"/>
                  </a:lnTo>
                  <a:lnTo>
                    <a:pt x="732" y="5413"/>
                  </a:lnTo>
                  <a:lnTo>
                    <a:pt x="732" y="5393"/>
                  </a:lnTo>
                  <a:lnTo>
                    <a:pt x="673" y="5393"/>
                  </a:lnTo>
                  <a:lnTo>
                    <a:pt x="673" y="5432"/>
                  </a:lnTo>
                  <a:lnTo>
                    <a:pt x="673" y="5492"/>
                  </a:lnTo>
                  <a:lnTo>
                    <a:pt x="712" y="5492"/>
                  </a:lnTo>
                  <a:lnTo>
                    <a:pt x="732" y="5511"/>
                  </a:lnTo>
                  <a:lnTo>
                    <a:pt x="752" y="5531"/>
                  </a:lnTo>
                  <a:lnTo>
                    <a:pt x="771" y="5551"/>
                  </a:lnTo>
                  <a:lnTo>
                    <a:pt x="771" y="5571"/>
                  </a:lnTo>
                  <a:lnTo>
                    <a:pt x="811" y="5571"/>
                  </a:lnTo>
                  <a:lnTo>
                    <a:pt x="850" y="5610"/>
                  </a:lnTo>
                  <a:lnTo>
                    <a:pt x="732" y="5650"/>
                  </a:lnTo>
                  <a:lnTo>
                    <a:pt x="811" y="5650"/>
                  </a:lnTo>
                  <a:lnTo>
                    <a:pt x="831" y="5709"/>
                  </a:lnTo>
                  <a:lnTo>
                    <a:pt x="831" y="5768"/>
                  </a:lnTo>
                  <a:lnTo>
                    <a:pt x="811" y="5847"/>
                  </a:lnTo>
                  <a:lnTo>
                    <a:pt x="791" y="5867"/>
                  </a:lnTo>
                  <a:lnTo>
                    <a:pt x="771" y="5887"/>
                  </a:lnTo>
                  <a:lnTo>
                    <a:pt x="771" y="5906"/>
                  </a:lnTo>
                  <a:lnTo>
                    <a:pt x="811" y="5926"/>
                  </a:lnTo>
                  <a:lnTo>
                    <a:pt x="831" y="5966"/>
                  </a:lnTo>
                  <a:lnTo>
                    <a:pt x="831" y="5985"/>
                  </a:lnTo>
                  <a:lnTo>
                    <a:pt x="771" y="5985"/>
                  </a:lnTo>
                  <a:lnTo>
                    <a:pt x="771" y="6064"/>
                  </a:lnTo>
                  <a:lnTo>
                    <a:pt x="791" y="6163"/>
                  </a:lnTo>
                  <a:lnTo>
                    <a:pt x="791" y="6262"/>
                  </a:lnTo>
                  <a:lnTo>
                    <a:pt x="771" y="6361"/>
                  </a:lnTo>
                  <a:lnTo>
                    <a:pt x="831" y="6479"/>
                  </a:lnTo>
                  <a:lnTo>
                    <a:pt x="870" y="6519"/>
                  </a:lnTo>
                  <a:lnTo>
                    <a:pt x="910" y="6578"/>
                  </a:lnTo>
                  <a:lnTo>
                    <a:pt x="910" y="6538"/>
                  </a:lnTo>
                  <a:lnTo>
                    <a:pt x="929" y="6519"/>
                  </a:lnTo>
                  <a:lnTo>
                    <a:pt x="949" y="6499"/>
                  </a:lnTo>
                  <a:lnTo>
                    <a:pt x="989" y="6519"/>
                  </a:lnTo>
                  <a:lnTo>
                    <a:pt x="1008" y="6519"/>
                  </a:lnTo>
                  <a:lnTo>
                    <a:pt x="1028" y="6558"/>
                  </a:lnTo>
                  <a:lnTo>
                    <a:pt x="1048" y="6598"/>
                  </a:lnTo>
                  <a:lnTo>
                    <a:pt x="1008" y="6617"/>
                  </a:lnTo>
                  <a:lnTo>
                    <a:pt x="1008" y="6637"/>
                  </a:lnTo>
                  <a:lnTo>
                    <a:pt x="989" y="6657"/>
                  </a:lnTo>
                  <a:lnTo>
                    <a:pt x="969" y="6637"/>
                  </a:lnTo>
                  <a:lnTo>
                    <a:pt x="929" y="6657"/>
                  </a:lnTo>
                  <a:lnTo>
                    <a:pt x="910" y="6677"/>
                  </a:lnTo>
                  <a:lnTo>
                    <a:pt x="929" y="6736"/>
                  </a:lnTo>
                  <a:lnTo>
                    <a:pt x="929" y="6775"/>
                  </a:lnTo>
                  <a:lnTo>
                    <a:pt x="910" y="6795"/>
                  </a:lnTo>
                  <a:lnTo>
                    <a:pt x="890" y="6815"/>
                  </a:lnTo>
                  <a:lnTo>
                    <a:pt x="910" y="6835"/>
                  </a:lnTo>
                  <a:lnTo>
                    <a:pt x="929" y="6874"/>
                  </a:lnTo>
                  <a:lnTo>
                    <a:pt x="949" y="6933"/>
                  </a:lnTo>
                  <a:lnTo>
                    <a:pt x="989" y="6953"/>
                  </a:lnTo>
                  <a:lnTo>
                    <a:pt x="949" y="6953"/>
                  </a:lnTo>
                  <a:lnTo>
                    <a:pt x="929" y="6933"/>
                  </a:lnTo>
                  <a:lnTo>
                    <a:pt x="929" y="6914"/>
                  </a:lnTo>
                  <a:lnTo>
                    <a:pt x="910" y="6914"/>
                  </a:lnTo>
                  <a:lnTo>
                    <a:pt x="929" y="6953"/>
                  </a:lnTo>
                  <a:lnTo>
                    <a:pt x="890" y="6953"/>
                  </a:lnTo>
                  <a:lnTo>
                    <a:pt x="890" y="6993"/>
                  </a:lnTo>
                  <a:lnTo>
                    <a:pt x="910" y="7012"/>
                  </a:lnTo>
                  <a:lnTo>
                    <a:pt x="949" y="7052"/>
                  </a:lnTo>
                  <a:lnTo>
                    <a:pt x="1008" y="7072"/>
                  </a:lnTo>
                  <a:lnTo>
                    <a:pt x="1048" y="7111"/>
                  </a:lnTo>
                  <a:lnTo>
                    <a:pt x="1028" y="7111"/>
                  </a:lnTo>
                  <a:lnTo>
                    <a:pt x="1068" y="7151"/>
                  </a:lnTo>
                  <a:lnTo>
                    <a:pt x="949" y="7111"/>
                  </a:lnTo>
                  <a:lnTo>
                    <a:pt x="989" y="7151"/>
                  </a:lnTo>
                  <a:lnTo>
                    <a:pt x="1028" y="7190"/>
                  </a:lnTo>
                  <a:lnTo>
                    <a:pt x="1068" y="7210"/>
                  </a:lnTo>
                  <a:lnTo>
                    <a:pt x="1087" y="7249"/>
                  </a:lnTo>
                  <a:lnTo>
                    <a:pt x="1068" y="7269"/>
                  </a:lnTo>
                  <a:lnTo>
                    <a:pt x="1107" y="7309"/>
                  </a:lnTo>
                  <a:lnTo>
                    <a:pt x="1068" y="7309"/>
                  </a:lnTo>
                  <a:lnTo>
                    <a:pt x="1127" y="7328"/>
                  </a:lnTo>
                  <a:lnTo>
                    <a:pt x="1147" y="7368"/>
                  </a:lnTo>
                  <a:lnTo>
                    <a:pt x="1186" y="7407"/>
                  </a:lnTo>
                  <a:lnTo>
                    <a:pt x="1226" y="7447"/>
                  </a:lnTo>
                  <a:lnTo>
                    <a:pt x="1166" y="7486"/>
                  </a:lnTo>
                  <a:lnTo>
                    <a:pt x="1147" y="7506"/>
                  </a:lnTo>
                  <a:lnTo>
                    <a:pt x="1186" y="7526"/>
                  </a:lnTo>
                  <a:lnTo>
                    <a:pt x="1068" y="7546"/>
                  </a:lnTo>
                  <a:lnTo>
                    <a:pt x="1068" y="7486"/>
                  </a:lnTo>
                  <a:lnTo>
                    <a:pt x="1087" y="7467"/>
                  </a:lnTo>
                  <a:lnTo>
                    <a:pt x="1107" y="7447"/>
                  </a:lnTo>
                  <a:lnTo>
                    <a:pt x="1087" y="7407"/>
                  </a:lnTo>
                  <a:lnTo>
                    <a:pt x="1048" y="7447"/>
                  </a:lnTo>
                  <a:lnTo>
                    <a:pt x="1028" y="7486"/>
                  </a:lnTo>
                  <a:lnTo>
                    <a:pt x="989" y="7605"/>
                  </a:lnTo>
                  <a:lnTo>
                    <a:pt x="1008" y="7704"/>
                  </a:lnTo>
                  <a:lnTo>
                    <a:pt x="1028" y="7803"/>
                  </a:lnTo>
                  <a:lnTo>
                    <a:pt x="1048" y="7842"/>
                  </a:lnTo>
                  <a:lnTo>
                    <a:pt x="1048" y="7882"/>
                  </a:lnTo>
                  <a:lnTo>
                    <a:pt x="2549" y="7921"/>
                  </a:lnTo>
                  <a:lnTo>
                    <a:pt x="2569" y="7842"/>
                  </a:lnTo>
                  <a:lnTo>
                    <a:pt x="2549" y="7783"/>
                  </a:lnTo>
                  <a:lnTo>
                    <a:pt x="2529" y="7743"/>
                  </a:lnTo>
                  <a:lnTo>
                    <a:pt x="2450" y="7822"/>
                  </a:lnTo>
                  <a:lnTo>
                    <a:pt x="2549" y="7822"/>
                  </a:lnTo>
                  <a:lnTo>
                    <a:pt x="2490" y="7862"/>
                  </a:lnTo>
                  <a:lnTo>
                    <a:pt x="2411" y="7862"/>
                  </a:lnTo>
                  <a:lnTo>
                    <a:pt x="2272" y="7822"/>
                  </a:lnTo>
                  <a:lnTo>
                    <a:pt x="2292" y="7803"/>
                  </a:lnTo>
                  <a:lnTo>
                    <a:pt x="2292" y="7783"/>
                  </a:lnTo>
                  <a:lnTo>
                    <a:pt x="2312" y="7763"/>
                  </a:lnTo>
                  <a:lnTo>
                    <a:pt x="2332" y="7763"/>
                  </a:lnTo>
                  <a:lnTo>
                    <a:pt x="2292" y="7684"/>
                  </a:lnTo>
                  <a:lnTo>
                    <a:pt x="2272" y="7704"/>
                  </a:lnTo>
                  <a:lnTo>
                    <a:pt x="2253" y="7723"/>
                  </a:lnTo>
                  <a:lnTo>
                    <a:pt x="2233" y="7723"/>
                  </a:lnTo>
                  <a:lnTo>
                    <a:pt x="2272" y="7664"/>
                  </a:lnTo>
                  <a:lnTo>
                    <a:pt x="2292" y="7644"/>
                  </a:lnTo>
                  <a:lnTo>
                    <a:pt x="2312" y="7664"/>
                  </a:lnTo>
                  <a:lnTo>
                    <a:pt x="2292" y="7605"/>
                  </a:lnTo>
                  <a:lnTo>
                    <a:pt x="2272" y="7585"/>
                  </a:lnTo>
                  <a:lnTo>
                    <a:pt x="2233" y="7585"/>
                  </a:lnTo>
                  <a:lnTo>
                    <a:pt x="2233" y="7565"/>
                  </a:lnTo>
                  <a:lnTo>
                    <a:pt x="2292" y="7565"/>
                  </a:lnTo>
                  <a:lnTo>
                    <a:pt x="2391" y="7605"/>
                  </a:lnTo>
                  <a:lnTo>
                    <a:pt x="2391" y="7565"/>
                  </a:lnTo>
                  <a:lnTo>
                    <a:pt x="2490" y="7565"/>
                  </a:lnTo>
                  <a:lnTo>
                    <a:pt x="2470" y="7486"/>
                  </a:lnTo>
                  <a:lnTo>
                    <a:pt x="2569" y="7506"/>
                  </a:lnTo>
                  <a:lnTo>
                    <a:pt x="2569" y="7486"/>
                  </a:lnTo>
                  <a:lnTo>
                    <a:pt x="2549" y="7447"/>
                  </a:lnTo>
                  <a:lnTo>
                    <a:pt x="2529" y="7427"/>
                  </a:lnTo>
                  <a:lnTo>
                    <a:pt x="2549" y="7388"/>
                  </a:lnTo>
                  <a:lnTo>
                    <a:pt x="2470" y="7388"/>
                  </a:lnTo>
                  <a:lnTo>
                    <a:pt x="2529" y="7249"/>
                  </a:lnTo>
                  <a:lnTo>
                    <a:pt x="2529" y="7131"/>
                  </a:lnTo>
                  <a:lnTo>
                    <a:pt x="2470" y="7170"/>
                  </a:lnTo>
                  <a:lnTo>
                    <a:pt x="2450" y="7131"/>
                  </a:lnTo>
                  <a:lnTo>
                    <a:pt x="2450" y="7111"/>
                  </a:lnTo>
                  <a:lnTo>
                    <a:pt x="2470" y="7072"/>
                  </a:lnTo>
                  <a:lnTo>
                    <a:pt x="2509" y="7032"/>
                  </a:lnTo>
                  <a:lnTo>
                    <a:pt x="2509" y="7012"/>
                  </a:lnTo>
                  <a:lnTo>
                    <a:pt x="2509" y="6973"/>
                  </a:lnTo>
                  <a:lnTo>
                    <a:pt x="2470" y="6933"/>
                  </a:lnTo>
                  <a:lnTo>
                    <a:pt x="2430" y="6894"/>
                  </a:lnTo>
                  <a:lnTo>
                    <a:pt x="2391" y="6874"/>
                  </a:lnTo>
                  <a:lnTo>
                    <a:pt x="2332" y="6874"/>
                  </a:lnTo>
                  <a:lnTo>
                    <a:pt x="2332" y="6854"/>
                  </a:lnTo>
                  <a:lnTo>
                    <a:pt x="2332" y="6835"/>
                  </a:lnTo>
                  <a:lnTo>
                    <a:pt x="2391" y="6815"/>
                  </a:lnTo>
                  <a:lnTo>
                    <a:pt x="2292" y="6756"/>
                  </a:lnTo>
                  <a:lnTo>
                    <a:pt x="2272" y="6716"/>
                  </a:lnTo>
                  <a:lnTo>
                    <a:pt x="2272" y="6696"/>
                  </a:lnTo>
                  <a:lnTo>
                    <a:pt x="2272" y="6677"/>
                  </a:lnTo>
                  <a:lnTo>
                    <a:pt x="2351" y="6756"/>
                  </a:lnTo>
                  <a:lnTo>
                    <a:pt x="2391" y="6736"/>
                  </a:lnTo>
                  <a:lnTo>
                    <a:pt x="2391" y="6677"/>
                  </a:lnTo>
                  <a:lnTo>
                    <a:pt x="2391" y="6637"/>
                  </a:lnTo>
                  <a:lnTo>
                    <a:pt x="2391" y="6598"/>
                  </a:lnTo>
                  <a:lnTo>
                    <a:pt x="2154" y="6400"/>
                  </a:lnTo>
                  <a:lnTo>
                    <a:pt x="2095" y="6420"/>
                  </a:lnTo>
                  <a:lnTo>
                    <a:pt x="2016" y="6440"/>
                  </a:lnTo>
                  <a:lnTo>
                    <a:pt x="1956" y="6420"/>
                  </a:lnTo>
                  <a:lnTo>
                    <a:pt x="1897" y="6400"/>
                  </a:lnTo>
                  <a:lnTo>
                    <a:pt x="1917" y="6380"/>
                  </a:lnTo>
                  <a:lnTo>
                    <a:pt x="1937" y="6341"/>
                  </a:lnTo>
                  <a:lnTo>
                    <a:pt x="1976" y="6262"/>
                  </a:lnTo>
                  <a:lnTo>
                    <a:pt x="2016" y="6262"/>
                  </a:lnTo>
                  <a:lnTo>
                    <a:pt x="2055" y="6222"/>
                  </a:lnTo>
                  <a:lnTo>
                    <a:pt x="2095" y="6203"/>
                  </a:lnTo>
                  <a:lnTo>
                    <a:pt x="2114" y="6222"/>
                  </a:lnTo>
                  <a:lnTo>
                    <a:pt x="2114" y="6242"/>
                  </a:lnTo>
                  <a:lnTo>
                    <a:pt x="2075" y="6282"/>
                  </a:lnTo>
                  <a:lnTo>
                    <a:pt x="2055" y="6301"/>
                  </a:lnTo>
                  <a:lnTo>
                    <a:pt x="2055" y="6321"/>
                  </a:lnTo>
                  <a:lnTo>
                    <a:pt x="2134" y="6262"/>
                  </a:lnTo>
                  <a:lnTo>
                    <a:pt x="2213" y="6163"/>
                  </a:lnTo>
                  <a:lnTo>
                    <a:pt x="2253" y="6183"/>
                  </a:lnTo>
                  <a:lnTo>
                    <a:pt x="2272" y="6222"/>
                  </a:lnTo>
                  <a:lnTo>
                    <a:pt x="2213" y="6222"/>
                  </a:lnTo>
                  <a:lnTo>
                    <a:pt x="2253" y="6262"/>
                  </a:lnTo>
                  <a:lnTo>
                    <a:pt x="2272" y="6262"/>
                  </a:lnTo>
                  <a:lnTo>
                    <a:pt x="2312" y="6242"/>
                  </a:lnTo>
                  <a:lnTo>
                    <a:pt x="2351" y="6203"/>
                  </a:lnTo>
                  <a:lnTo>
                    <a:pt x="2411" y="6203"/>
                  </a:lnTo>
                  <a:lnTo>
                    <a:pt x="2391" y="6143"/>
                  </a:lnTo>
                  <a:lnTo>
                    <a:pt x="2351" y="6143"/>
                  </a:lnTo>
                  <a:lnTo>
                    <a:pt x="2371" y="6124"/>
                  </a:lnTo>
                  <a:lnTo>
                    <a:pt x="2391" y="6084"/>
                  </a:lnTo>
                  <a:lnTo>
                    <a:pt x="2351" y="6045"/>
                  </a:lnTo>
                  <a:lnTo>
                    <a:pt x="2332" y="5985"/>
                  </a:lnTo>
                  <a:lnTo>
                    <a:pt x="2332" y="5946"/>
                  </a:lnTo>
                  <a:lnTo>
                    <a:pt x="2351" y="5926"/>
                  </a:lnTo>
                  <a:lnTo>
                    <a:pt x="2312" y="5946"/>
                  </a:lnTo>
                  <a:lnTo>
                    <a:pt x="2292" y="5946"/>
                  </a:lnTo>
                  <a:lnTo>
                    <a:pt x="2253" y="5926"/>
                  </a:lnTo>
                  <a:lnTo>
                    <a:pt x="2253" y="5887"/>
                  </a:lnTo>
                  <a:lnTo>
                    <a:pt x="2272" y="5867"/>
                  </a:lnTo>
                  <a:lnTo>
                    <a:pt x="2332" y="5827"/>
                  </a:lnTo>
                  <a:lnTo>
                    <a:pt x="2292" y="5808"/>
                  </a:lnTo>
                  <a:lnTo>
                    <a:pt x="2272" y="5788"/>
                  </a:lnTo>
                  <a:lnTo>
                    <a:pt x="2272" y="5748"/>
                  </a:lnTo>
                  <a:lnTo>
                    <a:pt x="2233" y="5729"/>
                  </a:lnTo>
                  <a:lnTo>
                    <a:pt x="2174" y="5748"/>
                  </a:lnTo>
                  <a:lnTo>
                    <a:pt x="2134" y="5768"/>
                  </a:lnTo>
                  <a:lnTo>
                    <a:pt x="2075" y="5748"/>
                  </a:lnTo>
                  <a:lnTo>
                    <a:pt x="2035" y="5729"/>
                  </a:lnTo>
                  <a:lnTo>
                    <a:pt x="2016" y="5689"/>
                  </a:lnTo>
                  <a:lnTo>
                    <a:pt x="2035" y="5650"/>
                  </a:lnTo>
                  <a:lnTo>
                    <a:pt x="2016" y="5630"/>
                  </a:lnTo>
                  <a:lnTo>
                    <a:pt x="2055" y="5610"/>
                  </a:lnTo>
                  <a:lnTo>
                    <a:pt x="2075" y="5630"/>
                  </a:lnTo>
                  <a:lnTo>
                    <a:pt x="2095" y="5669"/>
                  </a:lnTo>
                  <a:lnTo>
                    <a:pt x="2114" y="5689"/>
                  </a:lnTo>
                  <a:lnTo>
                    <a:pt x="2035" y="5551"/>
                  </a:lnTo>
                  <a:lnTo>
                    <a:pt x="2075" y="5531"/>
                  </a:lnTo>
                  <a:lnTo>
                    <a:pt x="2114" y="5531"/>
                  </a:lnTo>
                  <a:lnTo>
                    <a:pt x="2134" y="5571"/>
                  </a:lnTo>
                  <a:lnTo>
                    <a:pt x="2134" y="5610"/>
                  </a:lnTo>
                  <a:lnTo>
                    <a:pt x="2154" y="5551"/>
                  </a:lnTo>
                  <a:lnTo>
                    <a:pt x="2134" y="5511"/>
                  </a:lnTo>
                  <a:lnTo>
                    <a:pt x="2095" y="5472"/>
                  </a:lnTo>
                  <a:lnTo>
                    <a:pt x="2035" y="5452"/>
                  </a:lnTo>
                  <a:lnTo>
                    <a:pt x="2055" y="5413"/>
                  </a:lnTo>
                  <a:lnTo>
                    <a:pt x="2055" y="5353"/>
                  </a:lnTo>
                  <a:lnTo>
                    <a:pt x="2114" y="5373"/>
                  </a:lnTo>
                  <a:lnTo>
                    <a:pt x="2174" y="5373"/>
                  </a:lnTo>
                  <a:lnTo>
                    <a:pt x="2233" y="5393"/>
                  </a:lnTo>
                  <a:lnTo>
                    <a:pt x="2272" y="5413"/>
                  </a:lnTo>
                  <a:lnTo>
                    <a:pt x="2253" y="5452"/>
                  </a:lnTo>
                  <a:lnTo>
                    <a:pt x="2154" y="5452"/>
                  </a:lnTo>
                  <a:lnTo>
                    <a:pt x="2154" y="5472"/>
                  </a:lnTo>
                  <a:lnTo>
                    <a:pt x="2233" y="5472"/>
                  </a:lnTo>
                  <a:lnTo>
                    <a:pt x="2213" y="5511"/>
                  </a:lnTo>
                  <a:lnTo>
                    <a:pt x="2233" y="5531"/>
                  </a:lnTo>
                  <a:lnTo>
                    <a:pt x="2253" y="5571"/>
                  </a:lnTo>
                  <a:lnTo>
                    <a:pt x="2233" y="5571"/>
                  </a:lnTo>
                  <a:lnTo>
                    <a:pt x="2213" y="5551"/>
                  </a:lnTo>
                  <a:lnTo>
                    <a:pt x="2233" y="5650"/>
                  </a:lnTo>
                  <a:lnTo>
                    <a:pt x="2253" y="5689"/>
                  </a:lnTo>
                  <a:lnTo>
                    <a:pt x="2292" y="5709"/>
                  </a:lnTo>
                  <a:lnTo>
                    <a:pt x="2312" y="5669"/>
                  </a:lnTo>
                  <a:lnTo>
                    <a:pt x="2312" y="5650"/>
                  </a:lnTo>
                  <a:lnTo>
                    <a:pt x="2292" y="5571"/>
                  </a:lnTo>
                  <a:lnTo>
                    <a:pt x="2292" y="5492"/>
                  </a:lnTo>
                  <a:lnTo>
                    <a:pt x="2292" y="5472"/>
                  </a:lnTo>
                  <a:lnTo>
                    <a:pt x="2332" y="5452"/>
                  </a:lnTo>
                  <a:lnTo>
                    <a:pt x="2193" y="5294"/>
                  </a:lnTo>
                  <a:lnTo>
                    <a:pt x="2134" y="5333"/>
                  </a:lnTo>
                  <a:lnTo>
                    <a:pt x="2095" y="5333"/>
                  </a:lnTo>
                  <a:lnTo>
                    <a:pt x="2055" y="5314"/>
                  </a:lnTo>
                  <a:lnTo>
                    <a:pt x="2114" y="5294"/>
                  </a:lnTo>
                  <a:lnTo>
                    <a:pt x="2154" y="5254"/>
                  </a:lnTo>
                  <a:lnTo>
                    <a:pt x="2174" y="5215"/>
                  </a:lnTo>
                  <a:lnTo>
                    <a:pt x="2174" y="5175"/>
                  </a:lnTo>
                  <a:lnTo>
                    <a:pt x="2134" y="5175"/>
                  </a:lnTo>
                  <a:lnTo>
                    <a:pt x="2095" y="5136"/>
                  </a:lnTo>
                  <a:lnTo>
                    <a:pt x="2055" y="5116"/>
                  </a:lnTo>
                  <a:lnTo>
                    <a:pt x="1996" y="5116"/>
                  </a:lnTo>
                  <a:lnTo>
                    <a:pt x="2016" y="5136"/>
                  </a:lnTo>
                  <a:lnTo>
                    <a:pt x="2016" y="5156"/>
                  </a:lnTo>
                  <a:lnTo>
                    <a:pt x="1976" y="5175"/>
                  </a:lnTo>
                  <a:lnTo>
                    <a:pt x="1956" y="5136"/>
                  </a:lnTo>
                  <a:lnTo>
                    <a:pt x="1917" y="5136"/>
                  </a:lnTo>
                  <a:lnTo>
                    <a:pt x="1877" y="5156"/>
                  </a:lnTo>
                  <a:lnTo>
                    <a:pt x="1877" y="5136"/>
                  </a:lnTo>
                  <a:lnTo>
                    <a:pt x="1877" y="5077"/>
                  </a:lnTo>
                  <a:lnTo>
                    <a:pt x="1937" y="5077"/>
                  </a:lnTo>
                  <a:lnTo>
                    <a:pt x="1956" y="5017"/>
                  </a:lnTo>
                  <a:lnTo>
                    <a:pt x="2055" y="5057"/>
                  </a:lnTo>
                  <a:lnTo>
                    <a:pt x="2068" y="5065"/>
                  </a:lnTo>
                  <a:lnTo>
                    <a:pt x="1976" y="4919"/>
                  </a:lnTo>
                  <a:lnTo>
                    <a:pt x="1917" y="4859"/>
                  </a:lnTo>
                  <a:lnTo>
                    <a:pt x="1877" y="4780"/>
                  </a:lnTo>
                  <a:lnTo>
                    <a:pt x="1917" y="4780"/>
                  </a:lnTo>
                  <a:lnTo>
                    <a:pt x="1956" y="4800"/>
                  </a:lnTo>
                  <a:lnTo>
                    <a:pt x="2016" y="4859"/>
                  </a:lnTo>
                  <a:lnTo>
                    <a:pt x="2075" y="4899"/>
                  </a:lnTo>
                  <a:lnTo>
                    <a:pt x="2174" y="4899"/>
                  </a:lnTo>
                  <a:lnTo>
                    <a:pt x="2154" y="4859"/>
                  </a:lnTo>
                  <a:lnTo>
                    <a:pt x="2114" y="4840"/>
                  </a:lnTo>
                  <a:lnTo>
                    <a:pt x="2095" y="4840"/>
                  </a:lnTo>
                  <a:lnTo>
                    <a:pt x="2075" y="4800"/>
                  </a:lnTo>
                  <a:lnTo>
                    <a:pt x="2095" y="4780"/>
                  </a:lnTo>
                  <a:lnTo>
                    <a:pt x="2114" y="4761"/>
                  </a:lnTo>
                  <a:lnTo>
                    <a:pt x="2114" y="4721"/>
                  </a:lnTo>
                  <a:lnTo>
                    <a:pt x="2075" y="4662"/>
                  </a:lnTo>
                  <a:lnTo>
                    <a:pt x="2055" y="4603"/>
                  </a:lnTo>
                  <a:lnTo>
                    <a:pt x="2016" y="4642"/>
                  </a:lnTo>
                  <a:lnTo>
                    <a:pt x="1996" y="4622"/>
                  </a:lnTo>
                  <a:lnTo>
                    <a:pt x="1996" y="4583"/>
                  </a:lnTo>
                  <a:lnTo>
                    <a:pt x="2016" y="4524"/>
                  </a:lnTo>
                  <a:lnTo>
                    <a:pt x="2035" y="4524"/>
                  </a:lnTo>
                  <a:lnTo>
                    <a:pt x="1996" y="4504"/>
                  </a:lnTo>
                  <a:lnTo>
                    <a:pt x="2016" y="4484"/>
                  </a:lnTo>
                  <a:lnTo>
                    <a:pt x="1996" y="4464"/>
                  </a:lnTo>
                  <a:lnTo>
                    <a:pt x="1976" y="4405"/>
                  </a:lnTo>
                  <a:lnTo>
                    <a:pt x="1976" y="4346"/>
                  </a:lnTo>
                  <a:lnTo>
                    <a:pt x="1956" y="4306"/>
                  </a:lnTo>
                  <a:lnTo>
                    <a:pt x="1937" y="4306"/>
                  </a:lnTo>
                  <a:lnTo>
                    <a:pt x="1937" y="4346"/>
                  </a:lnTo>
                  <a:lnTo>
                    <a:pt x="1956" y="4366"/>
                  </a:lnTo>
                  <a:lnTo>
                    <a:pt x="1956" y="4405"/>
                  </a:lnTo>
                  <a:lnTo>
                    <a:pt x="1937" y="4445"/>
                  </a:lnTo>
                  <a:lnTo>
                    <a:pt x="1897" y="4464"/>
                  </a:lnTo>
                  <a:lnTo>
                    <a:pt x="1877" y="4445"/>
                  </a:lnTo>
                  <a:lnTo>
                    <a:pt x="1858" y="4385"/>
                  </a:lnTo>
                  <a:lnTo>
                    <a:pt x="1818" y="4346"/>
                  </a:lnTo>
                  <a:lnTo>
                    <a:pt x="1779" y="4287"/>
                  </a:lnTo>
                  <a:lnTo>
                    <a:pt x="1759" y="4227"/>
                  </a:lnTo>
                  <a:lnTo>
                    <a:pt x="1739" y="4247"/>
                  </a:lnTo>
                  <a:lnTo>
                    <a:pt x="1719" y="4227"/>
                  </a:lnTo>
                  <a:lnTo>
                    <a:pt x="1700" y="4208"/>
                  </a:lnTo>
                  <a:lnTo>
                    <a:pt x="1700" y="4148"/>
                  </a:lnTo>
                  <a:lnTo>
                    <a:pt x="1719" y="4109"/>
                  </a:lnTo>
                  <a:lnTo>
                    <a:pt x="1739" y="4109"/>
                  </a:lnTo>
                  <a:lnTo>
                    <a:pt x="1779" y="4129"/>
                  </a:lnTo>
                  <a:lnTo>
                    <a:pt x="1818" y="4148"/>
                  </a:lnTo>
                  <a:lnTo>
                    <a:pt x="1838" y="4129"/>
                  </a:lnTo>
                  <a:lnTo>
                    <a:pt x="1877" y="4168"/>
                  </a:lnTo>
                  <a:lnTo>
                    <a:pt x="1877" y="4188"/>
                  </a:lnTo>
                  <a:lnTo>
                    <a:pt x="1897" y="4208"/>
                  </a:lnTo>
                  <a:lnTo>
                    <a:pt x="1937" y="4227"/>
                  </a:lnTo>
                  <a:lnTo>
                    <a:pt x="2035" y="4168"/>
                  </a:lnTo>
                  <a:lnTo>
                    <a:pt x="1996" y="4129"/>
                  </a:lnTo>
                  <a:lnTo>
                    <a:pt x="2016" y="4089"/>
                  </a:lnTo>
                  <a:lnTo>
                    <a:pt x="2035" y="4069"/>
                  </a:lnTo>
                  <a:lnTo>
                    <a:pt x="2035" y="4030"/>
                  </a:lnTo>
                  <a:lnTo>
                    <a:pt x="1996" y="4069"/>
                  </a:lnTo>
                  <a:lnTo>
                    <a:pt x="1956" y="4069"/>
                  </a:lnTo>
                  <a:lnTo>
                    <a:pt x="1956" y="4050"/>
                  </a:lnTo>
                  <a:lnTo>
                    <a:pt x="1976" y="4030"/>
                  </a:lnTo>
                  <a:lnTo>
                    <a:pt x="1858" y="4050"/>
                  </a:lnTo>
                  <a:lnTo>
                    <a:pt x="1877" y="4089"/>
                  </a:lnTo>
                  <a:lnTo>
                    <a:pt x="1897" y="4109"/>
                  </a:lnTo>
                  <a:lnTo>
                    <a:pt x="1917" y="4148"/>
                  </a:lnTo>
                  <a:lnTo>
                    <a:pt x="1897" y="4168"/>
                  </a:lnTo>
                  <a:lnTo>
                    <a:pt x="1858" y="4129"/>
                  </a:lnTo>
                  <a:lnTo>
                    <a:pt x="1798" y="4109"/>
                  </a:lnTo>
                  <a:lnTo>
                    <a:pt x="1759" y="4069"/>
                  </a:lnTo>
                  <a:lnTo>
                    <a:pt x="1739" y="4010"/>
                  </a:lnTo>
                  <a:lnTo>
                    <a:pt x="1759" y="4010"/>
                  </a:lnTo>
                  <a:lnTo>
                    <a:pt x="1779" y="4030"/>
                  </a:lnTo>
                  <a:lnTo>
                    <a:pt x="1798" y="4050"/>
                  </a:lnTo>
                  <a:lnTo>
                    <a:pt x="1798" y="4010"/>
                  </a:lnTo>
                  <a:lnTo>
                    <a:pt x="1779" y="3990"/>
                  </a:lnTo>
                  <a:lnTo>
                    <a:pt x="1759" y="3951"/>
                  </a:lnTo>
                  <a:lnTo>
                    <a:pt x="1759" y="3911"/>
                  </a:lnTo>
                  <a:lnTo>
                    <a:pt x="1818" y="3951"/>
                  </a:lnTo>
                  <a:lnTo>
                    <a:pt x="1858" y="3971"/>
                  </a:lnTo>
                  <a:lnTo>
                    <a:pt x="1897" y="3951"/>
                  </a:lnTo>
                  <a:lnTo>
                    <a:pt x="1798" y="3931"/>
                  </a:lnTo>
                  <a:lnTo>
                    <a:pt x="1838" y="3892"/>
                  </a:lnTo>
                  <a:lnTo>
                    <a:pt x="1858" y="3892"/>
                  </a:lnTo>
                  <a:lnTo>
                    <a:pt x="1838" y="3872"/>
                  </a:lnTo>
                  <a:lnTo>
                    <a:pt x="1779" y="3872"/>
                  </a:lnTo>
                  <a:lnTo>
                    <a:pt x="1779" y="3852"/>
                  </a:lnTo>
                  <a:lnTo>
                    <a:pt x="1798" y="3832"/>
                  </a:lnTo>
                  <a:lnTo>
                    <a:pt x="1838" y="3813"/>
                  </a:lnTo>
                  <a:lnTo>
                    <a:pt x="1818" y="3793"/>
                  </a:lnTo>
                  <a:lnTo>
                    <a:pt x="1818" y="3773"/>
                  </a:lnTo>
                  <a:lnTo>
                    <a:pt x="1779" y="3753"/>
                  </a:lnTo>
                  <a:lnTo>
                    <a:pt x="1759" y="3734"/>
                  </a:lnTo>
                  <a:lnTo>
                    <a:pt x="1739" y="3773"/>
                  </a:lnTo>
                  <a:lnTo>
                    <a:pt x="1640" y="3773"/>
                  </a:lnTo>
                  <a:lnTo>
                    <a:pt x="1601" y="3753"/>
                  </a:lnTo>
                  <a:lnTo>
                    <a:pt x="1601" y="3694"/>
                  </a:lnTo>
                  <a:lnTo>
                    <a:pt x="1581" y="3635"/>
                  </a:lnTo>
                  <a:lnTo>
                    <a:pt x="1601" y="3595"/>
                  </a:lnTo>
                  <a:lnTo>
                    <a:pt x="1640" y="3536"/>
                  </a:lnTo>
                  <a:lnTo>
                    <a:pt x="1581" y="3516"/>
                  </a:lnTo>
                  <a:lnTo>
                    <a:pt x="1621" y="3516"/>
                  </a:lnTo>
                  <a:lnTo>
                    <a:pt x="1621" y="3477"/>
                  </a:lnTo>
                  <a:lnTo>
                    <a:pt x="1621" y="3437"/>
                  </a:lnTo>
                  <a:lnTo>
                    <a:pt x="1660" y="3437"/>
                  </a:lnTo>
                  <a:lnTo>
                    <a:pt x="1660" y="3477"/>
                  </a:lnTo>
                  <a:lnTo>
                    <a:pt x="1700" y="3516"/>
                  </a:lnTo>
                  <a:lnTo>
                    <a:pt x="1719" y="3536"/>
                  </a:lnTo>
                  <a:lnTo>
                    <a:pt x="1759" y="3536"/>
                  </a:lnTo>
                  <a:lnTo>
                    <a:pt x="1779" y="3516"/>
                  </a:lnTo>
                  <a:lnTo>
                    <a:pt x="1798" y="3497"/>
                  </a:lnTo>
                  <a:lnTo>
                    <a:pt x="1858" y="3516"/>
                  </a:lnTo>
                  <a:lnTo>
                    <a:pt x="1858" y="3516"/>
                  </a:lnTo>
                  <a:lnTo>
                    <a:pt x="1838" y="3497"/>
                  </a:lnTo>
                  <a:lnTo>
                    <a:pt x="1798" y="3477"/>
                  </a:lnTo>
                  <a:lnTo>
                    <a:pt x="1739" y="3497"/>
                  </a:lnTo>
                  <a:lnTo>
                    <a:pt x="1700" y="3477"/>
                  </a:lnTo>
                  <a:lnTo>
                    <a:pt x="1719" y="3457"/>
                  </a:lnTo>
                  <a:lnTo>
                    <a:pt x="1719" y="3437"/>
                  </a:lnTo>
                  <a:lnTo>
                    <a:pt x="1739" y="3418"/>
                  </a:lnTo>
                  <a:lnTo>
                    <a:pt x="1779" y="3418"/>
                  </a:lnTo>
                  <a:lnTo>
                    <a:pt x="1759" y="3378"/>
                  </a:lnTo>
                  <a:lnTo>
                    <a:pt x="1739" y="3358"/>
                  </a:lnTo>
                  <a:lnTo>
                    <a:pt x="1700" y="3339"/>
                  </a:lnTo>
                  <a:lnTo>
                    <a:pt x="1700" y="3319"/>
                  </a:lnTo>
                  <a:lnTo>
                    <a:pt x="1818" y="3319"/>
                  </a:lnTo>
                  <a:lnTo>
                    <a:pt x="1818" y="3299"/>
                  </a:lnTo>
                  <a:lnTo>
                    <a:pt x="1818" y="3279"/>
                  </a:lnTo>
                  <a:lnTo>
                    <a:pt x="1838" y="3260"/>
                  </a:lnTo>
                  <a:lnTo>
                    <a:pt x="1779" y="3260"/>
                  </a:lnTo>
                  <a:lnTo>
                    <a:pt x="1779" y="3279"/>
                  </a:lnTo>
                  <a:lnTo>
                    <a:pt x="1759" y="3260"/>
                  </a:lnTo>
                  <a:lnTo>
                    <a:pt x="1739" y="3240"/>
                  </a:lnTo>
                  <a:lnTo>
                    <a:pt x="1739" y="3200"/>
                  </a:lnTo>
                  <a:lnTo>
                    <a:pt x="1719" y="3181"/>
                  </a:lnTo>
                  <a:lnTo>
                    <a:pt x="1739" y="3161"/>
                  </a:lnTo>
                  <a:lnTo>
                    <a:pt x="1739" y="3121"/>
                  </a:lnTo>
                  <a:lnTo>
                    <a:pt x="1739" y="3082"/>
                  </a:lnTo>
                  <a:lnTo>
                    <a:pt x="1739" y="3042"/>
                  </a:lnTo>
                  <a:lnTo>
                    <a:pt x="1700" y="3062"/>
                  </a:lnTo>
                  <a:lnTo>
                    <a:pt x="1680" y="3062"/>
                  </a:lnTo>
                  <a:lnTo>
                    <a:pt x="1680" y="3082"/>
                  </a:lnTo>
                  <a:lnTo>
                    <a:pt x="1700" y="3102"/>
                  </a:lnTo>
                  <a:lnTo>
                    <a:pt x="1719" y="3121"/>
                  </a:lnTo>
                  <a:lnTo>
                    <a:pt x="1719" y="3141"/>
                  </a:lnTo>
                  <a:lnTo>
                    <a:pt x="1680" y="3161"/>
                  </a:lnTo>
                  <a:lnTo>
                    <a:pt x="1640" y="3102"/>
                  </a:lnTo>
                  <a:lnTo>
                    <a:pt x="1621" y="3022"/>
                  </a:lnTo>
                  <a:lnTo>
                    <a:pt x="1601" y="2924"/>
                  </a:lnTo>
                  <a:lnTo>
                    <a:pt x="1561" y="2864"/>
                  </a:lnTo>
                  <a:lnTo>
                    <a:pt x="1581" y="2825"/>
                  </a:lnTo>
                  <a:lnTo>
                    <a:pt x="1700" y="2825"/>
                  </a:lnTo>
                  <a:lnTo>
                    <a:pt x="1700" y="2864"/>
                  </a:lnTo>
                  <a:lnTo>
                    <a:pt x="1700" y="2904"/>
                  </a:lnTo>
                  <a:lnTo>
                    <a:pt x="1700" y="2943"/>
                  </a:lnTo>
                  <a:lnTo>
                    <a:pt x="1719" y="2983"/>
                  </a:lnTo>
                  <a:lnTo>
                    <a:pt x="1719" y="2924"/>
                  </a:lnTo>
                  <a:lnTo>
                    <a:pt x="1719" y="2864"/>
                  </a:lnTo>
                  <a:lnTo>
                    <a:pt x="1700" y="2785"/>
                  </a:lnTo>
                  <a:lnTo>
                    <a:pt x="1640" y="2746"/>
                  </a:lnTo>
                  <a:lnTo>
                    <a:pt x="1660" y="2706"/>
                  </a:lnTo>
                  <a:lnTo>
                    <a:pt x="1680" y="2687"/>
                  </a:lnTo>
                  <a:lnTo>
                    <a:pt x="1719" y="2647"/>
                  </a:lnTo>
                  <a:lnTo>
                    <a:pt x="1779" y="2608"/>
                  </a:lnTo>
                  <a:lnTo>
                    <a:pt x="1779" y="2568"/>
                  </a:lnTo>
                  <a:lnTo>
                    <a:pt x="1779" y="2548"/>
                  </a:lnTo>
                  <a:lnTo>
                    <a:pt x="1719" y="2568"/>
                  </a:lnTo>
                  <a:lnTo>
                    <a:pt x="1680" y="2588"/>
                  </a:lnTo>
                  <a:lnTo>
                    <a:pt x="1660" y="2568"/>
                  </a:lnTo>
                  <a:lnTo>
                    <a:pt x="1660" y="2548"/>
                  </a:lnTo>
                  <a:lnTo>
                    <a:pt x="1680" y="2509"/>
                  </a:lnTo>
                  <a:lnTo>
                    <a:pt x="1640" y="2509"/>
                  </a:lnTo>
                  <a:lnTo>
                    <a:pt x="1640" y="2529"/>
                  </a:lnTo>
                  <a:lnTo>
                    <a:pt x="1621" y="2529"/>
                  </a:lnTo>
                  <a:lnTo>
                    <a:pt x="1601" y="2509"/>
                  </a:lnTo>
                  <a:lnTo>
                    <a:pt x="1601" y="2489"/>
                  </a:lnTo>
                  <a:lnTo>
                    <a:pt x="1621" y="2469"/>
                  </a:lnTo>
                  <a:lnTo>
                    <a:pt x="1660" y="2469"/>
                  </a:lnTo>
                  <a:lnTo>
                    <a:pt x="1640" y="2450"/>
                  </a:lnTo>
                  <a:lnTo>
                    <a:pt x="1640" y="2430"/>
                  </a:lnTo>
                  <a:lnTo>
                    <a:pt x="1680" y="2390"/>
                  </a:lnTo>
                  <a:lnTo>
                    <a:pt x="1719" y="2371"/>
                  </a:lnTo>
                  <a:lnTo>
                    <a:pt x="1700" y="2351"/>
                  </a:lnTo>
                  <a:lnTo>
                    <a:pt x="1680" y="2331"/>
                  </a:lnTo>
                  <a:lnTo>
                    <a:pt x="1660" y="2331"/>
                  </a:lnTo>
                  <a:lnTo>
                    <a:pt x="1660" y="2351"/>
                  </a:lnTo>
                  <a:lnTo>
                    <a:pt x="1660" y="2371"/>
                  </a:lnTo>
                  <a:lnTo>
                    <a:pt x="1621" y="2371"/>
                  </a:lnTo>
                  <a:lnTo>
                    <a:pt x="1581" y="2351"/>
                  </a:lnTo>
                  <a:lnTo>
                    <a:pt x="1522" y="2311"/>
                  </a:lnTo>
                  <a:lnTo>
                    <a:pt x="1542" y="2311"/>
                  </a:lnTo>
                  <a:lnTo>
                    <a:pt x="1542" y="2292"/>
                  </a:lnTo>
                  <a:lnTo>
                    <a:pt x="1542" y="2252"/>
                  </a:lnTo>
                  <a:lnTo>
                    <a:pt x="1581" y="2252"/>
                  </a:lnTo>
                  <a:lnTo>
                    <a:pt x="1581" y="2272"/>
                  </a:lnTo>
                  <a:lnTo>
                    <a:pt x="1601" y="2311"/>
                  </a:lnTo>
                  <a:lnTo>
                    <a:pt x="1621" y="2311"/>
                  </a:lnTo>
                  <a:lnTo>
                    <a:pt x="1621" y="2252"/>
                  </a:lnTo>
                  <a:lnTo>
                    <a:pt x="1601" y="2272"/>
                  </a:lnTo>
                  <a:lnTo>
                    <a:pt x="1542" y="2193"/>
                  </a:lnTo>
                  <a:lnTo>
                    <a:pt x="1542" y="2213"/>
                  </a:lnTo>
                  <a:lnTo>
                    <a:pt x="1502" y="2232"/>
                  </a:lnTo>
                  <a:lnTo>
                    <a:pt x="1463" y="2213"/>
                  </a:lnTo>
                  <a:lnTo>
                    <a:pt x="1443" y="2193"/>
                  </a:lnTo>
                  <a:lnTo>
                    <a:pt x="1463" y="2114"/>
                  </a:lnTo>
                  <a:lnTo>
                    <a:pt x="1502" y="2094"/>
                  </a:lnTo>
                  <a:lnTo>
                    <a:pt x="1542" y="2094"/>
                  </a:lnTo>
                  <a:lnTo>
                    <a:pt x="1502" y="2074"/>
                  </a:lnTo>
                  <a:lnTo>
                    <a:pt x="1463" y="2055"/>
                  </a:lnTo>
                  <a:lnTo>
                    <a:pt x="1443" y="1976"/>
                  </a:lnTo>
                  <a:lnTo>
                    <a:pt x="1423" y="1995"/>
                  </a:lnTo>
                  <a:lnTo>
                    <a:pt x="1403" y="1995"/>
                  </a:lnTo>
                  <a:lnTo>
                    <a:pt x="1344" y="1976"/>
                  </a:lnTo>
                  <a:lnTo>
                    <a:pt x="1423" y="1877"/>
                  </a:lnTo>
                  <a:lnTo>
                    <a:pt x="1443" y="1916"/>
                  </a:lnTo>
                  <a:lnTo>
                    <a:pt x="1463" y="1916"/>
                  </a:lnTo>
                  <a:lnTo>
                    <a:pt x="1502" y="1877"/>
                  </a:lnTo>
                  <a:lnTo>
                    <a:pt x="1542" y="1877"/>
                  </a:lnTo>
                  <a:lnTo>
                    <a:pt x="1581" y="1897"/>
                  </a:lnTo>
                  <a:lnTo>
                    <a:pt x="1601" y="1936"/>
                  </a:lnTo>
                  <a:lnTo>
                    <a:pt x="1581" y="1995"/>
                  </a:lnTo>
                  <a:lnTo>
                    <a:pt x="1621" y="1956"/>
                  </a:lnTo>
                  <a:lnTo>
                    <a:pt x="1621" y="1936"/>
                  </a:lnTo>
                  <a:lnTo>
                    <a:pt x="1621" y="1916"/>
                  </a:lnTo>
                  <a:lnTo>
                    <a:pt x="1601" y="1897"/>
                  </a:lnTo>
                  <a:lnTo>
                    <a:pt x="1561" y="1857"/>
                  </a:lnTo>
                  <a:lnTo>
                    <a:pt x="1542" y="1837"/>
                  </a:lnTo>
                  <a:lnTo>
                    <a:pt x="1561" y="1798"/>
                  </a:lnTo>
                  <a:lnTo>
                    <a:pt x="1601" y="1798"/>
                  </a:lnTo>
                  <a:lnTo>
                    <a:pt x="1621" y="1818"/>
                  </a:lnTo>
                  <a:lnTo>
                    <a:pt x="1601" y="1778"/>
                  </a:lnTo>
                  <a:lnTo>
                    <a:pt x="1581" y="1739"/>
                  </a:lnTo>
                  <a:lnTo>
                    <a:pt x="1601" y="1719"/>
                  </a:lnTo>
                  <a:lnTo>
                    <a:pt x="1542" y="1739"/>
                  </a:lnTo>
                  <a:lnTo>
                    <a:pt x="1502" y="1739"/>
                  </a:lnTo>
                  <a:lnTo>
                    <a:pt x="1463" y="1719"/>
                  </a:lnTo>
                  <a:lnTo>
                    <a:pt x="1542" y="1640"/>
                  </a:lnTo>
                  <a:lnTo>
                    <a:pt x="1542" y="1620"/>
                  </a:lnTo>
                  <a:lnTo>
                    <a:pt x="1542" y="1600"/>
                  </a:lnTo>
                  <a:lnTo>
                    <a:pt x="1443" y="1600"/>
                  </a:lnTo>
                  <a:lnTo>
                    <a:pt x="1403" y="1561"/>
                  </a:lnTo>
                  <a:lnTo>
                    <a:pt x="1344" y="1620"/>
                  </a:lnTo>
                  <a:lnTo>
                    <a:pt x="1305" y="1600"/>
                  </a:lnTo>
                  <a:lnTo>
                    <a:pt x="1305" y="1640"/>
                  </a:lnTo>
                  <a:lnTo>
                    <a:pt x="1265" y="1640"/>
                  </a:lnTo>
                  <a:lnTo>
                    <a:pt x="1245" y="1620"/>
                  </a:lnTo>
                  <a:lnTo>
                    <a:pt x="1226" y="1581"/>
                  </a:lnTo>
                  <a:lnTo>
                    <a:pt x="1206" y="1561"/>
                  </a:lnTo>
                  <a:lnTo>
                    <a:pt x="1245" y="1482"/>
                  </a:lnTo>
                  <a:lnTo>
                    <a:pt x="1305" y="1423"/>
                  </a:lnTo>
                  <a:lnTo>
                    <a:pt x="1384" y="1423"/>
                  </a:lnTo>
                  <a:lnTo>
                    <a:pt x="1463" y="1462"/>
                  </a:lnTo>
                  <a:lnTo>
                    <a:pt x="1542" y="1482"/>
                  </a:lnTo>
                  <a:lnTo>
                    <a:pt x="1640" y="1482"/>
                  </a:lnTo>
                  <a:lnTo>
                    <a:pt x="1601" y="1363"/>
                  </a:lnTo>
                  <a:lnTo>
                    <a:pt x="1581" y="1284"/>
                  </a:lnTo>
                  <a:lnTo>
                    <a:pt x="1601" y="1245"/>
                  </a:lnTo>
                  <a:lnTo>
                    <a:pt x="1561" y="1205"/>
                  </a:lnTo>
                  <a:lnTo>
                    <a:pt x="1522" y="1186"/>
                  </a:lnTo>
                  <a:lnTo>
                    <a:pt x="1384" y="1186"/>
                  </a:lnTo>
                  <a:lnTo>
                    <a:pt x="1384" y="1146"/>
                  </a:lnTo>
                  <a:lnTo>
                    <a:pt x="1403" y="1126"/>
                  </a:lnTo>
                  <a:lnTo>
                    <a:pt x="1443" y="1166"/>
                  </a:lnTo>
                  <a:lnTo>
                    <a:pt x="1384" y="1047"/>
                  </a:lnTo>
                  <a:lnTo>
                    <a:pt x="1364" y="988"/>
                  </a:lnTo>
                  <a:lnTo>
                    <a:pt x="1364" y="929"/>
                  </a:lnTo>
                  <a:lnTo>
                    <a:pt x="1324" y="889"/>
                  </a:lnTo>
                  <a:lnTo>
                    <a:pt x="1285" y="889"/>
                  </a:lnTo>
                  <a:lnTo>
                    <a:pt x="1186" y="909"/>
                  </a:lnTo>
                  <a:lnTo>
                    <a:pt x="1166" y="850"/>
                  </a:lnTo>
                  <a:lnTo>
                    <a:pt x="1107" y="850"/>
                  </a:lnTo>
                  <a:lnTo>
                    <a:pt x="1107" y="810"/>
                  </a:lnTo>
                  <a:lnTo>
                    <a:pt x="1107" y="751"/>
                  </a:lnTo>
                  <a:lnTo>
                    <a:pt x="1147" y="771"/>
                  </a:lnTo>
                  <a:lnTo>
                    <a:pt x="1166" y="771"/>
                  </a:lnTo>
                  <a:lnTo>
                    <a:pt x="1186" y="751"/>
                  </a:lnTo>
                  <a:lnTo>
                    <a:pt x="1186" y="712"/>
                  </a:lnTo>
                  <a:lnTo>
                    <a:pt x="1166" y="672"/>
                  </a:lnTo>
                  <a:lnTo>
                    <a:pt x="1147" y="652"/>
                  </a:lnTo>
                  <a:lnTo>
                    <a:pt x="1226" y="672"/>
                  </a:lnTo>
                  <a:lnTo>
                    <a:pt x="1245" y="692"/>
                  </a:lnTo>
                  <a:lnTo>
                    <a:pt x="1245" y="712"/>
                  </a:lnTo>
                  <a:lnTo>
                    <a:pt x="1206" y="731"/>
                  </a:lnTo>
                  <a:lnTo>
                    <a:pt x="1265" y="791"/>
                  </a:lnTo>
                  <a:lnTo>
                    <a:pt x="1245" y="731"/>
                  </a:lnTo>
                  <a:lnTo>
                    <a:pt x="1285" y="692"/>
                  </a:lnTo>
                  <a:lnTo>
                    <a:pt x="1324" y="672"/>
                  </a:lnTo>
                  <a:lnTo>
                    <a:pt x="1403" y="672"/>
                  </a:lnTo>
                  <a:lnTo>
                    <a:pt x="1384" y="652"/>
                  </a:lnTo>
                  <a:lnTo>
                    <a:pt x="1364" y="632"/>
                  </a:lnTo>
                  <a:lnTo>
                    <a:pt x="1324" y="652"/>
                  </a:lnTo>
                  <a:lnTo>
                    <a:pt x="1305" y="672"/>
                  </a:lnTo>
                  <a:lnTo>
                    <a:pt x="1285" y="652"/>
                  </a:lnTo>
                  <a:lnTo>
                    <a:pt x="1265" y="632"/>
                  </a:lnTo>
                  <a:lnTo>
                    <a:pt x="1324" y="593"/>
                  </a:lnTo>
                  <a:lnTo>
                    <a:pt x="1344" y="534"/>
                  </a:lnTo>
                  <a:lnTo>
                    <a:pt x="1344" y="455"/>
                  </a:lnTo>
                  <a:lnTo>
                    <a:pt x="1344" y="415"/>
                  </a:lnTo>
                  <a:lnTo>
                    <a:pt x="1344" y="376"/>
                  </a:lnTo>
                  <a:lnTo>
                    <a:pt x="1324" y="395"/>
                  </a:lnTo>
                  <a:lnTo>
                    <a:pt x="1305" y="395"/>
                  </a:lnTo>
                  <a:lnTo>
                    <a:pt x="1285" y="376"/>
                  </a:lnTo>
                  <a:lnTo>
                    <a:pt x="1245" y="356"/>
                  </a:lnTo>
                  <a:lnTo>
                    <a:pt x="1186" y="356"/>
                  </a:lnTo>
                  <a:lnTo>
                    <a:pt x="1147" y="336"/>
                  </a:lnTo>
                  <a:lnTo>
                    <a:pt x="1127" y="316"/>
                  </a:lnTo>
                  <a:lnTo>
                    <a:pt x="1127" y="277"/>
                  </a:lnTo>
                  <a:lnTo>
                    <a:pt x="1087" y="297"/>
                  </a:lnTo>
                  <a:lnTo>
                    <a:pt x="1068" y="336"/>
                  </a:lnTo>
                  <a:lnTo>
                    <a:pt x="1068" y="415"/>
                  </a:lnTo>
                  <a:lnTo>
                    <a:pt x="1008" y="415"/>
                  </a:lnTo>
                  <a:lnTo>
                    <a:pt x="969" y="435"/>
                  </a:lnTo>
                  <a:lnTo>
                    <a:pt x="890" y="376"/>
                  </a:lnTo>
                  <a:lnTo>
                    <a:pt x="811" y="316"/>
                  </a:lnTo>
                  <a:lnTo>
                    <a:pt x="870" y="316"/>
                  </a:lnTo>
                  <a:lnTo>
                    <a:pt x="771" y="218"/>
                  </a:lnTo>
                  <a:lnTo>
                    <a:pt x="850" y="178"/>
                  </a:lnTo>
                  <a:lnTo>
                    <a:pt x="910" y="198"/>
                  </a:lnTo>
                  <a:lnTo>
                    <a:pt x="910" y="119"/>
                  </a:lnTo>
                  <a:lnTo>
                    <a:pt x="890" y="60"/>
                  </a:lnTo>
                  <a:lnTo>
                    <a:pt x="890" y="40"/>
                  </a:lnTo>
                  <a:lnTo>
                    <a:pt x="949" y="20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8" name="Google Shape;8228;p31"/>
            <p:cNvSpPr/>
            <p:nvPr/>
          </p:nvSpPr>
          <p:spPr>
            <a:xfrm>
              <a:off x="4697795" y="-2082738"/>
              <a:ext cx="789" cy="752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9" name="Google Shape;8229;p31"/>
            <p:cNvSpPr/>
            <p:nvPr/>
          </p:nvSpPr>
          <p:spPr>
            <a:xfrm>
              <a:off x="4509953" y="-1421173"/>
              <a:ext cx="679402" cy="664554"/>
            </a:xfrm>
            <a:custGeom>
              <a:rect b="b" l="l" r="r" t="t"/>
              <a:pathLst>
                <a:path extrusionOk="0" h="17679" w="18074">
                  <a:moveTo>
                    <a:pt x="3892" y="0"/>
                  </a:moveTo>
                  <a:lnTo>
                    <a:pt x="3832" y="40"/>
                  </a:lnTo>
                  <a:lnTo>
                    <a:pt x="3734" y="139"/>
                  </a:lnTo>
                  <a:lnTo>
                    <a:pt x="3635" y="277"/>
                  </a:lnTo>
                  <a:lnTo>
                    <a:pt x="3516" y="455"/>
                  </a:lnTo>
                  <a:lnTo>
                    <a:pt x="3240" y="948"/>
                  </a:lnTo>
                  <a:lnTo>
                    <a:pt x="2924" y="1580"/>
                  </a:lnTo>
                  <a:lnTo>
                    <a:pt x="2588" y="2311"/>
                  </a:lnTo>
                  <a:lnTo>
                    <a:pt x="2232" y="3141"/>
                  </a:lnTo>
                  <a:lnTo>
                    <a:pt x="1877" y="4010"/>
                  </a:lnTo>
                  <a:lnTo>
                    <a:pt x="1521" y="4938"/>
                  </a:lnTo>
                  <a:lnTo>
                    <a:pt x="1166" y="5847"/>
                  </a:lnTo>
                  <a:lnTo>
                    <a:pt x="850" y="6736"/>
                  </a:lnTo>
                  <a:lnTo>
                    <a:pt x="573" y="7565"/>
                  </a:lnTo>
                  <a:lnTo>
                    <a:pt x="336" y="8316"/>
                  </a:lnTo>
                  <a:lnTo>
                    <a:pt x="158" y="8968"/>
                  </a:lnTo>
                  <a:lnTo>
                    <a:pt x="40" y="9481"/>
                  </a:lnTo>
                  <a:lnTo>
                    <a:pt x="20" y="9679"/>
                  </a:lnTo>
                  <a:lnTo>
                    <a:pt x="0" y="9837"/>
                  </a:lnTo>
                  <a:lnTo>
                    <a:pt x="20" y="9936"/>
                  </a:lnTo>
                  <a:lnTo>
                    <a:pt x="40" y="9975"/>
                  </a:lnTo>
                  <a:lnTo>
                    <a:pt x="60" y="9995"/>
                  </a:lnTo>
                  <a:lnTo>
                    <a:pt x="2272" y="11318"/>
                  </a:lnTo>
                  <a:lnTo>
                    <a:pt x="6578" y="13945"/>
                  </a:lnTo>
                  <a:lnTo>
                    <a:pt x="12701" y="17678"/>
                  </a:lnTo>
                  <a:lnTo>
                    <a:pt x="18074" y="4148"/>
                  </a:lnTo>
                  <a:lnTo>
                    <a:pt x="15960" y="3477"/>
                  </a:lnTo>
                  <a:lnTo>
                    <a:pt x="11239" y="2035"/>
                  </a:lnTo>
                  <a:lnTo>
                    <a:pt x="8691" y="1264"/>
                  </a:lnTo>
                  <a:lnTo>
                    <a:pt x="6400" y="613"/>
                  </a:lnTo>
                  <a:lnTo>
                    <a:pt x="5472" y="356"/>
                  </a:lnTo>
                  <a:lnTo>
                    <a:pt x="4701" y="158"/>
                  </a:lnTo>
                  <a:lnTo>
                    <a:pt x="4168" y="40"/>
                  </a:lnTo>
                  <a:lnTo>
                    <a:pt x="40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0" name="Google Shape;8230;p31"/>
            <p:cNvSpPr/>
            <p:nvPr/>
          </p:nvSpPr>
          <p:spPr>
            <a:xfrm>
              <a:off x="4648062" y="-2474775"/>
              <a:ext cx="642263" cy="596967"/>
            </a:xfrm>
            <a:custGeom>
              <a:rect b="b" l="l" r="r" t="t"/>
              <a:pathLst>
                <a:path extrusionOk="0" h="15881" w="17086">
                  <a:moveTo>
                    <a:pt x="12345" y="0"/>
                  </a:moveTo>
                  <a:lnTo>
                    <a:pt x="0" y="4444"/>
                  </a:lnTo>
                  <a:lnTo>
                    <a:pt x="1699" y="15802"/>
                  </a:lnTo>
                  <a:lnTo>
                    <a:pt x="1778" y="15821"/>
                  </a:lnTo>
                  <a:lnTo>
                    <a:pt x="1936" y="15861"/>
                  </a:lnTo>
                  <a:lnTo>
                    <a:pt x="2173" y="15861"/>
                  </a:lnTo>
                  <a:lnTo>
                    <a:pt x="2469" y="15881"/>
                  </a:lnTo>
                  <a:lnTo>
                    <a:pt x="3259" y="15861"/>
                  </a:lnTo>
                  <a:lnTo>
                    <a:pt x="4267" y="15802"/>
                  </a:lnTo>
                  <a:lnTo>
                    <a:pt x="5452" y="15723"/>
                  </a:lnTo>
                  <a:lnTo>
                    <a:pt x="6736" y="15644"/>
                  </a:lnTo>
                  <a:lnTo>
                    <a:pt x="9541" y="15407"/>
                  </a:lnTo>
                  <a:lnTo>
                    <a:pt x="12326" y="15170"/>
                  </a:lnTo>
                  <a:lnTo>
                    <a:pt x="14735" y="14933"/>
                  </a:lnTo>
                  <a:lnTo>
                    <a:pt x="17086" y="14696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31" name="Google Shape;8231;p31"/>
          <p:cNvSpPr txBox="1"/>
          <p:nvPr/>
        </p:nvSpPr>
        <p:spPr>
          <a:xfrm>
            <a:off x="2547900" y="3461375"/>
            <a:ext cx="4048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b="1" lang="en" sz="1200" u="sng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, including icons by </a:t>
            </a:r>
            <a:r>
              <a:rPr b="1" lang="en" sz="1200" u="sng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, infographics &amp; images by </a:t>
            </a:r>
            <a:r>
              <a:rPr b="1" lang="en" sz="1200" u="sng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 u="sng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8232" name="Google Shape;8232;p31"/>
          <p:cNvGrpSpPr/>
          <p:nvPr/>
        </p:nvGrpSpPr>
        <p:grpSpPr>
          <a:xfrm flipH="1" rot="998323">
            <a:off x="-364210" y="1988007"/>
            <a:ext cx="1294642" cy="1350930"/>
            <a:chOff x="8465725" y="2863051"/>
            <a:chExt cx="1956212" cy="2041561"/>
          </a:xfrm>
        </p:grpSpPr>
        <p:sp>
          <p:nvSpPr>
            <p:cNvPr id="8233" name="Google Shape;8233;p31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4" name="Google Shape;8234;p31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5" name="Google Shape;8235;p31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6" name="Google Shape;8236;p31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7" name="Google Shape;8237;p31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8" name="Google Shape;8238;p31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9" name="Google Shape;8239;p31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0" name="Google Shape;8240;p31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1" name="Google Shape;8241;p31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2" name="Google Shape;8242;p31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3" name="Google Shape;8243;p31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4" name="Google Shape;8244;p31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5" name="Google Shape;8245;p31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6" name="Google Shape;8246;p31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7" name="Google Shape;8247;p31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8" name="Google Shape;8248;p31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9" name="Google Shape;8249;p31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0" name="Google Shape;8250;p31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1" name="Google Shape;8251;p31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2" name="Google Shape;8252;p31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3" name="Google Shape;8253;p31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4" name="Google Shape;8254;p31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5" name="Google Shape;8255;p31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6" name="Google Shape;8256;p31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7" name="Google Shape;8257;p31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8" name="Google Shape;8258;p31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9" name="Google Shape;8259;p31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0" name="Google Shape;8260;p31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1" name="Google Shape;8261;p31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2" name="Google Shape;8262;p31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3" name="Google Shape;8263;p31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4" name="Google Shape;8264;p31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5" name="Google Shape;8265;p31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6" name="Google Shape;8266;p31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7" name="Google Shape;8267;p31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8" name="Google Shape;8268;p31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9" name="Google Shape;8269;p31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0" name="Google Shape;8270;p31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1" name="Google Shape;8271;p31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2" name="Google Shape;8272;p31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3" name="Google Shape;8273;p31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4" name="Google Shape;8274;p31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5" name="Google Shape;8275;p31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6" name="Google Shape;8276;p31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77" name="Google Shape;8277;p31"/>
          <p:cNvGrpSpPr/>
          <p:nvPr/>
        </p:nvGrpSpPr>
        <p:grpSpPr>
          <a:xfrm rot="1746615">
            <a:off x="8286991" y="1597482"/>
            <a:ext cx="1047275" cy="979617"/>
            <a:chOff x="-252624" y="1601574"/>
            <a:chExt cx="1047258" cy="979600"/>
          </a:xfrm>
        </p:grpSpPr>
        <p:sp>
          <p:nvSpPr>
            <p:cNvPr id="8278" name="Google Shape;8278;p31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9" name="Google Shape;8279;p31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0" name="Google Shape;8280;p31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1" name="Google Shape;8281;p31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2" name="Google Shape;8282;p31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3" name="Google Shape;8283;p31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4" name="Google Shape;8284;p31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5" name="Google Shape;8285;p31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6" name="Google Shape;8286;p31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7" name="Google Shape;8287;p31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8" name="Google Shape;8288;p31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9" name="Google Shape;8289;p31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0" name="Google Shape;8290;p31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291" name="Google Shape;8291;p31"/>
          <p:cNvGrpSpPr/>
          <p:nvPr/>
        </p:nvGrpSpPr>
        <p:grpSpPr>
          <a:xfrm>
            <a:off x="0" y="1002280"/>
            <a:ext cx="679382" cy="871990"/>
            <a:chOff x="8619938" y="2813305"/>
            <a:chExt cx="679382" cy="871990"/>
          </a:xfrm>
        </p:grpSpPr>
        <p:sp>
          <p:nvSpPr>
            <p:cNvPr id="8292" name="Google Shape;8292;p31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3" name="Google Shape;8293;p31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4" name="Google Shape;8294;p31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5" name="Google Shape;8295;p31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6" name="Google Shape;8296;p31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7" name="Google Shape;8297;p31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8" name="Google Shape;8298;p31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9" name="Google Shape;8299;p31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0" name="Google Shape;8300;p31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1" name="Google Shape;8301;p31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2" name="Google Shape;8302;p31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3" name="Google Shape;8303;p31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4" name="Google Shape;8304;p31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5" name="Google Shape;8305;p31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6" name="Google Shape;8306;p31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7" name="Google Shape;8307;p31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8" name="Google Shape;8308;p31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9" name="Google Shape;8309;p31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0" name="Google Shape;8310;p31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1" name="Google Shape;8311;p31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2" name="Google Shape;8312;p31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3" name="Google Shape;8313;p31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4" name="Google Shape;8314;p31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5" name="Google Shape;8315;p31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6" name="Google Shape;8316;p31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7" name="Google Shape;8317;p31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8" name="Google Shape;8318;p31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9" name="Google Shape;8319;p31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320" name="Google Shape;8320;p31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8321" name="Google Shape;8321;p31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2" name="Google Shape;8322;p31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323" name="Shape 8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24" name="Google Shape;8324;p32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8325" name="Google Shape;8325;p32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6" name="Google Shape;8326;p32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7" name="Google Shape;8327;p32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8" name="Google Shape;8328;p3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9" name="Google Shape;8329;p32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0" name="Google Shape;8330;p32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1" name="Google Shape;8331;p32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2" name="Google Shape;8332;p3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3" name="Google Shape;8333;p32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4" name="Google Shape;8334;p32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5" name="Google Shape;8335;p32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6" name="Google Shape;8336;p3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7" name="Google Shape;8337;p32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8" name="Google Shape;8338;p32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9" name="Google Shape;8339;p32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0" name="Google Shape;8340;p3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1" name="Google Shape;8341;p32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2" name="Google Shape;8342;p32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3" name="Google Shape;8343;p32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4" name="Google Shape;8344;p3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5" name="Google Shape;8345;p32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6" name="Google Shape;8346;p32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7" name="Google Shape;8347;p32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8" name="Google Shape;8348;p3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9" name="Google Shape;8349;p32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0" name="Google Shape;8350;p32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1" name="Google Shape;8351;p32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2" name="Google Shape;8352;p3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3" name="Google Shape;8353;p32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4" name="Google Shape;8354;p32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5" name="Google Shape;8355;p32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6" name="Google Shape;8356;p3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7" name="Google Shape;8357;p32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8" name="Google Shape;8358;p32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9" name="Google Shape;8359;p32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0" name="Google Shape;8360;p3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1" name="Google Shape;8361;p32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2" name="Google Shape;8362;p32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3" name="Google Shape;8363;p32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4" name="Google Shape;8364;p3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5" name="Google Shape;8365;p32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6" name="Google Shape;8366;p32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7" name="Google Shape;8367;p32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8" name="Google Shape;8368;p3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9" name="Google Shape;8369;p32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0" name="Google Shape;8370;p32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1" name="Google Shape;8371;p32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2" name="Google Shape;8372;p3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3" name="Google Shape;8373;p32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4" name="Google Shape;8374;p32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5" name="Google Shape;8375;p32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6" name="Google Shape;8376;p3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7" name="Google Shape;8377;p32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8" name="Google Shape;8378;p32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9" name="Google Shape;8379;p32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0" name="Google Shape;8380;p3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1" name="Google Shape;8381;p32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2" name="Google Shape;8382;p32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3" name="Google Shape;8383;p32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4" name="Google Shape;8384;p3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5" name="Google Shape;8385;p32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6" name="Google Shape;8386;p32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7" name="Google Shape;8387;p32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8" name="Google Shape;8388;p3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9" name="Google Shape;8389;p32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0" name="Google Shape;8390;p32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1" name="Google Shape;8391;p32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2" name="Google Shape;8392;p3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3" name="Google Shape;8393;p32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4" name="Google Shape;8394;p32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5" name="Google Shape;8395;p32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6" name="Google Shape;8396;p3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7" name="Google Shape;8397;p32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8" name="Google Shape;8398;p32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9" name="Google Shape;8399;p32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0" name="Google Shape;8400;p3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1" name="Google Shape;8401;p32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2" name="Google Shape;8402;p32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3" name="Google Shape;8403;p32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4" name="Google Shape;8404;p3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5" name="Google Shape;8405;p32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6" name="Google Shape;8406;p32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7" name="Google Shape;8407;p32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8" name="Google Shape;8408;p3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9" name="Google Shape;8409;p32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0" name="Google Shape;8410;p32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1" name="Google Shape;8411;p32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2" name="Google Shape;8412;p3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3" name="Google Shape;8413;p32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4" name="Google Shape;8414;p32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5" name="Google Shape;8415;p32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6" name="Google Shape;8416;p3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7" name="Google Shape;8417;p32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8" name="Google Shape;8418;p32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9" name="Google Shape;8419;p32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0" name="Google Shape;8420;p3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1" name="Google Shape;8421;p32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2" name="Google Shape;8422;p32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3" name="Google Shape;8423;p32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4" name="Google Shape;8424;p3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5" name="Google Shape;8425;p32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6" name="Google Shape;8426;p32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7" name="Google Shape;8427;p32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8" name="Google Shape;8428;p3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9" name="Google Shape;8429;p32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0" name="Google Shape;8430;p32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1" name="Google Shape;8431;p32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2" name="Google Shape;8432;p3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3" name="Google Shape;8433;p32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4" name="Google Shape;8434;p32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5" name="Google Shape;8435;p32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6" name="Google Shape;8436;p3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7" name="Google Shape;8437;p32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8" name="Google Shape;8438;p32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9" name="Google Shape;8439;p32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0" name="Google Shape;8440;p3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1" name="Google Shape;8441;p32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42" name="Google Shape;8442;p32"/>
          <p:cNvSpPr/>
          <p:nvPr/>
        </p:nvSpPr>
        <p:spPr>
          <a:xfrm rot="-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443" name="Google Shape;8443;p32"/>
          <p:cNvGrpSpPr/>
          <p:nvPr/>
        </p:nvGrpSpPr>
        <p:grpSpPr>
          <a:xfrm flipH="1" rot="-1803311">
            <a:off x="-306832" y="3944345"/>
            <a:ext cx="1294810" cy="1351125"/>
            <a:chOff x="8465725" y="2863051"/>
            <a:chExt cx="1956212" cy="2041561"/>
          </a:xfrm>
        </p:grpSpPr>
        <p:sp>
          <p:nvSpPr>
            <p:cNvPr id="8444" name="Google Shape;8444;p32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5" name="Google Shape;8445;p32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6" name="Google Shape;8446;p32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7" name="Google Shape;8447;p32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8" name="Google Shape;8448;p32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9" name="Google Shape;8449;p32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0" name="Google Shape;8450;p32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1" name="Google Shape;8451;p32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2" name="Google Shape;8452;p32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3" name="Google Shape;8453;p32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4" name="Google Shape;8454;p32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5" name="Google Shape;8455;p32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6" name="Google Shape;8456;p32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7" name="Google Shape;8457;p32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8" name="Google Shape;8458;p32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9" name="Google Shape;8459;p32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0" name="Google Shape;8460;p32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1" name="Google Shape;8461;p32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2" name="Google Shape;8462;p32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3" name="Google Shape;8463;p32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4" name="Google Shape;8464;p32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5" name="Google Shape;8465;p32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6" name="Google Shape;8466;p32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7" name="Google Shape;8467;p32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8" name="Google Shape;8468;p32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9" name="Google Shape;8469;p32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0" name="Google Shape;8470;p32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1" name="Google Shape;8471;p32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2" name="Google Shape;8472;p32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3" name="Google Shape;8473;p32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4" name="Google Shape;8474;p32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5" name="Google Shape;8475;p32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6" name="Google Shape;8476;p32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7" name="Google Shape;8477;p32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8" name="Google Shape;8478;p32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9" name="Google Shape;8479;p32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0" name="Google Shape;8480;p32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1" name="Google Shape;8481;p32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2" name="Google Shape;8482;p32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3" name="Google Shape;8483;p32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4" name="Google Shape;8484;p32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5" name="Google Shape;8485;p32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6" name="Google Shape;8486;p32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7" name="Google Shape;8487;p32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488" name="Google Shape;8488;p32"/>
          <p:cNvGrpSpPr/>
          <p:nvPr/>
        </p:nvGrpSpPr>
        <p:grpSpPr>
          <a:xfrm rot="-10117629">
            <a:off x="-252693" y="-166321"/>
            <a:ext cx="1047295" cy="979635"/>
            <a:chOff x="-252624" y="1601574"/>
            <a:chExt cx="1047258" cy="979600"/>
          </a:xfrm>
        </p:grpSpPr>
        <p:sp>
          <p:nvSpPr>
            <p:cNvPr id="8489" name="Google Shape;8489;p32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0" name="Google Shape;8490;p32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1" name="Google Shape;8491;p32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2" name="Google Shape;8492;p32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3" name="Google Shape;8493;p32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4" name="Google Shape;8494;p32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5" name="Google Shape;8495;p32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6" name="Google Shape;8496;p32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7" name="Google Shape;8497;p32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8" name="Google Shape;8498;p32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9" name="Google Shape;8499;p32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0" name="Google Shape;8500;p32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1" name="Google Shape;8501;p32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502" name="Google Shape;8502;p32"/>
          <p:cNvGrpSpPr/>
          <p:nvPr/>
        </p:nvGrpSpPr>
        <p:grpSpPr>
          <a:xfrm rot="10800000">
            <a:off x="8234127" y="4619125"/>
            <a:ext cx="925639" cy="688028"/>
            <a:chOff x="8588925" y="2091476"/>
            <a:chExt cx="925639" cy="688028"/>
          </a:xfrm>
        </p:grpSpPr>
        <p:sp>
          <p:nvSpPr>
            <p:cNvPr id="8503" name="Google Shape;8503;p32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4" name="Google Shape;8504;p32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5" name="Google Shape;8505;p32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6" name="Google Shape;8506;p32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7" name="Google Shape;8507;p32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8" name="Google Shape;8508;p32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9" name="Google Shape;8509;p32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0" name="Google Shape;8510;p32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1" name="Google Shape;8511;p32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2" name="Google Shape;8512;p32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3" name="Google Shape;8513;p32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4" name="Google Shape;8514;p32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5" name="Google Shape;8515;p32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6" name="Google Shape;8516;p32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8517" name="Shape 8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18" name="Google Shape;8518;p33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8519" name="Google Shape;8519;p33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0" name="Google Shape;8520;p33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1" name="Google Shape;8521;p33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2" name="Google Shape;8522;p3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3" name="Google Shape;8523;p33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4" name="Google Shape;8524;p33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5" name="Google Shape;8525;p33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6" name="Google Shape;8526;p3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7" name="Google Shape;8527;p33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8" name="Google Shape;8528;p33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9" name="Google Shape;8529;p33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0" name="Google Shape;8530;p3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1" name="Google Shape;8531;p33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2" name="Google Shape;8532;p33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3" name="Google Shape;8533;p33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4" name="Google Shape;8534;p3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5" name="Google Shape;8535;p33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6" name="Google Shape;8536;p33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7" name="Google Shape;8537;p33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8" name="Google Shape;8538;p3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9" name="Google Shape;8539;p33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0" name="Google Shape;8540;p33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1" name="Google Shape;8541;p33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2" name="Google Shape;8542;p3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3" name="Google Shape;8543;p33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4" name="Google Shape;8544;p33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5" name="Google Shape;8545;p33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6" name="Google Shape;8546;p3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7" name="Google Shape;8547;p33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8" name="Google Shape;8548;p33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9" name="Google Shape;8549;p33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0" name="Google Shape;8550;p3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1" name="Google Shape;8551;p33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2" name="Google Shape;8552;p33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3" name="Google Shape;8553;p33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4" name="Google Shape;8554;p3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5" name="Google Shape;8555;p33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6" name="Google Shape;8556;p33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7" name="Google Shape;8557;p33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8" name="Google Shape;8558;p3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9" name="Google Shape;8559;p33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0" name="Google Shape;8560;p33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1" name="Google Shape;8561;p33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2" name="Google Shape;8562;p3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3" name="Google Shape;8563;p33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4" name="Google Shape;8564;p33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5" name="Google Shape;8565;p33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6" name="Google Shape;8566;p3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7" name="Google Shape;8567;p33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8" name="Google Shape;8568;p33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9" name="Google Shape;8569;p33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0" name="Google Shape;8570;p3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1" name="Google Shape;8571;p33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2" name="Google Shape;8572;p33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3" name="Google Shape;8573;p33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4" name="Google Shape;8574;p3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5" name="Google Shape;8575;p33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6" name="Google Shape;8576;p33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7" name="Google Shape;8577;p33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8" name="Google Shape;8578;p3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9" name="Google Shape;8579;p33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0" name="Google Shape;8580;p33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1" name="Google Shape;8581;p33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2" name="Google Shape;8582;p3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3" name="Google Shape;8583;p33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4" name="Google Shape;8584;p33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5" name="Google Shape;8585;p33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6" name="Google Shape;8586;p3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7" name="Google Shape;8587;p33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8" name="Google Shape;8588;p33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9" name="Google Shape;8589;p33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0" name="Google Shape;8590;p3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1" name="Google Shape;8591;p33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2" name="Google Shape;8592;p33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3" name="Google Shape;8593;p33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4" name="Google Shape;8594;p3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5" name="Google Shape;8595;p33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6" name="Google Shape;8596;p33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7" name="Google Shape;8597;p33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8" name="Google Shape;8598;p3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9" name="Google Shape;8599;p33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0" name="Google Shape;8600;p33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1" name="Google Shape;8601;p33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2" name="Google Shape;8602;p3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3" name="Google Shape;8603;p33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4" name="Google Shape;8604;p33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5" name="Google Shape;8605;p33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6" name="Google Shape;8606;p3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7" name="Google Shape;8607;p33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8" name="Google Shape;8608;p33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9" name="Google Shape;8609;p33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0" name="Google Shape;8610;p3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1" name="Google Shape;8611;p33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2" name="Google Shape;8612;p33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3" name="Google Shape;8613;p33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4" name="Google Shape;8614;p3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5" name="Google Shape;8615;p33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6" name="Google Shape;8616;p33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7" name="Google Shape;8617;p33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8" name="Google Shape;8618;p3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9" name="Google Shape;8619;p33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0" name="Google Shape;8620;p33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1" name="Google Shape;8621;p33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2" name="Google Shape;8622;p3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3" name="Google Shape;8623;p33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4" name="Google Shape;8624;p33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5" name="Google Shape;8625;p33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6" name="Google Shape;8626;p3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7" name="Google Shape;8627;p33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8" name="Google Shape;8628;p33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9" name="Google Shape;8629;p33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0" name="Google Shape;8630;p3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1" name="Google Shape;8631;p33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2" name="Google Shape;8632;p33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3" name="Google Shape;8633;p33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4" name="Google Shape;8634;p3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5" name="Google Shape;8635;p33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636" name="Google Shape;8636;p33"/>
          <p:cNvSpPr/>
          <p:nvPr/>
        </p:nvSpPr>
        <p:spPr>
          <a:xfrm flipH="1" rot="5400000">
            <a:off x="2148607" y="-1809293"/>
            <a:ext cx="4846787" cy="8762086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637" name="Google Shape;8637;p33"/>
          <p:cNvGrpSpPr/>
          <p:nvPr/>
        </p:nvGrpSpPr>
        <p:grpSpPr>
          <a:xfrm flipH="1" rot="-6417267">
            <a:off x="8427249" y="1479732"/>
            <a:ext cx="925603" cy="688001"/>
            <a:chOff x="8588925" y="2091476"/>
            <a:chExt cx="925639" cy="688028"/>
          </a:xfrm>
        </p:grpSpPr>
        <p:sp>
          <p:nvSpPr>
            <p:cNvPr id="8638" name="Google Shape;8638;p3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9" name="Google Shape;8639;p3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0" name="Google Shape;8640;p3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1" name="Google Shape;8641;p3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2" name="Google Shape;8642;p3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3" name="Google Shape;8643;p3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4" name="Google Shape;8644;p3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5" name="Google Shape;8645;p3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6" name="Google Shape;8646;p3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7" name="Google Shape;8647;p3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8" name="Google Shape;8648;p3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9" name="Google Shape;8649;p3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0" name="Google Shape;8650;p3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1" name="Google Shape;8651;p3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652" name="Google Shape;8652;p33"/>
          <p:cNvGrpSpPr/>
          <p:nvPr/>
        </p:nvGrpSpPr>
        <p:grpSpPr>
          <a:xfrm flipH="1" rot="-6417267">
            <a:off x="-115226" y="4013532"/>
            <a:ext cx="925603" cy="688001"/>
            <a:chOff x="8588925" y="2091476"/>
            <a:chExt cx="925639" cy="688028"/>
          </a:xfrm>
        </p:grpSpPr>
        <p:sp>
          <p:nvSpPr>
            <p:cNvPr id="8653" name="Google Shape;8653;p33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4" name="Google Shape;8654;p33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5" name="Google Shape;8655;p33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6" name="Google Shape;8656;p33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7" name="Google Shape;8657;p33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8" name="Google Shape;8658;p33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9" name="Google Shape;8659;p33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0" name="Google Shape;8660;p33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1" name="Google Shape;8661;p33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2" name="Google Shape;8662;p33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3" name="Google Shape;8663;p33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4" name="Google Shape;8664;p33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5" name="Google Shape;8665;p33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6" name="Google Shape;8666;p33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667" name="Google Shape;8667;p33"/>
          <p:cNvGrpSpPr/>
          <p:nvPr/>
        </p:nvGrpSpPr>
        <p:grpSpPr>
          <a:xfrm flipH="1" rot="-6127006">
            <a:off x="-224632" y="49716"/>
            <a:ext cx="1047234" cy="979578"/>
            <a:chOff x="-252624" y="1601574"/>
            <a:chExt cx="1047258" cy="979600"/>
          </a:xfrm>
        </p:grpSpPr>
        <p:sp>
          <p:nvSpPr>
            <p:cNvPr id="8668" name="Google Shape;8668;p33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9" name="Google Shape;8669;p33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0" name="Google Shape;8670;p33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1" name="Google Shape;8671;p33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2" name="Google Shape;8672;p33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3" name="Google Shape;8673;p33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4" name="Google Shape;8674;p33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5" name="Google Shape;8675;p33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6" name="Google Shape;8676;p33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7" name="Google Shape;8677;p33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8" name="Google Shape;8678;p33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9" name="Google Shape;8679;p33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0" name="Google Shape;8680;p33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681" name="Google Shape;8681;p33"/>
          <p:cNvGrpSpPr/>
          <p:nvPr/>
        </p:nvGrpSpPr>
        <p:grpSpPr>
          <a:xfrm flipH="1">
            <a:off x="6446467" y="4599425"/>
            <a:ext cx="898165" cy="766770"/>
            <a:chOff x="-252625" y="2918525"/>
            <a:chExt cx="898165" cy="766770"/>
          </a:xfrm>
        </p:grpSpPr>
        <p:sp>
          <p:nvSpPr>
            <p:cNvPr id="8682" name="Google Shape;8682;p33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3" name="Google Shape;8683;p33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4" name="Google Shape;8684;p33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5" name="Google Shape;8685;p33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6" name="Google Shape;8686;p33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7" name="Google Shape;8687;p33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8" name="Google Shape;8688;p33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9" name="Google Shape;8689;p33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0" name="Google Shape;8690;p33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1" name="Google Shape;8691;p33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2" name="Google Shape;8692;p33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3" name="Google Shape;8693;p33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4" name="Google Shape;8694;p33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5" name="Google Shape;8695;p33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6" name="Google Shape;8696;p33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7" name="Google Shape;8697;p33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8" name="Google Shape;8698;p33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9" name="Google Shape;8699;p33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0" name="Google Shape;8700;p33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1" name="Google Shape;8701;p33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2" name="Google Shape;8702;p33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3" name="Google Shape;8703;p33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4" name="Google Shape;8704;p33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5" name="Google Shape;8705;p33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6" name="Google Shape;8706;p33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7" name="Google Shape;8707;p33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8" name="Google Shape;8708;p33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9" name="Google Shape;8709;p33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0" name="Google Shape;8710;p33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1" name="Google Shape;8711;p33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2" name="Google Shape;8712;p33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3" name="Google Shape;8713;p33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4" name="Google Shape;8714;p33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5" name="Google Shape;8715;p33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6" name="Google Shape;8716;p33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7" name="Google Shape;8717;p33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9_1_1">
    <p:spTree>
      <p:nvGrpSpPr>
        <p:cNvPr id="8718" name="Shape 8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19" name="Google Shape;8719;p34"/>
          <p:cNvGrpSpPr/>
          <p:nvPr/>
        </p:nvGrpSpPr>
        <p:grpSpPr>
          <a:xfrm flipH="1">
            <a:off x="28" y="16530"/>
            <a:ext cx="9143944" cy="4940153"/>
            <a:chOff x="0" y="0"/>
            <a:chExt cx="2940175" cy="3566125"/>
          </a:xfrm>
        </p:grpSpPr>
        <p:sp>
          <p:nvSpPr>
            <p:cNvPr id="8720" name="Google Shape;8720;p34"/>
            <p:cNvSpPr/>
            <p:nvPr/>
          </p:nvSpPr>
          <p:spPr>
            <a:xfrm>
              <a:off x="0" y="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1" name="Google Shape;8721;p34"/>
            <p:cNvSpPr/>
            <p:nvPr/>
          </p:nvSpPr>
          <p:spPr>
            <a:xfrm>
              <a:off x="0" y="1224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2" name="Google Shape;8722;p34"/>
            <p:cNvSpPr/>
            <p:nvPr/>
          </p:nvSpPr>
          <p:spPr>
            <a:xfrm>
              <a:off x="0" y="1224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3" name="Google Shape;8723;p3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4" name="Google Shape;8724;p34"/>
            <p:cNvSpPr/>
            <p:nvPr/>
          </p:nvSpPr>
          <p:spPr>
            <a:xfrm>
              <a:off x="0" y="1257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5" name="Google Shape;8725;p34"/>
            <p:cNvSpPr/>
            <p:nvPr/>
          </p:nvSpPr>
          <p:spPr>
            <a:xfrm>
              <a:off x="0" y="2453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6" name="Google Shape;8726;p34"/>
            <p:cNvSpPr/>
            <p:nvPr/>
          </p:nvSpPr>
          <p:spPr>
            <a:xfrm>
              <a:off x="0" y="245350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17606" y="336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7" name="Google Shape;8727;p3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8" name="Google Shape;8728;p34"/>
            <p:cNvSpPr/>
            <p:nvPr/>
          </p:nvSpPr>
          <p:spPr>
            <a:xfrm>
              <a:off x="0" y="248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9" name="Google Shape;8729;p34"/>
            <p:cNvSpPr/>
            <p:nvPr/>
          </p:nvSpPr>
          <p:spPr>
            <a:xfrm>
              <a:off x="0" y="367725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0" name="Google Shape;8730;p34"/>
            <p:cNvSpPr/>
            <p:nvPr/>
          </p:nvSpPr>
          <p:spPr>
            <a:xfrm>
              <a:off x="0" y="3677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1" name="Google Shape;8731;p3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2" name="Google Shape;8732;p34"/>
            <p:cNvSpPr/>
            <p:nvPr/>
          </p:nvSpPr>
          <p:spPr>
            <a:xfrm>
              <a:off x="0" y="371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3" name="Google Shape;8733;p34"/>
            <p:cNvSpPr/>
            <p:nvPr/>
          </p:nvSpPr>
          <p:spPr>
            <a:xfrm>
              <a:off x="0" y="4906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4" name="Google Shape;8734;p34"/>
            <p:cNvSpPr/>
            <p:nvPr/>
          </p:nvSpPr>
          <p:spPr>
            <a:xfrm>
              <a:off x="0" y="490675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5" name="Google Shape;8735;p3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6" name="Google Shape;8736;p34"/>
            <p:cNvSpPr/>
            <p:nvPr/>
          </p:nvSpPr>
          <p:spPr>
            <a:xfrm>
              <a:off x="0" y="493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7" name="Google Shape;8737;p34"/>
            <p:cNvSpPr/>
            <p:nvPr/>
          </p:nvSpPr>
          <p:spPr>
            <a:xfrm>
              <a:off x="0" y="613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8" name="Google Shape;8738;p34"/>
            <p:cNvSpPr/>
            <p:nvPr/>
          </p:nvSpPr>
          <p:spPr>
            <a:xfrm>
              <a:off x="0" y="613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9" name="Google Shape;8739;p3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0" name="Google Shape;8740;p34"/>
            <p:cNvSpPr/>
            <p:nvPr/>
          </p:nvSpPr>
          <p:spPr>
            <a:xfrm>
              <a:off x="0" y="616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1" name="Google Shape;8741;p34"/>
            <p:cNvSpPr/>
            <p:nvPr/>
          </p:nvSpPr>
          <p:spPr>
            <a:xfrm>
              <a:off x="0" y="7360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2" name="Google Shape;8742;p34"/>
            <p:cNvSpPr/>
            <p:nvPr/>
          </p:nvSpPr>
          <p:spPr>
            <a:xfrm>
              <a:off x="0" y="73602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3" name="Google Shape;8743;p3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4" name="Google Shape;8744;p34"/>
            <p:cNvSpPr/>
            <p:nvPr/>
          </p:nvSpPr>
          <p:spPr>
            <a:xfrm>
              <a:off x="0" y="738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5" name="Google Shape;8745;p34"/>
            <p:cNvSpPr/>
            <p:nvPr/>
          </p:nvSpPr>
          <p:spPr>
            <a:xfrm>
              <a:off x="0" y="858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6" name="Google Shape;8746;p34"/>
            <p:cNvSpPr/>
            <p:nvPr/>
          </p:nvSpPr>
          <p:spPr>
            <a:xfrm>
              <a:off x="0" y="858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7" name="Google Shape;8747;p3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8" name="Google Shape;8748;p34"/>
            <p:cNvSpPr/>
            <p:nvPr/>
          </p:nvSpPr>
          <p:spPr>
            <a:xfrm>
              <a:off x="0" y="861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9" name="Google Shape;8749;p34"/>
            <p:cNvSpPr/>
            <p:nvPr/>
          </p:nvSpPr>
          <p:spPr>
            <a:xfrm>
              <a:off x="0" y="981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0" name="Google Shape;8750;p34"/>
            <p:cNvSpPr/>
            <p:nvPr/>
          </p:nvSpPr>
          <p:spPr>
            <a:xfrm>
              <a:off x="0" y="981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1" name="Google Shape;8751;p3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2" name="Google Shape;8752;p34"/>
            <p:cNvSpPr/>
            <p:nvPr/>
          </p:nvSpPr>
          <p:spPr>
            <a:xfrm>
              <a:off x="0" y="984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3" name="Google Shape;8753;p34"/>
            <p:cNvSpPr/>
            <p:nvPr/>
          </p:nvSpPr>
          <p:spPr>
            <a:xfrm>
              <a:off x="0" y="1103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4" name="Google Shape;8754;p34"/>
            <p:cNvSpPr/>
            <p:nvPr/>
          </p:nvSpPr>
          <p:spPr>
            <a:xfrm>
              <a:off x="0" y="1103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5" name="Google Shape;8755;p3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6" name="Google Shape;8756;p34"/>
            <p:cNvSpPr/>
            <p:nvPr/>
          </p:nvSpPr>
          <p:spPr>
            <a:xfrm>
              <a:off x="0" y="1107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7" name="Google Shape;8757;p34"/>
            <p:cNvSpPr/>
            <p:nvPr/>
          </p:nvSpPr>
          <p:spPr>
            <a:xfrm>
              <a:off x="0" y="1226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8" name="Google Shape;8758;p34"/>
            <p:cNvSpPr/>
            <p:nvPr/>
          </p:nvSpPr>
          <p:spPr>
            <a:xfrm>
              <a:off x="0" y="12267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9" name="Google Shape;8759;p3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0" name="Google Shape;8760;p34"/>
            <p:cNvSpPr/>
            <p:nvPr/>
          </p:nvSpPr>
          <p:spPr>
            <a:xfrm>
              <a:off x="0" y="12295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1" name="Google Shape;8761;p34"/>
            <p:cNvSpPr/>
            <p:nvPr/>
          </p:nvSpPr>
          <p:spPr>
            <a:xfrm>
              <a:off x="0" y="13491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2" name="Google Shape;8762;p34"/>
            <p:cNvSpPr/>
            <p:nvPr/>
          </p:nvSpPr>
          <p:spPr>
            <a:xfrm>
              <a:off x="0" y="13491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3" name="Google Shape;8763;p3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4" name="Google Shape;8764;p34"/>
            <p:cNvSpPr/>
            <p:nvPr/>
          </p:nvSpPr>
          <p:spPr>
            <a:xfrm>
              <a:off x="0" y="13524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5" name="Google Shape;8765;p34"/>
            <p:cNvSpPr/>
            <p:nvPr/>
          </p:nvSpPr>
          <p:spPr>
            <a:xfrm>
              <a:off x="0" y="1472050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6" name="Google Shape;8766;p34"/>
            <p:cNvSpPr/>
            <p:nvPr/>
          </p:nvSpPr>
          <p:spPr>
            <a:xfrm>
              <a:off x="0" y="14720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7" name="Google Shape;8767;p3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8" name="Google Shape;8768;p34"/>
            <p:cNvSpPr/>
            <p:nvPr/>
          </p:nvSpPr>
          <p:spPr>
            <a:xfrm>
              <a:off x="0" y="147482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9" name="Google Shape;8769;p34"/>
            <p:cNvSpPr/>
            <p:nvPr/>
          </p:nvSpPr>
          <p:spPr>
            <a:xfrm>
              <a:off x="0" y="1594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0" name="Google Shape;8770;p34"/>
            <p:cNvSpPr/>
            <p:nvPr/>
          </p:nvSpPr>
          <p:spPr>
            <a:xfrm>
              <a:off x="0" y="15944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1" name="Google Shape;8771;p3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2" name="Google Shape;8772;p34"/>
            <p:cNvSpPr/>
            <p:nvPr/>
          </p:nvSpPr>
          <p:spPr>
            <a:xfrm>
              <a:off x="0" y="15977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3" name="Google Shape;8773;p34"/>
            <p:cNvSpPr/>
            <p:nvPr/>
          </p:nvSpPr>
          <p:spPr>
            <a:xfrm>
              <a:off x="0" y="171737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4" name="Google Shape;8774;p34"/>
            <p:cNvSpPr/>
            <p:nvPr/>
          </p:nvSpPr>
          <p:spPr>
            <a:xfrm>
              <a:off x="0" y="17173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5" name="Google Shape;8775;p3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6" name="Google Shape;8776;p34"/>
            <p:cNvSpPr/>
            <p:nvPr/>
          </p:nvSpPr>
          <p:spPr>
            <a:xfrm>
              <a:off x="0" y="1720175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7" name="Google Shape;8777;p34"/>
            <p:cNvSpPr/>
            <p:nvPr/>
          </p:nvSpPr>
          <p:spPr>
            <a:xfrm>
              <a:off x="0" y="18397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8" name="Google Shape;8778;p34"/>
            <p:cNvSpPr/>
            <p:nvPr/>
          </p:nvSpPr>
          <p:spPr>
            <a:xfrm>
              <a:off x="0" y="18397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9" name="Google Shape;8779;p3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0" name="Google Shape;8780;p34"/>
            <p:cNvSpPr/>
            <p:nvPr/>
          </p:nvSpPr>
          <p:spPr>
            <a:xfrm>
              <a:off x="0" y="18431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1" name="Google Shape;8781;p34"/>
            <p:cNvSpPr/>
            <p:nvPr/>
          </p:nvSpPr>
          <p:spPr>
            <a:xfrm>
              <a:off x="0" y="1962725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2" name="Google Shape;8782;p34"/>
            <p:cNvSpPr/>
            <p:nvPr/>
          </p:nvSpPr>
          <p:spPr>
            <a:xfrm>
              <a:off x="0" y="19627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3" name="Google Shape;8783;p3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h="246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4" name="Google Shape;8784;p34"/>
            <p:cNvSpPr/>
            <p:nvPr/>
          </p:nvSpPr>
          <p:spPr>
            <a:xfrm>
              <a:off x="0" y="1965525"/>
              <a:ext cx="2940175" cy="6150"/>
            </a:xfrm>
            <a:custGeom>
              <a:rect b="b" l="l" r="r" t="t"/>
              <a:pathLst>
                <a:path extrusionOk="0" fill="none" h="246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5" name="Google Shape;8785;p34"/>
            <p:cNvSpPr/>
            <p:nvPr/>
          </p:nvSpPr>
          <p:spPr>
            <a:xfrm>
              <a:off x="0" y="2085100"/>
              <a:ext cx="2940175" cy="3400"/>
            </a:xfrm>
            <a:custGeom>
              <a:rect b="b" l="l" r="r" t="t"/>
              <a:pathLst>
                <a:path extrusionOk="0" h="136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6" name="Google Shape;8786;p34"/>
            <p:cNvSpPr/>
            <p:nvPr/>
          </p:nvSpPr>
          <p:spPr>
            <a:xfrm>
              <a:off x="0" y="20851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7" name="Google Shape;8787;p3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8" name="Google Shape;8788;p34"/>
            <p:cNvSpPr/>
            <p:nvPr/>
          </p:nvSpPr>
          <p:spPr>
            <a:xfrm>
              <a:off x="0" y="20884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9" name="Google Shape;8789;p34"/>
            <p:cNvSpPr/>
            <p:nvPr/>
          </p:nvSpPr>
          <p:spPr>
            <a:xfrm>
              <a:off x="0" y="220805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0" name="Google Shape;8790;p34"/>
            <p:cNvSpPr/>
            <p:nvPr/>
          </p:nvSpPr>
          <p:spPr>
            <a:xfrm>
              <a:off x="0" y="22080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9"/>
                  </a:lnTo>
                  <a:lnTo>
                    <a:pt x="1" y="113"/>
                  </a:lnTo>
                  <a:lnTo>
                    <a:pt x="117606" y="113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1" name="Google Shape;8791;p3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1"/>
                  </a:move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2" name="Google Shape;8792;p34"/>
            <p:cNvSpPr/>
            <p:nvPr/>
          </p:nvSpPr>
          <p:spPr>
            <a:xfrm>
              <a:off x="0" y="221085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47"/>
                  </a:lnTo>
                  <a:lnTo>
                    <a:pt x="1" y="247"/>
                  </a:lnTo>
                  <a:lnTo>
                    <a:pt x="117606" y="247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3" name="Google Shape;8793;p34"/>
            <p:cNvSpPr/>
            <p:nvPr/>
          </p:nvSpPr>
          <p:spPr>
            <a:xfrm>
              <a:off x="0" y="23304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4" name="Google Shape;8794;p34"/>
            <p:cNvSpPr/>
            <p:nvPr/>
          </p:nvSpPr>
          <p:spPr>
            <a:xfrm>
              <a:off x="0" y="23304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5" name="Google Shape;8795;p3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6" name="Google Shape;8796;p34"/>
            <p:cNvSpPr/>
            <p:nvPr/>
          </p:nvSpPr>
          <p:spPr>
            <a:xfrm>
              <a:off x="0" y="23338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7" name="Google Shape;8797;p34"/>
            <p:cNvSpPr/>
            <p:nvPr/>
          </p:nvSpPr>
          <p:spPr>
            <a:xfrm>
              <a:off x="0" y="24534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8" name="Google Shape;8798;p34"/>
            <p:cNvSpPr/>
            <p:nvPr/>
          </p:nvSpPr>
          <p:spPr>
            <a:xfrm>
              <a:off x="0" y="245340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9" name="Google Shape;8799;p3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h="247" w="117607">
                  <a:moveTo>
                    <a:pt x="1" y="0"/>
                  </a:move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0" name="Google Shape;8800;p34"/>
            <p:cNvSpPr/>
            <p:nvPr/>
          </p:nvSpPr>
          <p:spPr>
            <a:xfrm>
              <a:off x="0" y="2456200"/>
              <a:ext cx="2940175" cy="6175"/>
            </a:xfrm>
            <a:custGeom>
              <a:rect b="b" l="l" r="r" t="t"/>
              <a:pathLst>
                <a:path extrusionOk="0" fill="none" h="247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46"/>
                  </a:lnTo>
                  <a:lnTo>
                    <a:pt x="1" y="246"/>
                  </a:lnTo>
                  <a:lnTo>
                    <a:pt x="117606" y="246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1" name="Google Shape;8801;p34"/>
            <p:cNvSpPr/>
            <p:nvPr/>
          </p:nvSpPr>
          <p:spPr>
            <a:xfrm>
              <a:off x="0" y="257580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2" name="Google Shape;8802;p34"/>
            <p:cNvSpPr/>
            <p:nvPr/>
          </p:nvSpPr>
          <p:spPr>
            <a:xfrm>
              <a:off x="0" y="257580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17606" y="358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3" name="Google Shape;8803;p3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4" name="Google Shape;8804;p34"/>
            <p:cNvSpPr/>
            <p:nvPr/>
          </p:nvSpPr>
          <p:spPr>
            <a:xfrm>
              <a:off x="0" y="257915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5" name="Google Shape;8805;p34"/>
            <p:cNvSpPr/>
            <p:nvPr/>
          </p:nvSpPr>
          <p:spPr>
            <a:xfrm>
              <a:off x="0" y="2698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6" name="Google Shape;8806;p34"/>
            <p:cNvSpPr/>
            <p:nvPr/>
          </p:nvSpPr>
          <p:spPr>
            <a:xfrm>
              <a:off x="0" y="2698750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7" name="Google Shape;8807;p3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8" name="Google Shape;8808;p34"/>
            <p:cNvSpPr/>
            <p:nvPr/>
          </p:nvSpPr>
          <p:spPr>
            <a:xfrm>
              <a:off x="0" y="2702100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9" name="Google Shape;8809;p34"/>
            <p:cNvSpPr/>
            <p:nvPr/>
          </p:nvSpPr>
          <p:spPr>
            <a:xfrm>
              <a:off x="0" y="28211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0" name="Google Shape;8810;p34"/>
            <p:cNvSpPr/>
            <p:nvPr/>
          </p:nvSpPr>
          <p:spPr>
            <a:xfrm>
              <a:off x="0" y="282112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1" name="Google Shape;8811;p3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2" name="Google Shape;8812;p34"/>
            <p:cNvSpPr/>
            <p:nvPr/>
          </p:nvSpPr>
          <p:spPr>
            <a:xfrm>
              <a:off x="0" y="282447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3" name="Google Shape;8813;p34"/>
            <p:cNvSpPr/>
            <p:nvPr/>
          </p:nvSpPr>
          <p:spPr>
            <a:xfrm>
              <a:off x="0" y="29440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4" name="Google Shape;8814;p34"/>
            <p:cNvSpPr/>
            <p:nvPr/>
          </p:nvSpPr>
          <p:spPr>
            <a:xfrm>
              <a:off x="0" y="2944075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5" name="Google Shape;8815;p3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6" name="Google Shape;8816;p34"/>
            <p:cNvSpPr/>
            <p:nvPr/>
          </p:nvSpPr>
          <p:spPr>
            <a:xfrm>
              <a:off x="0" y="2947425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7" name="Google Shape;8817;p34"/>
            <p:cNvSpPr/>
            <p:nvPr/>
          </p:nvSpPr>
          <p:spPr>
            <a:xfrm>
              <a:off x="0" y="306647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8" name="Google Shape;8818;p34"/>
            <p:cNvSpPr/>
            <p:nvPr/>
          </p:nvSpPr>
          <p:spPr>
            <a:xfrm>
              <a:off x="0" y="306647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9" name="Google Shape;8819;p3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0" name="Google Shape;8820;p34"/>
            <p:cNvSpPr/>
            <p:nvPr/>
          </p:nvSpPr>
          <p:spPr>
            <a:xfrm>
              <a:off x="0" y="306982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1" name="Google Shape;8821;p34"/>
            <p:cNvSpPr/>
            <p:nvPr/>
          </p:nvSpPr>
          <p:spPr>
            <a:xfrm>
              <a:off x="0" y="3189425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0"/>
                  </a:move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2" name="Google Shape;8822;p34"/>
            <p:cNvSpPr/>
            <p:nvPr/>
          </p:nvSpPr>
          <p:spPr>
            <a:xfrm>
              <a:off x="0" y="3189425"/>
              <a:ext cx="2940175" cy="8950"/>
            </a:xfrm>
            <a:custGeom>
              <a:rect b="b" l="l" r="r" t="t"/>
              <a:pathLst>
                <a:path extrusionOk="0" fill="none" h="358" w="117607">
                  <a:moveTo>
                    <a:pt x="117606" y="0"/>
                  </a:moveTo>
                  <a:lnTo>
                    <a:pt x="1" y="0"/>
                  </a:lnTo>
                  <a:lnTo>
                    <a:pt x="1" y="358"/>
                  </a:lnTo>
                  <a:lnTo>
                    <a:pt x="1" y="134"/>
                  </a:lnTo>
                  <a:lnTo>
                    <a:pt x="117606" y="13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3" name="Google Shape;8823;p3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h="224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4" name="Google Shape;8824;p34"/>
            <p:cNvSpPr/>
            <p:nvPr/>
          </p:nvSpPr>
          <p:spPr>
            <a:xfrm>
              <a:off x="0" y="3192775"/>
              <a:ext cx="2940175" cy="5600"/>
            </a:xfrm>
            <a:custGeom>
              <a:rect b="b" l="l" r="r" t="t"/>
              <a:pathLst>
                <a:path extrusionOk="0" fill="none" h="224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5" name="Google Shape;8825;p34"/>
            <p:cNvSpPr/>
            <p:nvPr/>
          </p:nvSpPr>
          <p:spPr>
            <a:xfrm>
              <a:off x="0" y="3312375"/>
              <a:ext cx="2940175" cy="2800"/>
            </a:xfrm>
            <a:custGeom>
              <a:rect b="b" l="l" r="r" t="t"/>
              <a:pathLst>
                <a:path extrusionOk="0" h="112" w="117607">
                  <a:moveTo>
                    <a:pt x="1" y="0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6" name="Google Shape;8826;p34"/>
            <p:cNvSpPr/>
            <p:nvPr/>
          </p:nvSpPr>
          <p:spPr>
            <a:xfrm>
              <a:off x="0" y="3312375"/>
              <a:ext cx="2940175" cy="8400"/>
            </a:xfrm>
            <a:custGeom>
              <a:rect b="b" l="l" r="r" t="t"/>
              <a:pathLst>
                <a:path extrusionOk="0" fill="none" h="336" w="117607">
                  <a:moveTo>
                    <a:pt x="117606" y="0"/>
                  </a:moveTo>
                  <a:lnTo>
                    <a:pt x="1" y="0"/>
                  </a:lnTo>
                  <a:lnTo>
                    <a:pt x="1" y="335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7" name="Google Shape;8827;p3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8" name="Google Shape;8828;p34"/>
            <p:cNvSpPr/>
            <p:nvPr/>
          </p:nvSpPr>
          <p:spPr>
            <a:xfrm>
              <a:off x="0" y="331515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9" name="Google Shape;8829;p34"/>
            <p:cNvSpPr/>
            <p:nvPr/>
          </p:nvSpPr>
          <p:spPr>
            <a:xfrm>
              <a:off x="0" y="3434750"/>
              <a:ext cx="2940175" cy="3375"/>
            </a:xfrm>
            <a:custGeom>
              <a:rect b="b" l="l" r="r" t="t"/>
              <a:pathLst>
                <a:path extrusionOk="0" h="135" w="117607">
                  <a:moveTo>
                    <a:pt x="1" y="1"/>
                  </a:move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0" name="Google Shape;8830;p34"/>
            <p:cNvSpPr/>
            <p:nvPr/>
          </p:nvSpPr>
          <p:spPr>
            <a:xfrm>
              <a:off x="0" y="3434750"/>
              <a:ext cx="2940175" cy="8975"/>
            </a:xfrm>
            <a:custGeom>
              <a:rect b="b" l="l" r="r" t="t"/>
              <a:pathLst>
                <a:path extrusionOk="0" fill="none" h="359" w="117607">
                  <a:moveTo>
                    <a:pt x="117606" y="1"/>
                  </a:moveTo>
                  <a:lnTo>
                    <a:pt x="1" y="1"/>
                  </a:lnTo>
                  <a:lnTo>
                    <a:pt x="1" y="358"/>
                  </a:lnTo>
                  <a:lnTo>
                    <a:pt x="1" y="135"/>
                  </a:lnTo>
                  <a:lnTo>
                    <a:pt x="117606" y="135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1" name="Google Shape;8831;p3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1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2" name="Google Shape;8832;p34"/>
            <p:cNvSpPr/>
            <p:nvPr/>
          </p:nvSpPr>
          <p:spPr>
            <a:xfrm>
              <a:off x="0" y="34381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1"/>
                  </a:moveTo>
                  <a:lnTo>
                    <a:pt x="117606" y="1"/>
                  </a:lnTo>
                  <a:lnTo>
                    <a:pt x="1" y="1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3" name="Google Shape;8833;p34"/>
            <p:cNvSpPr/>
            <p:nvPr/>
          </p:nvSpPr>
          <p:spPr>
            <a:xfrm>
              <a:off x="0" y="3557700"/>
              <a:ext cx="2940175" cy="2825"/>
            </a:xfrm>
            <a:custGeom>
              <a:rect b="b" l="l" r="r" t="t"/>
              <a:pathLst>
                <a:path extrusionOk="0" h="113" w="117607">
                  <a:moveTo>
                    <a:pt x="1" y="1"/>
                  </a:move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4" name="Google Shape;8834;p34"/>
            <p:cNvSpPr/>
            <p:nvPr/>
          </p:nvSpPr>
          <p:spPr>
            <a:xfrm>
              <a:off x="0" y="3557700"/>
              <a:ext cx="2940175" cy="8425"/>
            </a:xfrm>
            <a:custGeom>
              <a:rect b="b" l="l" r="r" t="t"/>
              <a:pathLst>
                <a:path extrusionOk="0" fill="none" h="337" w="117607">
                  <a:moveTo>
                    <a:pt x="117606" y="1"/>
                  </a:moveTo>
                  <a:lnTo>
                    <a:pt x="1" y="1"/>
                  </a:lnTo>
                  <a:lnTo>
                    <a:pt x="1" y="336"/>
                  </a:lnTo>
                  <a:lnTo>
                    <a:pt x="1" y="112"/>
                  </a:lnTo>
                  <a:lnTo>
                    <a:pt x="117606" y="112"/>
                  </a:lnTo>
                  <a:lnTo>
                    <a:pt x="117606" y="1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5" name="Google Shape;8835;p3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h="225" w="117607">
                  <a:moveTo>
                    <a:pt x="1" y="0"/>
                  </a:move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  <a:close/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6" name="Google Shape;8836;p34"/>
            <p:cNvSpPr/>
            <p:nvPr/>
          </p:nvSpPr>
          <p:spPr>
            <a:xfrm>
              <a:off x="0" y="3560500"/>
              <a:ext cx="2940175" cy="5625"/>
            </a:xfrm>
            <a:custGeom>
              <a:rect b="b" l="l" r="r" t="t"/>
              <a:pathLst>
                <a:path extrusionOk="0" fill="none" h="225" w="117607">
                  <a:moveTo>
                    <a:pt x="117606" y="0"/>
                  </a:moveTo>
                  <a:lnTo>
                    <a:pt x="117606" y="0"/>
                  </a:lnTo>
                  <a:lnTo>
                    <a:pt x="1" y="0"/>
                  </a:lnTo>
                  <a:lnTo>
                    <a:pt x="1" y="224"/>
                  </a:lnTo>
                  <a:lnTo>
                    <a:pt x="1" y="224"/>
                  </a:lnTo>
                  <a:lnTo>
                    <a:pt x="117606" y="224"/>
                  </a:lnTo>
                  <a:lnTo>
                    <a:pt x="117606" y="0"/>
                  </a:lnTo>
                </a:path>
              </a:pathLst>
            </a:custGeom>
            <a:solidFill>
              <a:srgbClr val="000000">
                <a:alpha val="503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837" name="Google Shape;8837;p34"/>
          <p:cNvGrpSpPr/>
          <p:nvPr/>
        </p:nvGrpSpPr>
        <p:grpSpPr>
          <a:xfrm>
            <a:off x="8161488" y="-117259"/>
            <a:ext cx="1363145" cy="1433258"/>
            <a:chOff x="8529150" y="-173700"/>
            <a:chExt cx="1669089" cy="1754724"/>
          </a:xfrm>
        </p:grpSpPr>
        <p:sp>
          <p:nvSpPr>
            <p:cNvPr id="8838" name="Google Shape;8838;p34"/>
            <p:cNvSpPr/>
            <p:nvPr/>
          </p:nvSpPr>
          <p:spPr>
            <a:xfrm>
              <a:off x="9476745" y="1051933"/>
              <a:ext cx="272948" cy="372487"/>
            </a:xfrm>
            <a:custGeom>
              <a:rect b="b" l="l" r="r" t="t"/>
              <a:pathLst>
                <a:path extrusionOk="0" h="10055" w="7368">
                  <a:moveTo>
                    <a:pt x="1185" y="1"/>
                  </a:moveTo>
                  <a:lnTo>
                    <a:pt x="1146" y="40"/>
                  </a:lnTo>
                  <a:lnTo>
                    <a:pt x="1087" y="139"/>
                  </a:lnTo>
                  <a:lnTo>
                    <a:pt x="988" y="396"/>
                  </a:lnTo>
                  <a:lnTo>
                    <a:pt x="869" y="791"/>
                  </a:lnTo>
                  <a:lnTo>
                    <a:pt x="751" y="1285"/>
                  </a:lnTo>
                  <a:lnTo>
                    <a:pt x="632" y="1857"/>
                  </a:lnTo>
                  <a:lnTo>
                    <a:pt x="494" y="2509"/>
                  </a:lnTo>
                  <a:lnTo>
                    <a:pt x="375" y="3201"/>
                  </a:lnTo>
                  <a:lnTo>
                    <a:pt x="277" y="3931"/>
                  </a:lnTo>
                  <a:lnTo>
                    <a:pt x="178" y="4682"/>
                  </a:lnTo>
                  <a:lnTo>
                    <a:pt x="99" y="5413"/>
                  </a:lnTo>
                  <a:lnTo>
                    <a:pt x="40" y="6124"/>
                  </a:lnTo>
                  <a:lnTo>
                    <a:pt x="0" y="6795"/>
                  </a:lnTo>
                  <a:lnTo>
                    <a:pt x="0" y="7408"/>
                  </a:lnTo>
                  <a:lnTo>
                    <a:pt x="40" y="7941"/>
                  </a:lnTo>
                  <a:lnTo>
                    <a:pt x="59" y="8178"/>
                  </a:lnTo>
                  <a:lnTo>
                    <a:pt x="99" y="8376"/>
                  </a:lnTo>
                  <a:lnTo>
                    <a:pt x="158" y="8553"/>
                  </a:lnTo>
                  <a:lnTo>
                    <a:pt x="217" y="8711"/>
                  </a:lnTo>
                  <a:lnTo>
                    <a:pt x="296" y="8830"/>
                  </a:lnTo>
                  <a:lnTo>
                    <a:pt x="395" y="8948"/>
                  </a:lnTo>
                  <a:lnTo>
                    <a:pt x="533" y="9067"/>
                  </a:lnTo>
                  <a:lnTo>
                    <a:pt x="711" y="9166"/>
                  </a:lnTo>
                  <a:lnTo>
                    <a:pt x="889" y="9264"/>
                  </a:lnTo>
                  <a:lnTo>
                    <a:pt x="1106" y="9363"/>
                  </a:lnTo>
                  <a:lnTo>
                    <a:pt x="1343" y="9442"/>
                  </a:lnTo>
                  <a:lnTo>
                    <a:pt x="1580" y="9521"/>
                  </a:lnTo>
                  <a:lnTo>
                    <a:pt x="2133" y="9660"/>
                  </a:lnTo>
                  <a:lnTo>
                    <a:pt x="2726" y="9758"/>
                  </a:lnTo>
                  <a:lnTo>
                    <a:pt x="3338" y="9857"/>
                  </a:lnTo>
                  <a:lnTo>
                    <a:pt x="3951" y="9936"/>
                  </a:lnTo>
                  <a:lnTo>
                    <a:pt x="4583" y="9976"/>
                  </a:lnTo>
                  <a:lnTo>
                    <a:pt x="5175" y="10015"/>
                  </a:lnTo>
                  <a:lnTo>
                    <a:pt x="6222" y="10055"/>
                  </a:lnTo>
                  <a:lnTo>
                    <a:pt x="6973" y="10055"/>
                  </a:lnTo>
                  <a:lnTo>
                    <a:pt x="7210" y="10035"/>
                  </a:lnTo>
                  <a:lnTo>
                    <a:pt x="7289" y="10035"/>
                  </a:lnTo>
                  <a:lnTo>
                    <a:pt x="7328" y="9995"/>
                  </a:lnTo>
                  <a:lnTo>
                    <a:pt x="7328" y="9956"/>
                  </a:lnTo>
                  <a:lnTo>
                    <a:pt x="7368" y="9798"/>
                  </a:lnTo>
                  <a:lnTo>
                    <a:pt x="7368" y="9581"/>
                  </a:lnTo>
                  <a:lnTo>
                    <a:pt x="7368" y="9284"/>
                  </a:lnTo>
                  <a:lnTo>
                    <a:pt x="7328" y="8474"/>
                  </a:lnTo>
                  <a:lnTo>
                    <a:pt x="7308" y="7428"/>
                  </a:lnTo>
                  <a:lnTo>
                    <a:pt x="7249" y="5946"/>
                  </a:lnTo>
                  <a:lnTo>
                    <a:pt x="7150" y="4208"/>
                  </a:lnTo>
                  <a:lnTo>
                    <a:pt x="7032" y="2134"/>
                  </a:lnTo>
                  <a:lnTo>
                    <a:pt x="6933" y="2035"/>
                  </a:lnTo>
                  <a:lnTo>
                    <a:pt x="6815" y="1917"/>
                  </a:lnTo>
                  <a:lnTo>
                    <a:pt x="6617" y="1759"/>
                  </a:lnTo>
                  <a:lnTo>
                    <a:pt x="6380" y="1561"/>
                  </a:lnTo>
                  <a:lnTo>
                    <a:pt x="6084" y="1364"/>
                  </a:lnTo>
                  <a:lnTo>
                    <a:pt x="5728" y="1166"/>
                  </a:lnTo>
                  <a:lnTo>
                    <a:pt x="5313" y="969"/>
                  </a:lnTo>
                  <a:lnTo>
                    <a:pt x="4978" y="830"/>
                  </a:lnTo>
                  <a:lnTo>
                    <a:pt x="4563" y="712"/>
                  </a:lnTo>
                  <a:lnTo>
                    <a:pt x="3891" y="534"/>
                  </a:lnTo>
                  <a:lnTo>
                    <a:pt x="3180" y="376"/>
                  </a:lnTo>
                  <a:lnTo>
                    <a:pt x="2430" y="218"/>
                  </a:lnTo>
                  <a:lnTo>
                    <a:pt x="1798" y="100"/>
                  </a:lnTo>
                  <a:lnTo>
                    <a:pt x="1185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9" name="Google Shape;8839;p34"/>
            <p:cNvSpPr/>
            <p:nvPr/>
          </p:nvSpPr>
          <p:spPr>
            <a:xfrm>
              <a:off x="9527239" y="1298549"/>
              <a:ext cx="144179" cy="48307"/>
            </a:xfrm>
            <a:custGeom>
              <a:rect b="b" l="l" r="r" t="t"/>
              <a:pathLst>
                <a:path extrusionOk="0" h="1304" w="3892">
                  <a:moveTo>
                    <a:pt x="2074" y="0"/>
                  </a:moveTo>
                  <a:lnTo>
                    <a:pt x="1936" y="20"/>
                  </a:lnTo>
                  <a:lnTo>
                    <a:pt x="1620" y="59"/>
                  </a:lnTo>
                  <a:lnTo>
                    <a:pt x="1304" y="158"/>
                  </a:lnTo>
                  <a:lnTo>
                    <a:pt x="988" y="277"/>
                  </a:lnTo>
                  <a:lnTo>
                    <a:pt x="474" y="494"/>
                  </a:lnTo>
                  <a:lnTo>
                    <a:pt x="257" y="593"/>
                  </a:lnTo>
                  <a:lnTo>
                    <a:pt x="0" y="1304"/>
                  </a:lnTo>
                  <a:lnTo>
                    <a:pt x="0" y="1304"/>
                  </a:lnTo>
                  <a:lnTo>
                    <a:pt x="178" y="1166"/>
                  </a:lnTo>
                  <a:lnTo>
                    <a:pt x="395" y="1008"/>
                  </a:lnTo>
                  <a:lnTo>
                    <a:pt x="672" y="850"/>
                  </a:lnTo>
                  <a:lnTo>
                    <a:pt x="988" y="692"/>
                  </a:lnTo>
                  <a:lnTo>
                    <a:pt x="1343" y="534"/>
                  </a:lnTo>
                  <a:lnTo>
                    <a:pt x="1541" y="474"/>
                  </a:lnTo>
                  <a:lnTo>
                    <a:pt x="1718" y="435"/>
                  </a:lnTo>
                  <a:lnTo>
                    <a:pt x="1916" y="395"/>
                  </a:lnTo>
                  <a:lnTo>
                    <a:pt x="2094" y="376"/>
                  </a:lnTo>
                  <a:lnTo>
                    <a:pt x="2805" y="376"/>
                  </a:lnTo>
                  <a:lnTo>
                    <a:pt x="3378" y="415"/>
                  </a:lnTo>
                  <a:lnTo>
                    <a:pt x="3891" y="455"/>
                  </a:lnTo>
                  <a:lnTo>
                    <a:pt x="3733" y="395"/>
                  </a:lnTo>
                  <a:lnTo>
                    <a:pt x="3318" y="257"/>
                  </a:lnTo>
                  <a:lnTo>
                    <a:pt x="2765" y="119"/>
                  </a:lnTo>
                  <a:lnTo>
                    <a:pt x="2489" y="59"/>
                  </a:lnTo>
                  <a:lnTo>
                    <a:pt x="2212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0" name="Google Shape;8840;p34"/>
            <p:cNvSpPr/>
            <p:nvPr/>
          </p:nvSpPr>
          <p:spPr>
            <a:xfrm>
              <a:off x="9304779" y="1310255"/>
              <a:ext cx="441984" cy="270762"/>
            </a:xfrm>
            <a:custGeom>
              <a:rect b="b" l="l" r="r" t="t"/>
              <a:pathLst>
                <a:path extrusionOk="0" h="7309" w="11931">
                  <a:moveTo>
                    <a:pt x="8158" y="0"/>
                  </a:moveTo>
                  <a:lnTo>
                    <a:pt x="7921" y="40"/>
                  </a:lnTo>
                  <a:lnTo>
                    <a:pt x="7684" y="79"/>
                  </a:lnTo>
                  <a:lnTo>
                    <a:pt x="7467" y="139"/>
                  </a:lnTo>
                  <a:lnTo>
                    <a:pt x="7249" y="218"/>
                  </a:lnTo>
                  <a:lnTo>
                    <a:pt x="7032" y="316"/>
                  </a:lnTo>
                  <a:lnTo>
                    <a:pt x="6815" y="435"/>
                  </a:lnTo>
                  <a:lnTo>
                    <a:pt x="6617" y="553"/>
                  </a:lnTo>
                  <a:lnTo>
                    <a:pt x="6420" y="692"/>
                  </a:lnTo>
                  <a:lnTo>
                    <a:pt x="6242" y="850"/>
                  </a:lnTo>
                  <a:lnTo>
                    <a:pt x="5531" y="1442"/>
                  </a:lnTo>
                  <a:lnTo>
                    <a:pt x="4859" y="1995"/>
                  </a:lnTo>
                  <a:lnTo>
                    <a:pt x="4227" y="2469"/>
                  </a:lnTo>
                  <a:lnTo>
                    <a:pt x="3714" y="2845"/>
                  </a:lnTo>
                  <a:lnTo>
                    <a:pt x="3378" y="3042"/>
                  </a:lnTo>
                  <a:lnTo>
                    <a:pt x="2904" y="3279"/>
                  </a:lnTo>
                  <a:lnTo>
                    <a:pt x="1739" y="3872"/>
                  </a:lnTo>
                  <a:lnTo>
                    <a:pt x="1146" y="4188"/>
                  </a:lnTo>
                  <a:lnTo>
                    <a:pt x="889" y="4346"/>
                  </a:lnTo>
                  <a:lnTo>
                    <a:pt x="632" y="4504"/>
                  </a:lnTo>
                  <a:lnTo>
                    <a:pt x="435" y="4662"/>
                  </a:lnTo>
                  <a:lnTo>
                    <a:pt x="257" y="4800"/>
                  </a:lnTo>
                  <a:lnTo>
                    <a:pt x="139" y="4938"/>
                  </a:lnTo>
                  <a:lnTo>
                    <a:pt x="99" y="5017"/>
                  </a:lnTo>
                  <a:lnTo>
                    <a:pt x="79" y="5077"/>
                  </a:lnTo>
                  <a:lnTo>
                    <a:pt x="20" y="5353"/>
                  </a:lnTo>
                  <a:lnTo>
                    <a:pt x="0" y="5669"/>
                  </a:lnTo>
                  <a:lnTo>
                    <a:pt x="0" y="5847"/>
                  </a:lnTo>
                  <a:lnTo>
                    <a:pt x="20" y="6005"/>
                  </a:lnTo>
                  <a:lnTo>
                    <a:pt x="60" y="6183"/>
                  </a:lnTo>
                  <a:lnTo>
                    <a:pt x="99" y="6341"/>
                  </a:lnTo>
                  <a:lnTo>
                    <a:pt x="178" y="6499"/>
                  </a:lnTo>
                  <a:lnTo>
                    <a:pt x="257" y="6657"/>
                  </a:lnTo>
                  <a:lnTo>
                    <a:pt x="376" y="6795"/>
                  </a:lnTo>
                  <a:lnTo>
                    <a:pt x="514" y="6933"/>
                  </a:lnTo>
                  <a:lnTo>
                    <a:pt x="672" y="7052"/>
                  </a:lnTo>
                  <a:lnTo>
                    <a:pt x="870" y="7151"/>
                  </a:lnTo>
                  <a:lnTo>
                    <a:pt x="1067" y="7230"/>
                  </a:lnTo>
                  <a:lnTo>
                    <a:pt x="1324" y="7269"/>
                  </a:lnTo>
                  <a:lnTo>
                    <a:pt x="1344" y="7269"/>
                  </a:lnTo>
                  <a:lnTo>
                    <a:pt x="1600" y="7309"/>
                  </a:lnTo>
                  <a:lnTo>
                    <a:pt x="2153" y="7309"/>
                  </a:lnTo>
                  <a:lnTo>
                    <a:pt x="2410" y="7269"/>
                  </a:lnTo>
                  <a:lnTo>
                    <a:pt x="2667" y="7210"/>
                  </a:lnTo>
                  <a:lnTo>
                    <a:pt x="2924" y="7151"/>
                  </a:lnTo>
                  <a:lnTo>
                    <a:pt x="3180" y="7072"/>
                  </a:lnTo>
                  <a:lnTo>
                    <a:pt x="3674" y="6894"/>
                  </a:lnTo>
                  <a:lnTo>
                    <a:pt x="3852" y="6815"/>
                  </a:lnTo>
                  <a:lnTo>
                    <a:pt x="4445" y="6597"/>
                  </a:lnTo>
                  <a:lnTo>
                    <a:pt x="4721" y="6479"/>
                  </a:lnTo>
                  <a:lnTo>
                    <a:pt x="4998" y="6400"/>
                  </a:lnTo>
                  <a:lnTo>
                    <a:pt x="5215" y="6341"/>
                  </a:lnTo>
                  <a:lnTo>
                    <a:pt x="5452" y="6301"/>
                  </a:lnTo>
                  <a:lnTo>
                    <a:pt x="5985" y="6242"/>
                  </a:lnTo>
                  <a:lnTo>
                    <a:pt x="6578" y="6202"/>
                  </a:lnTo>
                  <a:lnTo>
                    <a:pt x="7210" y="6183"/>
                  </a:lnTo>
                  <a:lnTo>
                    <a:pt x="7862" y="6123"/>
                  </a:lnTo>
                  <a:lnTo>
                    <a:pt x="8494" y="6064"/>
                  </a:lnTo>
                  <a:lnTo>
                    <a:pt x="8810" y="6005"/>
                  </a:lnTo>
                  <a:lnTo>
                    <a:pt x="9106" y="5946"/>
                  </a:lnTo>
                  <a:lnTo>
                    <a:pt x="9402" y="5867"/>
                  </a:lnTo>
                  <a:lnTo>
                    <a:pt x="9679" y="5788"/>
                  </a:lnTo>
                  <a:lnTo>
                    <a:pt x="10034" y="5630"/>
                  </a:lnTo>
                  <a:lnTo>
                    <a:pt x="10370" y="5452"/>
                  </a:lnTo>
                  <a:lnTo>
                    <a:pt x="10647" y="5254"/>
                  </a:lnTo>
                  <a:lnTo>
                    <a:pt x="10904" y="5037"/>
                  </a:lnTo>
                  <a:lnTo>
                    <a:pt x="11121" y="4800"/>
                  </a:lnTo>
                  <a:lnTo>
                    <a:pt x="11299" y="4583"/>
                  </a:lnTo>
                  <a:lnTo>
                    <a:pt x="11457" y="4346"/>
                  </a:lnTo>
                  <a:lnTo>
                    <a:pt x="11575" y="4128"/>
                  </a:lnTo>
                  <a:lnTo>
                    <a:pt x="11674" y="3911"/>
                  </a:lnTo>
                  <a:lnTo>
                    <a:pt x="11773" y="3714"/>
                  </a:lnTo>
                  <a:lnTo>
                    <a:pt x="11871" y="3378"/>
                  </a:lnTo>
                  <a:lnTo>
                    <a:pt x="11931" y="3141"/>
                  </a:lnTo>
                  <a:lnTo>
                    <a:pt x="11931" y="3062"/>
                  </a:lnTo>
                  <a:lnTo>
                    <a:pt x="11753" y="2766"/>
                  </a:lnTo>
                  <a:lnTo>
                    <a:pt x="11536" y="2430"/>
                  </a:lnTo>
                  <a:lnTo>
                    <a:pt x="11259" y="2035"/>
                  </a:lnTo>
                  <a:lnTo>
                    <a:pt x="10923" y="1620"/>
                  </a:lnTo>
                  <a:lnTo>
                    <a:pt x="10548" y="1185"/>
                  </a:lnTo>
                  <a:lnTo>
                    <a:pt x="10350" y="968"/>
                  </a:lnTo>
                  <a:lnTo>
                    <a:pt x="10153" y="771"/>
                  </a:lnTo>
                  <a:lnTo>
                    <a:pt x="9936" y="593"/>
                  </a:lnTo>
                  <a:lnTo>
                    <a:pt x="9718" y="435"/>
                  </a:lnTo>
                  <a:lnTo>
                    <a:pt x="9521" y="297"/>
                  </a:lnTo>
                  <a:lnTo>
                    <a:pt x="9304" y="198"/>
                  </a:lnTo>
                  <a:lnTo>
                    <a:pt x="9067" y="99"/>
                  </a:lnTo>
                  <a:lnTo>
                    <a:pt x="8849" y="40"/>
                  </a:lnTo>
                  <a:lnTo>
                    <a:pt x="8612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1" name="Google Shape;8841;p34"/>
            <p:cNvSpPr/>
            <p:nvPr/>
          </p:nvSpPr>
          <p:spPr>
            <a:xfrm>
              <a:off x="8911833" y="245551"/>
              <a:ext cx="357855" cy="378341"/>
            </a:xfrm>
            <a:custGeom>
              <a:rect b="b" l="l" r="r" t="t"/>
              <a:pathLst>
                <a:path extrusionOk="0" h="10213" w="9660">
                  <a:moveTo>
                    <a:pt x="2707" y="1"/>
                  </a:moveTo>
                  <a:lnTo>
                    <a:pt x="1" y="6006"/>
                  </a:lnTo>
                  <a:lnTo>
                    <a:pt x="7645" y="10213"/>
                  </a:lnTo>
                  <a:lnTo>
                    <a:pt x="7862" y="9996"/>
                  </a:lnTo>
                  <a:lnTo>
                    <a:pt x="8079" y="9739"/>
                  </a:lnTo>
                  <a:lnTo>
                    <a:pt x="8336" y="9383"/>
                  </a:lnTo>
                  <a:lnTo>
                    <a:pt x="8632" y="8949"/>
                  </a:lnTo>
                  <a:lnTo>
                    <a:pt x="8928" y="8435"/>
                  </a:lnTo>
                  <a:lnTo>
                    <a:pt x="9067" y="8159"/>
                  </a:lnTo>
                  <a:lnTo>
                    <a:pt x="9205" y="7862"/>
                  </a:lnTo>
                  <a:lnTo>
                    <a:pt x="9343" y="7546"/>
                  </a:lnTo>
                  <a:lnTo>
                    <a:pt x="9462" y="7210"/>
                  </a:lnTo>
                  <a:lnTo>
                    <a:pt x="9482" y="7151"/>
                  </a:lnTo>
                  <a:lnTo>
                    <a:pt x="9501" y="7092"/>
                  </a:lnTo>
                  <a:lnTo>
                    <a:pt x="9580" y="6776"/>
                  </a:lnTo>
                  <a:lnTo>
                    <a:pt x="9640" y="6460"/>
                  </a:lnTo>
                  <a:lnTo>
                    <a:pt x="9659" y="6164"/>
                  </a:lnTo>
                  <a:lnTo>
                    <a:pt x="9659" y="5867"/>
                  </a:lnTo>
                  <a:lnTo>
                    <a:pt x="9640" y="5690"/>
                  </a:lnTo>
                  <a:lnTo>
                    <a:pt x="9640" y="5551"/>
                  </a:lnTo>
                  <a:lnTo>
                    <a:pt x="9620" y="5453"/>
                  </a:lnTo>
                  <a:lnTo>
                    <a:pt x="9541" y="5057"/>
                  </a:lnTo>
                  <a:lnTo>
                    <a:pt x="9442" y="4702"/>
                  </a:lnTo>
                  <a:lnTo>
                    <a:pt x="9343" y="4386"/>
                  </a:lnTo>
                  <a:lnTo>
                    <a:pt x="9225" y="4109"/>
                  </a:lnTo>
                  <a:lnTo>
                    <a:pt x="9126" y="3892"/>
                  </a:lnTo>
                  <a:lnTo>
                    <a:pt x="9027" y="3734"/>
                  </a:lnTo>
                  <a:lnTo>
                    <a:pt x="8948" y="3596"/>
                  </a:lnTo>
                  <a:lnTo>
                    <a:pt x="2707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2" name="Google Shape;8842;p34"/>
            <p:cNvSpPr/>
            <p:nvPr/>
          </p:nvSpPr>
          <p:spPr>
            <a:xfrm>
              <a:off x="8932320" y="367025"/>
              <a:ext cx="170518" cy="113469"/>
            </a:xfrm>
            <a:custGeom>
              <a:rect b="b" l="l" r="r" t="t"/>
              <a:pathLst>
                <a:path extrusionOk="0" h="3063" w="4603">
                  <a:moveTo>
                    <a:pt x="4603" y="1"/>
                  </a:moveTo>
                  <a:lnTo>
                    <a:pt x="4445" y="218"/>
                  </a:lnTo>
                  <a:lnTo>
                    <a:pt x="4010" y="751"/>
                  </a:lnTo>
                  <a:lnTo>
                    <a:pt x="3714" y="1087"/>
                  </a:lnTo>
                  <a:lnTo>
                    <a:pt x="3378" y="1423"/>
                  </a:lnTo>
                  <a:lnTo>
                    <a:pt x="3023" y="1759"/>
                  </a:lnTo>
                  <a:lnTo>
                    <a:pt x="2647" y="2075"/>
                  </a:lnTo>
                  <a:lnTo>
                    <a:pt x="2450" y="2213"/>
                  </a:lnTo>
                  <a:lnTo>
                    <a:pt x="2252" y="2332"/>
                  </a:lnTo>
                  <a:lnTo>
                    <a:pt x="2035" y="2430"/>
                  </a:lnTo>
                  <a:lnTo>
                    <a:pt x="1818" y="2529"/>
                  </a:lnTo>
                  <a:lnTo>
                    <a:pt x="1364" y="2687"/>
                  </a:lnTo>
                  <a:lnTo>
                    <a:pt x="949" y="2786"/>
                  </a:lnTo>
                  <a:lnTo>
                    <a:pt x="573" y="2865"/>
                  </a:lnTo>
                  <a:lnTo>
                    <a:pt x="277" y="2924"/>
                  </a:lnTo>
                  <a:lnTo>
                    <a:pt x="1" y="2944"/>
                  </a:lnTo>
                  <a:lnTo>
                    <a:pt x="80" y="2983"/>
                  </a:lnTo>
                  <a:lnTo>
                    <a:pt x="178" y="3023"/>
                  </a:lnTo>
                  <a:lnTo>
                    <a:pt x="415" y="3062"/>
                  </a:lnTo>
                  <a:lnTo>
                    <a:pt x="731" y="3062"/>
                  </a:lnTo>
                  <a:lnTo>
                    <a:pt x="1067" y="3043"/>
                  </a:lnTo>
                  <a:lnTo>
                    <a:pt x="1403" y="2983"/>
                  </a:lnTo>
                  <a:lnTo>
                    <a:pt x="1719" y="2944"/>
                  </a:lnTo>
                  <a:lnTo>
                    <a:pt x="1976" y="2865"/>
                  </a:lnTo>
                  <a:lnTo>
                    <a:pt x="2173" y="2806"/>
                  </a:lnTo>
                  <a:lnTo>
                    <a:pt x="2351" y="2727"/>
                  </a:lnTo>
                  <a:lnTo>
                    <a:pt x="2549" y="2608"/>
                  </a:lnTo>
                  <a:lnTo>
                    <a:pt x="2786" y="2450"/>
                  </a:lnTo>
                  <a:lnTo>
                    <a:pt x="3023" y="2272"/>
                  </a:lnTo>
                  <a:lnTo>
                    <a:pt x="3260" y="2075"/>
                  </a:lnTo>
                  <a:lnTo>
                    <a:pt x="3477" y="1857"/>
                  </a:lnTo>
                  <a:lnTo>
                    <a:pt x="3694" y="1620"/>
                  </a:lnTo>
                  <a:lnTo>
                    <a:pt x="3892" y="1344"/>
                  </a:lnTo>
                  <a:lnTo>
                    <a:pt x="4070" y="1087"/>
                  </a:lnTo>
                  <a:lnTo>
                    <a:pt x="4208" y="830"/>
                  </a:lnTo>
                  <a:lnTo>
                    <a:pt x="4425" y="416"/>
                  </a:lnTo>
                  <a:lnTo>
                    <a:pt x="4563" y="119"/>
                  </a:lnTo>
                  <a:lnTo>
                    <a:pt x="4603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3" name="Google Shape;8843;p34"/>
            <p:cNvSpPr/>
            <p:nvPr/>
          </p:nvSpPr>
          <p:spPr>
            <a:xfrm>
              <a:off x="9075761" y="503873"/>
              <a:ext cx="741" cy="14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4" name="Google Shape;8844;p34"/>
            <p:cNvSpPr/>
            <p:nvPr/>
          </p:nvSpPr>
          <p:spPr>
            <a:xfrm>
              <a:off x="8997446" y="428484"/>
              <a:ext cx="272244" cy="89315"/>
            </a:xfrm>
            <a:custGeom>
              <a:rect b="b" l="l" r="r" t="t"/>
              <a:pathLst>
                <a:path extrusionOk="0" h="2411" w="7349">
                  <a:moveTo>
                    <a:pt x="3418" y="21"/>
                  </a:moveTo>
                  <a:lnTo>
                    <a:pt x="3418" y="21"/>
                  </a:lnTo>
                  <a:lnTo>
                    <a:pt x="3418" y="21"/>
                  </a:lnTo>
                  <a:close/>
                  <a:moveTo>
                    <a:pt x="7329" y="613"/>
                  </a:moveTo>
                  <a:lnTo>
                    <a:pt x="7289" y="673"/>
                  </a:lnTo>
                  <a:lnTo>
                    <a:pt x="7269" y="673"/>
                  </a:lnTo>
                  <a:lnTo>
                    <a:pt x="7269" y="712"/>
                  </a:lnTo>
                  <a:lnTo>
                    <a:pt x="7289" y="752"/>
                  </a:lnTo>
                  <a:lnTo>
                    <a:pt x="7329" y="752"/>
                  </a:lnTo>
                  <a:lnTo>
                    <a:pt x="7329" y="613"/>
                  </a:lnTo>
                  <a:close/>
                  <a:moveTo>
                    <a:pt x="949" y="1542"/>
                  </a:moveTo>
                  <a:lnTo>
                    <a:pt x="949" y="1561"/>
                  </a:lnTo>
                  <a:lnTo>
                    <a:pt x="968" y="1561"/>
                  </a:lnTo>
                  <a:lnTo>
                    <a:pt x="949" y="1542"/>
                  </a:lnTo>
                  <a:close/>
                  <a:moveTo>
                    <a:pt x="1304" y="1719"/>
                  </a:moveTo>
                  <a:lnTo>
                    <a:pt x="1304" y="1719"/>
                  </a:lnTo>
                  <a:lnTo>
                    <a:pt x="1304" y="1719"/>
                  </a:lnTo>
                  <a:close/>
                  <a:moveTo>
                    <a:pt x="2707" y="1719"/>
                  </a:moveTo>
                  <a:lnTo>
                    <a:pt x="2707" y="1719"/>
                  </a:lnTo>
                  <a:lnTo>
                    <a:pt x="2707" y="1719"/>
                  </a:lnTo>
                  <a:close/>
                  <a:moveTo>
                    <a:pt x="1166" y="1779"/>
                  </a:moveTo>
                  <a:lnTo>
                    <a:pt x="1166" y="1779"/>
                  </a:lnTo>
                  <a:lnTo>
                    <a:pt x="1166" y="1779"/>
                  </a:lnTo>
                  <a:close/>
                  <a:moveTo>
                    <a:pt x="5432" y="1818"/>
                  </a:moveTo>
                  <a:lnTo>
                    <a:pt x="5432" y="1818"/>
                  </a:lnTo>
                  <a:lnTo>
                    <a:pt x="5432" y="1818"/>
                  </a:lnTo>
                  <a:close/>
                  <a:moveTo>
                    <a:pt x="3358" y="1937"/>
                  </a:moveTo>
                  <a:lnTo>
                    <a:pt x="3358" y="1937"/>
                  </a:lnTo>
                  <a:lnTo>
                    <a:pt x="3358" y="1937"/>
                  </a:lnTo>
                  <a:close/>
                  <a:moveTo>
                    <a:pt x="2075" y="1897"/>
                  </a:moveTo>
                  <a:lnTo>
                    <a:pt x="2075" y="1917"/>
                  </a:lnTo>
                  <a:lnTo>
                    <a:pt x="2075" y="1956"/>
                  </a:lnTo>
                  <a:lnTo>
                    <a:pt x="2094" y="1976"/>
                  </a:lnTo>
                  <a:lnTo>
                    <a:pt x="2094" y="1956"/>
                  </a:lnTo>
                  <a:lnTo>
                    <a:pt x="2094" y="1937"/>
                  </a:lnTo>
                  <a:lnTo>
                    <a:pt x="2114" y="1917"/>
                  </a:lnTo>
                  <a:lnTo>
                    <a:pt x="2075" y="1897"/>
                  </a:lnTo>
                  <a:close/>
                  <a:moveTo>
                    <a:pt x="4721" y="2016"/>
                  </a:moveTo>
                  <a:lnTo>
                    <a:pt x="4721" y="2016"/>
                  </a:lnTo>
                  <a:lnTo>
                    <a:pt x="4721" y="2016"/>
                  </a:lnTo>
                  <a:close/>
                  <a:moveTo>
                    <a:pt x="6282" y="2016"/>
                  </a:moveTo>
                  <a:lnTo>
                    <a:pt x="6282" y="2016"/>
                  </a:lnTo>
                  <a:lnTo>
                    <a:pt x="6282" y="2016"/>
                  </a:lnTo>
                  <a:close/>
                  <a:moveTo>
                    <a:pt x="5215" y="1818"/>
                  </a:moveTo>
                  <a:lnTo>
                    <a:pt x="5195" y="1877"/>
                  </a:lnTo>
                  <a:lnTo>
                    <a:pt x="5215" y="1996"/>
                  </a:lnTo>
                  <a:lnTo>
                    <a:pt x="5235" y="1976"/>
                  </a:lnTo>
                  <a:lnTo>
                    <a:pt x="5255" y="1996"/>
                  </a:lnTo>
                  <a:lnTo>
                    <a:pt x="5274" y="2035"/>
                  </a:lnTo>
                  <a:lnTo>
                    <a:pt x="5294" y="2035"/>
                  </a:lnTo>
                  <a:lnTo>
                    <a:pt x="5274" y="1976"/>
                  </a:lnTo>
                  <a:lnTo>
                    <a:pt x="5294" y="1937"/>
                  </a:lnTo>
                  <a:lnTo>
                    <a:pt x="5314" y="1976"/>
                  </a:lnTo>
                  <a:lnTo>
                    <a:pt x="5314" y="1838"/>
                  </a:lnTo>
                  <a:lnTo>
                    <a:pt x="5294" y="1838"/>
                  </a:lnTo>
                  <a:lnTo>
                    <a:pt x="5274" y="1858"/>
                  </a:lnTo>
                  <a:lnTo>
                    <a:pt x="5255" y="1858"/>
                  </a:lnTo>
                  <a:lnTo>
                    <a:pt x="5235" y="1838"/>
                  </a:lnTo>
                  <a:lnTo>
                    <a:pt x="5255" y="1818"/>
                  </a:lnTo>
                  <a:close/>
                  <a:moveTo>
                    <a:pt x="3892" y="1"/>
                  </a:moveTo>
                  <a:lnTo>
                    <a:pt x="3793" y="40"/>
                  </a:lnTo>
                  <a:lnTo>
                    <a:pt x="3753" y="80"/>
                  </a:lnTo>
                  <a:lnTo>
                    <a:pt x="3714" y="139"/>
                  </a:lnTo>
                  <a:lnTo>
                    <a:pt x="3734" y="139"/>
                  </a:lnTo>
                  <a:lnTo>
                    <a:pt x="3753" y="159"/>
                  </a:lnTo>
                  <a:lnTo>
                    <a:pt x="3773" y="179"/>
                  </a:lnTo>
                  <a:lnTo>
                    <a:pt x="3753" y="238"/>
                  </a:lnTo>
                  <a:lnTo>
                    <a:pt x="3734" y="258"/>
                  </a:lnTo>
                  <a:lnTo>
                    <a:pt x="3714" y="278"/>
                  </a:lnTo>
                  <a:lnTo>
                    <a:pt x="3674" y="297"/>
                  </a:lnTo>
                  <a:lnTo>
                    <a:pt x="3674" y="258"/>
                  </a:lnTo>
                  <a:lnTo>
                    <a:pt x="3655" y="218"/>
                  </a:lnTo>
                  <a:lnTo>
                    <a:pt x="3655" y="198"/>
                  </a:lnTo>
                  <a:lnTo>
                    <a:pt x="3674" y="179"/>
                  </a:lnTo>
                  <a:lnTo>
                    <a:pt x="3655" y="139"/>
                  </a:lnTo>
                  <a:lnTo>
                    <a:pt x="3655" y="119"/>
                  </a:lnTo>
                  <a:lnTo>
                    <a:pt x="3576" y="119"/>
                  </a:lnTo>
                  <a:lnTo>
                    <a:pt x="3556" y="100"/>
                  </a:lnTo>
                  <a:lnTo>
                    <a:pt x="3556" y="60"/>
                  </a:lnTo>
                  <a:lnTo>
                    <a:pt x="3536" y="80"/>
                  </a:lnTo>
                  <a:lnTo>
                    <a:pt x="3497" y="80"/>
                  </a:lnTo>
                  <a:lnTo>
                    <a:pt x="3457" y="100"/>
                  </a:lnTo>
                  <a:lnTo>
                    <a:pt x="3457" y="80"/>
                  </a:lnTo>
                  <a:lnTo>
                    <a:pt x="3477" y="60"/>
                  </a:lnTo>
                  <a:lnTo>
                    <a:pt x="3437" y="80"/>
                  </a:lnTo>
                  <a:lnTo>
                    <a:pt x="3437" y="40"/>
                  </a:lnTo>
                  <a:lnTo>
                    <a:pt x="3418" y="21"/>
                  </a:lnTo>
                  <a:lnTo>
                    <a:pt x="3398" y="40"/>
                  </a:lnTo>
                  <a:lnTo>
                    <a:pt x="3358" y="100"/>
                  </a:lnTo>
                  <a:lnTo>
                    <a:pt x="3339" y="159"/>
                  </a:lnTo>
                  <a:lnTo>
                    <a:pt x="3315" y="183"/>
                  </a:lnTo>
                  <a:lnTo>
                    <a:pt x="3279" y="218"/>
                  </a:lnTo>
                  <a:lnTo>
                    <a:pt x="3319" y="80"/>
                  </a:lnTo>
                  <a:lnTo>
                    <a:pt x="3279" y="119"/>
                  </a:lnTo>
                  <a:lnTo>
                    <a:pt x="3260" y="159"/>
                  </a:lnTo>
                  <a:lnTo>
                    <a:pt x="3220" y="198"/>
                  </a:lnTo>
                  <a:lnTo>
                    <a:pt x="3200" y="238"/>
                  </a:lnTo>
                  <a:lnTo>
                    <a:pt x="3200" y="198"/>
                  </a:lnTo>
                  <a:lnTo>
                    <a:pt x="3161" y="238"/>
                  </a:lnTo>
                  <a:lnTo>
                    <a:pt x="3161" y="198"/>
                  </a:lnTo>
                  <a:lnTo>
                    <a:pt x="3141" y="258"/>
                  </a:lnTo>
                  <a:lnTo>
                    <a:pt x="3102" y="297"/>
                  </a:lnTo>
                  <a:lnTo>
                    <a:pt x="3062" y="317"/>
                  </a:lnTo>
                  <a:lnTo>
                    <a:pt x="3042" y="376"/>
                  </a:lnTo>
                  <a:lnTo>
                    <a:pt x="3003" y="297"/>
                  </a:lnTo>
                  <a:lnTo>
                    <a:pt x="3003" y="278"/>
                  </a:lnTo>
                  <a:lnTo>
                    <a:pt x="2983" y="297"/>
                  </a:lnTo>
                  <a:lnTo>
                    <a:pt x="2983" y="159"/>
                  </a:lnTo>
                  <a:lnTo>
                    <a:pt x="3003" y="159"/>
                  </a:lnTo>
                  <a:lnTo>
                    <a:pt x="3023" y="179"/>
                  </a:lnTo>
                  <a:lnTo>
                    <a:pt x="3023" y="198"/>
                  </a:lnTo>
                  <a:lnTo>
                    <a:pt x="3042" y="218"/>
                  </a:lnTo>
                  <a:lnTo>
                    <a:pt x="3082" y="218"/>
                  </a:lnTo>
                  <a:lnTo>
                    <a:pt x="3062" y="159"/>
                  </a:lnTo>
                  <a:lnTo>
                    <a:pt x="3023" y="100"/>
                  </a:lnTo>
                  <a:lnTo>
                    <a:pt x="2983" y="80"/>
                  </a:lnTo>
                  <a:lnTo>
                    <a:pt x="2944" y="60"/>
                  </a:lnTo>
                  <a:lnTo>
                    <a:pt x="2865" y="40"/>
                  </a:lnTo>
                  <a:lnTo>
                    <a:pt x="2786" y="60"/>
                  </a:lnTo>
                  <a:lnTo>
                    <a:pt x="2746" y="80"/>
                  </a:lnTo>
                  <a:lnTo>
                    <a:pt x="2707" y="100"/>
                  </a:lnTo>
                  <a:lnTo>
                    <a:pt x="2608" y="100"/>
                  </a:lnTo>
                  <a:lnTo>
                    <a:pt x="2568" y="119"/>
                  </a:lnTo>
                  <a:lnTo>
                    <a:pt x="2549" y="139"/>
                  </a:lnTo>
                  <a:lnTo>
                    <a:pt x="2529" y="218"/>
                  </a:lnTo>
                  <a:lnTo>
                    <a:pt x="2529" y="119"/>
                  </a:lnTo>
                  <a:lnTo>
                    <a:pt x="2391" y="60"/>
                  </a:lnTo>
                  <a:lnTo>
                    <a:pt x="2312" y="80"/>
                  </a:lnTo>
                  <a:lnTo>
                    <a:pt x="2213" y="80"/>
                  </a:lnTo>
                  <a:lnTo>
                    <a:pt x="2134" y="100"/>
                  </a:lnTo>
                  <a:lnTo>
                    <a:pt x="2094" y="119"/>
                  </a:lnTo>
                  <a:lnTo>
                    <a:pt x="2075" y="159"/>
                  </a:lnTo>
                  <a:lnTo>
                    <a:pt x="2035" y="80"/>
                  </a:lnTo>
                  <a:lnTo>
                    <a:pt x="1996" y="159"/>
                  </a:lnTo>
                  <a:lnTo>
                    <a:pt x="1956" y="218"/>
                  </a:lnTo>
                  <a:lnTo>
                    <a:pt x="1838" y="278"/>
                  </a:lnTo>
                  <a:lnTo>
                    <a:pt x="1798" y="317"/>
                  </a:lnTo>
                  <a:lnTo>
                    <a:pt x="1739" y="357"/>
                  </a:lnTo>
                  <a:lnTo>
                    <a:pt x="1719" y="436"/>
                  </a:lnTo>
                  <a:lnTo>
                    <a:pt x="1699" y="515"/>
                  </a:lnTo>
                  <a:lnTo>
                    <a:pt x="1660" y="475"/>
                  </a:lnTo>
                  <a:lnTo>
                    <a:pt x="1660" y="436"/>
                  </a:lnTo>
                  <a:lnTo>
                    <a:pt x="1699" y="357"/>
                  </a:lnTo>
                  <a:lnTo>
                    <a:pt x="1679" y="357"/>
                  </a:lnTo>
                  <a:lnTo>
                    <a:pt x="1660" y="376"/>
                  </a:lnTo>
                  <a:lnTo>
                    <a:pt x="1620" y="416"/>
                  </a:lnTo>
                  <a:lnTo>
                    <a:pt x="1600" y="455"/>
                  </a:lnTo>
                  <a:lnTo>
                    <a:pt x="1581" y="436"/>
                  </a:lnTo>
                  <a:lnTo>
                    <a:pt x="1561" y="416"/>
                  </a:lnTo>
                  <a:lnTo>
                    <a:pt x="1561" y="376"/>
                  </a:lnTo>
                  <a:lnTo>
                    <a:pt x="1581" y="357"/>
                  </a:lnTo>
                  <a:lnTo>
                    <a:pt x="1581" y="337"/>
                  </a:lnTo>
                  <a:lnTo>
                    <a:pt x="1541" y="317"/>
                  </a:lnTo>
                  <a:lnTo>
                    <a:pt x="1541" y="337"/>
                  </a:lnTo>
                  <a:lnTo>
                    <a:pt x="1521" y="357"/>
                  </a:lnTo>
                  <a:lnTo>
                    <a:pt x="1502" y="337"/>
                  </a:lnTo>
                  <a:lnTo>
                    <a:pt x="1502" y="396"/>
                  </a:lnTo>
                  <a:lnTo>
                    <a:pt x="1482" y="475"/>
                  </a:lnTo>
                  <a:lnTo>
                    <a:pt x="1462" y="515"/>
                  </a:lnTo>
                  <a:lnTo>
                    <a:pt x="1423" y="554"/>
                  </a:lnTo>
                  <a:lnTo>
                    <a:pt x="1442" y="574"/>
                  </a:lnTo>
                  <a:lnTo>
                    <a:pt x="1442" y="613"/>
                  </a:lnTo>
                  <a:lnTo>
                    <a:pt x="1403" y="633"/>
                  </a:lnTo>
                  <a:lnTo>
                    <a:pt x="1403" y="613"/>
                  </a:lnTo>
                  <a:lnTo>
                    <a:pt x="1245" y="732"/>
                  </a:lnTo>
                  <a:lnTo>
                    <a:pt x="1067" y="811"/>
                  </a:lnTo>
                  <a:lnTo>
                    <a:pt x="870" y="870"/>
                  </a:lnTo>
                  <a:lnTo>
                    <a:pt x="672" y="910"/>
                  </a:lnTo>
                  <a:lnTo>
                    <a:pt x="672" y="910"/>
                  </a:lnTo>
                  <a:lnTo>
                    <a:pt x="692" y="831"/>
                  </a:lnTo>
                  <a:lnTo>
                    <a:pt x="672" y="870"/>
                  </a:lnTo>
                  <a:lnTo>
                    <a:pt x="633" y="890"/>
                  </a:lnTo>
                  <a:lnTo>
                    <a:pt x="573" y="870"/>
                  </a:lnTo>
                  <a:lnTo>
                    <a:pt x="534" y="850"/>
                  </a:lnTo>
                  <a:lnTo>
                    <a:pt x="514" y="850"/>
                  </a:lnTo>
                  <a:lnTo>
                    <a:pt x="514" y="890"/>
                  </a:lnTo>
                  <a:lnTo>
                    <a:pt x="494" y="929"/>
                  </a:lnTo>
                  <a:lnTo>
                    <a:pt x="475" y="929"/>
                  </a:lnTo>
                  <a:lnTo>
                    <a:pt x="435" y="910"/>
                  </a:lnTo>
                  <a:lnTo>
                    <a:pt x="455" y="890"/>
                  </a:lnTo>
                  <a:lnTo>
                    <a:pt x="376" y="910"/>
                  </a:lnTo>
                  <a:lnTo>
                    <a:pt x="317" y="890"/>
                  </a:lnTo>
                  <a:lnTo>
                    <a:pt x="257" y="890"/>
                  </a:lnTo>
                  <a:lnTo>
                    <a:pt x="238" y="910"/>
                  </a:lnTo>
                  <a:lnTo>
                    <a:pt x="218" y="949"/>
                  </a:lnTo>
                  <a:lnTo>
                    <a:pt x="159" y="929"/>
                  </a:lnTo>
                  <a:lnTo>
                    <a:pt x="99" y="910"/>
                  </a:lnTo>
                  <a:lnTo>
                    <a:pt x="60" y="870"/>
                  </a:lnTo>
                  <a:lnTo>
                    <a:pt x="20" y="850"/>
                  </a:lnTo>
                  <a:lnTo>
                    <a:pt x="1" y="870"/>
                  </a:lnTo>
                  <a:lnTo>
                    <a:pt x="1" y="910"/>
                  </a:lnTo>
                  <a:lnTo>
                    <a:pt x="20" y="969"/>
                  </a:lnTo>
                  <a:lnTo>
                    <a:pt x="40" y="969"/>
                  </a:lnTo>
                  <a:lnTo>
                    <a:pt x="60" y="1008"/>
                  </a:lnTo>
                  <a:lnTo>
                    <a:pt x="60" y="1028"/>
                  </a:lnTo>
                  <a:lnTo>
                    <a:pt x="40" y="1087"/>
                  </a:lnTo>
                  <a:lnTo>
                    <a:pt x="178" y="1265"/>
                  </a:lnTo>
                  <a:lnTo>
                    <a:pt x="277" y="1344"/>
                  </a:lnTo>
                  <a:lnTo>
                    <a:pt x="356" y="1423"/>
                  </a:lnTo>
                  <a:lnTo>
                    <a:pt x="376" y="1403"/>
                  </a:lnTo>
                  <a:lnTo>
                    <a:pt x="396" y="1403"/>
                  </a:lnTo>
                  <a:lnTo>
                    <a:pt x="455" y="1463"/>
                  </a:lnTo>
                  <a:lnTo>
                    <a:pt x="514" y="1502"/>
                  </a:lnTo>
                  <a:lnTo>
                    <a:pt x="534" y="1522"/>
                  </a:lnTo>
                  <a:lnTo>
                    <a:pt x="554" y="1522"/>
                  </a:lnTo>
                  <a:lnTo>
                    <a:pt x="534" y="1463"/>
                  </a:lnTo>
                  <a:lnTo>
                    <a:pt x="593" y="1463"/>
                  </a:lnTo>
                  <a:lnTo>
                    <a:pt x="633" y="1482"/>
                  </a:lnTo>
                  <a:lnTo>
                    <a:pt x="652" y="1482"/>
                  </a:lnTo>
                  <a:lnTo>
                    <a:pt x="652" y="1443"/>
                  </a:lnTo>
                  <a:lnTo>
                    <a:pt x="672" y="1482"/>
                  </a:lnTo>
                  <a:lnTo>
                    <a:pt x="692" y="1502"/>
                  </a:lnTo>
                  <a:lnTo>
                    <a:pt x="731" y="1522"/>
                  </a:lnTo>
                  <a:lnTo>
                    <a:pt x="751" y="1601"/>
                  </a:lnTo>
                  <a:lnTo>
                    <a:pt x="771" y="1601"/>
                  </a:lnTo>
                  <a:lnTo>
                    <a:pt x="791" y="1561"/>
                  </a:lnTo>
                  <a:lnTo>
                    <a:pt x="810" y="1522"/>
                  </a:lnTo>
                  <a:lnTo>
                    <a:pt x="830" y="1522"/>
                  </a:lnTo>
                  <a:lnTo>
                    <a:pt x="870" y="1542"/>
                  </a:lnTo>
                  <a:lnTo>
                    <a:pt x="889" y="1621"/>
                  </a:lnTo>
                  <a:lnTo>
                    <a:pt x="889" y="1601"/>
                  </a:lnTo>
                  <a:lnTo>
                    <a:pt x="889" y="1581"/>
                  </a:lnTo>
                  <a:lnTo>
                    <a:pt x="929" y="1621"/>
                  </a:lnTo>
                  <a:lnTo>
                    <a:pt x="949" y="1640"/>
                  </a:lnTo>
                  <a:lnTo>
                    <a:pt x="968" y="1660"/>
                  </a:lnTo>
                  <a:lnTo>
                    <a:pt x="929" y="1542"/>
                  </a:lnTo>
                  <a:lnTo>
                    <a:pt x="949" y="1542"/>
                  </a:lnTo>
                  <a:lnTo>
                    <a:pt x="929" y="1522"/>
                  </a:lnTo>
                  <a:lnTo>
                    <a:pt x="909" y="1463"/>
                  </a:lnTo>
                  <a:lnTo>
                    <a:pt x="909" y="1403"/>
                  </a:lnTo>
                  <a:lnTo>
                    <a:pt x="929" y="1384"/>
                  </a:lnTo>
                  <a:lnTo>
                    <a:pt x="929" y="1423"/>
                  </a:lnTo>
                  <a:lnTo>
                    <a:pt x="929" y="1463"/>
                  </a:lnTo>
                  <a:lnTo>
                    <a:pt x="949" y="1463"/>
                  </a:lnTo>
                  <a:lnTo>
                    <a:pt x="968" y="1482"/>
                  </a:lnTo>
                  <a:lnTo>
                    <a:pt x="988" y="1502"/>
                  </a:lnTo>
                  <a:lnTo>
                    <a:pt x="988" y="1561"/>
                  </a:lnTo>
                  <a:lnTo>
                    <a:pt x="988" y="1621"/>
                  </a:lnTo>
                  <a:lnTo>
                    <a:pt x="1028" y="1640"/>
                  </a:lnTo>
                  <a:lnTo>
                    <a:pt x="1028" y="1660"/>
                  </a:lnTo>
                  <a:lnTo>
                    <a:pt x="1047" y="1680"/>
                  </a:lnTo>
                  <a:lnTo>
                    <a:pt x="1067" y="1739"/>
                  </a:lnTo>
                  <a:lnTo>
                    <a:pt x="1047" y="1660"/>
                  </a:lnTo>
                  <a:lnTo>
                    <a:pt x="1047" y="1640"/>
                  </a:lnTo>
                  <a:lnTo>
                    <a:pt x="1087" y="1640"/>
                  </a:lnTo>
                  <a:lnTo>
                    <a:pt x="1107" y="1621"/>
                  </a:lnTo>
                  <a:lnTo>
                    <a:pt x="1107" y="1660"/>
                  </a:lnTo>
                  <a:lnTo>
                    <a:pt x="1107" y="1680"/>
                  </a:lnTo>
                  <a:lnTo>
                    <a:pt x="1107" y="1700"/>
                  </a:lnTo>
                  <a:lnTo>
                    <a:pt x="1146" y="1759"/>
                  </a:lnTo>
                  <a:lnTo>
                    <a:pt x="1166" y="1779"/>
                  </a:lnTo>
                  <a:lnTo>
                    <a:pt x="1166" y="1759"/>
                  </a:lnTo>
                  <a:lnTo>
                    <a:pt x="1186" y="1739"/>
                  </a:lnTo>
                  <a:lnTo>
                    <a:pt x="1186" y="1680"/>
                  </a:lnTo>
                  <a:lnTo>
                    <a:pt x="1205" y="1660"/>
                  </a:lnTo>
                  <a:lnTo>
                    <a:pt x="1225" y="1660"/>
                  </a:lnTo>
                  <a:lnTo>
                    <a:pt x="1225" y="1700"/>
                  </a:lnTo>
                  <a:lnTo>
                    <a:pt x="1245" y="1680"/>
                  </a:lnTo>
                  <a:lnTo>
                    <a:pt x="1265" y="1700"/>
                  </a:lnTo>
                  <a:lnTo>
                    <a:pt x="1304" y="1719"/>
                  </a:lnTo>
                  <a:lnTo>
                    <a:pt x="1304" y="1680"/>
                  </a:lnTo>
                  <a:lnTo>
                    <a:pt x="1324" y="1719"/>
                  </a:lnTo>
                  <a:lnTo>
                    <a:pt x="1344" y="1759"/>
                  </a:lnTo>
                  <a:lnTo>
                    <a:pt x="1363" y="1818"/>
                  </a:lnTo>
                  <a:lnTo>
                    <a:pt x="1383" y="1818"/>
                  </a:lnTo>
                  <a:lnTo>
                    <a:pt x="1383" y="1759"/>
                  </a:lnTo>
                  <a:lnTo>
                    <a:pt x="1423" y="1759"/>
                  </a:lnTo>
                  <a:lnTo>
                    <a:pt x="1403" y="1680"/>
                  </a:lnTo>
                  <a:lnTo>
                    <a:pt x="1462" y="1759"/>
                  </a:lnTo>
                  <a:lnTo>
                    <a:pt x="1462" y="1700"/>
                  </a:lnTo>
                  <a:lnTo>
                    <a:pt x="1442" y="1601"/>
                  </a:lnTo>
                  <a:lnTo>
                    <a:pt x="1442" y="1542"/>
                  </a:lnTo>
                  <a:lnTo>
                    <a:pt x="1442" y="1502"/>
                  </a:lnTo>
                  <a:lnTo>
                    <a:pt x="1462" y="1482"/>
                  </a:lnTo>
                  <a:lnTo>
                    <a:pt x="1482" y="1522"/>
                  </a:lnTo>
                  <a:lnTo>
                    <a:pt x="1502" y="1542"/>
                  </a:lnTo>
                  <a:lnTo>
                    <a:pt x="1521" y="1640"/>
                  </a:lnTo>
                  <a:lnTo>
                    <a:pt x="1521" y="1739"/>
                  </a:lnTo>
                  <a:lnTo>
                    <a:pt x="1561" y="1818"/>
                  </a:lnTo>
                  <a:lnTo>
                    <a:pt x="1541" y="1719"/>
                  </a:lnTo>
                  <a:lnTo>
                    <a:pt x="1581" y="1779"/>
                  </a:lnTo>
                  <a:lnTo>
                    <a:pt x="1600" y="1779"/>
                  </a:lnTo>
                  <a:lnTo>
                    <a:pt x="1640" y="1818"/>
                  </a:lnTo>
                  <a:lnTo>
                    <a:pt x="1620" y="1858"/>
                  </a:lnTo>
                  <a:lnTo>
                    <a:pt x="1620" y="1897"/>
                  </a:lnTo>
                  <a:lnTo>
                    <a:pt x="1640" y="1877"/>
                  </a:lnTo>
                  <a:lnTo>
                    <a:pt x="1660" y="1877"/>
                  </a:lnTo>
                  <a:lnTo>
                    <a:pt x="1699" y="1937"/>
                  </a:lnTo>
                  <a:lnTo>
                    <a:pt x="1739" y="1937"/>
                  </a:lnTo>
                  <a:lnTo>
                    <a:pt x="1759" y="1917"/>
                  </a:lnTo>
                  <a:lnTo>
                    <a:pt x="1759" y="1858"/>
                  </a:lnTo>
                  <a:lnTo>
                    <a:pt x="1778" y="1897"/>
                  </a:lnTo>
                  <a:lnTo>
                    <a:pt x="1798" y="1917"/>
                  </a:lnTo>
                  <a:lnTo>
                    <a:pt x="1818" y="1956"/>
                  </a:lnTo>
                  <a:lnTo>
                    <a:pt x="1818" y="1917"/>
                  </a:lnTo>
                  <a:lnTo>
                    <a:pt x="1857" y="1917"/>
                  </a:lnTo>
                  <a:lnTo>
                    <a:pt x="1877" y="1937"/>
                  </a:lnTo>
                  <a:lnTo>
                    <a:pt x="1897" y="1937"/>
                  </a:lnTo>
                  <a:lnTo>
                    <a:pt x="1897" y="1917"/>
                  </a:lnTo>
                  <a:lnTo>
                    <a:pt x="1917" y="1956"/>
                  </a:lnTo>
                  <a:lnTo>
                    <a:pt x="1936" y="1976"/>
                  </a:lnTo>
                  <a:lnTo>
                    <a:pt x="1917" y="1917"/>
                  </a:lnTo>
                  <a:lnTo>
                    <a:pt x="1936" y="1838"/>
                  </a:lnTo>
                  <a:lnTo>
                    <a:pt x="1956" y="1877"/>
                  </a:lnTo>
                  <a:lnTo>
                    <a:pt x="1976" y="1877"/>
                  </a:lnTo>
                  <a:lnTo>
                    <a:pt x="1996" y="1897"/>
                  </a:lnTo>
                  <a:lnTo>
                    <a:pt x="2015" y="1956"/>
                  </a:lnTo>
                  <a:lnTo>
                    <a:pt x="2035" y="1897"/>
                  </a:lnTo>
                  <a:lnTo>
                    <a:pt x="2035" y="1838"/>
                  </a:lnTo>
                  <a:lnTo>
                    <a:pt x="2035" y="1719"/>
                  </a:lnTo>
                  <a:lnTo>
                    <a:pt x="2055" y="1759"/>
                  </a:lnTo>
                  <a:lnTo>
                    <a:pt x="2075" y="1779"/>
                  </a:lnTo>
                  <a:lnTo>
                    <a:pt x="2114" y="1838"/>
                  </a:lnTo>
                  <a:lnTo>
                    <a:pt x="2114" y="1917"/>
                  </a:lnTo>
                  <a:lnTo>
                    <a:pt x="2114" y="1956"/>
                  </a:lnTo>
                  <a:lnTo>
                    <a:pt x="2134" y="2035"/>
                  </a:lnTo>
                  <a:lnTo>
                    <a:pt x="2154" y="2016"/>
                  </a:lnTo>
                  <a:lnTo>
                    <a:pt x="2193" y="2035"/>
                  </a:lnTo>
                  <a:lnTo>
                    <a:pt x="2173" y="1996"/>
                  </a:lnTo>
                  <a:lnTo>
                    <a:pt x="2173" y="1956"/>
                  </a:lnTo>
                  <a:lnTo>
                    <a:pt x="2193" y="1917"/>
                  </a:lnTo>
                  <a:lnTo>
                    <a:pt x="2193" y="1877"/>
                  </a:lnTo>
                  <a:lnTo>
                    <a:pt x="2154" y="1996"/>
                  </a:lnTo>
                  <a:lnTo>
                    <a:pt x="2134" y="1976"/>
                  </a:lnTo>
                  <a:lnTo>
                    <a:pt x="2134" y="1956"/>
                  </a:lnTo>
                  <a:lnTo>
                    <a:pt x="2134" y="1877"/>
                  </a:lnTo>
                  <a:lnTo>
                    <a:pt x="2154" y="1838"/>
                  </a:lnTo>
                  <a:lnTo>
                    <a:pt x="2173" y="1779"/>
                  </a:lnTo>
                  <a:lnTo>
                    <a:pt x="2193" y="1700"/>
                  </a:lnTo>
                  <a:lnTo>
                    <a:pt x="2233" y="1640"/>
                  </a:lnTo>
                  <a:lnTo>
                    <a:pt x="2292" y="1700"/>
                  </a:lnTo>
                  <a:lnTo>
                    <a:pt x="2272" y="1719"/>
                  </a:lnTo>
                  <a:lnTo>
                    <a:pt x="2272" y="1779"/>
                  </a:lnTo>
                  <a:lnTo>
                    <a:pt x="2292" y="1858"/>
                  </a:lnTo>
                  <a:lnTo>
                    <a:pt x="2292" y="1838"/>
                  </a:lnTo>
                  <a:lnTo>
                    <a:pt x="2312" y="1818"/>
                  </a:lnTo>
                  <a:lnTo>
                    <a:pt x="2331" y="1838"/>
                  </a:lnTo>
                  <a:lnTo>
                    <a:pt x="2391" y="1937"/>
                  </a:lnTo>
                  <a:lnTo>
                    <a:pt x="2371" y="1877"/>
                  </a:lnTo>
                  <a:lnTo>
                    <a:pt x="2391" y="1798"/>
                  </a:lnTo>
                  <a:lnTo>
                    <a:pt x="2410" y="1779"/>
                  </a:lnTo>
                  <a:lnTo>
                    <a:pt x="2430" y="1798"/>
                  </a:lnTo>
                  <a:lnTo>
                    <a:pt x="2430" y="1858"/>
                  </a:lnTo>
                  <a:lnTo>
                    <a:pt x="2450" y="1917"/>
                  </a:lnTo>
                  <a:lnTo>
                    <a:pt x="2509" y="1917"/>
                  </a:lnTo>
                  <a:lnTo>
                    <a:pt x="2568" y="1956"/>
                  </a:lnTo>
                  <a:lnTo>
                    <a:pt x="2628" y="1996"/>
                  </a:lnTo>
                  <a:lnTo>
                    <a:pt x="2667" y="1996"/>
                  </a:lnTo>
                  <a:lnTo>
                    <a:pt x="2707" y="1976"/>
                  </a:lnTo>
                  <a:lnTo>
                    <a:pt x="2647" y="1858"/>
                  </a:lnTo>
                  <a:lnTo>
                    <a:pt x="2647" y="1956"/>
                  </a:lnTo>
                  <a:lnTo>
                    <a:pt x="2628" y="1877"/>
                  </a:lnTo>
                  <a:lnTo>
                    <a:pt x="2647" y="1798"/>
                  </a:lnTo>
                  <a:lnTo>
                    <a:pt x="2667" y="1640"/>
                  </a:lnTo>
                  <a:lnTo>
                    <a:pt x="2687" y="1660"/>
                  </a:lnTo>
                  <a:lnTo>
                    <a:pt x="2707" y="1680"/>
                  </a:lnTo>
                  <a:lnTo>
                    <a:pt x="2707" y="1719"/>
                  </a:lnTo>
                  <a:lnTo>
                    <a:pt x="2746" y="1660"/>
                  </a:lnTo>
                  <a:lnTo>
                    <a:pt x="2746" y="1640"/>
                  </a:lnTo>
                  <a:lnTo>
                    <a:pt x="2726" y="1621"/>
                  </a:lnTo>
                  <a:lnTo>
                    <a:pt x="2746" y="1581"/>
                  </a:lnTo>
                  <a:lnTo>
                    <a:pt x="2786" y="1640"/>
                  </a:lnTo>
                  <a:lnTo>
                    <a:pt x="2786" y="1680"/>
                  </a:lnTo>
                  <a:lnTo>
                    <a:pt x="2766" y="1719"/>
                  </a:lnTo>
                  <a:lnTo>
                    <a:pt x="2805" y="1700"/>
                  </a:lnTo>
                  <a:lnTo>
                    <a:pt x="2825" y="1680"/>
                  </a:lnTo>
                  <a:lnTo>
                    <a:pt x="2825" y="1660"/>
                  </a:lnTo>
                  <a:lnTo>
                    <a:pt x="2825" y="1621"/>
                  </a:lnTo>
                  <a:lnTo>
                    <a:pt x="2845" y="1621"/>
                  </a:lnTo>
                  <a:lnTo>
                    <a:pt x="2845" y="1640"/>
                  </a:lnTo>
                  <a:lnTo>
                    <a:pt x="2845" y="1680"/>
                  </a:lnTo>
                  <a:lnTo>
                    <a:pt x="2805" y="1798"/>
                  </a:lnTo>
                  <a:lnTo>
                    <a:pt x="2825" y="1818"/>
                  </a:lnTo>
                  <a:lnTo>
                    <a:pt x="2825" y="1858"/>
                  </a:lnTo>
                  <a:lnTo>
                    <a:pt x="2825" y="1937"/>
                  </a:lnTo>
                  <a:lnTo>
                    <a:pt x="2884" y="1917"/>
                  </a:lnTo>
                  <a:lnTo>
                    <a:pt x="2845" y="2035"/>
                  </a:lnTo>
                  <a:lnTo>
                    <a:pt x="2884" y="2035"/>
                  </a:lnTo>
                  <a:lnTo>
                    <a:pt x="2904" y="2016"/>
                  </a:lnTo>
                  <a:lnTo>
                    <a:pt x="2924" y="2016"/>
                  </a:lnTo>
                  <a:lnTo>
                    <a:pt x="2944" y="2055"/>
                  </a:lnTo>
                  <a:lnTo>
                    <a:pt x="2944" y="1956"/>
                  </a:lnTo>
                  <a:lnTo>
                    <a:pt x="3023" y="2035"/>
                  </a:lnTo>
                  <a:lnTo>
                    <a:pt x="3062" y="2035"/>
                  </a:lnTo>
                  <a:lnTo>
                    <a:pt x="3102" y="2055"/>
                  </a:lnTo>
                  <a:lnTo>
                    <a:pt x="3102" y="1976"/>
                  </a:lnTo>
                  <a:lnTo>
                    <a:pt x="3121" y="1956"/>
                  </a:lnTo>
                  <a:lnTo>
                    <a:pt x="3141" y="1956"/>
                  </a:lnTo>
                  <a:lnTo>
                    <a:pt x="3161" y="1996"/>
                  </a:lnTo>
                  <a:lnTo>
                    <a:pt x="3181" y="2035"/>
                  </a:lnTo>
                  <a:lnTo>
                    <a:pt x="3200" y="2055"/>
                  </a:lnTo>
                  <a:lnTo>
                    <a:pt x="3220" y="2055"/>
                  </a:lnTo>
                  <a:lnTo>
                    <a:pt x="3279" y="1976"/>
                  </a:lnTo>
                  <a:lnTo>
                    <a:pt x="3299" y="1937"/>
                  </a:lnTo>
                  <a:lnTo>
                    <a:pt x="3319" y="1858"/>
                  </a:lnTo>
                  <a:lnTo>
                    <a:pt x="3339" y="1858"/>
                  </a:lnTo>
                  <a:lnTo>
                    <a:pt x="3358" y="1937"/>
                  </a:lnTo>
                  <a:lnTo>
                    <a:pt x="3398" y="1838"/>
                  </a:lnTo>
                  <a:lnTo>
                    <a:pt x="3437" y="1798"/>
                  </a:lnTo>
                  <a:lnTo>
                    <a:pt x="3457" y="1818"/>
                  </a:lnTo>
                  <a:lnTo>
                    <a:pt x="3398" y="1897"/>
                  </a:lnTo>
                  <a:lnTo>
                    <a:pt x="3418" y="1956"/>
                  </a:lnTo>
                  <a:lnTo>
                    <a:pt x="3437" y="1976"/>
                  </a:lnTo>
                  <a:lnTo>
                    <a:pt x="3477" y="1956"/>
                  </a:lnTo>
                  <a:lnTo>
                    <a:pt x="3497" y="1976"/>
                  </a:lnTo>
                  <a:lnTo>
                    <a:pt x="3674" y="1700"/>
                  </a:lnTo>
                  <a:lnTo>
                    <a:pt x="3674" y="1542"/>
                  </a:lnTo>
                  <a:lnTo>
                    <a:pt x="3694" y="1463"/>
                  </a:lnTo>
                  <a:lnTo>
                    <a:pt x="3714" y="1384"/>
                  </a:lnTo>
                  <a:lnTo>
                    <a:pt x="3714" y="1423"/>
                  </a:lnTo>
                  <a:lnTo>
                    <a:pt x="3734" y="1463"/>
                  </a:lnTo>
                  <a:lnTo>
                    <a:pt x="3773" y="1482"/>
                  </a:lnTo>
                  <a:lnTo>
                    <a:pt x="3793" y="1502"/>
                  </a:lnTo>
                  <a:lnTo>
                    <a:pt x="3793" y="1561"/>
                  </a:lnTo>
                  <a:lnTo>
                    <a:pt x="3813" y="1621"/>
                  </a:lnTo>
                  <a:lnTo>
                    <a:pt x="3813" y="1680"/>
                  </a:lnTo>
                  <a:lnTo>
                    <a:pt x="3813" y="1700"/>
                  </a:lnTo>
                  <a:lnTo>
                    <a:pt x="3793" y="1700"/>
                  </a:lnTo>
                  <a:lnTo>
                    <a:pt x="3773" y="1621"/>
                  </a:lnTo>
                  <a:lnTo>
                    <a:pt x="3753" y="1601"/>
                  </a:lnTo>
                  <a:lnTo>
                    <a:pt x="3773" y="1719"/>
                  </a:lnTo>
                  <a:lnTo>
                    <a:pt x="3832" y="1818"/>
                  </a:lnTo>
                  <a:lnTo>
                    <a:pt x="3813" y="1877"/>
                  </a:lnTo>
                  <a:lnTo>
                    <a:pt x="3793" y="1897"/>
                  </a:lnTo>
                  <a:lnTo>
                    <a:pt x="3793" y="1858"/>
                  </a:lnTo>
                  <a:lnTo>
                    <a:pt x="3793" y="1818"/>
                  </a:lnTo>
                  <a:lnTo>
                    <a:pt x="3773" y="1858"/>
                  </a:lnTo>
                  <a:lnTo>
                    <a:pt x="3753" y="1877"/>
                  </a:lnTo>
                  <a:lnTo>
                    <a:pt x="3773" y="1937"/>
                  </a:lnTo>
                  <a:lnTo>
                    <a:pt x="3773" y="2016"/>
                  </a:lnTo>
                  <a:lnTo>
                    <a:pt x="3793" y="2075"/>
                  </a:lnTo>
                  <a:lnTo>
                    <a:pt x="3813" y="2055"/>
                  </a:lnTo>
                  <a:lnTo>
                    <a:pt x="3832" y="2035"/>
                  </a:lnTo>
                  <a:lnTo>
                    <a:pt x="3832" y="2016"/>
                  </a:lnTo>
                  <a:lnTo>
                    <a:pt x="3852" y="2055"/>
                  </a:lnTo>
                  <a:lnTo>
                    <a:pt x="3872" y="2055"/>
                  </a:lnTo>
                  <a:lnTo>
                    <a:pt x="3911" y="2035"/>
                  </a:lnTo>
                  <a:lnTo>
                    <a:pt x="3951" y="2016"/>
                  </a:lnTo>
                  <a:lnTo>
                    <a:pt x="3971" y="2016"/>
                  </a:lnTo>
                  <a:lnTo>
                    <a:pt x="3990" y="2055"/>
                  </a:lnTo>
                  <a:lnTo>
                    <a:pt x="3990" y="1996"/>
                  </a:lnTo>
                  <a:lnTo>
                    <a:pt x="3990" y="1956"/>
                  </a:lnTo>
                  <a:lnTo>
                    <a:pt x="3990" y="1937"/>
                  </a:lnTo>
                  <a:lnTo>
                    <a:pt x="4030" y="1937"/>
                  </a:lnTo>
                  <a:lnTo>
                    <a:pt x="4030" y="1956"/>
                  </a:lnTo>
                  <a:lnTo>
                    <a:pt x="4050" y="2035"/>
                  </a:lnTo>
                  <a:lnTo>
                    <a:pt x="4069" y="1996"/>
                  </a:lnTo>
                  <a:lnTo>
                    <a:pt x="4089" y="1976"/>
                  </a:lnTo>
                  <a:lnTo>
                    <a:pt x="4129" y="1976"/>
                  </a:lnTo>
                  <a:lnTo>
                    <a:pt x="4129" y="1937"/>
                  </a:lnTo>
                  <a:lnTo>
                    <a:pt x="4129" y="1877"/>
                  </a:lnTo>
                  <a:lnTo>
                    <a:pt x="4129" y="1798"/>
                  </a:lnTo>
                  <a:lnTo>
                    <a:pt x="4148" y="1739"/>
                  </a:lnTo>
                  <a:lnTo>
                    <a:pt x="4168" y="1680"/>
                  </a:lnTo>
                  <a:lnTo>
                    <a:pt x="4188" y="1680"/>
                  </a:lnTo>
                  <a:lnTo>
                    <a:pt x="4228" y="1700"/>
                  </a:lnTo>
                  <a:lnTo>
                    <a:pt x="4247" y="1700"/>
                  </a:lnTo>
                  <a:lnTo>
                    <a:pt x="4247" y="1739"/>
                  </a:lnTo>
                  <a:lnTo>
                    <a:pt x="4228" y="1759"/>
                  </a:lnTo>
                  <a:lnTo>
                    <a:pt x="4208" y="1759"/>
                  </a:lnTo>
                  <a:lnTo>
                    <a:pt x="4188" y="1779"/>
                  </a:lnTo>
                  <a:lnTo>
                    <a:pt x="4188" y="1779"/>
                  </a:lnTo>
                  <a:lnTo>
                    <a:pt x="4287" y="1739"/>
                  </a:lnTo>
                  <a:lnTo>
                    <a:pt x="4307" y="1779"/>
                  </a:lnTo>
                  <a:lnTo>
                    <a:pt x="4287" y="1818"/>
                  </a:lnTo>
                  <a:lnTo>
                    <a:pt x="4267" y="1838"/>
                  </a:lnTo>
                  <a:lnTo>
                    <a:pt x="4247" y="1838"/>
                  </a:lnTo>
                  <a:lnTo>
                    <a:pt x="4287" y="1858"/>
                  </a:lnTo>
                  <a:lnTo>
                    <a:pt x="4307" y="1858"/>
                  </a:lnTo>
                  <a:lnTo>
                    <a:pt x="4346" y="1818"/>
                  </a:lnTo>
                  <a:lnTo>
                    <a:pt x="4366" y="1739"/>
                  </a:lnTo>
                  <a:lnTo>
                    <a:pt x="4386" y="1759"/>
                  </a:lnTo>
                  <a:lnTo>
                    <a:pt x="4425" y="1798"/>
                  </a:lnTo>
                  <a:lnTo>
                    <a:pt x="4386" y="1917"/>
                  </a:lnTo>
                  <a:lnTo>
                    <a:pt x="4366" y="1996"/>
                  </a:lnTo>
                  <a:lnTo>
                    <a:pt x="4346" y="2035"/>
                  </a:lnTo>
                  <a:lnTo>
                    <a:pt x="4326" y="2016"/>
                  </a:lnTo>
                  <a:lnTo>
                    <a:pt x="4326" y="1956"/>
                  </a:lnTo>
                  <a:lnTo>
                    <a:pt x="4346" y="1917"/>
                  </a:lnTo>
                  <a:lnTo>
                    <a:pt x="4346" y="1897"/>
                  </a:lnTo>
                  <a:lnTo>
                    <a:pt x="4326" y="1877"/>
                  </a:lnTo>
                  <a:lnTo>
                    <a:pt x="4307" y="1976"/>
                  </a:lnTo>
                  <a:lnTo>
                    <a:pt x="4307" y="1956"/>
                  </a:lnTo>
                  <a:lnTo>
                    <a:pt x="4287" y="1956"/>
                  </a:lnTo>
                  <a:lnTo>
                    <a:pt x="4247" y="1996"/>
                  </a:lnTo>
                  <a:lnTo>
                    <a:pt x="4247" y="1976"/>
                  </a:lnTo>
                  <a:lnTo>
                    <a:pt x="4267" y="1956"/>
                  </a:lnTo>
                  <a:lnTo>
                    <a:pt x="4208" y="1937"/>
                  </a:lnTo>
                  <a:lnTo>
                    <a:pt x="4168" y="1956"/>
                  </a:lnTo>
                  <a:lnTo>
                    <a:pt x="4148" y="2016"/>
                  </a:lnTo>
                  <a:lnTo>
                    <a:pt x="4168" y="2035"/>
                  </a:lnTo>
                  <a:lnTo>
                    <a:pt x="4188" y="2055"/>
                  </a:lnTo>
                  <a:lnTo>
                    <a:pt x="4287" y="2055"/>
                  </a:lnTo>
                  <a:lnTo>
                    <a:pt x="4307" y="2075"/>
                  </a:lnTo>
                  <a:lnTo>
                    <a:pt x="4326" y="2095"/>
                  </a:lnTo>
                  <a:lnTo>
                    <a:pt x="4445" y="1976"/>
                  </a:lnTo>
                  <a:lnTo>
                    <a:pt x="4425" y="1877"/>
                  </a:lnTo>
                  <a:lnTo>
                    <a:pt x="4425" y="1838"/>
                  </a:lnTo>
                  <a:lnTo>
                    <a:pt x="4445" y="1779"/>
                  </a:lnTo>
                  <a:lnTo>
                    <a:pt x="4465" y="1858"/>
                  </a:lnTo>
                  <a:lnTo>
                    <a:pt x="4484" y="1917"/>
                  </a:lnTo>
                  <a:lnTo>
                    <a:pt x="4504" y="1956"/>
                  </a:lnTo>
                  <a:lnTo>
                    <a:pt x="4524" y="1976"/>
                  </a:lnTo>
                  <a:lnTo>
                    <a:pt x="4544" y="1917"/>
                  </a:lnTo>
                  <a:lnTo>
                    <a:pt x="4563" y="1858"/>
                  </a:lnTo>
                  <a:lnTo>
                    <a:pt x="4583" y="1818"/>
                  </a:lnTo>
                  <a:lnTo>
                    <a:pt x="4603" y="1779"/>
                  </a:lnTo>
                  <a:lnTo>
                    <a:pt x="4583" y="1798"/>
                  </a:lnTo>
                  <a:lnTo>
                    <a:pt x="4563" y="1779"/>
                  </a:lnTo>
                  <a:lnTo>
                    <a:pt x="4563" y="1719"/>
                  </a:lnTo>
                  <a:lnTo>
                    <a:pt x="4583" y="1700"/>
                  </a:lnTo>
                  <a:lnTo>
                    <a:pt x="4583" y="1660"/>
                  </a:lnTo>
                  <a:lnTo>
                    <a:pt x="4603" y="1621"/>
                  </a:lnTo>
                  <a:lnTo>
                    <a:pt x="4603" y="1601"/>
                  </a:lnTo>
                  <a:lnTo>
                    <a:pt x="4642" y="1621"/>
                  </a:lnTo>
                  <a:lnTo>
                    <a:pt x="4642" y="1660"/>
                  </a:lnTo>
                  <a:lnTo>
                    <a:pt x="4642" y="1680"/>
                  </a:lnTo>
                  <a:lnTo>
                    <a:pt x="4682" y="1719"/>
                  </a:lnTo>
                  <a:lnTo>
                    <a:pt x="4623" y="1838"/>
                  </a:lnTo>
                  <a:lnTo>
                    <a:pt x="4544" y="1956"/>
                  </a:lnTo>
                  <a:lnTo>
                    <a:pt x="4563" y="1976"/>
                  </a:lnTo>
                  <a:lnTo>
                    <a:pt x="4603" y="1976"/>
                  </a:lnTo>
                  <a:lnTo>
                    <a:pt x="4623" y="1917"/>
                  </a:lnTo>
                  <a:lnTo>
                    <a:pt x="4623" y="1897"/>
                  </a:lnTo>
                  <a:lnTo>
                    <a:pt x="4623" y="1858"/>
                  </a:lnTo>
                  <a:lnTo>
                    <a:pt x="4721" y="1759"/>
                  </a:lnTo>
                  <a:lnTo>
                    <a:pt x="4781" y="1700"/>
                  </a:lnTo>
                  <a:lnTo>
                    <a:pt x="4860" y="1680"/>
                  </a:lnTo>
                  <a:lnTo>
                    <a:pt x="4840" y="1739"/>
                  </a:lnTo>
                  <a:lnTo>
                    <a:pt x="4820" y="1779"/>
                  </a:lnTo>
                  <a:lnTo>
                    <a:pt x="4761" y="1838"/>
                  </a:lnTo>
                  <a:lnTo>
                    <a:pt x="4721" y="1897"/>
                  </a:lnTo>
                  <a:lnTo>
                    <a:pt x="4721" y="1956"/>
                  </a:lnTo>
                  <a:lnTo>
                    <a:pt x="4721" y="2016"/>
                  </a:lnTo>
                  <a:lnTo>
                    <a:pt x="4741" y="1996"/>
                  </a:lnTo>
                  <a:lnTo>
                    <a:pt x="4761" y="1956"/>
                  </a:lnTo>
                  <a:lnTo>
                    <a:pt x="4781" y="1937"/>
                  </a:lnTo>
                  <a:lnTo>
                    <a:pt x="4781" y="1917"/>
                  </a:lnTo>
                  <a:lnTo>
                    <a:pt x="4820" y="1976"/>
                  </a:lnTo>
                  <a:lnTo>
                    <a:pt x="4840" y="1976"/>
                  </a:lnTo>
                  <a:lnTo>
                    <a:pt x="4879" y="1956"/>
                  </a:lnTo>
                  <a:lnTo>
                    <a:pt x="4919" y="1956"/>
                  </a:lnTo>
                  <a:lnTo>
                    <a:pt x="4919" y="1897"/>
                  </a:lnTo>
                  <a:lnTo>
                    <a:pt x="4939" y="1877"/>
                  </a:lnTo>
                  <a:lnTo>
                    <a:pt x="4958" y="1877"/>
                  </a:lnTo>
                  <a:lnTo>
                    <a:pt x="4978" y="1897"/>
                  </a:lnTo>
                  <a:lnTo>
                    <a:pt x="4978" y="1917"/>
                  </a:lnTo>
                  <a:lnTo>
                    <a:pt x="4998" y="1897"/>
                  </a:lnTo>
                  <a:lnTo>
                    <a:pt x="4998" y="1917"/>
                  </a:lnTo>
                  <a:lnTo>
                    <a:pt x="5037" y="1877"/>
                  </a:lnTo>
                  <a:lnTo>
                    <a:pt x="5057" y="1897"/>
                  </a:lnTo>
                  <a:lnTo>
                    <a:pt x="5136" y="1897"/>
                  </a:lnTo>
                  <a:lnTo>
                    <a:pt x="5136" y="1858"/>
                  </a:lnTo>
                  <a:lnTo>
                    <a:pt x="5077" y="1858"/>
                  </a:lnTo>
                  <a:lnTo>
                    <a:pt x="5057" y="1818"/>
                  </a:lnTo>
                  <a:lnTo>
                    <a:pt x="5057" y="1779"/>
                  </a:lnTo>
                  <a:lnTo>
                    <a:pt x="5057" y="1739"/>
                  </a:lnTo>
                  <a:lnTo>
                    <a:pt x="5097" y="1719"/>
                  </a:lnTo>
                  <a:lnTo>
                    <a:pt x="5156" y="1700"/>
                  </a:lnTo>
                  <a:lnTo>
                    <a:pt x="5195" y="1660"/>
                  </a:lnTo>
                  <a:lnTo>
                    <a:pt x="5235" y="1660"/>
                  </a:lnTo>
                  <a:lnTo>
                    <a:pt x="5215" y="1621"/>
                  </a:lnTo>
                  <a:lnTo>
                    <a:pt x="5235" y="1601"/>
                  </a:lnTo>
                  <a:lnTo>
                    <a:pt x="5314" y="1601"/>
                  </a:lnTo>
                  <a:lnTo>
                    <a:pt x="5314" y="1660"/>
                  </a:lnTo>
                  <a:lnTo>
                    <a:pt x="5294" y="1700"/>
                  </a:lnTo>
                  <a:lnTo>
                    <a:pt x="5274" y="1739"/>
                  </a:lnTo>
                  <a:lnTo>
                    <a:pt x="5274" y="1779"/>
                  </a:lnTo>
                  <a:lnTo>
                    <a:pt x="5255" y="1818"/>
                  </a:lnTo>
                  <a:lnTo>
                    <a:pt x="5274" y="1798"/>
                  </a:lnTo>
                  <a:lnTo>
                    <a:pt x="5294" y="1739"/>
                  </a:lnTo>
                  <a:lnTo>
                    <a:pt x="5334" y="1700"/>
                  </a:lnTo>
                  <a:lnTo>
                    <a:pt x="5373" y="1680"/>
                  </a:lnTo>
                  <a:lnTo>
                    <a:pt x="5353" y="1719"/>
                  </a:lnTo>
                  <a:lnTo>
                    <a:pt x="5353" y="1739"/>
                  </a:lnTo>
                  <a:lnTo>
                    <a:pt x="5353" y="1759"/>
                  </a:lnTo>
                  <a:lnTo>
                    <a:pt x="5393" y="1739"/>
                  </a:lnTo>
                  <a:lnTo>
                    <a:pt x="5413" y="1719"/>
                  </a:lnTo>
                  <a:lnTo>
                    <a:pt x="5432" y="1739"/>
                  </a:lnTo>
                  <a:lnTo>
                    <a:pt x="5393" y="1798"/>
                  </a:lnTo>
                  <a:lnTo>
                    <a:pt x="5373" y="1838"/>
                  </a:lnTo>
                  <a:lnTo>
                    <a:pt x="5373" y="1897"/>
                  </a:lnTo>
                  <a:lnTo>
                    <a:pt x="5413" y="1779"/>
                  </a:lnTo>
                  <a:lnTo>
                    <a:pt x="5432" y="1818"/>
                  </a:lnTo>
                  <a:lnTo>
                    <a:pt x="5452" y="1779"/>
                  </a:lnTo>
                  <a:lnTo>
                    <a:pt x="5452" y="1759"/>
                  </a:lnTo>
                  <a:lnTo>
                    <a:pt x="5472" y="1779"/>
                  </a:lnTo>
                  <a:lnTo>
                    <a:pt x="5472" y="1798"/>
                  </a:lnTo>
                  <a:lnTo>
                    <a:pt x="5472" y="1838"/>
                  </a:lnTo>
                  <a:lnTo>
                    <a:pt x="5511" y="1838"/>
                  </a:lnTo>
                  <a:lnTo>
                    <a:pt x="5551" y="1779"/>
                  </a:lnTo>
                  <a:lnTo>
                    <a:pt x="5531" y="1739"/>
                  </a:lnTo>
                  <a:lnTo>
                    <a:pt x="5531" y="1680"/>
                  </a:lnTo>
                  <a:lnTo>
                    <a:pt x="5551" y="1621"/>
                  </a:lnTo>
                  <a:lnTo>
                    <a:pt x="5590" y="1581"/>
                  </a:lnTo>
                  <a:lnTo>
                    <a:pt x="5630" y="1601"/>
                  </a:lnTo>
                  <a:lnTo>
                    <a:pt x="5689" y="1601"/>
                  </a:lnTo>
                  <a:lnTo>
                    <a:pt x="5709" y="1680"/>
                  </a:lnTo>
                  <a:lnTo>
                    <a:pt x="5748" y="1621"/>
                  </a:lnTo>
                  <a:lnTo>
                    <a:pt x="5748" y="1621"/>
                  </a:lnTo>
                  <a:lnTo>
                    <a:pt x="5729" y="1660"/>
                  </a:lnTo>
                  <a:lnTo>
                    <a:pt x="5748" y="1680"/>
                  </a:lnTo>
                  <a:lnTo>
                    <a:pt x="5788" y="1680"/>
                  </a:lnTo>
                  <a:lnTo>
                    <a:pt x="5768" y="1719"/>
                  </a:lnTo>
                  <a:lnTo>
                    <a:pt x="5729" y="1739"/>
                  </a:lnTo>
                  <a:lnTo>
                    <a:pt x="5689" y="1759"/>
                  </a:lnTo>
                  <a:lnTo>
                    <a:pt x="5669" y="1838"/>
                  </a:lnTo>
                  <a:lnTo>
                    <a:pt x="5669" y="1858"/>
                  </a:lnTo>
                  <a:lnTo>
                    <a:pt x="5669" y="1897"/>
                  </a:lnTo>
                  <a:lnTo>
                    <a:pt x="5650" y="1956"/>
                  </a:lnTo>
                  <a:lnTo>
                    <a:pt x="5669" y="1937"/>
                  </a:lnTo>
                  <a:lnTo>
                    <a:pt x="5689" y="1877"/>
                  </a:lnTo>
                  <a:lnTo>
                    <a:pt x="5729" y="1759"/>
                  </a:lnTo>
                  <a:lnTo>
                    <a:pt x="5729" y="1798"/>
                  </a:lnTo>
                  <a:lnTo>
                    <a:pt x="5748" y="1798"/>
                  </a:lnTo>
                  <a:lnTo>
                    <a:pt x="5748" y="1838"/>
                  </a:lnTo>
                  <a:lnTo>
                    <a:pt x="5729" y="1877"/>
                  </a:lnTo>
                  <a:lnTo>
                    <a:pt x="5768" y="1877"/>
                  </a:lnTo>
                  <a:lnTo>
                    <a:pt x="5788" y="1838"/>
                  </a:lnTo>
                  <a:lnTo>
                    <a:pt x="5808" y="1818"/>
                  </a:lnTo>
                  <a:lnTo>
                    <a:pt x="5827" y="1818"/>
                  </a:lnTo>
                  <a:lnTo>
                    <a:pt x="5768" y="1956"/>
                  </a:lnTo>
                  <a:lnTo>
                    <a:pt x="5788" y="1956"/>
                  </a:lnTo>
                  <a:lnTo>
                    <a:pt x="5808" y="1996"/>
                  </a:lnTo>
                  <a:lnTo>
                    <a:pt x="5827" y="1937"/>
                  </a:lnTo>
                  <a:lnTo>
                    <a:pt x="5827" y="1917"/>
                  </a:lnTo>
                  <a:lnTo>
                    <a:pt x="5808" y="1917"/>
                  </a:lnTo>
                  <a:lnTo>
                    <a:pt x="5827" y="1877"/>
                  </a:lnTo>
                  <a:lnTo>
                    <a:pt x="5847" y="1897"/>
                  </a:lnTo>
                  <a:lnTo>
                    <a:pt x="5867" y="1897"/>
                  </a:lnTo>
                  <a:lnTo>
                    <a:pt x="5887" y="1858"/>
                  </a:lnTo>
                  <a:lnTo>
                    <a:pt x="5887" y="1917"/>
                  </a:lnTo>
                  <a:lnTo>
                    <a:pt x="5906" y="1917"/>
                  </a:lnTo>
                  <a:lnTo>
                    <a:pt x="5946" y="1937"/>
                  </a:lnTo>
                  <a:lnTo>
                    <a:pt x="5966" y="1956"/>
                  </a:lnTo>
                  <a:lnTo>
                    <a:pt x="5966" y="1858"/>
                  </a:lnTo>
                  <a:lnTo>
                    <a:pt x="5946" y="1877"/>
                  </a:lnTo>
                  <a:lnTo>
                    <a:pt x="5926" y="1897"/>
                  </a:lnTo>
                  <a:lnTo>
                    <a:pt x="5926" y="1877"/>
                  </a:lnTo>
                  <a:lnTo>
                    <a:pt x="5926" y="1838"/>
                  </a:lnTo>
                  <a:lnTo>
                    <a:pt x="5966" y="1798"/>
                  </a:lnTo>
                  <a:lnTo>
                    <a:pt x="6025" y="1798"/>
                  </a:lnTo>
                  <a:lnTo>
                    <a:pt x="6084" y="1818"/>
                  </a:lnTo>
                  <a:lnTo>
                    <a:pt x="6143" y="1779"/>
                  </a:lnTo>
                  <a:lnTo>
                    <a:pt x="6163" y="1818"/>
                  </a:lnTo>
                  <a:lnTo>
                    <a:pt x="6143" y="1858"/>
                  </a:lnTo>
                  <a:lnTo>
                    <a:pt x="6124" y="1897"/>
                  </a:lnTo>
                  <a:lnTo>
                    <a:pt x="6104" y="1956"/>
                  </a:lnTo>
                  <a:lnTo>
                    <a:pt x="6064" y="1956"/>
                  </a:lnTo>
                  <a:lnTo>
                    <a:pt x="6045" y="1937"/>
                  </a:lnTo>
                  <a:lnTo>
                    <a:pt x="6025" y="1917"/>
                  </a:lnTo>
                  <a:lnTo>
                    <a:pt x="6005" y="1937"/>
                  </a:lnTo>
                  <a:lnTo>
                    <a:pt x="6025" y="1956"/>
                  </a:lnTo>
                  <a:lnTo>
                    <a:pt x="6084" y="1976"/>
                  </a:lnTo>
                  <a:lnTo>
                    <a:pt x="6124" y="1956"/>
                  </a:lnTo>
                  <a:lnTo>
                    <a:pt x="6163" y="1917"/>
                  </a:lnTo>
                  <a:lnTo>
                    <a:pt x="6183" y="1937"/>
                  </a:lnTo>
                  <a:lnTo>
                    <a:pt x="6183" y="1956"/>
                  </a:lnTo>
                  <a:lnTo>
                    <a:pt x="6183" y="2035"/>
                  </a:lnTo>
                  <a:lnTo>
                    <a:pt x="6183" y="2114"/>
                  </a:lnTo>
                  <a:lnTo>
                    <a:pt x="6203" y="2134"/>
                  </a:lnTo>
                  <a:lnTo>
                    <a:pt x="6222" y="2134"/>
                  </a:lnTo>
                  <a:lnTo>
                    <a:pt x="6242" y="2055"/>
                  </a:lnTo>
                  <a:lnTo>
                    <a:pt x="6242" y="1996"/>
                  </a:lnTo>
                  <a:lnTo>
                    <a:pt x="6262" y="1996"/>
                  </a:lnTo>
                  <a:lnTo>
                    <a:pt x="6282" y="2016"/>
                  </a:lnTo>
                  <a:lnTo>
                    <a:pt x="6301" y="1996"/>
                  </a:lnTo>
                  <a:lnTo>
                    <a:pt x="6301" y="1976"/>
                  </a:lnTo>
                  <a:lnTo>
                    <a:pt x="6301" y="1956"/>
                  </a:lnTo>
                  <a:lnTo>
                    <a:pt x="6321" y="1937"/>
                  </a:lnTo>
                  <a:lnTo>
                    <a:pt x="6321" y="1956"/>
                  </a:lnTo>
                  <a:lnTo>
                    <a:pt x="6321" y="2016"/>
                  </a:lnTo>
                  <a:lnTo>
                    <a:pt x="6341" y="2016"/>
                  </a:lnTo>
                  <a:lnTo>
                    <a:pt x="6341" y="2075"/>
                  </a:lnTo>
                  <a:lnTo>
                    <a:pt x="6341" y="2114"/>
                  </a:lnTo>
                  <a:lnTo>
                    <a:pt x="6380" y="2075"/>
                  </a:lnTo>
                  <a:lnTo>
                    <a:pt x="6361" y="2075"/>
                  </a:lnTo>
                  <a:lnTo>
                    <a:pt x="6361" y="2055"/>
                  </a:lnTo>
                  <a:lnTo>
                    <a:pt x="6400" y="1976"/>
                  </a:lnTo>
                  <a:lnTo>
                    <a:pt x="6459" y="1917"/>
                  </a:lnTo>
                  <a:lnTo>
                    <a:pt x="6459" y="1937"/>
                  </a:lnTo>
                  <a:lnTo>
                    <a:pt x="6459" y="1956"/>
                  </a:lnTo>
                  <a:lnTo>
                    <a:pt x="6499" y="1956"/>
                  </a:lnTo>
                  <a:lnTo>
                    <a:pt x="6479" y="1996"/>
                  </a:lnTo>
                  <a:lnTo>
                    <a:pt x="6440" y="1996"/>
                  </a:lnTo>
                  <a:lnTo>
                    <a:pt x="6420" y="2016"/>
                  </a:lnTo>
                  <a:lnTo>
                    <a:pt x="6440" y="2035"/>
                  </a:lnTo>
                  <a:lnTo>
                    <a:pt x="6519" y="1976"/>
                  </a:lnTo>
                  <a:lnTo>
                    <a:pt x="6519" y="1956"/>
                  </a:lnTo>
                  <a:lnTo>
                    <a:pt x="6519" y="1937"/>
                  </a:lnTo>
                  <a:lnTo>
                    <a:pt x="6578" y="1858"/>
                  </a:lnTo>
                  <a:lnTo>
                    <a:pt x="6598" y="1917"/>
                  </a:lnTo>
                  <a:lnTo>
                    <a:pt x="6598" y="1956"/>
                  </a:lnTo>
                  <a:lnTo>
                    <a:pt x="6578" y="2016"/>
                  </a:lnTo>
                  <a:lnTo>
                    <a:pt x="6617" y="1976"/>
                  </a:lnTo>
                  <a:lnTo>
                    <a:pt x="6637" y="1956"/>
                  </a:lnTo>
                  <a:lnTo>
                    <a:pt x="6697" y="1937"/>
                  </a:lnTo>
                  <a:lnTo>
                    <a:pt x="6697" y="1917"/>
                  </a:lnTo>
                  <a:lnTo>
                    <a:pt x="6716" y="1877"/>
                  </a:lnTo>
                  <a:lnTo>
                    <a:pt x="6756" y="1838"/>
                  </a:lnTo>
                  <a:lnTo>
                    <a:pt x="6756" y="1956"/>
                  </a:lnTo>
                  <a:lnTo>
                    <a:pt x="6736" y="1976"/>
                  </a:lnTo>
                  <a:lnTo>
                    <a:pt x="6716" y="1996"/>
                  </a:lnTo>
                  <a:lnTo>
                    <a:pt x="6716" y="2055"/>
                  </a:lnTo>
                  <a:lnTo>
                    <a:pt x="6697" y="2095"/>
                  </a:lnTo>
                  <a:lnTo>
                    <a:pt x="6657" y="2134"/>
                  </a:lnTo>
                  <a:lnTo>
                    <a:pt x="6637" y="2134"/>
                  </a:lnTo>
                  <a:lnTo>
                    <a:pt x="6617" y="2095"/>
                  </a:lnTo>
                  <a:lnTo>
                    <a:pt x="6598" y="2134"/>
                  </a:lnTo>
                  <a:lnTo>
                    <a:pt x="6617" y="2154"/>
                  </a:lnTo>
                  <a:lnTo>
                    <a:pt x="6657" y="2154"/>
                  </a:lnTo>
                  <a:lnTo>
                    <a:pt x="6697" y="2114"/>
                  </a:lnTo>
                  <a:lnTo>
                    <a:pt x="6716" y="2114"/>
                  </a:lnTo>
                  <a:lnTo>
                    <a:pt x="6716" y="2134"/>
                  </a:lnTo>
                  <a:lnTo>
                    <a:pt x="6677" y="2213"/>
                  </a:lnTo>
                  <a:lnTo>
                    <a:pt x="6716" y="2193"/>
                  </a:lnTo>
                  <a:lnTo>
                    <a:pt x="6736" y="2193"/>
                  </a:lnTo>
                  <a:lnTo>
                    <a:pt x="6736" y="2213"/>
                  </a:lnTo>
                  <a:lnTo>
                    <a:pt x="6776" y="2134"/>
                  </a:lnTo>
                  <a:lnTo>
                    <a:pt x="6795" y="2095"/>
                  </a:lnTo>
                  <a:lnTo>
                    <a:pt x="6835" y="2075"/>
                  </a:lnTo>
                  <a:lnTo>
                    <a:pt x="6815" y="2193"/>
                  </a:lnTo>
                  <a:lnTo>
                    <a:pt x="6835" y="2193"/>
                  </a:lnTo>
                  <a:lnTo>
                    <a:pt x="6874" y="2154"/>
                  </a:lnTo>
                  <a:lnTo>
                    <a:pt x="6894" y="2095"/>
                  </a:lnTo>
                  <a:lnTo>
                    <a:pt x="6953" y="2055"/>
                  </a:lnTo>
                  <a:lnTo>
                    <a:pt x="6953" y="1976"/>
                  </a:lnTo>
                  <a:lnTo>
                    <a:pt x="6993" y="1956"/>
                  </a:lnTo>
                  <a:lnTo>
                    <a:pt x="7032" y="1956"/>
                  </a:lnTo>
                  <a:lnTo>
                    <a:pt x="7072" y="1917"/>
                  </a:lnTo>
                  <a:lnTo>
                    <a:pt x="7052" y="1917"/>
                  </a:lnTo>
                  <a:lnTo>
                    <a:pt x="7013" y="1937"/>
                  </a:lnTo>
                  <a:lnTo>
                    <a:pt x="6973" y="1937"/>
                  </a:lnTo>
                  <a:lnTo>
                    <a:pt x="7013" y="1877"/>
                  </a:lnTo>
                  <a:lnTo>
                    <a:pt x="7052" y="1877"/>
                  </a:lnTo>
                  <a:lnTo>
                    <a:pt x="7072" y="1858"/>
                  </a:lnTo>
                  <a:lnTo>
                    <a:pt x="7092" y="1917"/>
                  </a:lnTo>
                  <a:lnTo>
                    <a:pt x="7092" y="2016"/>
                  </a:lnTo>
                  <a:lnTo>
                    <a:pt x="7032" y="2095"/>
                  </a:lnTo>
                  <a:lnTo>
                    <a:pt x="6973" y="2174"/>
                  </a:lnTo>
                  <a:lnTo>
                    <a:pt x="6894" y="2233"/>
                  </a:lnTo>
                  <a:lnTo>
                    <a:pt x="6835" y="2351"/>
                  </a:lnTo>
                  <a:lnTo>
                    <a:pt x="6934" y="2351"/>
                  </a:lnTo>
                  <a:lnTo>
                    <a:pt x="6973" y="2371"/>
                  </a:lnTo>
                  <a:lnTo>
                    <a:pt x="6993" y="2411"/>
                  </a:lnTo>
                  <a:lnTo>
                    <a:pt x="7032" y="2391"/>
                  </a:lnTo>
                  <a:lnTo>
                    <a:pt x="7092" y="2332"/>
                  </a:lnTo>
                  <a:lnTo>
                    <a:pt x="7171" y="2213"/>
                  </a:lnTo>
                  <a:lnTo>
                    <a:pt x="7190" y="2154"/>
                  </a:lnTo>
                  <a:lnTo>
                    <a:pt x="7269" y="1838"/>
                  </a:lnTo>
                  <a:lnTo>
                    <a:pt x="7329" y="1522"/>
                  </a:lnTo>
                  <a:lnTo>
                    <a:pt x="7348" y="1226"/>
                  </a:lnTo>
                  <a:lnTo>
                    <a:pt x="7348" y="929"/>
                  </a:lnTo>
                  <a:lnTo>
                    <a:pt x="7329" y="949"/>
                  </a:lnTo>
                  <a:lnTo>
                    <a:pt x="7329" y="969"/>
                  </a:lnTo>
                  <a:lnTo>
                    <a:pt x="7289" y="1048"/>
                  </a:lnTo>
                  <a:lnTo>
                    <a:pt x="7230" y="1068"/>
                  </a:lnTo>
                  <a:lnTo>
                    <a:pt x="7131" y="1068"/>
                  </a:lnTo>
                  <a:lnTo>
                    <a:pt x="7151" y="1008"/>
                  </a:lnTo>
                  <a:lnTo>
                    <a:pt x="7210" y="969"/>
                  </a:lnTo>
                  <a:lnTo>
                    <a:pt x="7289" y="890"/>
                  </a:lnTo>
                  <a:lnTo>
                    <a:pt x="7250" y="910"/>
                  </a:lnTo>
                  <a:lnTo>
                    <a:pt x="7230" y="929"/>
                  </a:lnTo>
                  <a:lnTo>
                    <a:pt x="7230" y="910"/>
                  </a:lnTo>
                  <a:lnTo>
                    <a:pt x="7269" y="791"/>
                  </a:lnTo>
                  <a:lnTo>
                    <a:pt x="7230" y="831"/>
                  </a:lnTo>
                  <a:lnTo>
                    <a:pt x="7210" y="870"/>
                  </a:lnTo>
                  <a:lnTo>
                    <a:pt x="7190" y="910"/>
                  </a:lnTo>
                  <a:lnTo>
                    <a:pt x="7151" y="969"/>
                  </a:lnTo>
                  <a:lnTo>
                    <a:pt x="7111" y="1028"/>
                  </a:lnTo>
                  <a:lnTo>
                    <a:pt x="7092" y="1028"/>
                  </a:lnTo>
                  <a:lnTo>
                    <a:pt x="7092" y="1008"/>
                  </a:lnTo>
                  <a:lnTo>
                    <a:pt x="7072" y="969"/>
                  </a:lnTo>
                  <a:lnTo>
                    <a:pt x="7072" y="949"/>
                  </a:lnTo>
                  <a:lnTo>
                    <a:pt x="7111" y="929"/>
                  </a:lnTo>
                  <a:lnTo>
                    <a:pt x="7092" y="910"/>
                  </a:lnTo>
                  <a:lnTo>
                    <a:pt x="7032" y="910"/>
                  </a:lnTo>
                  <a:lnTo>
                    <a:pt x="6993" y="929"/>
                  </a:lnTo>
                  <a:lnTo>
                    <a:pt x="6973" y="929"/>
                  </a:lnTo>
                  <a:lnTo>
                    <a:pt x="6973" y="850"/>
                  </a:lnTo>
                  <a:lnTo>
                    <a:pt x="6993" y="870"/>
                  </a:lnTo>
                  <a:lnTo>
                    <a:pt x="7013" y="870"/>
                  </a:lnTo>
                  <a:lnTo>
                    <a:pt x="7052" y="850"/>
                  </a:lnTo>
                  <a:lnTo>
                    <a:pt x="7111" y="791"/>
                  </a:lnTo>
                  <a:lnTo>
                    <a:pt x="7131" y="791"/>
                  </a:lnTo>
                  <a:lnTo>
                    <a:pt x="7131" y="752"/>
                  </a:lnTo>
                  <a:lnTo>
                    <a:pt x="7131" y="712"/>
                  </a:lnTo>
                  <a:lnTo>
                    <a:pt x="7171" y="633"/>
                  </a:lnTo>
                  <a:lnTo>
                    <a:pt x="7309" y="515"/>
                  </a:lnTo>
                  <a:lnTo>
                    <a:pt x="7289" y="495"/>
                  </a:lnTo>
                  <a:lnTo>
                    <a:pt x="7269" y="495"/>
                  </a:lnTo>
                  <a:lnTo>
                    <a:pt x="7250" y="455"/>
                  </a:lnTo>
                  <a:lnTo>
                    <a:pt x="7250" y="416"/>
                  </a:lnTo>
                  <a:lnTo>
                    <a:pt x="7210" y="436"/>
                  </a:lnTo>
                  <a:lnTo>
                    <a:pt x="7171" y="455"/>
                  </a:lnTo>
                  <a:lnTo>
                    <a:pt x="7131" y="416"/>
                  </a:lnTo>
                  <a:lnTo>
                    <a:pt x="7111" y="416"/>
                  </a:lnTo>
                  <a:lnTo>
                    <a:pt x="7092" y="396"/>
                  </a:lnTo>
                  <a:lnTo>
                    <a:pt x="7052" y="416"/>
                  </a:lnTo>
                  <a:lnTo>
                    <a:pt x="7013" y="455"/>
                  </a:lnTo>
                  <a:lnTo>
                    <a:pt x="7013" y="436"/>
                  </a:lnTo>
                  <a:lnTo>
                    <a:pt x="7032" y="396"/>
                  </a:lnTo>
                  <a:lnTo>
                    <a:pt x="7052" y="376"/>
                  </a:lnTo>
                  <a:lnTo>
                    <a:pt x="7032" y="376"/>
                  </a:lnTo>
                  <a:lnTo>
                    <a:pt x="6993" y="357"/>
                  </a:lnTo>
                  <a:lnTo>
                    <a:pt x="6934" y="337"/>
                  </a:lnTo>
                  <a:lnTo>
                    <a:pt x="6874" y="337"/>
                  </a:lnTo>
                  <a:lnTo>
                    <a:pt x="6815" y="357"/>
                  </a:lnTo>
                  <a:lnTo>
                    <a:pt x="6795" y="357"/>
                  </a:lnTo>
                  <a:lnTo>
                    <a:pt x="6795" y="317"/>
                  </a:lnTo>
                  <a:lnTo>
                    <a:pt x="6815" y="258"/>
                  </a:lnTo>
                  <a:lnTo>
                    <a:pt x="6756" y="218"/>
                  </a:lnTo>
                  <a:lnTo>
                    <a:pt x="6716" y="218"/>
                  </a:lnTo>
                  <a:lnTo>
                    <a:pt x="6598" y="258"/>
                  </a:lnTo>
                  <a:lnTo>
                    <a:pt x="6479" y="297"/>
                  </a:lnTo>
                  <a:lnTo>
                    <a:pt x="6420" y="297"/>
                  </a:lnTo>
                  <a:lnTo>
                    <a:pt x="6361" y="258"/>
                  </a:lnTo>
                  <a:lnTo>
                    <a:pt x="6420" y="198"/>
                  </a:lnTo>
                  <a:lnTo>
                    <a:pt x="6361" y="179"/>
                  </a:lnTo>
                  <a:lnTo>
                    <a:pt x="6341" y="198"/>
                  </a:lnTo>
                  <a:lnTo>
                    <a:pt x="6301" y="238"/>
                  </a:lnTo>
                  <a:lnTo>
                    <a:pt x="6301" y="179"/>
                  </a:lnTo>
                  <a:lnTo>
                    <a:pt x="6282" y="159"/>
                  </a:lnTo>
                  <a:lnTo>
                    <a:pt x="6222" y="159"/>
                  </a:lnTo>
                  <a:lnTo>
                    <a:pt x="6183" y="179"/>
                  </a:lnTo>
                  <a:lnTo>
                    <a:pt x="6143" y="179"/>
                  </a:lnTo>
                  <a:lnTo>
                    <a:pt x="6124" y="159"/>
                  </a:lnTo>
                  <a:lnTo>
                    <a:pt x="6104" y="100"/>
                  </a:lnTo>
                  <a:lnTo>
                    <a:pt x="6084" y="80"/>
                  </a:lnTo>
                  <a:lnTo>
                    <a:pt x="6064" y="80"/>
                  </a:lnTo>
                  <a:lnTo>
                    <a:pt x="6025" y="119"/>
                  </a:lnTo>
                  <a:lnTo>
                    <a:pt x="5985" y="179"/>
                  </a:lnTo>
                  <a:lnTo>
                    <a:pt x="5926" y="218"/>
                  </a:lnTo>
                  <a:lnTo>
                    <a:pt x="5966" y="139"/>
                  </a:lnTo>
                  <a:lnTo>
                    <a:pt x="5966" y="100"/>
                  </a:lnTo>
                  <a:lnTo>
                    <a:pt x="5946" y="80"/>
                  </a:lnTo>
                  <a:lnTo>
                    <a:pt x="5650" y="100"/>
                  </a:lnTo>
                  <a:lnTo>
                    <a:pt x="5334" y="100"/>
                  </a:lnTo>
                  <a:lnTo>
                    <a:pt x="5353" y="60"/>
                  </a:lnTo>
                  <a:lnTo>
                    <a:pt x="5255" y="60"/>
                  </a:lnTo>
                  <a:lnTo>
                    <a:pt x="5156" y="100"/>
                  </a:lnTo>
                  <a:lnTo>
                    <a:pt x="5057" y="139"/>
                  </a:lnTo>
                  <a:lnTo>
                    <a:pt x="4958" y="139"/>
                  </a:lnTo>
                  <a:lnTo>
                    <a:pt x="4919" y="179"/>
                  </a:lnTo>
                  <a:lnTo>
                    <a:pt x="4899" y="218"/>
                  </a:lnTo>
                  <a:lnTo>
                    <a:pt x="4879" y="278"/>
                  </a:lnTo>
                  <a:lnTo>
                    <a:pt x="4899" y="297"/>
                  </a:lnTo>
                  <a:lnTo>
                    <a:pt x="4899" y="337"/>
                  </a:lnTo>
                  <a:lnTo>
                    <a:pt x="4899" y="455"/>
                  </a:lnTo>
                  <a:lnTo>
                    <a:pt x="4860" y="475"/>
                  </a:lnTo>
                  <a:lnTo>
                    <a:pt x="4840" y="455"/>
                  </a:lnTo>
                  <a:lnTo>
                    <a:pt x="4840" y="416"/>
                  </a:lnTo>
                  <a:lnTo>
                    <a:pt x="4820" y="337"/>
                  </a:lnTo>
                  <a:lnTo>
                    <a:pt x="4820" y="317"/>
                  </a:lnTo>
                  <a:lnTo>
                    <a:pt x="4800" y="317"/>
                  </a:lnTo>
                  <a:lnTo>
                    <a:pt x="4800" y="238"/>
                  </a:lnTo>
                  <a:lnTo>
                    <a:pt x="4820" y="198"/>
                  </a:lnTo>
                  <a:lnTo>
                    <a:pt x="4840" y="159"/>
                  </a:lnTo>
                  <a:lnTo>
                    <a:pt x="4860" y="80"/>
                  </a:lnTo>
                  <a:lnTo>
                    <a:pt x="4761" y="179"/>
                  </a:lnTo>
                  <a:lnTo>
                    <a:pt x="4721" y="159"/>
                  </a:lnTo>
                  <a:lnTo>
                    <a:pt x="4642" y="159"/>
                  </a:lnTo>
                  <a:lnTo>
                    <a:pt x="4603" y="139"/>
                  </a:lnTo>
                  <a:lnTo>
                    <a:pt x="4623" y="119"/>
                  </a:lnTo>
                  <a:lnTo>
                    <a:pt x="4623" y="100"/>
                  </a:lnTo>
                  <a:lnTo>
                    <a:pt x="4623" y="60"/>
                  </a:lnTo>
                  <a:lnTo>
                    <a:pt x="4642" y="80"/>
                  </a:lnTo>
                  <a:lnTo>
                    <a:pt x="4642" y="100"/>
                  </a:lnTo>
                  <a:lnTo>
                    <a:pt x="4682" y="100"/>
                  </a:lnTo>
                  <a:lnTo>
                    <a:pt x="4702" y="80"/>
                  </a:lnTo>
                  <a:lnTo>
                    <a:pt x="4721" y="40"/>
                  </a:lnTo>
                  <a:lnTo>
                    <a:pt x="4741" y="21"/>
                  </a:lnTo>
                  <a:lnTo>
                    <a:pt x="4741" y="21"/>
                  </a:lnTo>
                  <a:lnTo>
                    <a:pt x="4642" y="40"/>
                  </a:lnTo>
                  <a:lnTo>
                    <a:pt x="4563" y="40"/>
                  </a:lnTo>
                  <a:lnTo>
                    <a:pt x="4544" y="80"/>
                  </a:lnTo>
                  <a:lnTo>
                    <a:pt x="4524" y="100"/>
                  </a:lnTo>
                  <a:lnTo>
                    <a:pt x="4504" y="119"/>
                  </a:lnTo>
                  <a:lnTo>
                    <a:pt x="4484" y="139"/>
                  </a:lnTo>
                  <a:lnTo>
                    <a:pt x="4465" y="198"/>
                  </a:lnTo>
                  <a:lnTo>
                    <a:pt x="4445" y="218"/>
                  </a:lnTo>
                  <a:lnTo>
                    <a:pt x="4425" y="80"/>
                  </a:lnTo>
                  <a:lnTo>
                    <a:pt x="4425" y="100"/>
                  </a:lnTo>
                  <a:lnTo>
                    <a:pt x="4425" y="119"/>
                  </a:lnTo>
                  <a:lnTo>
                    <a:pt x="4425" y="159"/>
                  </a:lnTo>
                  <a:lnTo>
                    <a:pt x="4405" y="179"/>
                  </a:lnTo>
                  <a:lnTo>
                    <a:pt x="4326" y="179"/>
                  </a:lnTo>
                  <a:lnTo>
                    <a:pt x="4267" y="139"/>
                  </a:lnTo>
                  <a:lnTo>
                    <a:pt x="4267" y="119"/>
                  </a:lnTo>
                  <a:lnTo>
                    <a:pt x="4247" y="60"/>
                  </a:lnTo>
                  <a:lnTo>
                    <a:pt x="4228" y="80"/>
                  </a:lnTo>
                  <a:lnTo>
                    <a:pt x="4208" y="119"/>
                  </a:lnTo>
                  <a:lnTo>
                    <a:pt x="4188" y="139"/>
                  </a:lnTo>
                  <a:lnTo>
                    <a:pt x="4148" y="139"/>
                  </a:lnTo>
                  <a:lnTo>
                    <a:pt x="4168" y="60"/>
                  </a:lnTo>
                  <a:lnTo>
                    <a:pt x="4030" y="60"/>
                  </a:lnTo>
                  <a:lnTo>
                    <a:pt x="3951" y="40"/>
                  </a:lnTo>
                  <a:lnTo>
                    <a:pt x="3892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5" name="Google Shape;8845;p34"/>
            <p:cNvSpPr/>
            <p:nvPr/>
          </p:nvSpPr>
          <p:spPr>
            <a:xfrm>
              <a:off x="9182564" y="499464"/>
              <a:ext cx="37" cy="778"/>
            </a:xfrm>
            <a:custGeom>
              <a:rect b="b" l="l" r="r" t="t"/>
              <a:pathLst>
                <a:path extrusionOk="0" h="21" w="1">
                  <a:moveTo>
                    <a:pt x="1" y="1"/>
                  </a:move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6" name="Google Shape;8846;p34"/>
            <p:cNvSpPr/>
            <p:nvPr/>
          </p:nvSpPr>
          <p:spPr>
            <a:xfrm>
              <a:off x="9604035" y="1288287"/>
              <a:ext cx="37" cy="1519"/>
            </a:xfrm>
            <a:custGeom>
              <a:rect b="b" l="l" r="r" t="t"/>
              <a:pathLst>
                <a:path extrusionOk="0" h="41" w="1">
                  <a:moveTo>
                    <a:pt x="1" y="1"/>
                  </a:moveTo>
                  <a:lnTo>
                    <a:pt x="1" y="1"/>
                  </a:lnTo>
                  <a:lnTo>
                    <a:pt x="1" y="40"/>
                  </a:lnTo>
                  <a:lnTo>
                    <a:pt x="1" y="40"/>
                  </a:lnTo>
                  <a:lnTo>
                    <a:pt x="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7" name="Google Shape;8847;p34"/>
            <p:cNvSpPr/>
            <p:nvPr/>
          </p:nvSpPr>
          <p:spPr>
            <a:xfrm>
              <a:off x="9509642" y="1065862"/>
              <a:ext cx="152996" cy="245868"/>
            </a:xfrm>
            <a:custGeom>
              <a:rect b="b" l="l" r="r" t="t"/>
              <a:pathLst>
                <a:path extrusionOk="0" h="6637" w="4130">
                  <a:moveTo>
                    <a:pt x="3793" y="1857"/>
                  </a:moveTo>
                  <a:lnTo>
                    <a:pt x="3774" y="1877"/>
                  </a:lnTo>
                  <a:lnTo>
                    <a:pt x="3754" y="1896"/>
                  </a:lnTo>
                  <a:lnTo>
                    <a:pt x="3754" y="1936"/>
                  </a:lnTo>
                  <a:lnTo>
                    <a:pt x="3793" y="1896"/>
                  </a:lnTo>
                  <a:lnTo>
                    <a:pt x="3793" y="1857"/>
                  </a:lnTo>
                  <a:close/>
                  <a:moveTo>
                    <a:pt x="3774" y="2168"/>
                  </a:moveTo>
                  <a:lnTo>
                    <a:pt x="3774" y="2173"/>
                  </a:lnTo>
                  <a:lnTo>
                    <a:pt x="3793" y="2173"/>
                  </a:lnTo>
                  <a:lnTo>
                    <a:pt x="3774" y="2168"/>
                  </a:lnTo>
                  <a:close/>
                  <a:moveTo>
                    <a:pt x="2430" y="5945"/>
                  </a:moveTo>
                  <a:lnTo>
                    <a:pt x="2391" y="5965"/>
                  </a:lnTo>
                  <a:lnTo>
                    <a:pt x="2411" y="5985"/>
                  </a:lnTo>
                  <a:lnTo>
                    <a:pt x="2450" y="6024"/>
                  </a:lnTo>
                  <a:lnTo>
                    <a:pt x="2470" y="6005"/>
                  </a:lnTo>
                  <a:lnTo>
                    <a:pt x="2450" y="5985"/>
                  </a:lnTo>
                  <a:lnTo>
                    <a:pt x="2430" y="5965"/>
                  </a:lnTo>
                  <a:lnTo>
                    <a:pt x="2430" y="5945"/>
                  </a:lnTo>
                  <a:close/>
                  <a:moveTo>
                    <a:pt x="2272" y="0"/>
                  </a:moveTo>
                  <a:lnTo>
                    <a:pt x="2272" y="20"/>
                  </a:lnTo>
                  <a:lnTo>
                    <a:pt x="2351" y="59"/>
                  </a:lnTo>
                  <a:lnTo>
                    <a:pt x="2470" y="59"/>
                  </a:lnTo>
                  <a:lnTo>
                    <a:pt x="2450" y="79"/>
                  </a:lnTo>
                  <a:lnTo>
                    <a:pt x="2430" y="79"/>
                  </a:lnTo>
                  <a:lnTo>
                    <a:pt x="2411" y="99"/>
                  </a:lnTo>
                  <a:lnTo>
                    <a:pt x="2371" y="99"/>
                  </a:lnTo>
                  <a:lnTo>
                    <a:pt x="2351" y="79"/>
                  </a:lnTo>
                  <a:lnTo>
                    <a:pt x="2332" y="119"/>
                  </a:lnTo>
                  <a:lnTo>
                    <a:pt x="2332" y="138"/>
                  </a:lnTo>
                  <a:lnTo>
                    <a:pt x="2430" y="178"/>
                  </a:lnTo>
                  <a:lnTo>
                    <a:pt x="2490" y="217"/>
                  </a:lnTo>
                  <a:lnTo>
                    <a:pt x="2450" y="217"/>
                  </a:lnTo>
                  <a:lnTo>
                    <a:pt x="2391" y="198"/>
                  </a:lnTo>
                  <a:lnTo>
                    <a:pt x="2312" y="178"/>
                  </a:lnTo>
                  <a:lnTo>
                    <a:pt x="2253" y="178"/>
                  </a:lnTo>
                  <a:lnTo>
                    <a:pt x="2312" y="257"/>
                  </a:lnTo>
                  <a:lnTo>
                    <a:pt x="2253" y="257"/>
                  </a:lnTo>
                  <a:lnTo>
                    <a:pt x="2233" y="277"/>
                  </a:lnTo>
                  <a:lnTo>
                    <a:pt x="2233" y="316"/>
                  </a:lnTo>
                  <a:lnTo>
                    <a:pt x="2272" y="375"/>
                  </a:lnTo>
                  <a:lnTo>
                    <a:pt x="2332" y="454"/>
                  </a:lnTo>
                  <a:lnTo>
                    <a:pt x="2351" y="494"/>
                  </a:lnTo>
                  <a:lnTo>
                    <a:pt x="2351" y="533"/>
                  </a:lnTo>
                  <a:lnTo>
                    <a:pt x="2272" y="494"/>
                  </a:lnTo>
                  <a:lnTo>
                    <a:pt x="2233" y="474"/>
                  </a:lnTo>
                  <a:lnTo>
                    <a:pt x="2213" y="435"/>
                  </a:lnTo>
                  <a:lnTo>
                    <a:pt x="2193" y="395"/>
                  </a:lnTo>
                  <a:lnTo>
                    <a:pt x="2154" y="415"/>
                  </a:lnTo>
                  <a:lnTo>
                    <a:pt x="2154" y="454"/>
                  </a:lnTo>
                  <a:lnTo>
                    <a:pt x="2174" y="474"/>
                  </a:lnTo>
                  <a:lnTo>
                    <a:pt x="2154" y="494"/>
                  </a:lnTo>
                  <a:lnTo>
                    <a:pt x="2134" y="494"/>
                  </a:lnTo>
                  <a:lnTo>
                    <a:pt x="2134" y="533"/>
                  </a:lnTo>
                  <a:lnTo>
                    <a:pt x="2174" y="553"/>
                  </a:lnTo>
                  <a:lnTo>
                    <a:pt x="2272" y="593"/>
                  </a:lnTo>
                  <a:lnTo>
                    <a:pt x="2272" y="612"/>
                  </a:lnTo>
                  <a:lnTo>
                    <a:pt x="2174" y="612"/>
                  </a:lnTo>
                  <a:lnTo>
                    <a:pt x="2233" y="652"/>
                  </a:lnTo>
                  <a:lnTo>
                    <a:pt x="2253" y="672"/>
                  </a:lnTo>
                  <a:lnTo>
                    <a:pt x="2253" y="711"/>
                  </a:lnTo>
                  <a:lnTo>
                    <a:pt x="2253" y="731"/>
                  </a:lnTo>
                  <a:lnTo>
                    <a:pt x="2193" y="731"/>
                  </a:lnTo>
                  <a:lnTo>
                    <a:pt x="2253" y="810"/>
                  </a:lnTo>
                  <a:lnTo>
                    <a:pt x="2312" y="810"/>
                  </a:lnTo>
                  <a:lnTo>
                    <a:pt x="2371" y="830"/>
                  </a:lnTo>
                  <a:lnTo>
                    <a:pt x="2371" y="849"/>
                  </a:lnTo>
                  <a:lnTo>
                    <a:pt x="2430" y="830"/>
                  </a:lnTo>
                  <a:lnTo>
                    <a:pt x="2450" y="810"/>
                  </a:lnTo>
                  <a:lnTo>
                    <a:pt x="2430" y="790"/>
                  </a:lnTo>
                  <a:lnTo>
                    <a:pt x="2430" y="770"/>
                  </a:lnTo>
                  <a:lnTo>
                    <a:pt x="2411" y="731"/>
                  </a:lnTo>
                  <a:lnTo>
                    <a:pt x="2411" y="711"/>
                  </a:lnTo>
                  <a:lnTo>
                    <a:pt x="2430" y="691"/>
                  </a:lnTo>
                  <a:lnTo>
                    <a:pt x="2490" y="691"/>
                  </a:lnTo>
                  <a:lnTo>
                    <a:pt x="2549" y="711"/>
                  </a:lnTo>
                  <a:lnTo>
                    <a:pt x="2589" y="731"/>
                  </a:lnTo>
                  <a:lnTo>
                    <a:pt x="2529" y="731"/>
                  </a:lnTo>
                  <a:lnTo>
                    <a:pt x="2608" y="770"/>
                  </a:lnTo>
                  <a:lnTo>
                    <a:pt x="2628" y="770"/>
                  </a:lnTo>
                  <a:lnTo>
                    <a:pt x="2648" y="751"/>
                  </a:lnTo>
                  <a:lnTo>
                    <a:pt x="2727" y="790"/>
                  </a:lnTo>
                  <a:lnTo>
                    <a:pt x="2747" y="830"/>
                  </a:lnTo>
                  <a:lnTo>
                    <a:pt x="2766" y="869"/>
                  </a:lnTo>
                  <a:lnTo>
                    <a:pt x="2786" y="909"/>
                  </a:lnTo>
                  <a:lnTo>
                    <a:pt x="2786" y="909"/>
                  </a:lnTo>
                  <a:lnTo>
                    <a:pt x="2707" y="889"/>
                  </a:lnTo>
                  <a:lnTo>
                    <a:pt x="2668" y="869"/>
                  </a:lnTo>
                  <a:lnTo>
                    <a:pt x="2589" y="790"/>
                  </a:lnTo>
                  <a:lnTo>
                    <a:pt x="2608" y="830"/>
                  </a:lnTo>
                  <a:lnTo>
                    <a:pt x="2628" y="849"/>
                  </a:lnTo>
                  <a:lnTo>
                    <a:pt x="2608" y="849"/>
                  </a:lnTo>
                  <a:lnTo>
                    <a:pt x="2490" y="830"/>
                  </a:lnTo>
                  <a:lnTo>
                    <a:pt x="2529" y="869"/>
                  </a:lnTo>
                  <a:lnTo>
                    <a:pt x="2569" y="869"/>
                  </a:lnTo>
                  <a:lnTo>
                    <a:pt x="2687" y="909"/>
                  </a:lnTo>
                  <a:lnTo>
                    <a:pt x="2747" y="928"/>
                  </a:lnTo>
                  <a:lnTo>
                    <a:pt x="2747" y="948"/>
                  </a:lnTo>
                  <a:lnTo>
                    <a:pt x="2727" y="948"/>
                  </a:lnTo>
                  <a:lnTo>
                    <a:pt x="2707" y="968"/>
                  </a:lnTo>
                  <a:lnTo>
                    <a:pt x="2687" y="968"/>
                  </a:lnTo>
                  <a:lnTo>
                    <a:pt x="2648" y="948"/>
                  </a:lnTo>
                  <a:lnTo>
                    <a:pt x="2648" y="968"/>
                  </a:lnTo>
                  <a:lnTo>
                    <a:pt x="2668" y="1007"/>
                  </a:lnTo>
                  <a:lnTo>
                    <a:pt x="2687" y="1027"/>
                  </a:lnTo>
                  <a:lnTo>
                    <a:pt x="2687" y="1067"/>
                  </a:lnTo>
                  <a:lnTo>
                    <a:pt x="2608" y="1047"/>
                  </a:lnTo>
                  <a:lnTo>
                    <a:pt x="2628" y="1047"/>
                  </a:lnTo>
                  <a:lnTo>
                    <a:pt x="2628" y="1027"/>
                  </a:lnTo>
                  <a:lnTo>
                    <a:pt x="2589" y="1007"/>
                  </a:lnTo>
                  <a:lnTo>
                    <a:pt x="2529" y="968"/>
                  </a:lnTo>
                  <a:lnTo>
                    <a:pt x="2509" y="948"/>
                  </a:lnTo>
                  <a:lnTo>
                    <a:pt x="2430" y="948"/>
                  </a:lnTo>
                  <a:lnTo>
                    <a:pt x="2351" y="909"/>
                  </a:lnTo>
                  <a:lnTo>
                    <a:pt x="2213" y="810"/>
                  </a:lnTo>
                  <a:lnTo>
                    <a:pt x="2213" y="849"/>
                  </a:lnTo>
                  <a:lnTo>
                    <a:pt x="2193" y="849"/>
                  </a:lnTo>
                  <a:lnTo>
                    <a:pt x="2174" y="869"/>
                  </a:lnTo>
                  <a:lnTo>
                    <a:pt x="2134" y="869"/>
                  </a:lnTo>
                  <a:lnTo>
                    <a:pt x="2174" y="909"/>
                  </a:lnTo>
                  <a:lnTo>
                    <a:pt x="2174" y="928"/>
                  </a:lnTo>
                  <a:lnTo>
                    <a:pt x="2174" y="968"/>
                  </a:lnTo>
                  <a:lnTo>
                    <a:pt x="2154" y="968"/>
                  </a:lnTo>
                  <a:lnTo>
                    <a:pt x="2154" y="988"/>
                  </a:lnTo>
                  <a:lnTo>
                    <a:pt x="2174" y="1007"/>
                  </a:lnTo>
                  <a:lnTo>
                    <a:pt x="2213" y="1047"/>
                  </a:lnTo>
                  <a:lnTo>
                    <a:pt x="2193" y="1047"/>
                  </a:lnTo>
                  <a:lnTo>
                    <a:pt x="2174" y="1027"/>
                  </a:lnTo>
                  <a:lnTo>
                    <a:pt x="2134" y="1027"/>
                  </a:lnTo>
                  <a:lnTo>
                    <a:pt x="2114" y="1067"/>
                  </a:lnTo>
                  <a:lnTo>
                    <a:pt x="2114" y="1106"/>
                  </a:lnTo>
                  <a:lnTo>
                    <a:pt x="2134" y="1146"/>
                  </a:lnTo>
                  <a:lnTo>
                    <a:pt x="2174" y="1185"/>
                  </a:lnTo>
                  <a:lnTo>
                    <a:pt x="2154" y="1205"/>
                  </a:lnTo>
                  <a:lnTo>
                    <a:pt x="2134" y="1185"/>
                  </a:lnTo>
                  <a:lnTo>
                    <a:pt x="2055" y="1185"/>
                  </a:lnTo>
                  <a:lnTo>
                    <a:pt x="2035" y="1225"/>
                  </a:lnTo>
                  <a:lnTo>
                    <a:pt x="2035" y="1264"/>
                  </a:lnTo>
                  <a:lnTo>
                    <a:pt x="2075" y="1343"/>
                  </a:lnTo>
                  <a:lnTo>
                    <a:pt x="2134" y="1442"/>
                  </a:lnTo>
                  <a:lnTo>
                    <a:pt x="2134" y="1481"/>
                  </a:lnTo>
                  <a:lnTo>
                    <a:pt x="2095" y="1521"/>
                  </a:lnTo>
                  <a:lnTo>
                    <a:pt x="2055" y="1481"/>
                  </a:lnTo>
                  <a:lnTo>
                    <a:pt x="2016" y="1521"/>
                  </a:lnTo>
                  <a:lnTo>
                    <a:pt x="2035" y="1541"/>
                  </a:lnTo>
                  <a:lnTo>
                    <a:pt x="2075" y="1580"/>
                  </a:lnTo>
                  <a:lnTo>
                    <a:pt x="1996" y="1580"/>
                  </a:lnTo>
                  <a:lnTo>
                    <a:pt x="1996" y="1620"/>
                  </a:lnTo>
                  <a:lnTo>
                    <a:pt x="2016" y="1639"/>
                  </a:lnTo>
                  <a:lnTo>
                    <a:pt x="2016" y="1679"/>
                  </a:lnTo>
                  <a:lnTo>
                    <a:pt x="2016" y="1699"/>
                  </a:lnTo>
                  <a:lnTo>
                    <a:pt x="1996" y="1718"/>
                  </a:lnTo>
                  <a:lnTo>
                    <a:pt x="1937" y="1718"/>
                  </a:lnTo>
                  <a:lnTo>
                    <a:pt x="1917" y="1738"/>
                  </a:lnTo>
                  <a:lnTo>
                    <a:pt x="1937" y="1758"/>
                  </a:lnTo>
                  <a:lnTo>
                    <a:pt x="1976" y="1797"/>
                  </a:lnTo>
                  <a:lnTo>
                    <a:pt x="2035" y="1837"/>
                  </a:lnTo>
                  <a:lnTo>
                    <a:pt x="2055" y="1877"/>
                  </a:lnTo>
                  <a:lnTo>
                    <a:pt x="1976" y="1857"/>
                  </a:lnTo>
                  <a:lnTo>
                    <a:pt x="1937" y="1837"/>
                  </a:lnTo>
                  <a:lnTo>
                    <a:pt x="1917" y="1837"/>
                  </a:lnTo>
                  <a:lnTo>
                    <a:pt x="1917" y="1975"/>
                  </a:lnTo>
                  <a:lnTo>
                    <a:pt x="1917" y="2094"/>
                  </a:lnTo>
                  <a:lnTo>
                    <a:pt x="1897" y="2351"/>
                  </a:lnTo>
                  <a:lnTo>
                    <a:pt x="1858" y="2331"/>
                  </a:lnTo>
                  <a:lnTo>
                    <a:pt x="1838" y="2370"/>
                  </a:lnTo>
                  <a:lnTo>
                    <a:pt x="1858" y="2410"/>
                  </a:lnTo>
                  <a:lnTo>
                    <a:pt x="1877" y="2509"/>
                  </a:lnTo>
                  <a:lnTo>
                    <a:pt x="1897" y="2607"/>
                  </a:lnTo>
                  <a:lnTo>
                    <a:pt x="1897" y="2647"/>
                  </a:lnTo>
                  <a:lnTo>
                    <a:pt x="1877" y="2667"/>
                  </a:lnTo>
                  <a:lnTo>
                    <a:pt x="1917" y="2726"/>
                  </a:lnTo>
                  <a:lnTo>
                    <a:pt x="1937" y="2765"/>
                  </a:lnTo>
                  <a:lnTo>
                    <a:pt x="2075" y="2765"/>
                  </a:lnTo>
                  <a:lnTo>
                    <a:pt x="2174" y="2805"/>
                  </a:lnTo>
                  <a:lnTo>
                    <a:pt x="2174" y="2825"/>
                  </a:lnTo>
                  <a:lnTo>
                    <a:pt x="2174" y="2844"/>
                  </a:lnTo>
                  <a:lnTo>
                    <a:pt x="2035" y="2844"/>
                  </a:lnTo>
                  <a:lnTo>
                    <a:pt x="2035" y="2864"/>
                  </a:lnTo>
                  <a:lnTo>
                    <a:pt x="1956" y="2844"/>
                  </a:lnTo>
                  <a:lnTo>
                    <a:pt x="1917" y="2805"/>
                  </a:lnTo>
                  <a:lnTo>
                    <a:pt x="1877" y="2785"/>
                  </a:lnTo>
                  <a:lnTo>
                    <a:pt x="1818" y="2765"/>
                  </a:lnTo>
                  <a:lnTo>
                    <a:pt x="1818" y="2765"/>
                  </a:lnTo>
                  <a:lnTo>
                    <a:pt x="1877" y="2864"/>
                  </a:lnTo>
                  <a:lnTo>
                    <a:pt x="1858" y="2904"/>
                  </a:lnTo>
                  <a:lnTo>
                    <a:pt x="1858" y="2923"/>
                  </a:lnTo>
                  <a:lnTo>
                    <a:pt x="1838" y="2963"/>
                  </a:lnTo>
                  <a:lnTo>
                    <a:pt x="1798" y="2983"/>
                  </a:lnTo>
                  <a:lnTo>
                    <a:pt x="1779" y="2963"/>
                  </a:lnTo>
                  <a:lnTo>
                    <a:pt x="1739" y="2943"/>
                  </a:lnTo>
                  <a:lnTo>
                    <a:pt x="1759" y="2923"/>
                  </a:lnTo>
                  <a:lnTo>
                    <a:pt x="1779" y="2943"/>
                  </a:lnTo>
                  <a:lnTo>
                    <a:pt x="1798" y="2904"/>
                  </a:lnTo>
                  <a:lnTo>
                    <a:pt x="1759" y="2884"/>
                  </a:lnTo>
                  <a:lnTo>
                    <a:pt x="1739" y="2864"/>
                  </a:lnTo>
                  <a:lnTo>
                    <a:pt x="1719" y="2825"/>
                  </a:lnTo>
                  <a:lnTo>
                    <a:pt x="1739" y="2923"/>
                  </a:lnTo>
                  <a:lnTo>
                    <a:pt x="1719" y="2963"/>
                  </a:lnTo>
                  <a:lnTo>
                    <a:pt x="1700" y="3002"/>
                  </a:lnTo>
                  <a:lnTo>
                    <a:pt x="1759" y="3022"/>
                  </a:lnTo>
                  <a:lnTo>
                    <a:pt x="1759" y="3042"/>
                  </a:lnTo>
                  <a:lnTo>
                    <a:pt x="1779" y="3062"/>
                  </a:lnTo>
                  <a:lnTo>
                    <a:pt x="1798" y="3081"/>
                  </a:lnTo>
                  <a:lnTo>
                    <a:pt x="1779" y="3081"/>
                  </a:lnTo>
                  <a:lnTo>
                    <a:pt x="1838" y="3121"/>
                  </a:lnTo>
                  <a:lnTo>
                    <a:pt x="1858" y="3141"/>
                  </a:lnTo>
                  <a:lnTo>
                    <a:pt x="1858" y="3141"/>
                  </a:lnTo>
                  <a:lnTo>
                    <a:pt x="1739" y="3121"/>
                  </a:lnTo>
                  <a:lnTo>
                    <a:pt x="1739" y="3141"/>
                  </a:lnTo>
                  <a:lnTo>
                    <a:pt x="1798" y="3141"/>
                  </a:lnTo>
                  <a:lnTo>
                    <a:pt x="1798" y="3160"/>
                  </a:lnTo>
                  <a:lnTo>
                    <a:pt x="1818" y="3200"/>
                  </a:lnTo>
                  <a:lnTo>
                    <a:pt x="1798" y="3239"/>
                  </a:lnTo>
                  <a:lnTo>
                    <a:pt x="1759" y="3259"/>
                  </a:lnTo>
                  <a:lnTo>
                    <a:pt x="1680" y="3259"/>
                  </a:lnTo>
                  <a:lnTo>
                    <a:pt x="1680" y="3299"/>
                  </a:lnTo>
                  <a:lnTo>
                    <a:pt x="1700" y="3318"/>
                  </a:lnTo>
                  <a:lnTo>
                    <a:pt x="1719" y="3338"/>
                  </a:lnTo>
                  <a:lnTo>
                    <a:pt x="1719" y="3358"/>
                  </a:lnTo>
                  <a:lnTo>
                    <a:pt x="1660" y="3338"/>
                  </a:lnTo>
                  <a:lnTo>
                    <a:pt x="1621" y="3378"/>
                  </a:lnTo>
                  <a:lnTo>
                    <a:pt x="1601" y="3437"/>
                  </a:lnTo>
                  <a:lnTo>
                    <a:pt x="1581" y="3496"/>
                  </a:lnTo>
                  <a:lnTo>
                    <a:pt x="1522" y="3536"/>
                  </a:lnTo>
                  <a:lnTo>
                    <a:pt x="1542" y="3634"/>
                  </a:lnTo>
                  <a:lnTo>
                    <a:pt x="1581" y="3674"/>
                  </a:lnTo>
                  <a:lnTo>
                    <a:pt x="1621" y="3713"/>
                  </a:lnTo>
                  <a:lnTo>
                    <a:pt x="1621" y="3694"/>
                  </a:lnTo>
                  <a:lnTo>
                    <a:pt x="1680" y="3694"/>
                  </a:lnTo>
                  <a:lnTo>
                    <a:pt x="1719" y="3713"/>
                  </a:lnTo>
                  <a:lnTo>
                    <a:pt x="1739" y="3733"/>
                  </a:lnTo>
                  <a:lnTo>
                    <a:pt x="1759" y="3753"/>
                  </a:lnTo>
                  <a:lnTo>
                    <a:pt x="1759" y="3792"/>
                  </a:lnTo>
                  <a:lnTo>
                    <a:pt x="1660" y="3792"/>
                  </a:lnTo>
                  <a:lnTo>
                    <a:pt x="1640" y="3773"/>
                  </a:lnTo>
                  <a:lnTo>
                    <a:pt x="1581" y="3773"/>
                  </a:lnTo>
                  <a:lnTo>
                    <a:pt x="1561" y="3792"/>
                  </a:lnTo>
                  <a:lnTo>
                    <a:pt x="1561" y="3832"/>
                  </a:lnTo>
                  <a:lnTo>
                    <a:pt x="1542" y="3832"/>
                  </a:lnTo>
                  <a:lnTo>
                    <a:pt x="1482" y="3812"/>
                  </a:lnTo>
                  <a:lnTo>
                    <a:pt x="1482" y="3812"/>
                  </a:lnTo>
                  <a:lnTo>
                    <a:pt x="1502" y="3852"/>
                  </a:lnTo>
                  <a:lnTo>
                    <a:pt x="1502" y="3871"/>
                  </a:lnTo>
                  <a:lnTo>
                    <a:pt x="1522" y="3911"/>
                  </a:lnTo>
                  <a:lnTo>
                    <a:pt x="1542" y="3950"/>
                  </a:lnTo>
                  <a:lnTo>
                    <a:pt x="1542" y="3950"/>
                  </a:lnTo>
                  <a:lnTo>
                    <a:pt x="1522" y="3931"/>
                  </a:lnTo>
                  <a:lnTo>
                    <a:pt x="1502" y="3911"/>
                  </a:lnTo>
                  <a:lnTo>
                    <a:pt x="1502" y="3891"/>
                  </a:lnTo>
                  <a:lnTo>
                    <a:pt x="1482" y="3891"/>
                  </a:lnTo>
                  <a:lnTo>
                    <a:pt x="1482" y="3911"/>
                  </a:lnTo>
                  <a:lnTo>
                    <a:pt x="1443" y="3891"/>
                  </a:lnTo>
                  <a:lnTo>
                    <a:pt x="1423" y="3911"/>
                  </a:lnTo>
                  <a:lnTo>
                    <a:pt x="1443" y="3931"/>
                  </a:lnTo>
                  <a:lnTo>
                    <a:pt x="1482" y="3970"/>
                  </a:lnTo>
                  <a:lnTo>
                    <a:pt x="1542" y="4029"/>
                  </a:lnTo>
                  <a:lnTo>
                    <a:pt x="1561" y="4069"/>
                  </a:lnTo>
                  <a:lnTo>
                    <a:pt x="1561" y="4089"/>
                  </a:lnTo>
                  <a:lnTo>
                    <a:pt x="1463" y="4010"/>
                  </a:lnTo>
                  <a:lnTo>
                    <a:pt x="1482" y="4049"/>
                  </a:lnTo>
                  <a:lnTo>
                    <a:pt x="1522" y="4089"/>
                  </a:lnTo>
                  <a:lnTo>
                    <a:pt x="1542" y="4128"/>
                  </a:lnTo>
                  <a:lnTo>
                    <a:pt x="1561" y="4148"/>
                  </a:lnTo>
                  <a:lnTo>
                    <a:pt x="1522" y="4148"/>
                  </a:lnTo>
                  <a:lnTo>
                    <a:pt x="1561" y="4187"/>
                  </a:lnTo>
                  <a:lnTo>
                    <a:pt x="1522" y="4168"/>
                  </a:lnTo>
                  <a:lnTo>
                    <a:pt x="1561" y="4207"/>
                  </a:lnTo>
                  <a:lnTo>
                    <a:pt x="1581" y="4247"/>
                  </a:lnTo>
                  <a:lnTo>
                    <a:pt x="1601" y="4286"/>
                  </a:lnTo>
                  <a:lnTo>
                    <a:pt x="1640" y="4326"/>
                  </a:lnTo>
                  <a:lnTo>
                    <a:pt x="1542" y="4326"/>
                  </a:lnTo>
                  <a:lnTo>
                    <a:pt x="1561" y="4346"/>
                  </a:lnTo>
                  <a:lnTo>
                    <a:pt x="1561" y="4346"/>
                  </a:lnTo>
                  <a:lnTo>
                    <a:pt x="1423" y="4286"/>
                  </a:lnTo>
                  <a:lnTo>
                    <a:pt x="1443" y="4267"/>
                  </a:lnTo>
                  <a:lnTo>
                    <a:pt x="1502" y="4267"/>
                  </a:lnTo>
                  <a:lnTo>
                    <a:pt x="1502" y="4227"/>
                  </a:lnTo>
                  <a:lnTo>
                    <a:pt x="1403" y="4227"/>
                  </a:lnTo>
                  <a:lnTo>
                    <a:pt x="1324" y="4267"/>
                  </a:lnTo>
                  <a:lnTo>
                    <a:pt x="1285" y="4306"/>
                  </a:lnTo>
                  <a:lnTo>
                    <a:pt x="1265" y="4365"/>
                  </a:lnTo>
                  <a:lnTo>
                    <a:pt x="1285" y="4405"/>
                  </a:lnTo>
                  <a:lnTo>
                    <a:pt x="1265" y="4425"/>
                  </a:lnTo>
                  <a:lnTo>
                    <a:pt x="1245" y="4484"/>
                  </a:lnTo>
                  <a:lnTo>
                    <a:pt x="1245" y="4504"/>
                  </a:lnTo>
                  <a:lnTo>
                    <a:pt x="1245" y="4523"/>
                  </a:lnTo>
                  <a:lnTo>
                    <a:pt x="1265" y="4563"/>
                  </a:lnTo>
                  <a:lnTo>
                    <a:pt x="1305" y="4602"/>
                  </a:lnTo>
                  <a:lnTo>
                    <a:pt x="1245" y="4563"/>
                  </a:lnTo>
                  <a:lnTo>
                    <a:pt x="1127" y="4602"/>
                  </a:lnTo>
                  <a:lnTo>
                    <a:pt x="1107" y="4662"/>
                  </a:lnTo>
                  <a:lnTo>
                    <a:pt x="1068" y="4721"/>
                  </a:lnTo>
                  <a:lnTo>
                    <a:pt x="1048" y="4780"/>
                  </a:lnTo>
                  <a:lnTo>
                    <a:pt x="1068" y="4859"/>
                  </a:lnTo>
                  <a:lnTo>
                    <a:pt x="989" y="4820"/>
                  </a:lnTo>
                  <a:lnTo>
                    <a:pt x="1028" y="4899"/>
                  </a:lnTo>
                  <a:lnTo>
                    <a:pt x="1048" y="4958"/>
                  </a:lnTo>
                  <a:lnTo>
                    <a:pt x="1048" y="5057"/>
                  </a:lnTo>
                  <a:lnTo>
                    <a:pt x="1048" y="5096"/>
                  </a:lnTo>
                  <a:lnTo>
                    <a:pt x="1048" y="5155"/>
                  </a:lnTo>
                  <a:lnTo>
                    <a:pt x="1068" y="5215"/>
                  </a:lnTo>
                  <a:lnTo>
                    <a:pt x="1127" y="5294"/>
                  </a:lnTo>
                  <a:lnTo>
                    <a:pt x="1087" y="5274"/>
                  </a:lnTo>
                  <a:lnTo>
                    <a:pt x="1068" y="5254"/>
                  </a:lnTo>
                  <a:lnTo>
                    <a:pt x="1008" y="5175"/>
                  </a:lnTo>
                  <a:lnTo>
                    <a:pt x="1008" y="5195"/>
                  </a:lnTo>
                  <a:lnTo>
                    <a:pt x="1008" y="5215"/>
                  </a:lnTo>
                  <a:lnTo>
                    <a:pt x="1028" y="5254"/>
                  </a:lnTo>
                  <a:lnTo>
                    <a:pt x="1028" y="5294"/>
                  </a:lnTo>
                  <a:lnTo>
                    <a:pt x="969" y="5294"/>
                  </a:lnTo>
                  <a:lnTo>
                    <a:pt x="949" y="5274"/>
                  </a:lnTo>
                  <a:lnTo>
                    <a:pt x="949" y="5254"/>
                  </a:lnTo>
                  <a:lnTo>
                    <a:pt x="949" y="5234"/>
                  </a:lnTo>
                  <a:lnTo>
                    <a:pt x="929" y="5215"/>
                  </a:lnTo>
                  <a:lnTo>
                    <a:pt x="910" y="5215"/>
                  </a:lnTo>
                  <a:lnTo>
                    <a:pt x="910" y="5234"/>
                  </a:lnTo>
                  <a:lnTo>
                    <a:pt x="929" y="5274"/>
                  </a:lnTo>
                  <a:lnTo>
                    <a:pt x="929" y="5274"/>
                  </a:lnTo>
                  <a:lnTo>
                    <a:pt x="890" y="5254"/>
                  </a:lnTo>
                  <a:lnTo>
                    <a:pt x="929" y="5313"/>
                  </a:lnTo>
                  <a:lnTo>
                    <a:pt x="969" y="5353"/>
                  </a:lnTo>
                  <a:lnTo>
                    <a:pt x="989" y="5412"/>
                  </a:lnTo>
                  <a:lnTo>
                    <a:pt x="989" y="5452"/>
                  </a:lnTo>
                  <a:lnTo>
                    <a:pt x="1008" y="5452"/>
                  </a:lnTo>
                  <a:lnTo>
                    <a:pt x="1028" y="5471"/>
                  </a:lnTo>
                  <a:lnTo>
                    <a:pt x="1048" y="5491"/>
                  </a:lnTo>
                  <a:lnTo>
                    <a:pt x="1028" y="5531"/>
                  </a:lnTo>
                  <a:lnTo>
                    <a:pt x="1008" y="5511"/>
                  </a:lnTo>
                  <a:lnTo>
                    <a:pt x="969" y="5669"/>
                  </a:lnTo>
                  <a:lnTo>
                    <a:pt x="890" y="5807"/>
                  </a:lnTo>
                  <a:lnTo>
                    <a:pt x="752" y="5945"/>
                  </a:lnTo>
                  <a:lnTo>
                    <a:pt x="613" y="6044"/>
                  </a:lnTo>
                  <a:lnTo>
                    <a:pt x="594" y="5965"/>
                  </a:lnTo>
                  <a:lnTo>
                    <a:pt x="574" y="6005"/>
                  </a:lnTo>
                  <a:lnTo>
                    <a:pt x="554" y="6044"/>
                  </a:lnTo>
                  <a:lnTo>
                    <a:pt x="495" y="6064"/>
                  </a:lnTo>
                  <a:lnTo>
                    <a:pt x="436" y="6064"/>
                  </a:lnTo>
                  <a:lnTo>
                    <a:pt x="455" y="6123"/>
                  </a:lnTo>
                  <a:lnTo>
                    <a:pt x="455" y="6163"/>
                  </a:lnTo>
                  <a:lnTo>
                    <a:pt x="396" y="6163"/>
                  </a:lnTo>
                  <a:lnTo>
                    <a:pt x="396" y="6143"/>
                  </a:lnTo>
                  <a:lnTo>
                    <a:pt x="337" y="6182"/>
                  </a:lnTo>
                  <a:lnTo>
                    <a:pt x="278" y="6222"/>
                  </a:lnTo>
                  <a:lnTo>
                    <a:pt x="218" y="6261"/>
                  </a:lnTo>
                  <a:lnTo>
                    <a:pt x="218" y="6301"/>
                  </a:lnTo>
                  <a:lnTo>
                    <a:pt x="218" y="6340"/>
                  </a:lnTo>
                  <a:lnTo>
                    <a:pt x="159" y="6360"/>
                  </a:lnTo>
                  <a:lnTo>
                    <a:pt x="60" y="6360"/>
                  </a:lnTo>
                  <a:lnTo>
                    <a:pt x="1" y="6380"/>
                  </a:lnTo>
                  <a:lnTo>
                    <a:pt x="1" y="6419"/>
                  </a:lnTo>
                  <a:lnTo>
                    <a:pt x="21" y="6439"/>
                  </a:lnTo>
                  <a:lnTo>
                    <a:pt x="80" y="6479"/>
                  </a:lnTo>
                  <a:lnTo>
                    <a:pt x="100" y="6459"/>
                  </a:lnTo>
                  <a:lnTo>
                    <a:pt x="139" y="6479"/>
                  </a:lnTo>
                  <a:lnTo>
                    <a:pt x="159" y="6498"/>
                  </a:lnTo>
                  <a:lnTo>
                    <a:pt x="179" y="6578"/>
                  </a:lnTo>
                  <a:lnTo>
                    <a:pt x="396" y="6617"/>
                  </a:lnTo>
                  <a:lnTo>
                    <a:pt x="515" y="6637"/>
                  </a:lnTo>
                  <a:lnTo>
                    <a:pt x="613" y="6637"/>
                  </a:lnTo>
                  <a:lnTo>
                    <a:pt x="613" y="6617"/>
                  </a:lnTo>
                  <a:lnTo>
                    <a:pt x="712" y="6617"/>
                  </a:lnTo>
                  <a:lnTo>
                    <a:pt x="791" y="6637"/>
                  </a:lnTo>
                  <a:lnTo>
                    <a:pt x="811" y="6637"/>
                  </a:lnTo>
                  <a:lnTo>
                    <a:pt x="811" y="6617"/>
                  </a:lnTo>
                  <a:lnTo>
                    <a:pt x="771" y="6597"/>
                  </a:lnTo>
                  <a:lnTo>
                    <a:pt x="771" y="6578"/>
                  </a:lnTo>
                  <a:lnTo>
                    <a:pt x="811" y="6558"/>
                  </a:lnTo>
                  <a:lnTo>
                    <a:pt x="870" y="6558"/>
                  </a:lnTo>
                  <a:lnTo>
                    <a:pt x="870" y="6538"/>
                  </a:lnTo>
                  <a:lnTo>
                    <a:pt x="831" y="6518"/>
                  </a:lnTo>
                  <a:lnTo>
                    <a:pt x="890" y="6538"/>
                  </a:lnTo>
                  <a:lnTo>
                    <a:pt x="929" y="6538"/>
                  </a:lnTo>
                  <a:lnTo>
                    <a:pt x="949" y="6558"/>
                  </a:lnTo>
                  <a:lnTo>
                    <a:pt x="1008" y="6597"/>
                  </a:lnTo>
                  <a:lnTo>
                    <a:pt x="1028" y="6597"/>
                  </a:lnTo>
                  <a:lnTo>
                    <a:pt x="1028" y="6558"/>
                  </a:lnTo>
                  <a:lnTo>
                    <a:pt x="1028" y="6518"/>
                  </a:lnTo>
                  <a:lnTo>
                    <a:pt x="1068" y="6518"/>
                  </a:lnTo>
                  <a:lnTo>
                    <a:pt x="1107" y="6578"/>
                  </a:lnTo>
                  <a:lnTo>
                    <a:pt x="1107" y="6558"/>
                  </a:lnTo>
                  <a:lnTo>
                    <a:pt x="1147" y="6558"/>
                  </a:lnTo>
                  <a:lnTo>
                    <a:pt x="1186" y="6578"/>
                  </a:lnTo>
                  <a:lnTo>
                    <a:pt x="1206" y="6578"/>
                  </a:lnTo>
                  <a:lnTo>
                    <a:pt x="1127" y="6498"/>
                  </a:lnTo>
                  <a:lnTo>
                    <a:pt x="1147" y="6518"/>
                  </a:lnTo>
                  <a:lnTo>
                    <a:pt x="1147" y="6498"/>
                  </a:lnTo>
                  <a:lnTo>
                    <a:pt x="1107" y="6479"/>
                  </a:lnTo>
                  <a:lnTo>
                    <a:pt x="1048" y="6439"/>
                  </a:lnTo>
                  <a:lnTo>
                    <a:pt x="1028" y="6400"/>
                  </a:lnTo>
                  <a:lnTo>
                    <a:pt x="1028" y="6360"/>
                  </a:lnTo>
                  <a:lnTo>
                    <a:pt x="1068" y="6400"/>
                  </a:lnTo>
                  <a:lnTo>
                    <a:pt x="1087" y="6439"/>
                  </a:lnTo>
                  <a:lnTo>
                    <a:pt x="1107" y="6419"/>
                  </a:lnTo>
                  <a:lnTo>
                    <a:pt x="1127" y="6419"/>
                  </a:lnTo>
                  <a:lnTo>
                    <a:pt x="1147" y="6439"/>
                  </a:lnTo>
                  <a:lnTo>
                    <a:pt x="1166" y="6498"/>
                  </a:lnTo>
                  <a:lnTo>
                    <a:pt x="1206" y="6558"/>
                  </a:lnTo>
                  <a:lnTo>
                    <a:pt x="1245" y="6558"/>
                  </a:lnTo>
                  <a:lnTo>
                    <a:pt x="1265" y="6578"/>
                  </a:lnTo>
                  <a:lnTo>
                    <a:pt x="1265" y="6538"/>
                  </a:lnTo>
                  <a:lnTo>
                    <a:pt x="1285" y="6538"/>
                  </a:lnTo>
                  <a:lnTo>
                    <a:pt x="1305" y="6518"/>
                  </a:lnTo>
                  <a:lnTo>
                    <a:pt x="1324" y="6538"/>
                  </a:lnTo>
                  <a:lnTo>
                    <a:pt x="1305" y="6558"/>
                  </a:lnTo>
                  <a:lnTo>
                    <a:pt x="1324" y="6578"/>
                  </a:lnTo>
                  <a:lnTo>
                    <a:pt x="1384" y="6597"/>
                  </a:lnTo>
                  <a:lnTo>
                    <a:pt x="1423" y="6617"/>
                  </a:lnTo>
                  <a:lnTo>
                    <a:pt x="1423" y="6597"/>
                  </a:lnTo>
                  <a:lnTo>
                    <a:pt x="1423" y="6578"/>
                  </a:lnTo>
                  <a:lnTo>
                    <a:pt x="1403" y="6518"/>
                  </a:lnTo>
                  <a:lnTo>
                    <a:pt x="1403" y="6498"/>
                  </a:lnTo>
                  <a:lnTo>
                    <a:pt x="1423" y="6479"/>
                  </a:lnTo>
                  <a:lnTo>
                    <a:pt x="1443" y="6518"/>
                  </a:lnTo>
                  <a:lnTo>
                    <a:pt x="1443" y="6498"/>
                  </a:lnTo>
                  <a:lnTo>
                    <a:pt x="1522" y="6498"/>
                  </a:lnTo>
                  <a:lnTo>
                    <a:pt x="1522" y="6459"/>
                  </a:lnTo>
                  <a:lnTo>
                    <a:pt x="1542" y="6479"/>
                  </a:lnTo>
                  <a:lnTo>
                    <a:pt x="1581" y="6518"/>
                  </a:lnTo>
                  <a:lnTo>
                    <a:pt x="1640" y="6538"/>
                  </a:lnTo>
                  <a:lnTo>
                    <a:pt x="1660" y="6538"/>
                  </a:lnTo>
                  <a:lnTo>
                    <a:pt x="1621" y="6479"/>
                  </a:lnTo>
                  <a:lnTo>
                    <a:pt x="1640" y="6479"/>
                  </a:lnTo>
                  <a:lnTo>
                    <a:pt x="1660" y="6439"/>
                  </a:lnTo>
                  <a:lnTo>
                    <a:pt x="1660" y="6419"/>
                  </a:lnTo>
                  <a:lnTo>
                    <a:pt x="1621" y="6400"/>
                  </a:lnTo>
                  <a:lnTo>
                    <a:pt x="1621" y="6400"/>
                  </a:lnTo>
                  <a:lnTo>
                    <a:pt x="1719" y="6419"/>
                  </a:lnTo>
                  <a:lnTo>
                    <a:pt x="1680" y="6360"/>
                  </a:lnTo>
                  <a:lnTo>
                    <a:pt x="1621" y="6301"/>
                  </a:lnTo>
                  <a:lnTo>
                    <a:pt x="1581" y="6242"/>
                  </a:lnTo>
                  <a:lnTo>
                    <a:pt x="1561" y="6202"/>
                  </a:lnTo>
                  <a:lnTo>
                    <a:pt x="1581" y="6182"/>
                  </a:lnTo>
                  <a:lnTo>
                    <a:pt x="1601" y="6182"/>
                  </a:lnTo>
                  <a:lnTo>
                    <a:pt x="1640" y="6202"/>
                  </a:lnTo>
                  <a:lnTo>
                    <a:pt x="1700" y="6281"/>
                  </a:lnTo>
                  <a:lnTo>
                    <a:pt x="1779" y="6340"/>
                  </a:lnTo>
                  <a:lnTo>
                    <a:pt x="1838" y="6380"/>
                  </a:lnTo>
                  <a:lnTo>
                    <a:pt x="1798" y="6321"/>
                  </a:lnTo>
                  <a:lnTo>
                    <a:pt x="1858" y="6340"/>
                  </a:lnTo>
                  <a:lnTo>
                    <a:pt x="1858" y="6321"/>
                  </a:lnTo>
                  <a:lnTo>
                    <a:pt x="1877" y="6301"/>
                  </a:lnTo>
                  <a:lnTo>
                    <a:pt x="1897" y="6301"/>
                  </a:lnTo>
                  <a:lnTo>
                    <a:pt x="1937" y="6321"/>
                  </a:lnTo>
                  <a:lnTo>
                    <a:pt x="1956" y="6360"/>
                  </a:lnTo>
                  <a:lnTo>
                    <a:pt x="1956" y="6380"/>
                  </a:lnTo>
                  <a:lnTo>
                    <a:pt x="1976" y="6360"/>
                  </a:lnTo>
                  <a:lnTo>
                    <a:pt x="2095" y="6360"/>
                  </a:lnTo>
                  <a:lnTo>
                    <a:pt x="2114" y="6340"/>
                  </a:lnTo>
                  <a:lnTo>
                    <a:pt x="2095" y="6301"/>
                  </a:lnTo>
                  <a:lnTo>
                    <a:pt x="2055" y="6242"/>
                  </a:lnTo>
                  <a:lnTo>
                    <a:pt x="2154" y="6242"/>
                  </a:lnTo>
                  <a:lnTo>
                    <a:pt x="2193" y="6281"/>
                  </a:lnTo>
                  <a:lnTo>
                    <a:pt x="2174" y="6242"/>
                  </a:lnTo>
                  <a:lnTo>
                    <a:pt x="2174" y="6222"/>
                  </a:lnTo>
                  <a:lnTo>
                    <a:pt x="2213" y="6202"/>
                  </a:lnTo>
                  <a:lnTo>
                    <a:pt x="2233" y="6182"/>
                  </a:lnTo>
                  <a:lnTo>
                    <a:pt x="2253" y="6182"/>
                  </a:lnTo>
                  <a:lnTo>
                    <a:pt x="2253" y="6163"/>
                  </a:lnTo>
                  <a:lnTo>
                    <a:pt x="2292" y="6182"/>
                  </a:lnTo>
                  <a:lnTo>
                    <a:pt x="2312" y="6182"/>
                  </a:lnTo>
                  <a:lnTo>
                    <a:pt x="2332" y="6163"/>
                  </a:lnTo>
                  <a:lnTo>
                    <a:pt x="2292" y="6143"/>
                  </a:lnTo>
                  <a:lnTo>
                    <a:pt x="2272" y="6143"/>
                  </a:lnTo>
                  <a:lnTo>
                    <a:pt x="2233" y="6064"/>
                  </a:lnTo>
                  <a:lnTo>
                    <a:pt x="2272" y="6064"/>
                  </a:lnTo>
                  <a:lnTo>
                    <a:pt x="2292" y="6044"/>
                  </a:lnTo>
                  <a:lnTo>
                    <a:pt x="2332" y="6044"/>
                  </a:lnTo>
                  <a:lnTo>
                    <a:pt x="2391" y="6064"/>
                  </a:lnTo>
                  <a:lnTo>
                    <a:pt x="2391" y="6064"/>
                  </a:lnTo>
                  <a:lnTo>
                    <a:pt x="2371" y="6024"/>
                  </a:lnTo>
                  <a:lnTo>
                    <a:pt x="2332" y="5965"/>
                  </a:lnTo>
                  <a:lnTo>
                    <a:pt x="2233" y="5886"/>
                  </a:lnTo>
                  <a:lnTo>
                    <a:pt x="2371" y="5886"/>
                  </a:lnTo>
                  <a:lnTo>
                    <a:pt x="2430" y="5945"/>
                  </a:lnTo>
                  <a:lnTo>
                    <a:pt x="2490" y="5965"/>
                  </a:lnTo>
                  <a:lnTo>
                    <a:pt x="2549" y="6005"/>
                  </a:lnTo>
                  <a:lnTo>
                    <a:pt x="2549" y="5965"/>
                  </a:lnTo>
                  <a:lnTo>
                    <a:pt x="2608" y="5945"/>
                  </a:lnTo>
                  <a:lnTo>
                    <a:pt x="2549" y="5926"/>
                  </a:lnTo>
                  <a:lnTo>
                    <a:pt x="2529" y="5906"/>
                  </a:lnTo>
                  <a:lnTo>
                    <a:pt x="2509" y="5866"/>
                  </a:lnTo>
                  <a:lnTo>
                    <a:pt x="2470" y="5847"/>
                  </a:lnTo>
                  <a:lnTo>
                    <a:pt x="2529" y="5945"/>
                  </a:lnTo>
                  <a:lnTo>
                    <a:pt x="2509" y="5965"/>
                  </a:lnTo>
                  <a:lnTo>
                    <a:pt x="2490" y="5945"/>
                  </a:lnTo>
                  <a:lnTo>
                    <a:pt x="2450" y="5926"/>
                  </a:lnTo>
                  <a:lnTo>
                    <a:pt x="2430" y="5906"/>
                  </a:lnTo>
                  <a:lnTo>
                    <a:pt x="2430" y="5866"/>
                  </a:lnTo>
                  <a:lnTo>
                    <a:pt x="2411" y="5847"/>
                  </a:lnTo>
                  <a:lnTo>
                    <a:pt x="2391" y="5787"/>
                  </a:lnTo>
                  <a:lnTo>
                    <a:pt x="2351" y="5708"/>
                  </a:lnTo>
                  <a:lnTo>
                    <a:pt x="2312" y="5649"/>
                  </a:lnTo>
                  <a:lnTo>
                    <a:pt x="2411" y="5629"/>
                  </a:lnTo>
                  <a:lnTo>
                    <a:pt x="2411" y="5669"/>
                  </a:lnTo>
                  <a:lnTo>
                    <a:pt x="2450" y="5689"/>
                  </a:lnTo>
                  <a:lnTo>
                    <a:pt x="2529" y="5728"/>
                  </a:lnTo>
                  <a:lnTo>
                    <a:pt x="2529" y="5728"/>
                  </a:lnTo>
                  <a:lnTo>
                    <a:pt x="2509" y="5708"/>
                  </a:lnTo>
                  <a:lnTo>
                    <a:pt x="2529" y="5689"/>
                  </a:lnTo>
                  <a:lnTo>
                    <a:pt x="2569" y="5669"/>
                  </a:lnTo>
                  <a:lnTo>
                    <a:pt x="2628" y="5689"/>
                  </a:lnTo>
                  <a:lnTo>
                    <a:pt x="2687" y="5669"/>
                  </a:lnTo>
                  <a:lnTo>
                    <a:pt x="2648" y="5669"/>
                  </a:lnTo>
                  <a:lnTo>
                    <a:pt x="2608" y="5649"/>
                  </a:lnTo>
                  <a:lnTo>
                    <a:pt x="2549" y="5590"/>
                  </a:lnTo>
                  <a:lnTo>
                    <a:pt x="2549" y="5550"/>
                  </a:lnTo>
                  <a:lnTo>
                    <a:pt x="2589" y="5550"/>
                  </a:lnTo>
                  <a:lnTo>
                    <a:pt x="2628" y="5590"/>
                  </a:lnTo>
                  <a:lnTo>
                    <a:pt x="2687" y="5590"/>
                  </a:lnTo>
                  <a:lnTo>
                    <a:pt x="2707" y="5570"/>
                  </a:lnTo>
                  <a:lnTo>
                    <a:pt x="2747" y="5531"/>
                  </a:lnTo>
                  <a:lnTo>
                    <a:pt x="2826" y="5491"/>
                  </a:lnTo>
                  <a:lnTo>
                    <a:pt x="2885" y="5432"/>
                  </a:lnTo>
                  <a:lnTo>
                    <a:pt x="2905" y="5412"/>
                  </a:lnTo>
                  <a:lnTo>
                    <a:pt x="2905" y="5353"/>
                  </a:lnTo>
                  <a:lnTo>
                    <a:pt x="2786" y="5353"/>
                  </a:lnTo>
                  <a:lnTo>
                    <a:pt x="2865" y="5412"/>
                  </a:lnTo>
                  <a:lnTo>
                    <a:pt x="2865" y="5412"/>
                  </a:lnTo>
                  <a:lnTo>
                    <a:pt x="2786" y="5392"/>
                  </a:lnTo>
                  <a:lnTo>
                    <a:pt x="2707" y="5333"/>
                  </a:lnTo>
                  <a:lnTo>
                    <a:pt x="2589" y="5234"/>
                  </a:lnTo>
                  <a:lnTo>
                    <a:pt x="2628" y="5234"/>
                  </a:lnTo>
                  <a:lnTo>
                    <a:pt x="2648" y="5215"/>
                  </a:lnTo>
                  <a:lnTo>
                    <a:pt x="2668" y="5215"/>
                  </a:lnTo>
                  <a:lnTo>
                    <a:pt x="2687" y="5234"/>
                  </a:lnTo>
                  <a:lnTo>
                    <a:pt x="2668" y="5155"/>
                  </a:lnTo>
                  <a:lnTo>
                    <a:pt x="2608" y="5155"/>
                  </a:lnTo>
                  <a:lnTo>
                    <a:pt x="2589" y="5136"/>
                  </a:lnTo>
                  <a:lnTo>
                    <a:pt x="2668" y="5116"/>
                  </a:lnTo>
                  <a:lnTo>
                    <a:pt x="2687" y="5116"/>
                  </a:lnTo>
                  <a:lnTo>
                    <a:pt x="2727" y="5155"/>
                  </a:lnTo>
                  <a:lnTo>
                    <a:pt x="2727" y="5136"/>
                  </a:lnTo>
                  <a:lnTo>
                    <a:pt x="2727" y="5096"/>
                  </a:lnTo>
                  <a:lnTo>
                    <a:pt x="2707" y="5076"/>
                  </a:lnTo>
                  <a:lnTo>
                    <a:pt x="2668" y="5057"/>
                  </a:lnTo>
                  <a:lnTo>
                    <a:pt x="2668" y="5037"/>
                  </a:lnTo>
                  <a:lnTo>
                    <a:pt x="2687" y="5037"/>
                  </a:lnTo>
                  <a:lnTo>
                    <a:pt x="2747" y="5076"/>
                  </a:lnTo>
                  <a:lnTo>
                    <a:pt x="2826" y="5155"/>
                  </a:lnTo>
                  <a:lnTo>
                    <a:pt x="2885" y="5155"/>
                  </a:lnTo>
                  <a:lnTo>
                    <a:pt x="2944" y="5215"/>
                  </a:lnTo>
                  <a:lnTo>
                    <a:pt x="2964" y="5155"/>
                  </a:lnTo>
                  <a:lnTo>
                    <a:pt x="3043" y="5215"/>
                  </a:lnTo>
                  <a:lnTo>
                    <a:pt x="3063" y="5215"/>
                  </a:lnTo>
                  <a:lnTo>
                    <a:pt x="3063" y="5195"/>
                  </a:lnTo>
                  <a:lnTo>
                    <a:pt x="3063" y="5175"/>
                  </a:lnTo>
                  <a:lnTo>
                    <a:pt x="3063" y="5136"/>
                  </a:lnTo>
                  <a:lnTo>
                    <a:pt x="3102" y="5136"/>
                  </a:lnTo>
                  <a:lnTo>
                    <a:pt x="3023" y="5076"/>
                  </a:lnTo>
                  <a:lnTo>
                    <a:pt x="3142" y="5017"/>
                  </a:lnTo>
                  <a:lnTo>
                    <a:pt x="3181" y="4997"/>
                  </a:lnTo>
                  <a:lnTo>
                    <a:pt x="3201" y="4938"/>
                  </a:lnTo>
                  <a:lnTo>
                    <a:pt x="3142" y="4938"/>
                  </a:lnTo>
                  <a:lnTo>
                    <a:pt x="3122" y="4899"/>
                  </a:lnTo>
                  <a:lnTo>
                    <a:pt x="3122" y="4879"/>
                  </a:lnTo>
                  <a:lnTo>
                    <a:pt x="3161" y="4879"/>
                  </a:lnTo>
                  <a:lnTo>
                    <a:pt x="3221" y="4859"/>
                  </a:lnTo>
                  <a:lnTo>
                    <a:pt x="3240" y="4839"/>
                  </a:lnTo>
                  <a:lnTo>
                    <a:pt x="3260" y="4820"/>
                  </a:lnTo>
                  <a:lnTo>
                    <a:pt x="3240" y="4760"/>
                  </a:lnTo>
                  <a:lnTo>
                    <a:pt x="3221" y="4721"/>
                  </a:lnTo>
                  <a:lnTo>
                    <a:pt x="3181" y="4701"/>
                  </a:lnTo>
                  <a:lnTo>
                    <a:pt x="3122" y="4662"/>
                  </a:lnTo>
                  <a:lnTo>
                    <a:pt x="3102" y="4642"/>
                  </a:lnTo>
                  <a:lnTo>
                    <a:pt x="3201" y="4642"/>
                  </a:lnTo>
                  <a:lnTo>
                    <a:pt x="3122" y="4543"/>
                  </a:lnTo>
                  <a:lnTo>
                    <a:pt x="3102" y="4504"/>
                  </a:lnTo>
                  <a:lnTo>
                    <a:pt x="3122" y="4504"/>
                  </a:lnTo>
                  <a:lnTo>
                    <a:pt x="3142" y="4484"/>
                  </a:lnTo>
                  <a:lnTo>
                    <a:pt x="3181" y="4583"/>
                  </a:lnTo>
                  <a:lnTo>
                    <a:pt x="3240" y="4583"/>
                  </a:lnTo>
                  <a:lnTo>
                    <a:pt x="3260" y="4563"/>
                  </a:lnTo>
                  <a:lnTo>
                    <a:pt x="3280" y="4523"/>
                  </a:lnTo>
                  <a:lnTo>
                    <a:pt x="3300" y="4504"/>
                  </a:lnTo>
                  <a:lnTo>
                    <a:pt x="3221" y="4385"/>
                  </a:lnTo>
                  <a:lnTo>
                    <a:pt x="3102" y="4247"/>
                  </a:lnTo>
                  <a:lnTo>
                    <a:pt x="3023" y="4227"/>
                  </a:lnTo>
                  <a:lnTo>
                    <a:pt x="2944" y="4187"/>
                  </a:lnTo>
                  <a:lnTo>
                    <a:pt x="2865" y="4148"/>
                  </a:lnTo>
                  <a:lnTo>
                    <a:pt x="2806" y="4108"/>
                  </a:lnTo>
                  <a:lnTo>
                    <a:pt x="2885" y="4108"/>
                  </a:lnTo>
                  <a:lnTo>
                    <a:pt x="2905" y="4089"/>
                  </a:lnTo>
                  <a:lnTo>
                    <a:pt x="2944" y="4069"/>
                  </a:lnTo>
                  <a:lnTo>
                    <a:pt x="3003" y="4089"/>
                  </a:lnTo>
                  <a:lnTo>
                    <a:pt x="3102" y="4089"/>
                  </a:lnTo>
                  <a:lnTo>
                    <a:pt x="3122" y="4108"/>
                  </a:lnTo>
                  <a:lnTo>
                    <a:pt x="3122" y="4128"/>
                  </a:lnTo>
                  <a:lnTo>
                    <a:pt x="3023" y="4128"/>
                  </a:lnTo>
                  <a:lnTo>
                    <a:pt x="3023" y="4148"/>
                  </a:lnTo>
                  <a:lnTo>
                    <a:pt x="3142" y="4148"/>
                  </a:lnTo>
                  <a:lnTo>
                    <a:pt x="3260" y="4128"/>
                  </a:lnTo>
                  <a:lnTo>
                    <a:pt x="3300" y="4148"/>
                  </a:lnTo>
                  <a:lnTo>
                    <a:pt x="3319" y="4187"/>
                  </a:lnTo>
                  <a:lnTo>
                    <a:pt x="3280" y="4168"/>
                  </a:lnTo>
                  <a:lnTo>
                    <a:pt x="3240" y="4168"/>
                  </a:lnTo>
                  <a:lnTo>
                    <a:pt x="3260" y="4187"/>
                  </a:lnTo>
                  <a:lnTo>
                    <a:pt x="3300" y="4207"/>
                  </a:lnTo>
                  <a:lnTo>
                    <a:pt x="3359" y="4227"/>
                  </a:lnTo>
                  <a:lnTo>
                    <a:pt x="3418" y="4227"/>
                  </a:lnTo>
                  <a:lnTo>
                    <a:pt x="3477" y="4247"/>
                  </a:lnTo>
                  <a:lnTo>
                    <a:pt x="3477" y="4207"/>
                  </a:lnTo>
                  <a:lnTo>
                    <a:pt x="3458" y="4187"/>
                  </a:lnTo>
                  <a:lnTo>
                    <a:pt x="3438" y="4187"/>
                  </a:lnTo>
                  <a:lnTo>
                    <a:pt x="3477" y="4168"/>
                  </a:lnTo>
                  <a:lnTo>
                    <a:pt x="3497" y="4148"/>
                  </a:lnTo>
                  <a:lnTo>
                    <a:pt x="3477" y="4108"/>
                  </a:lnTo>
                  <a:lnTo>
                    <a:pt x="3477" y="4049"/>
                  </a:lnTo>
                  <a:lnTo>
                    <a:pt x="3477" y="4029"/>
                  </a:lnTo>
                  <a:lnTo>
                    <a:pt x="3438" y="4010"/>
                  </a:lnTo>
                  <a:lnTo>
                    <a:pt x="3418" y="3990"/>
                  </a:lnTo>
                  <a:lnTo>
                    <a:pt x="3418" y="3970"/>
                  </a:lnTo>
                  <a:lnTo>
                    <a:pt x="3458" y="3950"/>
                  </a:lnTo>
                  <a:lnTo>
                    <a:pt x="3517" y="3970"/>
                  </a:lnTo>
                  <a:lnTo>
                    <a:pt x="3497" y="3931"/>
                  </a:lnTo>
                  <a:lnTo>
                    <a:pt x="3477" y="3911"/>
                  </a:lnTo>
                  <a:lnTo>
                    <a:pt x="3477" y="3871"/>
                  </a:lnTo>
                  <a:lnTo>
                    <a:pt x="3497" y="3871"/>
                  </a:lnTo>
                  <a:lnTo>
                    <a:pt x="3438" y="3852"/>
                  </a:lnTo>
                  <a:lnTo>
                    <a:pt x="3379" y="3832"/>
                  </a:lnTo>
                  <a:lnTo>
                    <a:pt x="3319" y="3832"/>
                  </a:lnTo>
                  <a:lnTo>
                    <a:pt x="3260" y="3792"/>
                  </a:lnTo>
                  <a:lnTo>
                    <a:pt x="3221" y="3753"/>
                  </a:lnTo>
                  <a:lnTo>
                    <a:pt x="3221" y="3733"/>
                  </a:lnTo>
                  <a:lnTo>
                    <a:pt x="3240" y="3713"/>
                  </a:lnTo>
                  <a:lnTo>
                    <a:pt x="3240" y="3694"/>
                  </a:lnTo>
                  <a:lnTo>
                    <a:pt x="3280" y="3694"/>
                  </a:lnTo>
                  <a:lnTo>
                    <a:pt x="3300" y="3713"/>
                  </a:lnTo>
                  <a:lnTo>
                    <a:pt x="3300" y="3733"/>
                  </a:lnTo>
                  <a:lnTo>
                    <a:pt x="3319" y="3773"/>
                  </a:lnTo>
                  <a:lnTo>
                    <a:pt x="3300" y="3654"/>
                  </a:lnTo>
                  <a:lnTo>
                    <a:pt x="3339" y="3654"/>
                  </a:lnTo>
                  <a:lnTo>
                    <a:pt x="3379" y="3674"/>
                  </a:lnTo>
                  <a:lnTo>
                    <a:pt x="3379" y="3694"/>
                  </a:lnTo>
                  <a:lnTo>
                    <a:pt x="3379" y="3713"/>
                  </a:lnTo>
                  <a:lnTo>
                    <a:pt x="3418" y="3694"/>
                  </a:lnTo>
                  <a:lnTo>
                    <a:pt x="3418" y="3654"/>
                  </a:lnTo>
                  <a:lnTo>
                    <a:pt x="3379" y="3615"/>
                  </a:lnTo>
                  <a:lnTo>
                    <a:pt x="3319" y="3595"/>
                  </a:lnTo>
                  <a:lnTo>
                    <a:pt x="3339" y="3555"/>
                  </a:lnTo>
                  <a:lnTo>
                    <a:pt x="3379" y="3536"/>
                  </a:lnTo>
                  <a:lnTo>
                    <a:pt x="3497" y="3595"/>
                  </a:lnTo>
                  <a:lnTo>
                    <a:pt x="3556" y="3634"/>
                  </a:lnTo>
                  <a:lnTo>
                    <a:pt x="3596" y="3674"/>
                  </a:lnTo>
                  <a:lnTo>
                    <a:pt x="3576" y="3674"/>
                  </a:lnTo>
                  <a:lnTo>
                    <a:pt x="3576" y="3694"/>
                  </a:lnTo>
                  <a:lnTo>
                    <a:pt x="3517" y="3674"/>
                  </a:lnTo>
                  <a:lnTo>
                    <a:pt x="3477" y="3654"/>
                  </a:lnTo>
                  <a:lnTo>
                    <a:pt x="3438" y="3654"/>
                  </a:lnTo>
                  <a:lnTo>
                    <a:pt x="3537" y="3694"/>
                  </a:lnTo>
                  <a:lnTo>
                    <a:pt x="3517" y="3694"/>
                  </a:lnTo>
                  <a:lnTo>
                    <a:pt x="3517" y="3713"/>
                  </a:lnTo>
                  <a:lnTo>
                    <a:pt x="3537" y="3753"/>
                  </a:lnTo>
                  <a:lnTo>
                    <a:pt x="3517" y="3753"/>
                  </a:lnTo>
                  <a:lnTo>
                    <a:pt x="3497" y="3733"/>
                  </a:lnTo>
                  <a:lnTo>
                    <a:pt x="3477" y="3792"/>
                  </a:lnTo>
                  <a:lnTo>
                    <a:pt x="3477" y="3832"/>
                  </a:lnTo>
                  <a:lnTo>
                    <a:pt x="3517" y="3871"/>
                  </a:lnTo>
                  <a:lnTo>
                    <a:pt x="3556" y="3852"/>
                  </a:lnTo>
                  <a:lnTo>
                    <a:pt x="3576" y="3832"/>
                  </a:lnTo>
                  <a:lnTo>
                    <a:pt x="3596" y="3773"/>
                  </a:lnTo>
                  <a:lnTo>
                    <a:pt x="3596" y="3733"/>
                  </a:lnTo>
                  <a:lnTo>
                    <a:pt x="3616" y="3713"/>
                  </a:lnTo>
                  <a:lnTo>
                    <a:pt x="3655" y="3713"/>
                  </a:lnTo>
                  <a:lnTo>
                    <a:pt x="3556" y="3555"/>
                  </a:lnTo>
                  <a:lnTo>
                    <a:pt x="3477" y="3555"/>
                  </a:lnTo>
                  <a:lnTo>
                    <a:pt x="3418" y="3536"/>
                  </a:lnTo>
                  <a:lnTo>
                    <a:pt x="3379" y="3516"/>
                  </a:lnTo>
                  <a:lnTo>
                    <a:pt x="3517" y="3516"/>
                  </a:lnTo>
                  <a:lnTo>
                    <a:pt x="3556" y="3496"/>
                  </a:lnTo>
                  <a:lnTo>
                    <a:pt x="3596" y="3476"/>
                  </a:lnTo>
                  <a:lnTo>
                    <a:pt x="3517" y="3457"/>
                  </a:lnTo>
                  <a:lnTo>
                    <a:pt x="3477" y="3417"/>
                  </a:lnTo>
                  <a:lnTo>
                    <a:pt x="3458" y="3378"/>
                  </a:lnTo>
                  <a:lnTo>
                    <a:pt x="3398" y="3358"/>
                  </a:lnTo>
                  <a:lnTo>
                    <a:pt x="3418" y="3378"/>
                  </a:lnTo>
                  <a:lnTo>
                    <a:pt x="3339" y="3378"/>
                  </a:lnTo>
                  <a:lnTo>
                    <a:pt x="3319" y="3358"/>
                  </a:lnTo>
                  <a:lnTo>
                    <a:pt x="3280" y="3338"/>
                  </a:lnTo>
                  <a:lnTo>
                    <a:pt x="3240" y="3338"/>
                  </a:lnTo>
                  <a:lnTo>
                    <a:pt x="3221" y="3318"/>
                  </a:lnTo>
                  <a:lnTo>
                    <a:pt x="3260" y="3299"/>
                  </a:lnTo>
                  <a:lnTo>
                    <a:pt x="3339" y="3299"/>
                  </a:lnTo>
                  <a:lnTo>
                    <a:pt x="3379" y="3279"/>
                  </a:lnTo>
                  <a:lnTo>
                    <a:pt x="3477" y="3358"/>
                  </a:lnTo>
                  <a:lnTo>
                    <a:pt x="3576" y="3457"/>
                  </a:lnTo>
                  <a:lnTo>
                    <a:pt x="3596" y="3437"/>
                  </a:lnTo>
                  <a:lnTo>
                    <a:pt x="3616" y="3417"/>
                  </a:lnTo>
                  <a:lnTo>
                    <a:pt x="3635" y="3397"/>
                  </a:lnTo>
                  <a:lnTo>
                    <a:pt x="3596" y="3397"/>
                  </a:lnTo>
                  <a:lnTo>
                    <a:pt x="3556" y="3378"/>
                  </a:lnTo>
                  <a:lnTo>
                    <a:pt x="3517" y="3358"/>
                  </a:lnTo>
                  <a:lnTo>
                    <a:pt x="3497" y="3358"/>
                  </a:lnTo>
                  <a:lnTo>
                    <a:pt x="3418" y="3239"/>
                  </a:lnTo>
                  <a:lnTo>
                    <a:pt x="3379" y="3160"/>
                  </a:lnTo>
                  <a:lnTo>
                    <a:pt x="3359" y="3101"/>
                  </a:lnTo>
                  <a:lnTo>
                    <a:pt x="3418" y="3121"/>
                  </a:lnTo>
                  <a:lnTo>
                    <a:pt x="3458" y="3141"/>
                  </a:lnTo>
                  <a:lnTo>
                    <a:pt x="3497" y="3200"/>
                  </a:lnTo>
                  <a:lnTo>
                    <a:pt x="3556" y="3259"/>
                  </a:lnTo>
                  <a:lnTo>
                    <a:pt x="3596" y="3279"/>
                  </a:lnTo>
                  <a:lnTo>
                    <a:pt x="3675" y="3299"/>
                  </a:lnTo>
                  <a:lnTo>
                    <a:pt x="3655" y="3279"/>
                  </a:lnTo>
                  <a:lnTo>
                    <a:pt x="3616" y="3239"/>
                  </a:lnTo>
                  <a:lnTo>
                    <a:pt x="3596" y="3220"/>
                  </a:lnTo>
                  <a:lnTo>
                    <a:pt x="3596" y="3200"/>
                  </a:lnTo>
                  <a:lnTo>
                    <a:pt x="3655" y="3200"/>
                  </a:lnTo>
                  <a:lnTo>
                    <a:pt x="3655" y="3160"/>
                  </a:lnTo>
                  <a:lnTo>
                    <a:pt x="3655" y="3121"/>
                  </a:lnTo>
                  <a:lnTo>
                    <a:pt x="3635" y="3081"/>
                  </a:lnTo>
                  <a:lnTo>
                    <a:pt x="3576" y="3081"/>
                  </a:lnTo>
                  <a:lnTo>
                    <a:pt x="3576" y="3062"/>
                  </a:lnTo>
                  <a:lnTo>
                    <a:pt x="3576" y="3042"/>
                  </a:lnTo>
                  <a:lnTo>
                    <a:pt x="3596" y="3002"/>
                  </a:lnTo>
                  <a:lnTo>
                    <a:pt x="3635" y="3022"/>
                  </a:lnTo>
                  <a:lnTo>
                    <a:pt x="3596" y="2983"/>
                  </a:lnTo>
                  <a:lnTo>
                    <a:pt x="3616" y="2983"/>
                  </a:lnTo>
                  <a:lnTo>
                    <a:pt x="3596" y="2963"/>
                  </a:lnTo>
                  <a:lnTo>
                    <a:pt x="3616" y="2923"/>
                  </a:lnTo>
                  <a:lnTo>
                    <a:pt x="3616" y="2884"/>
                  </a:lnTo>
                  <a:lnTo>
                    <a:pt x="3616" y="2844"/>
                  </a:lnTo>
                  <a:lnTo>
                    <a:pt x="3576" y="2844"/>
                  </a:lnTo>
                  <a:lnTo>
                    <a:pt x="3576" y="2864"/>
                  </a:lnTo>
                  <a:lnTo>
                    <a:pt x="3596" y="2884"/>
                  </a:lnTo>
                  <a:lnTo>
                    <a:pt x="3596" y="2904"/>
                  </a:lnTo>
                  <a:lnTo>
                    <a:pt x="3537" y="2923"/>
                  </a:lnTo>
                  <a:lnTo>
                    <a:pt x="3497" y="2923"/>
                  </a:lnTo>
                  <a:lnTo>
                    <a:pt x="3458" y="2904"/>
                  </a:lnTo>
                  <a:lnTo>
                    <a:pt x="3458" y="2864"/>
                  </a:lnTo>
                  <a:lnTo>
                    <a:pt x="3438" y="2805"/>
                  </a:lnTo>
                  <a:lnTo>
                    <a:pt x="3418" y="2765"/>
                  </a:lnTo>
                  <a:lnTo>
                    <a:pt x="3418" y="2706"/>
                  </a:lnTo>
                  <a:lnTo>
                    <a:pt x="3379" y="2726"/>
                  </a:lnTo>
                  <a:lnTo>
                    <a:pt x="3359" y="2686"/>
                  </a:lnTo>
                  <a:lnTo>
                    <a:pt x="3359" y="2667"/>
                  </a:lnTo>
                  <a:lnTo>
                    <a:pt x="3359" y="2627"/>
                  </a:lnTo>
                  <a:lnTo>
                    <a:pt x="3418" y="2627"/>
                  </a:lnTo>
                  <a:lnTo>
                    <a:pt x="3458" y="2647"/>
                  </a:lnTo>
                  <a:lnTo>
                    <a:pt x="3497" y="2686"/>
                  </a:lnTo>
                  <a:lnTo>
                    <a:pt x="3537" y="2686"/>
                  </a:lnTo>
                  <a:lnTo>
                    <a:pt x="3556" y="2726"/>
                  </a:lnTo>
                  <a:lnTo>
                    <a:pt x="3556" y="2746"/>
                  </a:lnTo>
                  <a:lnTo>
                    <a:pt x="3576" y="2765"/>
                  </a:lnTo>
                  <a:lnTo>
                    <a:pt x="3616" y="2785"/>
                  </a:lnTo>
                  <a:lnTo>
                    <a:pt x="3754" y="2785"/>
                  </a:lnTo>
                  <a:lnTo>
                    <a:pt x="3734" y="2765"/>
                  </a:lnTo>
                  <a:lnTo>
                    <a:pt x="3754" y="2746"/>
                  </a:lnTo>
                  <a:lnTo>
                    <a:pt x="3774" y="2726"/>
                  </a:lnTo>
                  <a:lnTo>
                    <a:pt x="3793" y="2706"/>
                  </a:lnTo>
                  <a:lnTo>
                    <a:pt x="3734" y="2726"/>
                  </a:lnTo>
                  <a:lnTo>
                    <a:pt x="3695" y="2706"/>
                  </a:lnTo>
                  <a:lnTo>
                    <a:pt x="3695" y="2686"/>
                  </a:lnTo>
                  <a:lnTo>
                    <a:pt x="3734" y="2686"/>
                  </a:lnTo>
                  <a:lnTo>
                    <a:pt x="3596" y="2647"/>
                  </a:lnTo>
                  <a:lnTo>
                    <a:pt x="3596" y="2686"/>
                  </a:lnTo>
                  <a:lnTo>
                    <a:pt x="3616" y="2706"/>
                  </a:lnTo>
                  <a:lnTo>
                    <a:pt x="3616" y="2726"/>
                  </a:lnTo>
                  <a:lnTo>
                    <a:pt x="3576" y="2726"/>
                  </a:lnTo>
                  <a:lnTo>
                    <a:pt x="3556" y="2686"/>
                  </a:lnTo>
                  <a:lnTo>
                    <a:pt x="3497" y="2647"/>
                  </a:lnTo>
                  <a:lnTo>
                    <a:pt x="3477" y="2627"/>
                  </a:lnTo>
                  <a:lnTo>
                    <a:pt x="3458" y="2568"/>
                  </a:lnTo>
                  <a:lnTo>
                    <a:pt x="3497" y="2588"/>
                  </a:lnTo>
                  <a:lnTo>
                    <a:pt x="3517" y="2607"/>
                  </a:lnTo>
                  <a:lnTo>
                    <a:pt x="3517" y="2568"/>
                  </a:lnTo>
                  <a:lnTo>
                    <a:pt x="3497" y="2548"/>
                  </a:lnTo>
                  <a:lnTo>
                    <a:pt x="3517" y="2528"/>
                  </a:lnTo>
                  <a:lnTo>
                    <a:pt x="3556" y="2568"/>
                  </a:lnTo>
                  <a:lnTo>
                    <a:pt x="3616" y="2588"/>
                  </a:lnTo>
                  <a:lnTo>
                    <a:pt x="3655" y="2588"/>
                  </a:lnTo>
                  <a:lnTo>
                    <a:pt x="3556" y="2548"/>
                  </a:lnTo>
                  <a:lnTo>
                    <a:pt x="3635" y="2548"/>
                  </a:lnTo>
                  <a:lnTo>
                    <a:pt x="3635" y="2528"/>
                  </a:lnTo>
                  <a:lnTo>
                    <a:pt x="3596" y="2528"/>
                  </a:lnTo>
                  <a:lnTo>
                    <a:pt x="3556" y="2509"/>
                  </a:lnTo>
                  <a:lnTo>
                    <a:pt x="3556" y="2489"/>
                  </a:lnTo>
                  <a:lnTo>
                    <a:pt x="3635" y="2489"/>
                  </a:lnTo>
                  <a:lnTo>
                    <a:pt x="3635" y="2469"/>
                  </a:lnTo>
                  <a:lnTo>
                    <a:pt x="3616" y="2449"/>
                  </a:lnTo>
                  <a:lnTo>
                    <a:pt x="3576" y="2410"/>
                  </a:lnTo>
                  <a:lnTo>
                    <a:pt x="3477" y="2410"/>
                  </a:lnTo>
                  <a:lnTo>
                    <a:pt x="3418" y="2390"/>
                  </a:lnTo>
                  <a:lnTo>
                    <a:pt x="3398" y="2351"/>
                  </a:lnTo>
                  <a:lnTo>
                    <a:pt x="3398" y="2311"/>
                  </a:lnTo>
                  <a:lnTo>
                    <a:pt x="3398" y="2272"/>
                  </a:lnTo>
                  <a:lnTo>
                    <a:pt x="3418" y="2252"/>
                  </a:lnTo>
                  <a:lnTo>
                    <a:pt x="3497" y="2232"/>
                  </a:lnTo>
                  <a:lnTo>
                    <a:pt x="3438" y="2193"/>
                  </a:lnTo>
                  <a:lnTo>
                    <a:pt x="3438" y="2193"/>
                  </a:lnTo>
                  <a:lnTo>
                    <a:pt x="3477" y="2212"/>
                  </a:lnTo>
                  <a:lnTo>
                    <a:pt x="3497" y="2193"/>
                  </a:lnTo>
                  <a:lnTo>
                    <a:pt x="3497" y="2173"/>
                  </a:lnTo>
                  <a:lnTo>
                    <a:pt x="3497" y="2153"/>
                  </a:lnTo>
                  <a:lnTo>
                    <a:pt x="3537" y="2173"/>
                  </a:lnTo>
                  <a:lnTo>
                    <a:pt x="3537" y="2212"/>
                  </a:lnTo>
                  <a:lnTo>
                    <a:pt x="3556" y="2252"/>
                  </a:lnTo>
                  <a:lnTo>
                    <a:pt x="3635" y="2291"/>
                  </a:lnTo>
                  <a:lnTo>
                    <a:pt x="3675" y="2272"/>
                  </a:lnTo>
                  <a:lnTo>
                    <a:pt x="3695" y="2291"/>
                  </a:lnTo>
                  <a:lnTo>
                    <a:pt x="3754" y="2311"/>
                  </a:lnTo>
                  <a:lnTo>
                    <a:pt x="3734" y="2291"/>
                  </a:lnTo>
                  <a:lnTo>
                    <a:pt x="3695" y="2272"/>
                  </a:lnTo>
                  <a:lnTo>
                    <a:pt x="3576" y="2232"/>
                  </a:lnTo>
                  <a:lnTo>
                    <a:pt x="3596" y="2232"/>
                  </a:lnTo>
                  <a:lnTo>
                    <a:pt x="3616" y="2212"/>
                  </a:lnTo>
                  <a:lnTo>
                    <a:pt x="3655" y="2193"/>
                  </a:lnTo>
                  <a:lnTo>
                    <a:pt x="3695" y="2212"/>
                  </a:lnTo>
                  <a:lnTo>
                    <a:pt x="3695" y="2193"/>
                  </a:lnTo>
                  <a:lnTo>
                    <a:pt x="3655" y="2173"/>
                  </a:lnTo>
                  <a:lnTo>
                    <a:pt x="3635" y="2153"/>
                  </a:lnTo>
                  <a:lnTo>
                    <a:pt x="3635" y="2133"/>
                  </a:lnTo>
                  <a:lnTo>
                    <a:pt x="3774" y="2168"/>
                  </a:lnTo>
                  <a:lnTo>
                    <a:pt x="3774" y="2168"/>
                  </a:lnTo>
                  <a:lnTo>
                    <a:pt x="3774" y="2153"/>
                  </a:lnTo>
                  <a:lnTo>
                    <a:pt x="3813" y="2133"/>
                  </a:lnTo>
                  <a:lnTo>
                    <a:pt x="3754" y="2133"/>
                  </a:lnTo>
                  <a:lnTo>
                    <a:pt x="3714" y="2114"/>
                  </a:lnTo>
                  <a:lnTo>
                    <a:pt x="3714" y="2094"/>
                  </a:lnTo>
                  <a:lnTo>
                    <a:pt x="3714" y="2074"/>
                  </a:lnTo>
                  <a:lnTo>
                    <a:pt x="3695" y="2054"/>
                  </a:lnTo>
                  <a:lnTo>
                    <a:pt x="3734" y="2054"/>
                  </a:lnTo>
                  <a:lnTo>
                    <a:pt x="3754" y="2035"/>
                  </a:lnTo>
                  <a:lnTo>
                    <a:pt x="3754" y="1995"/>
                  </a:lnTo>
                  <a:lnTo>
                    <a:pt x="3774" y="1975"/>
                  </a:lnTo>
                  <a:lnTo>
                    <a:pt x="3695" y="1956"/>
                  </a:lnTo>
                  <a:lnTo>
                    <a:pt x="3695" y="1975"/>
                  </a:lnTo>
                  <a:lnTo>
                    <a:pt x="3695" y="1995"/>
                  </a:lnTo>
                  <a:lnTo>
                    <a:pt x="3734" y="2015"/>
                  </a:lnTo>
                  <a:lnTo>
                    <a:pt x="3655" y="2015"/>
                  </a:lnTo>
                  <a:lnTo>
                    <a:pt x="3635" y="1995"/>
                  </a:lnTo>
                  <a:lnTo>
                    <a:pt x="3635" y="1956"/>
                  </a:lnTo>
                  <a:lnTo>
                    <a:pt x="3635" y="1916"/>
                  </a:lnTo>
                  <a:lnTo>
                    <a:pt x="3635" y="1837"/>
                  </a:lnTo>
                  <a:lnTo>
                    <a:pt x="3635" y="1817"/>
                  </a:lnTo>
                  <a:lnTo>
                    <a:pt x="3616" y="1778"/>
                  </a:lnTo>
                  <a:lnTo>
                    <a:pt x="3655" y="1758"/>
                  </a:lnTo>
                  <a:lnTo>
                    <a:pt x="3695" y="1778"/>
                  </a:lnTo>
                  <a:lnTo>
                    <a:pt x="3734" y="1797"/>
                  </a:lnTo>
                  <a:lnTo>
                    <a:pt x="3793" y="1817"/>
                  </a:lnTo>
                  <a:lnTo>
                    <a:pt x="3793" y="1797"/>
                  </a:lnTo>
                  <a:lnTo>
                    <a:pt x="3754" y="1738"/>
                  </a:lnTo>
                  <a:lnTo>
                    <a:pt x="3774" y="1738"/>
                  </a:lnTo>
                  <a:lnTo>
                    <a:pt x="3793" y="1718"/>
                  </a:lnTo>
                  <a:lnTo>
                    <a:pt x="3872" y="1718"/>
                  </a:lnTo>
                  <a:lnTo>
                    <a:pt x="3951" y="1699"/>
                  </a:lnTo>
                  <a:lnTo>
                    <a:pt x="3971" y="1679"/>
                  </a:lnTo>
                  <a:lnTo>
                    <a:pt x="3971" y="1659"/>
                  </a:lnTo>
                  <a:lnTo>
                    <a:pt x="3892" y="1639"/>
                  </a:lnTo>
                  <a:lnTo>
                    <a:pt x="3833" y="1659"/>
                  </a:lnTo>
                  <a:lnTo>
                    <a:pt x="3833" y="1639"/>
                  </a:lnTo>
                  <a:lnTo>
                    <a:pt x="3833" y="1620"/>
                  </a:lnTo>
                  <a:lnTo>
                    <a:pt x="3853" y="1600"/>
                  </a:lnTo>
                  <a:lnTo>
                    <a:pt x="3833" y="1580"/>
                  </a:lnTo>
                  <a:lnTo>
                    <a:pt x="3754" y="1580"/>
                  </a:lnTo>
                  <a:lnTo>
                    <a:pt x="3793" y="1560"/>
                  </a:lnTo>
                  <a:lnTo>
                    <a:pt x="3853" y="1560"/>
                  </a:lnTo>
                  <a:lnTo>
                    <a:pt x="3833" y="1541"/>
                  </a:lnTo>
                  <a:lnTo>
                    <a:pt x="3853" y="1521"/>
                  </a:lnTo>
                  <a:lnTo>
                    <a:pt x="3951" y="1521"/>
                  </a:lnTo>
                  <a:lnTo>
                    <a:pt x="3951" y="1501"/>
                  </a:lnTo>
                  <a:lnTo>
                    <a:pt x="3912" y="1481"/>
                  </a:lnTo>
                  <a:lnTo>
                    <a:pt x="3892" y="1481"/>
                  </a:lnTo>
                  <a:lnTo>
                    <a:pt x="3892" y="1501"/>
                  </a:lnTo>
                  <a:lnTo>
                    <a:pt x="3853" y="1481"/>
                  </a:lnTo>
                  <a:lnTo>
                    <a:pt x="3793" y="1462"/>
                  </a:lnTo>
                  <a:lnTo>
                    <a:pt x="3734" y="1402"/>
                  </a:lnTo>
                  <a:lnTo>
                    <a:pt x="3774" y="1402"/>
                  </a:lnTo>
                  <a:lnTo>
                    <a:pt x="3774" y="1383"/>
                  </a:lnTo>
                  <a:lnTo>
                    <a:pt x="3774" y="1363"/>
                  </a:lnTo>
                  <a:lnTo>
                    <a:pt x="3813" y="1383"/>
                  </a:lnTo>
                  <a:lnTo>
                    <a:pt x="3833" y="1402"/>
                  </a:lnTo>
                  <a:lnTo>
                    <a:pt x="3833" y="1422"/>
                  </a:lnTo>
                  <a:lnTo>
                    <a:pt x="3853" y="1442"/>
                  </a:lnTo>
                  <a:lnTo>
                    <a:pt x="3872" y="1402"/>
                  </a:lnTo>
                  <a:lnTo>
                    <a:pt x="3853" y="1402"/>
                  </a:lnTo>
                  <a:lnTo>
                    <a:pt x="3793" y="1343"/>
                  </a:lnTo>
                  <a:lnTo>
                    <a:pt x="3734" y="1343"/>
                  </a:lnTo>
                  <a:lnTo>
                    <a:pt x="3675" y="1304"/>
                  </a:lnTo>
                  <a:lnTo>
                    <a:pt x="3734" y="1264"/>
                  </a:lnTo>
                  <a:lnTo>
                    <a:pt x="3833" y="1264"/>
                  </a:lnTo>
                  <a:lnTo>
                    <a:pt x="3774" y="1244"/>
                  </a:lnTo>
                  <a:lnTo>
                    <a:pt x="3754" y="1205"/>
                  </a:lnTo>
                  <a:lnTo>
                    <a:pt x="3734" y="1146"/>
                  </a:lnTo>
                  <a:lnTo>
                    <a:pt x="3695" y="1165"/>
                  </a:lnTo>
                  <a:lnTo>
                    <a:pt x="3675" y="1146"/>
                  </a:lnTo>
                  <a:lnTo>
                    <a:pt x="3616" y="1126"/>
                  </a:lnTo>
                  <a:lnTo>
                    <a:pt x="3734" y="1086"/>
                  </a:lnTo>
                  <a:lnTo>
                    <a:pt x="3754" y="1126"/>
                  </a:lnTo>
                  <a:lnTo>
                    <a:pt x="3872" y="1126"/>
                  </a:lnTo>
                  <a:lnTo>
                    <a:pt x="3932" y="1165"/>
                  </a:lnTo>
                  <a:lnTo>
                    <a:pt x="3932" y="1185"/>
                  </a:lnTo>
                  <a:lnTo>
                    <a:pt x="3892" y="1225"/>
                  </a:lnTo>
                  <a:lnTo>
                    <a:pt x="3951" y="1205"/>
                  </a:lnTo>
                  <a:lnTo>
                    <a:pt x="3971" y="1185"/>
                  </a:lnTo>
                  <a:lnTo>
                    <a:pt x="3951" y="1185"/>
                  </a:lnTo>
                  <a:lnTo>
                    <a:pt x="3932" y="1146"/>
                  </a:lnTo>
                  <a:lnTo>
                    <a:pt x="3892" y="1106"/>
                  </a:lnTo>
                  <a:lnTo>
                    <a:pt x="3892" y="1086"/>
                  </a:lnTo>
                  <a:lnTo>
                    <a:pt x="3971" y="1086"/>
                  </a:lnTo>
                  <a:lnTo>
                    <a:pt x="3991" y="1106"/>
                  </a:lnTo>
                  <a:lnTo>
                    <a:pt x="3971" y="1067"/>
                  </a:lnTo>
                  <a:lnTo>
                    <a:pt x="3971" y="1047"/>
                  </a:lnTo>
                  <a:lnTo>
                    <a:pt x="3991" y="1047"/>
                  </a:lnTo>
                  <a:lnTo>
                    <a:pt x="3912" y="1027"/>
                  </a:lnTo>
                  <a:lnTo>
                    <a:pt x="3853" y="1027"/>
                  </a:lnTo>
                  <a:lnTo>
                    <a:pt x="3833" y="988"/>
                  </a:lnTo>
                  <a:lnTo>
                    <a:pt x="3951" y="968"/>
                  </a:lnTo>
                  <a:lnTo>
                    <a:pt x="3951" y="948"/>
                  </a:lnTo>
                  <a:lnTo>
                    <a:pt x="3892" y="928"/>
                  </a:lnTo>
                  <a:lnTo>
                    <a:pt x="3833" y="909"/>
                  </a:lnTo>
                  <a:lnTo>
                    <a:pt x="3793" y="869"/>
                  </a:lnTo>
                  <a:lnTo>
                    <a:pt x="3714" y="889"/>
                  </a:lnTo>
                  <a:lnTo>
                    <a:pt x="3675" y="869"/>
                  </a:lnTo>
                  <a:lnTo>
                    <a:pt x="3675" y="830"/>
                  </a:lnTo>
                  <a:lnTo>
                    <a:pt x="3675" y="810"/>
                  </a:lnTo>
                  <a:lnTo>
                    <a:pt x="3616" y="790"/>
                  </a:lnTo>
                  <a:lnTo>
                    <a:pt x="3635" y="810"/>
                  </a:lnTo>
                  <a:lnTo>
                    <a:pt x="3655" y="830"/>
                  </a:lnTo>
                  <a:lnTo>
                    <a:pt x="3655" y="869"/>
                  </a:lnTo>
                  <a:lnTo>
                    <a:pt x="3596" y="869"/>
                  </a:lnTo>
                  <a:lnTo>
                    <a:pt x="3576" y="849"/>
                  </a:lnTo>
                  <a:lnTo>
                    <a:pt x="3576" y="830"/>
                  </a:lnTo>
                  <a:lnTo>
                    <a:pt x="3556" y="790"/>
                  </a:lnTo>
                  <a:lnTo>
                    <a:pt x="3616" y="770"/>
                  </a:lnTo>
                  <a:lnTo>
                    <a:pt x="3714" y="751"/>
                  </a:lnTo>
                  <a:lnTo>
                    <a:pt x="3813" y="770"/>
                  </a:lnTo>
                  <a:lnTo>
                    <a:pt x="3892" y="830"/>
                  </a:lnTo>
                  <a:lnTo>
                    <a:pt x="3971" y="869"/>
                  </a:lnTo>
                  <a:lnTo>
                    <a:pt x="4090" y="909"/>
                  </a:lnTo>
                  <a:lnTo>
                    <a:pt x="4090" y="909"/>
                  </a:lnTo>
                  <a:lnTo>
                    <a:pt x="4070" y="790"/>
                  </a:lnTo>
                  <a:lnTo>
                    <a:pt x="4090" y="751"/>
                  </a:lnTo>
                  <a:lnTo>
                    <a:pt x="4129" y="711"/>
                  </a:lnTo>
                  <a:lnTo>
                    <a:pt x="4090" y="672"/>
                  </a:lnTo>
                  <a:lnTo>
                    <a:pt x="4011" y="652"/>
                  </a:lnTo>
                  <a:lnTo>
                    <a:pt x="3872" y="612"/>
                  </a:lnTo>
                  <a:lnTo>
                    <a:pt x="3872" y="593"/>
                  </a:lnTo>
                  <a:lnTo>
                    <a:pt x="3892" y="573"/>
                  </a:lnTo>
                  <a:lnTo>
                    <a:pt x="3951" y="612"/>
                  </a:lnTo>
                  <a:lnTo>
                    <a:pt x="3892" y="514"/>
                  </a:lnTo>
                  <a:lnTo>
                    <a:pt x="3872" y="474"/>
                  </a:lnTo>
                  <a:lnTo>
                    <a:pt x="3872" y="415"/>
                  </a:lnTo>
                  <a:lnTo>
                    <a:pt x="3853" y="395"/>
                  </a:lnTo>
                  <a:lnTo>
                    <a:pt x="3793" y="375"/>
                  </a:lnTo>
                  <a:lnTo>
                    <a:pt x="3675" y="356"/>
                  </a:lnTo>
                  <a:lnTo>
                    <a:pt x="3675" y="336"/>
                  </a:lnTo>
                  <a:lnTo>
                    <a:pt x="3003" y="158"/>
                  </a:lnTo>
                  <a:lnTo>
                    <a:pt x="2292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8" name="Google Shape;8848;p34"/>
            <p:cNvSpPr/>
            <p:nvPr/>
          </p:nvSpPr>
          <p:spPr>
            <a:xfrm>
              <a:off x="9643563" y="1176334"/>
              <a:ext cx="1519" cy="778"/>
            </a:xfrm>
            <a:custGeom>
              <a:rect b="b" l="l" r="r" t="t"/>
              <a:pathLst>
                <a:path extrusionOk="0" h="21" w="41">
                  <a:moveTo>
                    <a:pt x="1" y="1"/>
                  </a:moveTo>
                  <a:lnTo>
                    <a:pt x="1" y="1"/>
                  </a:lnTo>
                  <a:lnTo>
                    <a:pt x="40" y="20"/>
                  </a:lnTo>
                  <a:lnTo>
                    <a:pt x="40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9" name="Google Shape;8849;p34"/>
            <p:cNvSpPr/>
            <p:nvPr/>
          </p:nvSpPr>
          <p:spPr>
            <a:xfrm>
              <a:off x="8687928" y="245551"/>
              <a:ext cx="367338" cy="334442"/>
            </a:xfrm>
            <a:custGeom>
              <a:rect b="b" l="l" r="r" t="t"/>
              <a:pathLst>
                <a:path extrusionOk="0" h="9028" w="9916">
                  <a:moveTo>
                    <a:pt x="8553" y="1"/>
                  </a:moveTo>
                  <a:lnTo>
                    <a:pt x="8296" y="21"/>
                  </a:lnTo>
                  <a:lnTo>
                    <a:pt x="7980" y="80"/>
                  </a:lnTo>
                  <a:lnTo>
                    <a:pt x="7585" y="159"/>
                  </a:lnTo>
                  <a:lnTo>
                    <a:pt x="7111" y="297"/>
                  </a:lnTo>
                  <a:lnTo>
                    <a:pt x="6854" y="396"/>
                  </a:lnTo>
                  <a:lnTo>
                    <a:pt x="6598" y="515"/>
                  </a:lnTo>
                  <a:lnTo>
                    <a:pt x="6321" y="653"/>
                  </a:lnTo>
                  <a:lnTo>
                    <a:pt x="6025" y="811"/>
                  </a:lnTo>
                  <a:lnTo>
                    <a:pt x="5748" y="989"/>
                  </a:lnTo>
                  <a:lnTo>
                    <a:pt x="5472" y="1166"/>
                  </a:lnTo>
                  <a:lnTo>
                    <a:pt x="5235" y="1364"/>
                  </a:lnTo>
                  <a:lnTo>
                    <a:pt x="4998" y="1561"/>
                  </a:lnTo>
                  <a:lnTo>
                    <a:pt x="4780" y="1779"/>
                  </a:lnTo>
                  <a:lnTo>
                    <a:pt x="4583" y="1976"/>
                  </a:lnTo>
                  <a:lnTo>
                    <a:pt x="4227" y="2411"/>
                  </a:lnTo>
                  <a:lnTo>
                    <a:pt x="3911" y="2845"/>
                  </a:lnTo>
                  <a:lnTo>
                    <a:pt x="3615" y="3260"/>
                  </a:lnTo>
                  <a:lnTo>
                    <a:pt x="3339" y="3655"/>
                  </a:lnTo>
                  <a:lnTo>
                    <a:pt x="3042" y="4011"/>
                  </a:lnTo>
                  <a:lnTo>
                    <a:pt x="2805" y="4267"/>
                  </a:lnTo>
                  <a:lnTo>
                    <a:pt x="2509" y="4524"/>
                  </a:lnTo>
                  <a:lnTo>
                    <a:pt x="2173" y="4781"/>
                  </a:lnTo>
                  <a:lnTo>
                    <a:pt x="1818" y="5038"/>
                  </a:lnTo>
                  <a:lnTo>
                    <a:pt x="1660" y="5156"/>
                  </a:lnTo>
                  <a:lnTo>
                    <a:pt x="1205" y="5512"/>
                  </a:lnTo>
                  <a:lnTo>
                    <a:pt x="791" y="5867"/>
                  </a:lnTo>
                  <a:lnTo>
                    <a:pt x="593" y="6065"/>
                  </a:lnTo>
                  <a:lnTo>
                    <a:pt x="415" y="6262"/>
                  </a:lnTo>
                  <a:lnTo>
                    <a:pt x="277" y="6460"/>
                  </a:lnTo>
                  <a:lnTo>
                    <a:pt x="158" y="6657"/>
                  </a:lnTo>
                  <a:lnTo>
                    <a:pt x="79" y="6855"/>
                  </a:lnTo>
                  <a:lnTo>
                    <a:pt x="20" y="7052"/>
                  </a:lnTo>
                  <a:lnTo>
                    <a:pt x="0" y="7250"/>
                  </a:lnTo>
                  <a:lnTo>
                    <a:pt x="20" y="7467"/>
                  </a:lnTo>
                  <a:lnTo>
                    <a:pt x="60" y="7665"/>
                  </a:lnTo>
                  <a:lnTo>
                    <a:pt x="99" y="7862"/>
                  </a:lnTo>
                  <a:lnTo>
                    <a:pt x="178" y="8040"/>
                  </a:lnTo>
                  <a:lnTo>
                    <a:pt x="277" y="8198"/>
                  </a:lnTo>
                  <a:lnTo>
                    <a:pt x="396" y="8356"/>
                  </a:lnTo>
                  <a:lnTo>
                    <a:pt x="514" y="8494"/>
                  </a:lnTo>
                  <a:lnTo>
                    <a:pt x="672" y="8633"/>
                  </a:lnTo>
                  <a:lnTo>
                    <a:pt x="810" y="8731"/>
                  </a:lnTo>
                  <a:lnTo>
                    <a:pt x="968" y="8830"/>
                  </a:lnTo>
                  <a:lnTo>
                    <a:pt x="1146" y="8909"/>
                  </a:lnTo>
                  <a:lnTo>
                    <a:pt x="1304" y="8968"/>
                  </a:lnTo>
                  <a:lnTo>
                    <a:pt x="1482" y="9008"/>
                  </a:lnTo>
                  <a:lnTo>
                    <a:pt x="1660" y="9028"/>
                  </a:lnTo>
                  <a:lnTo>
                    <a:pt x="1837" y="9028"/>
                  </a:lnTo>
                  <a:lnTo>
                    <a:pt x="2015" y="8988"/>
                  </a:lnTo>
                  <a:lnTo>
                    <a:pt x="2232" y="8929"/>
                  </a:lnTo>
                  <a:lnTo>
                    <a:pt x="2489" y="8830"/>
                  </a:lnTo>
                  <a:lnTo>
                    <a:pt x="2766" y="8692"/>
                  </a:lnTo>
                  <a:lnTo>
                    <a:pt x="3378" y="8376"/>
                  </a:lnTo>
                  <a:lnTo>
                    <a:pt x="4010" y="8001"/>
                  </a:lnTo>
                  <a:lnTo>
                    <a:pt x="4642" y="7606"/>
                  </a:lnTo>
                  <a:lnTo>
                    <a:pt x="5215" y="7230"/>
                  </a:lnTo>
                  <a:lnTo>
                    <a:pt x="5709" y="6914"/>
                  </a:lnTo>
                  <a:lnTo>
                    <a:pt x="6084" y="6697"/>
                  </a:lnTo>
                  <a:lnTo>
                    <a:pt x="7565" y="5828"/>
                  </a:lnTo>
                  <a:lnTo>
                    <a:pt x="8435" y="5334"/>
                  </a:lnTo>
                  <a:lnTo>
                    <a:pt x="9343" y="4820"/>
                  </a:lnTo>
                  <a:lnTo>
                    <a:pt x="9442" y="4761"/>
                  </a:lnTo>
                  <a:lnTo>
                    <a:pt x="9541" y="4662"/>
                  </a:lnTo>
                  <a:lnTo>
                    <a:pt x="9620" y="4564"/>
                  </a:lnTo>
                  <a:lnTo>
                    <a:pt x="9699" y="4445"/>
                  </a:lnTo>
                  <a:lnTo>
                    <a:pt x="9758" y="4307"/>
                  </a:lnTo>
                  <a:lnTo>
                    <a:pt x="9817" y="4149"/>
                  </a:lnTo>
                  <a:lnTo>
                    <a:pt x="9876" y="3833"/>
                  </a:lnTo>
                  <a:lnTo>
                    <a:pt x="9916" y="3458"/>
                  </a:lnTo>
                  <a:lnTo>
                    <a:pt x="9916" y="3063"/>
                  </a:lnTo>
                  <a:lnTo>
                    <a:pt x="9896" y="2648"/>
                  </a:lnTo>
                  <a:lnTo>
                    <a:pt x="9837" y="2253"/>
                  </a:lnTo>
                  <a:lnTo>
                    <a:pt x="9758" y="1838"/>
                  </a:lnTo>
                  <a:lnTo>
                    <a:pt x="9659" y="1443"/>
                  </a:lnTo>
                  <a:lnTo>
                    <a:pt x="9541" y="1087"/>
                  </a:lnTo>
                  <a:lnTo>
                    <a:pt x="9402" y="752"/>
                  </a:lnTo>
                  <a:lnTo>
                    <a:pt x="9244" y="475"/>
                  </a:lnTo>
                  <a:lnTo>
                    <a:pt x="9086" y="238"/>
                  </a:lnTo>
                  <a:lnTo>
                    <a:pt x="9007" y="159"/>
                  </a:lnTo>
                  <a:lnTo>
                    <a:pt x="8928" y="80"/>
                  </a:lnTo>
                  <a:lnTo>
                    <a:pt x="8830" y="40"/>
                  </a:lnTo>
                  <a:lnTo>
                    <a:pt x="8751" y="21"/>
                  </a:lnTo>
                  <a:lnTo>
                    <a:pt x="8553" y="1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0" name="Google Shape;8850;p34"/>
            <p:cNvSpPr/>
            <p:nvPr/>
          </p:nvSpPr>
          <p:spPr>
            <a:xfrm>
              <a:off x="8529150" y="465827"/>
              <a:ext cx="1101274" cy="1114425"/>
            </a:xfrm>
            <a:custGeom>
              <a:rect b="b" l="l" r="r" t="t"/>
              <a:pathLst>
                <a:path extrusionOk="0" h="30083" w="29728">
                  <a:moveTo>
                    <a:pt x="14637" y="0"/>
                  </a:moveTo>
                  <a:lnTo>
                    <a:pt x="14162" y="20"/>
                  </a:lnTo>
                  <a:lnTo>
                    <a:pt x="13669" y="40"/>
                  </a:lnTo>
                  <a:lnTo>
                    <a:pt x="13195" y="79"/>
                  </a:lnTo>
                  <a:lnTo>
                    <a:pt x="12721" y="158"/>
                  </a:lnTo>
                  <a:lnTo>
                    <a:pt x="12247" y="218"/>
                  </a:lnTo>
                  <a:lnTo>
                    <a:pt x="11772" y="316"/>
                  </a:lnTo>
                  <a:lnTo>
                    <a:pt x="11318" y="435"/>
                  </a:lnTo>
                  <a:lnTo>
                    <a:pt x="10844" y="553"/>
                  </a:lnTo>
                  <a:lnTo>
                    <a:pt x="10390" y="692"/>
                  </a:lnTo>
                  <a:lnTo>
                    <a:pt x="9936" y="850"/>
                  </a:lnTo>
                  <a:lnTo>
                    <a:pt x="9501" y="1008"/>
                  </a:lnTo>
                  <a:lnTo>
                    <a:pt x="9066" y="1185"/>
                  </a:lnTo>
                  <a:lnTo>
                    <a:pt x="8632" y="1383"/>
                  </a:lnTo>
                  <a:lnTo>
                    <a:pt x="8197" y="1581"/>
                  </a:lnTo>
                  <a:lnTo>
                    <a:pt x="7802" y="1798"/>
                  </a:lnTo>
                  <a:lnTo>
                    <a:pt x="7388" y="2035"/>
                  </a:lnTo>
                  <a:lnTo>
                    <a:pt x="6992" y="2272"/>
                  </a:lnTo>
                  <a:lnTo>
                    <a:pt x="6597" y="2529"/>
                  </a:lnTo>
                  <a:lnTo>
                    <a:pt x="6183" y="2825"/>
                  </a:lnTo>
                  <a:lnTo>
                    <a:pt x="5768" y="3141"/>
                  </a:lnTo>
                  <a:lnTo>
                    <a:pt x="5333" y="3496"/>
                  </a:lnTo>
                  <a:lnTo>
                    <a:pt x="4899" y="3891"/>
                  </a:lnTo>
                  <a:lnTo>
                    <a:pt x="4464" y="4306"/>
                  </a:lnTo>
                  <a:lnTo>
                    <a:pt x="4010" y="4741"/>
                  </a:lnTo>
                  <a:lnTo>
                    <a:pt x="3595" y="5215"/>
                  </a:lnTo>
                  <a:lnTo>
                    <a:pt x="3161" y="5728"/>
                  </a:lnTo>
                  <a:lnTo>
                    <a:pt x="2746" y="6242"/>
                  </a:lnTo>
                  <a:lnTo>
                    <a:pt x="2351" y="6795"/>
                  </a:lnTo>
                  <a:lnTo>
                    <a:pt x="1975" y="7388"/>
                  </a:lnTo>
                  <a:lnTo>
                    <a:pt x="1620" y="8000"/>
                  </a:lnTo>
                  <a:lnTo>
                    <a:pt x="1304" y="8632"/>
                  </a:lnTo>
                  <a:lnTo>
                    <a:pt x="988" y="9284"/>
                  </a:lnTo>
                  <a:lnTo>
                    <a:pt x="731" y="9955"/>
                  </a:lnTo>
                  <a:lnTo>
                    <a:pt x="494" y="10666"/>
                  </a:lnTo>
                  <a:lnTo>
                    <a:pt x="297" y="11397"/>
                  </a:lnTo>
                  <a:lnTo>
                    <a:pt x="218" y="11773"/>
                  </a:lnTo>
                  <a:lnTo>
                    <a:pt x="158" y="12148"/>
                  </a:lnTo>
                  <a:lnTo>
                    <a:pt x="99" y="12523"/>
                  </a:lnTo>
                  <a:lnTo>
                    <a:pt x="60" y="12918"/>
                  </a:lnTo>
                  <a:lnTo>
                    <a:pt x="20" y="13313"/>
                  </a:lnTo>
                  <a:lnTo>
                    <a:pt x="0" y="13708"/>
                  </a:lnTo>
                  <a:lnTo>
                    <a:pt x="0" y="14123"/>
                  </a:lnTo>
                  <a:lnTo>
                    <a:pt x="0" y="14538"/>
                  </a:lnTo>
                  <a:lnTo>
                    <a:pt x="20" y="14953"/>
                  </a:lnTo>
                  <a:lnTo>
                    <a:pt x="60" y="15367"/>
                  </a:lnTo>
                  <a:lnTo>
                    <a:pt x="99" y="15782"/>
                  </a:lnTo>
                  <a:lnTo>
                    <a:pt x="178" y="16217"/>
                  </a:lnTo>
                  <a:lnTo>
                    <a:pt x="257" y="16651"/>
                  </a:lnTo>
                  <a:lnTo>
                    <a:pt x="356" y="17086"/>
                  </a:lnTo>
                  <a:lnTo>
                    <a:pt x="455" y="17540"/>
                  </a:lnTo>
                  <a:lnTo>
                    <a:pt x="593" y="17994"/>
                  </a:lnTo>
                  <a:lnTo>
                    <a:pt x="751" y="18449"/>
                  </a:lnTo>
                  <a:lnTo>
                    <a:pt x="909" y="18903"/>
                  </a:lnTo>
                  <a:lnTo>
                    <a:pt x="1087" y="19357"/>
                  </a:lnTo>
                  <a:lnTo>
                    <a:pt x="1304" y="19831"/>
                  </a:lnTo>
                  <a:lnTo>
                    <a:pt x="1521" y="20305"/>
                  </a:lnTo>
                  <a:lnTo>
                    <a:pt x="1758" y="20780"/>
                  </a:lnTo>
                  <a:lnTo>
                    <a:pt x="2035" y="21254"/>
                  </a:lnTo>
                  <a:lnTo>
                    <a:pt x="2311" y="21728"/>
                  </a:lnTo>
                  <a:lnTo>
                    <a:pt x="2608" y="22221"/>
                  </a:lnTo>
                  <a:lnTo>
                    <a:pt x="2943" y="22715"/>
                  </a:lnTo>
                  <a:lnTo>
                    <a:pt x="3279" y="23209"/>
                  </a:lnTo>
                  <a:lnTo>
                    <a:pt x="3654" y="23703"/>
                  </a:lnTo>
                  <a:lnTo>
                    <a:pt x="4030" y="24197"/>
                  </a:lnTo>
                  <a:lnTo>
                    <a:pt x="4425" y="24671"/>
                  </a:lnTo>
                  <a:lnTo>
                    <a:pt x="4800" y="25105"/>
                  </a:lnTo>
                  <a:lnTo>
                    <a:pt x="5195" y="25540"/>
                  </a:lnTo>
                  <a:lnTo>
                    <a:pt x="5570" y="25935"/>
                  </a:lnTo>
                  <a:lnTo>
                    <a:pt x="5965" y="26310"/>
                  </a:lnTo>
                  <a:lnTo>
                    <a:pt x="6360" y="26685"/>
                  </a:lnTo>
                  <a:lnTo>
                    <a:pt x="6755" y="27021"/>
                  </a:lnTo>
                  <a:lnTo>
                    <a:pt x="7151" y="27337"/>
                  </a:lnTo>
                  <a:lnTo>
                    <a:pt x="7546" y="27634"/>
                  </a:lnTo>
                  <a:lnTo>
                    <a:pt x="7921" y="27910"/>
                  </a:lnTo>
                  <a:lnTo>
                    <a:pt x="8316" y="28187"/>
                  </a:lnTo>
                  <a:lnTo>
                    <a:pt x="8711" y="28424"/>
                  </a:lnTo>
                  <a:lnTo>
                    <a:pt x="9106" y="28641"/>
                  </a:lnTo>
                  <a:lnTo>
                    <a:pt x="9521" y="28858"/>
                  </a:lnTo>
                  <a:lnTo>
                    <a:pt x="9916" y="29036"/>
                  </a:lnTo>
                  <a:lnTo>
                    <a:pt x="10311" y="29214"/>
                  </a:lnTo>
                  <a:lnTo>
                    <a:pt x="10706" y="29372"/>
                  </a:lnTo>
                  <a:lnTo>
                    <a:pt x="11101" y="29510"/>
                  </a:lnTo>
                  <a:lnTo>
                    <a:pt x="11496" y="29628"/>
                  </a:lnTo>
                  <a:lnTo>
                    <a:pt x="11871" y="29747"/>
                  </a:lnTo>
                  <a:lnTo>
                    <a:pt x="12266" y="29826"/>
                  </a:lnTo>
                  <a:lnTo>
                    <a:pt x="12661" y="29905"/>
                  </a:lnTo>
                  <a:lnTo>
                    <a:pt x="13056" y="29964"/>
                  </a:lnTo>
                  <a:lnTo>
                    <a:pt x="13451" y="30024"/>
                  </a:lnTo>
                  <a:lnTo>
                    <a:pt x="13827" y="30043"/>
                  </a:lnTo>
                  <a:lnTo>
                    <a:pt x="14222" y="30063"/>
                  </a:lnTo>
                  <a:lnTo>
                    <a:pt x="14597" y="30083"/>
                  </a:lnTo>
                  <a:lnTo>
                    <a:pt x="14992" y="30063"/>
                  </a:lnTo>
                  <a:lnTo>
                    <a:pt x="15367" y="30043"/>
                  </a:lnTo>
                  <a:lnTo>
                    <a:pt x="15743" y="30024"/>
                  </a:lnTo>
                  <a:lnTo>
                    <a:pt x="16138" y="29964"/>
                  </a:lnTo>
                  <a:lnTo>
                    <a:pt x="16869" y="29846"/>
                  </a:lnTo>
                  <a:lnTo>
                    <a:pt x="17619" y="29688"/>
                  </a:lnTo>
                  <a:lnTo>
                    <a:pt x="18350" y="29470"/>
                  </a:lnTo>
                  <a:lnTo>
                    <a:pt x="19061" y="29214"/>
                  </a:lnTo>
                  <a:lnTo>
                    <a:pt x="19752" y="28937"/>
                  </a:lnTo>
                  <a:lnTo>
                    <a:pt x="20444" y="28621"/>
                  </a:lnTo>
                  <a:lnTo>
                    <a:pt x="21115" y="28266"/>
                  </a:lnTo>
                  <a:lnTo>
                    <a:pt x="21787" y="27890"/>
                  </a:lnTo>
                  <a:lnTo>
                    <a:pt x="22419" y="27495"/>
                  </a:lnTo>
                  <a:lnTo>
                    <a:pt x="23031" y="27061"/>
                  </a:lnTo>
                  <a:lnTo>
                    <a:pt x="23643" y="26626"/>
                  </a:lnTo>
                  <a:lnTo>
                    <a:pt x="24216" y="26172"/>
                  </a:lnTo>
                  <a:lnTo>
                    <a:pt x="24769" y="25698"/>
                  </a:lnTo>
                  <a:lnTo>
                    <a:pt x="25303" y="25204"/>
                  </a:lnTo>
                  <a:lnTo>
                    <a:pt x="25816" y="24710"/>
                  </a:lnTo>
                  <a:lnTo>
                    <a:pt x="26310" y="24216"/>
                  </a:lnTo>
                  <a:lnTo>
                    <a:pt x="26764" y="23703"/>
                  </a:lnTo>
                  <a:lnTo>
                    <a:pt x="27179" y="23209"/>
                  </a:lnTo>
                  <a:lnTo>
                    <a:pt x="27554" y="22715"/>
                  </a:lnTo>
                  <a:lnTo>
                    <a:pt x="27890" y="22221"/>
                  </a:lnTo>
                  <a:lnTo>
                    <a:pt x="28186" y="21747"/>
                  </a:lnTo>
                  <a:lnTo>
                    <a:pt x="28463" y="21254"/>
                  </a:lnTo>
                  <a:lnTo>
                    <a:pt x="28700" y="20780"/>
                  </a:lnTo>
                  <a:lnTo>
                    <a:pt x="28897" y="20325"/>
                  </a:lnTo>
                  <a:lnTo>
                    <a:pt x="29095" y="19871"/>
                  </a:lnTo>
                  <a:lnTo>
                    <a:pt x="29233" y="19417"/>
                  </a:lnTo>
                  <a:lnTo>
                    <a:pt x="29372" y="18982"/>
                  </a:lnTo>
                  <a:lnTo>
                    <a:pt x="29470" y="18548"/>
                  </a:lnTo>
                  <a:lnTo>
                    <a:pt x="29569" y="18153"/>
                  </a:lnTo>
                  <a:lnTo>
                    <a:pt x="29628" y="17738"/>
                  </a:lnTo>
                  <a:lnTo>
                    <a:pt x="29668" y="17362"/>
                  </a:lnTo>
                  <a:lnTo>
                    <a:pt x="29707" y="16987"/>
                  </a:lnTo>
                  <a:lnTo>
                    <a:pt x="29727" y="16632"/>
                  </a:lnTo>
                  <a:lnTo>
                    <a:pt x="29727" y="16296"/>
                  </a:lnTo>
                  <a:lnTo>
                    <a:pt x="29707" y="15664"/>
                  </a:lnTo>
                  <a:lnTo>
                    <a:pt x="29648" y="15111"/>
                  </a:lnTo>
                  <a:lnTo>
                    <a:pt x="29569" y="14656"/>
                  </a:lnTo>
                  <a:lnTo>
                    <a:pt x="29470" y="14281"/>
                  </a:lnTo>
                  <a:lnTo>
                    <a:pt x="29391" y="14005"/>
                  </a:lnTo>
                  <a:lnTo>
                    <a:pt x="29332" y="13768"/>
                  </a:lnTo>
                  <a:lnTo>
                    <a:pt x="29253" y="13432"/>
                  </a:lnTo>
                  <a:lnTo>
                    <a:pt x="29115" y="12997"/>
                  </a:lnTo>
                  <a:lnTo>
                    <a:pt x="28917" y="12444"/>
                  </a:lnTo>
                  <a:lnTo>
                    <a:pt x="28680" y="11812"/>
                  </a:lnTo>
                  <a:lnTo>
                    <a:pt x="28364" y="11101"/>
                  </a:lnTo>
                  <a:lnTo>
                    <a:pt x="27989" y="10331"/>
                  </a:lnTo>
                  <a:lnTo>
                    <a:pt x="27574" y="9501"/>
                  </a:lnTo>
                  <a:lnTo>
                    <a:pt x="27100" y="8652"/>
                  </a:lnTo>
                  <a:lnTo>
                    <a:pt x="26586" y="7763"/>
                  </a:lnTo>
                  <a:lnTo>
                    <a:pt x="26014" y="6894"/>
                  </a:lnTo>
                  <a:lnTo>
                    <a:pt x="25382" y="6005"/>
                  </a:lnTo>
                  <a:lnTo>
                    <a:pt x="25066" y="5570"/>
                  </a:lnTo>
                  <a:lnTo>
                    <a:pt x="24710" y="5156"/>
                  </a:lnTo>
                  <a:lnTo>
                    <a:pt x="24374" y="4721"/>
                  </a:lnTo>
                  <a:lnTo>
                    <a:pt x="23999" y="4326"/>
                  </a:lnTo>
                  <a:lnTo>
                    <a:pt x="23643" y="3931"/>
                  </a:lnTo>
                  <a:lnTo>
                    <a:pt x="23248" y="3536"/>
                  </a:lnTo>
                  <a:lnTo>
                    <a:pt x="22853" y="3180"/>
                  </a:lnTo>
                  <a:lnTo>
                    <a:pt x="22458" y="2825"/>
                  </a:lnTo>
                  <a:lnTo>
                    <a:pt x="22044" y="2489"/>
                  </a:lnTo>
                  <a:lnTo>
                    <a:pt x="21629" y="2173"/>
                  </a:lnTo>
                  <a:lnTo>
                    <a:pt x="21194" y="1877"/>
                  </a:lnTo>
                  <a:lnTo>
                    <a:pt x="20760" y="1600"/>
                  </a:lnTo>
                  <a:lnTo>
                    <a:pt x="20305" y="1363"/>
                  </a:lnTo>
                  <a:lnTo>
                    <a:pt x="19871" y="1126"/>
                  </a:lnTo>
                  <a:lnTo>
                    <a:pt x="19397" y="929"/>
                  </a:lnTo>
                  <a:lnTo>
                    <a:pt x="18942" y="751"/>
                  </a:lnTo>
                  <a:lnTo>
                    <a:pt x="18468" y="593"/>
                  </a:lnTo>
                  <a:lnTo>
                    <a:pt x="17994" y="435"/>
                  </a:lnTo>
                  <a:lnTo>
                    <a:pt x="17520" y="316"/>
                  </a:lnTo>
                  <a:lnTo>
                    <a:pt x="17046" y="218"/>
                  </a:lnTo>
                  <a:lnTo>
                    <a:pt x="16572" y="139"/>
                  </a:lnTo>
                  <a:lnTo>
                    <a:pt x="16098" y="79"/>
                  </a:lnTo>
                  <a:lnTo>
                    <a:pt x="15604" y="40"/>
                  </a:lnTo>
                  <a:lnTo>
                    <a:pt x="15130" y="20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1" name="Google Shape;8851;p34"/>
            <p:cNvSpPr/>
            <p:nvPr/>
          </p:nvSpPr>
          <p:spPr>
            <a:xfrm>
              <a:off x="8690855" y="432152"/>
              <a:ext cx="76127" cy="92242"/>
            </a:xfrm>
            <a:custGeom>
              <a:rect b="b" l="l" r="r" t="t"/>
              <a:pathLst>
                <a:path extrusionOk="0" h="2490" w="2055">
                  <a:moveTo>
                    <a:pt x="1739" y="1"/>
                  </a:moveTo>
                  <a:lnTo>
                    <a:pt x="1581" y="119"/>
                  </a:lnTo>
                  <a:lnTo>
                    <a:pt x="1719" y="317"/>
                  </a:lnTo>
                  <a:lnTo>
                    <a:pt x="1778" y="435"/>
                  </a:lnTo>
                  <a:lnTo>
                    <a:pt x="1818" y="574"/>
                  </a:lnTo>
                  <a:lnTo>
                    <a:pt x="1857" y="712"/>
                  </a:lnTo>
                  <a:lnTo>
                    <a:pt x="1857" y="850"/>
                  </a:lnTo>
                  <a:lnTo>
                    <a:pt x="1837" y="988"/>
                  </a:lnTo>
                  <a:lnTo>
                    <a:pt x="1778" y="1127"/>
                  </a:lnTo>
                  <a:lnTo>
                    <a:pt x="1660" y="1304"/>
                  </a:lnTo>
                  <a:lnTo>
                    <a:pt x="1482" y="1482"/>
                  </a:lnTo>
                  <a:lnTo>
                    <a:pt x="1304" y="1680"/>
                  </a:lnTo>
                  <a:lnTo>
                    <a:pt x="1126" y="1838"/>
                  </a:lnTo>
                  <a:lnTo>
                    <a:pt x="791" y="2094"/>
                  </a:lnTo>
                  <a:lnTo>
                    <a:pt x="672" y="2193"/>
                  </a:lnTo>
                  <a:lnTo>
                    <a:pt x="79" y="1620"/>
                  </a:lnTo>
                  <a:lnTo>
                    <a:pt x="0" y="1818"/>
                  </a:lnTo>
                  <a:lnTo>
                    <a:pt x="652" y="2490"/>
                  </a:lnTo>
                  <a:lnTo>
                    <a:pt x="870" y="2331"/>
                  </a:lnTo>
                  <a:lnTo>
                    <a:pt x="1324" y="1917"/>
                  </a:lnTo>
                  <a:lnTo>
                    <a:pt x="1561" y="1660"/>
                  </a:lnTo>
                  <a:lnTo>
                    <a:pt x="1798" y="1423"/>
                  </a:lnTo>
                  <a:lnTo>
                    <a:pt x="1956" y="1186"/>
                  </a:lnTo>
                  <a:lnTo>
                    <a:pt x="2015" y="1087"/>
                  </a:lnTo>
                  <a:lnTo>
                    <a:pt x="2055" y="988"/>
                  </a:lnTo>
                  <a:lnTo>
                    <a:pt x="2055" y="870"/>
                  </a:lnTo>
                  <a:lnTo>
                    <a:pt x="2055" y="732"/>
                  </a:lnTo>
                  <a:lnTo>
                    <a:pt x="2015" y="593"/>
                  </a:lnTo>
                  <a:lnTo>
                    <a:pt x="1976" y="455"/>
                  </a:lnTo>
                  <a:lnTo>
                    <a:pt x="1857" y="198"/>
                  </a:lnTo>
                  <a:lnTo>
                    <a:pt x="1739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2" name="Google Shape;8852;p34"/>
            <p:cNvSpPr/>
            <p:nvPr/>
          </p:nvSpPr>
          <p:spPr>
            <a:xfrm>
              <a:off x="9347233" y="1536347"/>
              <a:ext cx="100281" cy="44676"/>
            </a:xfrm>
            <a:custGeom>
              <a:rect b="b" l="l" r="r" t="t"/>
              <a:pathLst>
                <a:path extrusionOk="0" h="1206" w="2707">
                  <a:moveTo>
                    <a:pt x="1699" y="1"/>
                  </a:moveTo>
                  <a:lnTo>
                    <a:pt x="1323" y="40"/>
                  </a:lnTo>
                  <a:lnTo>
                    <a:pt x="948" y="139"/>
                  </a:lnTo>
                  <a:lnTo>
                    <a:pt x="593" y="238"/>
                  </a:lnTo>
                  <a:lnTo>
                    <a:pt x="277" y="336"/>
                  </a:lnTo>
                  <a:lnTo>
                    <a:pt x="0" y="455"/>
                  </a:lnTo>
                  <a:lnTo>
                    <a:pt x="198" y="1166"/>
                  </a:lnTo>
                  <a:lnTo>
                    <a:pt x="454" y="1206"/>
                  </a:lnTo>
                  <a:lnTo>
                    <a:pt x="454" y="1206"/>
                  </a:lnTo>
                  <a:lnTo>
                    <a:pt x="356" y="810"/>
                  </a:lnTo>
                  <a:lnTo>
                    <a:pt x="316" y="593"/>
                  </a:lnTo>
                  <a:lnTo>
                    <a:pt x="375" y="573"/>
                  </a:lnTo>
                  <a:lnTo>
                    <a:pt x="514" y="494"/>
                  </a:lnTo>
                  <a:lnTo>
                    <a:pt x="751" y="415"/>
                  </a:lnTo>
                  <a:lnTo>
                    <a:pt x="1007" y="336"/>
                  </a:lnTo>
                  <a:lnTo>
                    <a:pt x="1304" y="277"/>
                  </a:lnTo>
                  <a:lnTo>
                    <a:pt x="1620" y="238"/>
                  </a:lnTo>
                  <a:lnTo>
                    <a:pt x="1758" y="238"/>
                  </a:lnTo>
                  <a:lnTo>
                    <a:pt x="1916" y="257"/>
                  </a:lnTo>
                  <a:lnTo>
                    <a:pt x="2034" y="277"/>
                  </a:lnTo>
                  <a:lnTo>
                    <a:pt x="2173" y="317"/>
                  </a:lnTo>
                  <a:lnTo>
                    <a:pt x="2232" y="356"/>
                  </a:lnTo>
                  <a:lnTo>
                    <a:pt x="2272" y="396"/>
                  </a:lnTo>
                  <a:lnTo>
                    <a:pt x="2370" y="514"/>
                  </a:lnTo>
                  <a:lnTo>
                    <a:pt x="2469" y="652"/>
                  </a:lnTo>
                  <a:lnTo>
                    <a:pt x="2528" y="791"/>
                  </a:lnTo>
                  <a:lnTo>
                    <a:pt x="2706" y="712"/>
                  </a:lnTo>
                  <a:lnTo>
                    <a:pt x="2647" y="573"/>
                  </a:lnTo>
                  <a:lnTo>
                    <a:pt x="2548" y="435"/>
                  </a:lnTo>
                  <a:lnTo>
                    <a:pt x="2410" y="257"/>
                  </a:lnTo>
                  <a:lnTo>
                    <a:pt x="2232" y="99"/>
                  </a:lnTo>
                  <a:lnTo>
                    <a:pt x="2133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3" name="Google Shape;8853;p34"/>
            <p:cNvSpPr/>
            <p:nvPr/>
          </p:nvSpPr>
          <p:spPr>
            <a:xfrm>
              <a:off x="8993779" y="-173700"/>
              <a:ext cx="515185" cy="596350"/>
            </a:xfrm>
            <a:custGeom>
              <a:rect b="b" l="l" r="r" t="t"/>
              <a:pathLst>
                <a:path extrusionOk="0" h="16098" w="13907">
                  <a:moveTo>
                    <a:pt x="4603" y="0"/>
                  </a:moveTo>
                  <a:lnTo>
                    <a:pt x="2272" y="5886"/>
                  </a:lnTo>
                  <a:lnTo>
                    <a:pt x="1" y="11575"/>
                  </a:lnTo>
                  <a:lnTo>
                    <a:pt x="6973" y="16098"/>
                  </a:lnTo>
                  <a:lnTo>
                    <a:pt x="8000" y="14656"/>
                  </a:lnTo>
                  <a:lnTo>
                    <a:pt x="10252" y="11417"/>
                  </a:lnTo>
                  <a:lnTo>
                    <a:pt x="12622" y="8000"/>
                  </a:lnTo>
                  <a:lnTo>
                    <a:pt x="13452" y="6735"/>
                  </a:lnTo>
                  <a:lnTo>
                    <a:pt x="13728" y="6301"/>
                  </a:lnTo>
                  <a:lnTo>
                    <a:pt x="13886" y="6044"/>
                  </a:lnTo>
                  <a:lnTo>
                    <a:pt x="13906" y="6005"/>
                  </a:lnTo>
                  <a:lnTo>
                    <a:pt x="13906" y="5945"/>
                  </a:lnTo>
                  <a:lnTo>
                    <a:pt x="13867" y="5827"/>
                  </a:lnTo>
                  <a:lnTo>
                    <a:pt x="13768" y="5689"/>
                  </a:lnTo>
                  <a:lnTo>
                    <a:pt x="13630" y="5511"/>
                  </a:lnTo>
                  <a:lnTo>
                    <a:pt x="13432" y="5333"/>
                  </a:lnTo>
                  <a:lnTo>
                    <a:pt x="13215" y="5136"/>
                  </a:lnTo>
                  <a:lnTo>
                    <a:pt x="12642" y="4681"/>
                  </a:lnTo>
                  <a:lnTo>
                    <a:pt x="11971" y="4187"/>
                  </a:lnTo>
                  <a:lnTo>
                    <a:pt x="11180" y="3674"/>
                  </a:lnTo>
                  <a:lnTo>
                    <a:pt x="10331" y="3141"/>
                  </a:lnTo>
                  <a:lnTo>
                    <a:pt x="9462" y="2588"/>
                  </a:lnTo>
                  <a:lnTo>
                    <a:pt x="8573" y="2074"/>
                  </a:lnTo>
                  <a:lnTo>
                    <a:pt x="7704" y="1560"/>
                  </a:lnTo>
                  <a:lnTo>
                    <a:pt x="6894" y="1106"/>
                  </a:lnTo>
                  <a:lnTo>
                    <a:pt x="6163" y="711"/>
                  </a:lnTo>
                  <a:lnTo>
                    <a:pt x="5531" y="395"/>
                  </a:lnTo>
                  <a:lnTo>
                    <a:pt x="5057" y="158"/>
                  </a:lnTo>
                  <a:lnTo>
                    <a:pt x="4722" y="20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4" name="Google Shape;8854;p34"/>
            <p:cNvSpPr/>
            <p:nvPr/>
          </p:nvSpPr>
          <p:spPr>
            <a:xfrm>
              <a:off x="9709430" y="1086349"/>
              <a:ext cx="488809" cy="395863"/>
            </a:xfrm>
            <a:custGeom>
              <a:rect b="b" l="l" r="r" t="t"/>
              <a:pathLst>
                <a:path extrusionOk="0" h="10686" w="13195">
                  <a:moveTo>
                    <a:pt x="12661" y="0"/>
                  </a:moveTo>
                  <a:lnTo>
                    <a:pt x="12029" y="20"/>
                  </a:lnTo>
                  <a:lnTo>
                    <a:pt x="11200" y="79"/>
                  </a:lnTo>
                  <a:lnTo>
                    <a:pt x="9086" y="277"/>
                  </a:lnTo>
                  <a:lnTo>
                    <a:pt x="6657" y="533"/>
                  </a:lnTo>
                  <a:lnTo>
                    <a:pt x="4207" y="810"/>
                  </a:lnTo>
                  <a:lnTo>
                    <a:pt x="2094" y="1067"/>
                  </a:lnTo>
                  <a:lnTo>
                    <a:pt x="0" y="1324"/>
                  </a:lnTo>
                  <a:lnTo>
                    <a:pt x="158" y="10113"/>
                  </a:lnTo>
                  <a:lnTo>
                    <a:pt x="6262" y="10390"/>
                  </a:lnTo>
                  <a:lnTo>
                    <a:pt x="12661" y="10686"/>
                  </a:lnTo>
                  <a:lnTo>
                    <a:pt x="12701" y="10666"/>
                  </a:lnTo>
                  <a:lnTo>
                    <a:pt x="12721" y="10567"/>
                  </a:lnTo>
                  <a:lnTo>
                    <a:pt x="12800" y="10251"/>
                  </a:lnTo>
                  <a:lnTo>
                    <a:pt x="12839" y="9738"/>
                  </a:lnTo>
                  <a:lnTo>
                    <a:pt x="12898" y="9086"/>
                  </a:lnTo>
                  <a:lnTo>
                    <a:pt x="12977" y="7427"/>
                  </a:lnTo>
                  <a:lnTo>
                    <a:pt x="13037" y="5531"/>
                  </a:lnTo>
                  <a:lnTo>
                    <a:pt x="13116" y="1896"/>
                  </a:lnTo>
                  <a:lnTo>
                    <a:pt x="13155" y="632"/>
                  </a:lnTo>
                  <a:lnTo>
                    <a:pt x="13175" y="237"/>
                  </a:lnTo>
                  <a:lnTo>
                    <a:pt x="13195" y="59"/>
                  </a:lnTo>
                  <a:lnTo>
                    <a:pt x="13195" y="40"/>
                  </a:lnTo>
                  <a:lnTo>
                    <a:pt x="13175" y="20"/>
                  </a:lnTo>
                  <a:lnTo>
                    <a:pt x="13076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5" name="Google Shape;8855;p34"/>
            <p:cNvSpPr/>
            <p:nvPr/>
          </p:nvSpPr>
          <p:spPr>
            <a:xfrm>
              <a:off x="8630137" y="1077569"/>
              <a:ext cx="2964" cy="7335"/>
            </a:xfrm>
            <a:custGeom>
              <a:rect b="b" l="l" r="r" t="t"/>
              <a:pathLst>
                <a:path extrusionOk="0" h="198" w="80">
                  <a:moveTo>
                    <a:pt x="79" y="198"/>
                  </a:moveTo>
                  <a:lnTo>
                    <a:pt x="79" y="198"/>
                  </a:lnTo>
                  <a:lnTo>
                    <a:pt x="0" y="0"/>
                  </a:lnTo>
                  <a:lnTo>
                    <a:pt x="0" y="0"/>
                  </a:lnTo>
                  <a:lnTo>
                    <a:pt x="79" y="198"/>
                  </a:lnTo>
                  <a:lnTo>
                    <a:pt x="79" y="198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6" name="Google Shape;8856;p34"/>
            <p:cNvSpPr/>
            <p:nvPr/>
          </p:nvSpPr>
          <p:spPr>
            <a:xfrm>
              <a:off x="8871602" y="666320"/>
              <a:ext cx="5149" cy="2964"/>
            </a:xfrm>
            <a:custGeom>
              <a:rect b="b" l="l" r="r" t="t"/>
              <a:pathLst>
                <a:path extrusionOk="0" h="80" w="139">
                  <a:moveTo>
                    <a:pt x="138" y="0"/>
                  </a:moveTo>
                  <a:lnTo>
                    <a:pt x="59" y="40"/>
                  </a:lnTo>
                  <a:lnTo>
                    <a:pt x="0" y="79"/>
                  </a:lnTo>
                  <a:lnTo>
                    <a:pt x="99" y="4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7" name="Google Shape;8857;p34"/>
            <p:cNvSpPr/>
            <p:nvPr/>
          </p:nvSpPr>
          <p:spPr>
            <a:xfrm>
              <a:off x="9280625" y="603379"/>
              <a:ext cx="778" cy="778"/>
            </a:xfrm>
            <a:custGeom>
              <a:rect b="b" l="l" r="r" t="t"/>
              <a:pathLst>
                <a:path extrusionOk="0" h="21" w="21">
                  <a:moveTo>
                    <a:pt x="20" y="1"/>
                  </a:moveTo>
                  <a:lnTo>
                    <a:pt x="1" y="20"/>
                  </a:lnTo>
                  <a:lnTo>
                    <a:pt x="20" y="20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8" name="Google Shape;8858;p34"/>
            <p:cNvSpPr/>
            <p:nvPr/>
          </p:nvSpPr>
          <p:spPr>
            <a:xfrm>
              <a:off x="8678408" y="1149253"/>
              <a:ext cx="2223" cy="2964"/>
            </a:xfrm>
            <a:custGeom>
              <a:rect b="b" l="l" r="r" t="t"/>
              <a:pathLst>
                <a:path extrusionOk="0" h="80" w="60">
                  <a:moveTo>
                    <a:pt x="1" y="1"/>
                  </a:moveTo>
                  <a:lnTo>
                    <a:pt x="1" y="21"/>
                  </a:lnTo>
                  <a:lnTo>
                    <a:pt x="1" y="40"/>
                  </a:lnTo>
                  <a:lnTo>
                    <a:pt x="60" y="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9" name="Google Shape;8859;p34"/>
            <p:cNvSpPr/>
            <p:nvPr/>
          </p:nvSpPr>
          <p:spPr>
            <a:xfrm>
              <a:off x="9309891" y="711702"/>
              <a:ext cx="2223" cy="741"/>
            </a:xfrm>
            <a:custGeom>
              <a:rect b="b" l="l" r="r" t="t"/>
              <a:pathLst>
                <a:path extrusionOk="0" h="20" w="60">
                  <a:moveTo>
                    <a:pt x="1" y="0"/>
                  </a:moveTo>
                  <a:lnTo>
                    <a:pt x="60" y="2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0" name="Google Shape;8860;p34"/>
            <p:cNvSpPr/>
            <p:nvPr/>
          </p:nvSpPr>
          <p:spPr>
            <a:xfrm>
              <a:off x="8610354" y="553626"/>
              <a:ext cx="936646" cy="969579"/>
            </a:xfrm>
            <a:custGeom>
              <a:rect b="b" l="l" r="r" t="t"/>
              <a:pathLst>
                <a:path extrusionOk="0" h="26173" w="25284">
                  <a:moveTo>
                    <a:pt x="23422" y="7841"/>
                  </a:moveTo>
                  <a:lnTo>
                    <a:pt x="23432" y="7852"/>
                  </a:lnTo>
                  <a:lnTo>
                    <a:pt x="23427" y="7842"/>
                  </a:lnTo>
                  <a:lnTo>
                    <a:pt x="23422" y="7841"/>
                  </a:lnTo>
                  <a:close/>
                  <a:moveTo>
                    <a:pt x="23432" y="7852"/>
                  </a:moveTo>
                  <a:lnTo>
                    <a:pt x="23446" y="7882"/>
                  </a:lnTo>
                  <a:lnTo>
                    <a:pt x="23466" y="7941"/>
                  </a:lnTo>
                  <a:lnTo>
                    <a:pt x="23446" y="7941"/>
                  </a:lnTo>
                  <a:lnTo>
                    <a:pt x="23427" y="7921"/>
                  </a:lnTo>
                  <a:lnTo>
                    <a:pt x="23506" y="8040"/>
                  </a:lnTo>
                  <a:lnTo>
                    <a:pt x="23565" y="8099"/>
                  </a:lnTo>
                  <a:lnTo>
                    <a:pt x="23664" y="8178"/>
                  </a:lnTo>
                  <a:lnTo>
                    <a:pt x="23743" y="8217"/>
                  </a:lnTo>
                  <a:lnTo>
                    <a:pt x="23901" y="8336"/>
                  </a:lnTo>
                  <a:lnTo>
                    <a:pt x="23683" y="8138"/>
                  </a:lnTo>
                  <a:lnTo>
                    <a:pt x="23506" y="7941"/>
                  </a:lnTo>
                  <a:lnTo>
                    <a:pt x="23432" y="7852"/>
                  </a:lnTo>
                  <a:close/>
                  <a:moveTo>
                    <a:pt x="179" y="13728"/>
                  </a:moveTo>
                  <a:lnTo>
                    <a:pt x="159" y="13748"/>
                  </a:lnTo>
                  <a:lnTo>
                    <a:pt x="179" y="13807"/>
                  </a:lnTo>
                  <a:lnTo>
                    <a:pt x="232" y="13950"/>
                  </a:lnTo>
                  <a:lnTo>
                    <a:pt x="218" y="13867"/>
                  </a:lnTo>
                  <a:lnTo>
                    <a:pt x="198" y="13728"/>
                  </a:lnTo>
                  <a:close/>
                  <a:moveTo>
                    <a:pt x="232" y="13950"/>
                  </a:moveTo>
                  <a:lnTo>
                    <a:pt x="234" y="13961"/>
                  </a:lnTo>
                  <a:lnTo>
                    <a:pt x="238" y="13965"/>
                  </a:lnTo>
                  <a:lnTo>
                    <a:pt x="232" y="13950"/>
                  </a:lnTo>
                  <a:close/>
                  <a:moveTo>
                    <a:pt x="23367" y="13432"/>
                  </a:moveTo>
                  <a:lnTo>
                    <a:pt x="23190" y="13689"/>
                  </a:lnTo>
                  <a:lnTo>
                    <a:pt x="23209" y="13788"/>
                  </a:lnTo>
                  <a:lnTo>
                    <a:pt x="23190" y="13886"/>
                  </a:lnTo>
                  <a:lnTo>
                    <a:pt x="23150" y="14064"/>
                  </a:lnTo>
                  <a:lnTo>
                    <a:pt x="23091" y="14242"/>
                  </a:lnTo>
                  <a:lnTo>
                    <a:pt x="23071" y="14380"/>
                  </a:lnTo>
                  <a:lnTo>
                    <a:pt x="23150" y="14202"/>
                  </a:lnTo>
                  <a:lnTo>
                    <a:pt x="23170" y="14222"/>
                  </a:lnTo>
                  <a:lnTo>
                    <a:pt x="23190" y="14262"/>
                  </a:lnTo>
                  <a:lnTo>
                    <a:pt x="23170" y="14341"/>
                  </a:lnTo>
                  <a:lnTo>
                    <a:pt x="23111" y="14499"/>
                  </a:lnTo>
                  <a:lnTo>
                    <a:pt x="23111" y="14499"/>
                  </a:lnTo>
                  <a:lnTo>
                    <a:pt x="23269" y="14400"/>
                  </a:lnTo>
                  <a:lnTo>
                    <a:pt x="23308" y="14202"/>
                  </a:lnTo>
                  <a:lnTo>
                    <a:pt x="23308" y="14044"/>
                  </a:lnTo>
                  <a:lnTo>
                    <a:pt x="23308" y="13886"/>
                  </a:lnTo>
                  <a:lnTo>
                    <a:pt x="23328" y="13827"/>
                  </a:lnTo>
                  <a:lnTo>
                    <a:pt x="23367" y="13748"/>
                  </a:lnTo>
                  <a:lnTo>
                    <a:pt x="23367" y="13906"/>
                  </a:lnTo>
                  <a:lnTo>
                    <a:pt x="23387" y="13827"/>
                  </a:lnTo>
                  <a:lnTo>
                    <a:pt x="23407" y="13669"/>
                  </a:lnTo>
                  <a:lnTo>
                    <a:pt x="23407" y="13511"/>
                  </a:lnTo>
                  <a:lnTo>
                    <a:pt x="23407" y="13472"/>
                  </a:lnTo>
                  <a:lnTo>
                    <a:pt x="23367" y="13432"/>
                  </a:lnTo>
                  <a:close/>
                  <a:moveTo>
                    <a:pt x="574" y="15131"/>
                  </a:moveTo>
                  <a:lnTo>
                    <a:pt x="662" y="15264"/>
                  </a:lnTo>
                  <a:lnTo>
                    <a:pt x="633" y="15190"/>
                  </a:lnTo>
                  <a:lnTo>
                    <a:pt x="574" y="15131"/>
                  </a:lnTo>
                  <a:close/>
                  <a:moveTo>
                    <a:pt x="662" y="15264"/>
                  </a:moveTo>
                  <a:lnTo>
                    <a:pt x="672" y="15289"/>
                  </a:lnTo>
                  <a:lnTo>
                    <a:pt x="692" y="15308"/>
                  </a:lnTo>
                  <a:lnTo>
                    <a:pt x="692" y="15308"/>
                  </a:lnTo>
                  <a:lnTo>
                    <a:pt x="662" y="15264"/>
                  </a:lnTo>
                  <a:close/>
                  <a:moveTo>
                    <a:pt x="692" y="15308"/>
                  </a:moveTo>
                  <a:lnTo>
                    <a:pt x="692" y="15308"/>
                  </a:lnTo>
                  <a:lnTo>
                    <a:pt x="692" y="15308"/>
                  </a:lnTo>
                  <a:close/>
                  <a:moveTo>
                    <a:pt x="2213" y="19200"/>
                  </a:moveTo>
                  <a:lnTo>
                    <a:pt x="2272" y="19397"/>
                  </a:lnTo>
                  <a:lnTo>
                    <a:pt x="2351" y="19535"/>
                  </a:lnTo>
                  <a:lnTo>
                    <a:pt x="2430" y="19634"/>
                  </a:lnTo>
                  <a:lnTo>
                    <a:pt x="2509" y="19713"/>
                  </a:lnTo>
                  <a:lnTo>
                    <a:pt x="2648" y="19812"/>
                  </a:lnTo>
                  <a:lnTo>
                    <a:pt x="2727" y="19871"/>
                  </a:lnTo>
                  <a:lnTo>
                    <a:pt x="2798" y="19942"/>
                  </a:lnTo>
                  <a:lnTo>
                    <a:pt x="2798" y="19942"/>
                  </a:lnTo>
                  <a:lnTo>
                    <a:pt x="2667" y="19693"/>
                  </a:lnTo>
                  <a:lnTo>
                    <a:pt x="2687" y="19693"/>
                  </a:lnTo>
                  <a:lnTo>
                    <a:pt x="2509" y="19575"/>
                  </a:lnTo>
                  <a:lnTo>
                    <a:pt x="2588" y="19753"/>
                  </a:lnTo>
                  <a:lnTo>
                    <a:pt x="2490" y="19654"/>
                  </a:lnTo>
                  <a:lnTo>
                    <a:pt x="2371" y="19496"/>
                  </a:lnTo>
                  <a:lnTo>
                    <a:pt x="2272" y="19318"/>
                  </a:lnTo>
                  <a:lnTo>
                    <a:pt x="2213" y="19200"/>
                  </a:lnTo>
                  <a:close/>
                  <a:moveTo>
                    <a:pt x="2798" y="19942"/>
                  </a:moveTo>
                  <a:lnTo>
                    <a:pt x="2815" y="19975"/>
                  </a:lnTo>
                  <a:lnTo>
                    <a:pt x="2815" y="19975"/>
                  </a:lnTo>
                  <a:lnTo>
                    <a:pt x="2806" y="19950"/>
                  </a:lnTo>
                  <a:lnTo>
                    <a:pt x="2798" y="19942"/>
                  </a:lnTo>
                  <a:close/>
                  <a:moveTo>
                    <a:pt x="16616" y="23727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616" y="23727"/>
                  </a:lnTo>
                  <a:close/>
                  <a:moveTo>
                    <a:pt x="16592" y="23743"/>
                  </a:moveTo>
                  <a:lnTo>
                    <a:pt x="16592" y="23743"/>
                  </a:lnTo>
                  <a:lnTo>
                    <a:pt x="16592" y="23743"/>
                  </a:lnTo>
                  <a:lnTo>
                    <a:pt x="16592" y="23743"/>
                  </a:lnTo>
                  <a:close/>
                  <a:moveTo>
                    <a:pt x="11911" y="1502"/>
                  </a:moveTo>
                  <a:lnTo>
                    <a:pt x="12188" y="1581"/>
                  </a:lnTo>
                  <a:lnTo>
                    <a:pt x="12227" y="1601"/>
                  </a:lnTo>
                  <a:lnTo>
                    <a:pt x="12247" y="1620"/>
                  </a:lnTo>
                  <a:lnTo>
                    <a:pt x="12227" y="1640"/>
                  </a:lnTo>
                  <a:lnTo>
                    <a:pt x="12168" y="1660"/>
                  </a:lnTo>
                  <a:lnTo>
                    <a:pt x="12563" y="1660"/>
                  </a:lnTo>
                  <a:lnTo>
                    <a:pt x="12583" y="1640"/>
                  </a:lnTo>
                  <a:lnTo>
                    <a:pt x="12583" y="1620"/>
                  </a:lnTo>
                  <a:lnTo>
                    <a:pt x="12662" y="1640"/>
                  </a:lnTo>
                  <a:lnTo>
                    <a:pt x="12701" y="1660"/>
                  </a:lnTo>
                  <a:lnTo>
                    <a:pt x="12701" y="1680"/>
                  </a:lnTo>
                  <a:lnTo>
                    <a:pt x="12662" y="1699"/>
                  </a:lnTo>
                  <a:lnTo>
                    <a:pt x="12524" y="1739"/>
                  </a:lnTo>
                  <a:lnTo>
                    <a:pt x="12385" y="1778"/>
                  </a:lnTo>
                  <a:lnTo>
                    <a:pt x="12504" y="1818"/>
                  </a:lnTo>
                  <a:lnTo>
                    <a:pt x="12543" y="1838"/>
                  </a:lnTo>
                  <a:lnTo>
                    <a:pt x="12563" y="1857"/>
                  </a:lnTo>
                  <a:lnTo>
                    <a:pt x="12563" y="1877"/>
                  </a:lnTo>
                  <a:lnTo>
                    <a:pt x="12543" y="1897"/>
                  </a:lnTo>
                  <a:lnTo>
                    <a:pt x="12504" y="1936"/>
                  </a:lnTo>
                  <a:lnTo>
                    <a:pt x="12820" y="1976"/>
                  </a:lnTo>
                  <a:lnTo>
                    <a:pt x="12780" y="1996"/>
                  </a:lnTo>
                  <a:lnTo>
                    <a:pt x="12741" y="2015"/>
                  </a:lnTo>
                  <a:lnTo>
                    <a:pt x="12701" y="2035"/>
                  </a:lnTo>
                  <a:lnTo>
                    <a:pt x="12662" y="2055"/>
                  </a:lnTo>
                  <a:lnTo>
                    <a:pt x="12800" y="2094"/>
                  </a:lnTo>
                  <a:lnTo>
                    <a:pt x="12938" y="2114"/>
                  </a:lnTo>
                  <a:lnTo>
                    <a:pt x="13057" y="2134"/>
                  </a:lnTo>
                  <a:lnTo>
                    <a:pt x="13116" y="2173"/>
                  </a:lnTo>
                  <a:lnTo>
                    <a:pt x="13175" y="2213"/>
                  </a:lnTo>
                  <a:lnTo>
                    <a:pt x="13274" y="2154"/>
                  </a:lnTo>
                  <a:lnTo>
                    <a:pt x="13432" y="2252"/>
                  </a:lnTo>
                  <a:lnTo>
                    <a:pt x="13570" y="2331"/>
                  </a:lnTo>
                  <a:lnTo>
                    <a:pt x="13768" y="2450"/>
                  </a:lnTo>
                  <a:lnTo>
                    <a:pt x="14025" y="2588"/>
                  </a:lnTo>
                  <a:lnTo>
                    <a:pt x="14222" y="2687"/>
                  </a:lnTo>
                  <a:lnTo>
                    <a:pt x="14538" y="2805"/>
                  </a:lnTo>
                  <a:lnTo>
                    <a:pt x="14538" y="2805"/>
                  </a:lnTo>
                  <a:lnTo>
                    <a:pt x="14400" y="2687"/>
                  </a:lnTo>
                  <a:lnTo>
                    <a:pt x="14400" y="2687"/>
                  </a:lnTo>
                  <a:lnTo>
                    <a:pt x="14835" y="2766"/>
                  </a:lnTo>
                  <a:lnTo>
                    <a:pt x="15111" y="2865"/>
                  </a:lnTo>
                  <a:lnTo>
                    <a:pt x="15249" y="2904"/>
                  </a:lnTo>
                  <a:lnTo>
                    <a:pt x="15427" y="2924"/>
                  </a:lnTo>
                  <a:lnTo>
                    <a:pt x="15625" y="2944"/>
                  </a:lnTo>
                  <a:lnTo>
                    <a:pt x="15842" y="2924"/>
                  </a:lnTo>
                  <a:lnTo>
                    <a:pt x="16059" y="2904"/>
                  </a:lnTo>
                  <a:lnTo>
                    <a:pt x="16197" y="2865"/>
                  </a:lnTo>
                  <a:lnTo>
                    <a:pt x="16257" y="2865"/>
                  </a:lnTo>
                  <a:lnTo>
                    <a:pt x="16296" y="2825"/>
                  </a:lnTo>
                  <a:lnTo>
                    <a:pt x="16316" y="2805"/>
                  </a:lnTo>
                  <a:lnTo>
                    <a:pt x="16316" y="2766"/>
                  </a:lnTo>
                  <a:lnTo>
                    <a:pt x="16434" y="2766"/>
                  </a:lnTo>
                  <a:lnTo>
                    <a:pt x="16494" y="2786"/>
                  </a:lnTo>
                  <a:lnTo>
                    <a:pt x="16553" y="2825"/>
                  </a:lnTo>
                  <a:lnTo>
                    <a:pt x="16592" y="2884"/>
                  </a:lnTo>
                  <a:lnTo>
                    <a:pt x="16731" y="2845"/>
                  </a:lnTo>
                  <a:lnTo>
                    <a:pt x="17007" y="2845"/>
                  </a:lnTo>
                  <a:lnTo>
                    <a:pt x="17106" y="2865"/>
                  </a:lnTo>
                  <a:lnTo>
                    <a:pt x="17185" y="2904"/>
                  </a:lnTo>
                  <a:lnTo>
                    <a:pt x="17264" y="2944"/>
                  </a:lnTo>
                  <a:lnTo>
                    <a:pt x="16849" y="2904"/>
                  </a:lnTo>
                  <a:lnTo>
                    <a:pt x="16869" y="2944"/>
                  </a:lnTo>
                  <a:lnTo>
                    <a:pt x="16928" y="2983"/>
                  </a:lnTo>
                  <a:lnTo>
                    <a:pt x="17106" y="3042"/>
                  </a:lnTo>
                  <a:lnTo>
                    <a:pt x="17323" y="3121"/>
                  </a:lnTo>
                  <a:lnTo>
                    <a:pt x="17422" y="3161"/>
                  </a:lnTo>
                  <a:lnTo>
                    <a:pt x="17501" y="3220"/>
                  </a:lnTo>
                  <a:lnTo>
                    <a:pt x="17699" y="3240"/>
                  </a:lnTo>
                  <a:lnTo>
                    <a:pt x="17955" y="3319"/>
                  </a:lnTo>
                  <a:lnTo>
                    <a:pt x="18271" y="3398"/>
                  </a:lnTo>
                  <a:lnTo>
                    <a:pt x="18548" y="3477"/>
                  </a:lnTo>
                  <a:lnTo>
                    <a:pt x="18528" y="3437"/>
                  </a:lnTo>
                  <a:lnTo>
                    <a:pt x="18528" y="3378"/>
                  </a:lnTo>
                  <a:lnTo>
                    <a:pt x="18548" y="3339"/>
                  </a:lnTo>
                  <a:lnTo>
                    <a:pt x="18587" y="3319"/>
                  </a:lnTo>
                  <a:lnTo>
                    <a:pt x="18627" y="3299"/>
                  </a:lnTo>
                  <a:lnTo>
                    <a:pt x="18706" y="3299"/>
                  </a:lnTo>
                  <a:lnTo>
                    <a:pt x="18785" y="3319"/>
                  </a:lnTo>
                  <a:lnTo>
                    <a:pt x="18884" y="3358"/>
                  </a:lnTo>
                  <a:lnTo>
                    <a:pt x="18884" y="3378"/>
                  </a:lnTo>
                  <a:lnTo>
                    <a:pt x="18903" y="3418"/>
                  </a:lnTo>
                  <a:lnTo>
                    <a:pt x="19022" y="3536"/>
                  </a:lnTo>
                  <a:lnTo>
                    <a:pt x="19160" y="3694"/>
                  </a:lnTo>
                  <a:lnTo>
                    <a:pt x="19279" y="3832"/>
                  </a:lnTo>
                  <a:lnTo>
                    <a:pt x="19259" y="3832"/>
                  </a:lnTo>
                  <a:lnTo>
                    <a:pt x="19259" y="3852"/>
                  </a:lnTo>
                  <a:lnTo>
                    <a:pt x="19259" y="3892"/>
                  </a:lnTo>
                  <a:lnTo>
                    <a:pt x="19298" y="4010"/>
                  </a:lnTo>
                  <a:lnTo>
                    <a:pt x="19318" y="4070"/>
                  </a:lnTo>
                  <a:lnTo>
                    <a:pt x="19318" y="4089"/>
                  </a:lnTo>
                  <a:lnTo>
                    <a:pt x="19259" y="4070"/>
                  </a:lnTo>
                  <a:lnTo>
                    <a:pt x="19160" y="3991"/>
                  </a:lnTo>
                  <a:lnTo>
                    <a:pt x="19140" y="3912"/>
                  </a:lnTo>
                  <a:lnTo>
                    <a:pt x="19101" y="3832"/>
                  </a:lnTo>
                  <a:lnTo>
                    <a:pt x="19061" y="3753"/>
                  </a:lnTo>
                  <a:lnTo>
                    <a:pt x="18963" y="3694"/>
                  </a:lnTo>
                  <a:lnTo>
                    <a:pt x="18963" y="3694"/>
                  </a:lnTo>
                  <a:lnTo>
                    <a:pt x="19022" y="3813"/>
                  </a:lnTo>
                  <a:lnTo>
                    <a:pt x="19101" y="3951"/>
                  </a:lnTo>
                  <a:lnTo>
                    <a:pt x="19298" y="4287"/>
                  </a:lnTo>
                  <a:lnTo>
                    <a:pt x="19259" y="4287"/>
                  </a:lnTo>
                  <a:lnTo>
                    <a:pt x="19180" y="4247"/>
                  </a:lnTo>
                  <a:lnTo>
                    <a:pt x="19022" y="4129"/>
                  </a:lnTo>
                  <a:lnTo>
                    <a:pt x="19061" y="4149"/>
                  </a:lnTo>
                  <a:lnTo>
                    <a:pt x="19081" y="4129"/>
                  </a:lnTo>
                  <a:lnTo>
                    <a:pt x="19101" y="4089"/>
                  </a:lnTo>
                  <a:lnTo>
                    <a:pt x="18963" y="4010"/>
                  </a:lnTo>
                  <a:lnTo>
                    <a:pt x="18903" y="4010"/>
                  </a:lnTo>
                  <a:lnTo>
                    <a:pt x="18884" y="4030"/>
                  </a:lnTo>
                  <a:lnTo>
                    <a:pt x="18903" y="4089"/>
                  </a:lnTo>
                  <a:lnTo>
                    <a:pt x="18963" y="4228"/>
                  </a:lnTo>
                  <a:lnTo>
                    <a:pt x="18963" y="4267"/>
                  </a:lnTo>
                  <a:lnTo>
                    <a:pt x="18963" y="4287"/>
                  </a:lnTo>
                  <a:lnTo>
                    <a:pt x="18943" y="4287"/>
                  </a:lnTo>
                  <a:lnTo>
                    <a:pt x="19042" y="4366"/>
                  </a:lnTo>
                  <a:lnTo>
                    <a:pt x="19121" y="4445"/>
                  </a:lnTo>
                  <a:lnTo>
                    <a:pt x="19200" y="4484"/>
                  </a:lnTo>
                  <a:lnTo>
                    <a:pt x="19200" y="4445"/>
                  </a:lnTo>
                  <a:lnTo>
                    <a:pt x="19239" y="4544"/>
                  </a:lnTo>
                  <a:lnTo>
                    <a:pt x="19318" y="4662"/>
                  </a:lnTo>
                  <a:lnTo>
                    <a:pt x="19516" y="4860"/>
                  </a:lnTo>
                  <a:lnTo>
                    <a:pt x="19634" y="4958"/>
                  </a:lnTo>
                  <a:lnTo>
                    <a:pt x="19733" y="5077"/>
                  </a:lnTo>
                  <a:lnTo>
                    <a:pt x="19812" y="5195"/>
                  </a:lnTo>
                  <a:lnTo>
                    <a:pt x="19852" y="5314"/>
                  </a:lnTo>
                  <a:lnTo>
                    <a:pt x="19852" y="5274"/>
                  </a:lnTo>
                  <a:lnTo>
                    <a:pt x="19852" y="5235"/>
                  </a:lnTo>
                  <a:lnTo>
                    <a:pt x="19871" y="5215"/>
                  </a:lnTo>
                  <a:lnTo>
                    <a:pt x="19891" y="5215"/>
                  </a:lnTo>
                  <a:lnTo>
                    <a:pt x="19970" y="5274"/>
                  </a:lnTo>
                  <a:lnTo>
                    <a:pt x="20069" y="5413"/>
                  </a:lnTo>
                  <a:lnTo>
                    <a:pt x="20089" y="5511"/>
                  </a:lnTo>
                  <a:lnTo>
                    <a:pt x="20108" y="5590"/>
                  </a:lnTo>
                  <a:lnTo>
                    <a:pt x="20108" y="5669"/>
                  </a:lnTo>
                  <a:lnTo>
                    <a:pt x="20207" y="5748"/>
                  </a:lnTo>
                  <a:lnTo>
                    <a:pt x="20326" y="5906"/>
                  </a:lnTo>
                  <a:lnTo>
                    <a:pt x="20405" y="6025"/>
                  </a:lnTo>
                  <a:lnTo>
                    <a:pt x="20424" y="6064"/>
                  </a:lnTo>
                  <a:lnTo>
                    <a:pt x="20424" y="6084"/>
                  </a:lnTo>
                  <a:lnTo>
                    <a:pt x="20464" y="6104"/>
                  </a:lnTo>
                  <a:lnTo>
                    <a:pt x="20484" y="6104"/>
                  </a:lnTo>
                  <a:lnTo>
                    <a:pt x="20523" y="6025"/>
                  </a:lnTo>
                  <a:lnTo>
                    <a:pt x="20543" y="5985"/>
                  </a:lnTo>
                  <a:lnTo>
                    <a:pt x="20563" y="5966"/>
                  </a:lnTo>
                  <a:lnTo>
                    <a:pt x="20602" y="5966"/>
                  </a:lnTo>
                  <a:lnTo>
                    <a:pt x="20661" y="6025"/>
                  </a:lnTo>
                  <a:lnTo>
                    <a:pt x="20740" y="6064"/>
                  </a:lnTo>
                  <a:lnTo>
                    <a:pt x="20800" y="6143"/>
                  </a:lnTo>
                  <a:lnTo>
                    <a:pt x="20879" y="6302"/>
                  </a:lnTo>
                  <a:lnTo>
                    <a:pt x="20958" y="6460"/>
                  </a:lnTo>
                  <a:lnTo>
                    <a:pt x="21037" y="6618"/>
                  </a:lnTo>
                  <a:lnTo>
                    <a:pt x="21037" y="6697"/>
                  </a:lnTo>
                  <a:lnTo>
                    <a:pt x="21037" y="6716"/>
                  </a:lnTo>
                  <a:lnTo>
                    <a:pt x="20958" y="6618"/>
                  </a:lnTo>
                  <a:lnTo>
                    <a:pt x="20859" y="6440"/>
                  </a:lnTo>
                  <a:lnTo>
                    <a:pt x="20780" y="6302"/>
                  </a:lnTo>
                  <a:lnTo>
                    <a:pt x="20977" y="6657"/>
                  </a:lnTo>
                  <a:lnTo>
                    <a:pt x="21175" y="7013"/>
                  </a:lnTo>
                  <a:lnTo>
                    <a:pt x="21175" y="7072"/>
                  </a:lnTo>
                  <a:lnTo>
                    <a:pt x="21155" y="7111"/>
                  </a:lnTo>
                  <a:lnTo>
                    <a:pt x="21135" y="7092"/>
                  </a:lnTo>
                  <a:lnTo>
                    <a:pt x="21096" y="7052"/>
                  </a:lnTo>
                  <a:lnTo>
                    <a:pt x="21017" y="6914"/>
                  </a:lnTo>
                  <a:lnTo>
                    <a:pt x="20938" y="6736"/>
                  </a:lnTo>
                  <a:lnTo>
                    <a:pt x="21017" y="6973"/>
                  </a:lnTo>
                  <a:lnTo>
                    <a:pt x="21116" y="7210"/>
                  </a:lnTo>
                  <a:lnTo>
                    <a:pt x="21234" y="7388"/>
                  </a:lnTo>
                  <a:lnTo>
                    <a:pt x="21293" y="7447"/>
                  </a:lnTo>
                  <a:lnTo>
                    <a:pt x="21353" y="7487"/>
                  </a:lnTo>
                  <a:lnTo>
                    <a:pt x="21451" y="7743"/>
                  </a:lnTo>
                  <a:lnTo>
                    <a:pt x="21491" y="7862"/>
                  </a:lnTo>
                  <a:lnTo>
                    <a:pt x="21530" y="8000"/>
                  </a:lnTo>
                  <a:lnTo>
                    <a:pt x="21491" y="7961"/>
                  </a:lnTo>
                  <a:lnTo>
                    <a:pt x="21432" y="7921"/>
                  </a:lnTo>
                  <a:lnTo>
                    <a:pt x="21333" y="7862"/>
                  </a:lnTo>
                  <a:lnTo>
                    <a:pt x="21214" y="7783"/>
                  </a:lnTo>
                  <a:lnTo>
                    <a:pt x="21155" y="7704"/>
                  </a:lnTo>
                  <a:lnTo>
                    <a:pt x="21096" y="7605"/>
                  </a:lnTo>
                  <a:lnTo>
                    <a:pt x="21056" y="7487"/>
                  </a:lnTo>
                  <a:lnTo>
                    <a:pt x="21056" y="7427"/>
                  </a:lnTo>
                  <a:lnTo>
                    <a:pt x="21056" y="7408"/>
                  </a:lnTo>
                  <a:lnTo>
                    <a:pt x="21076" y="7427"/>
                  </a:lnTo>
                  <a:lnTo>
                    <a:pt x="21096" y="7447"/>
                  </a:lnTo>
                  <a:lnTo>
                    <a:pt x="21135" y="7467"/>
                  </a:lnTo>
                  <a:lnTo>
                    <a:pt x="21175" y="7467"/>
                  </a:lnTo>
                  <a:lnTo>
                    <a:pt x="21175" y="7427"/>
                  </a:lnTo>
                  <a:lnTo>
                    <a:pt x="21135" y="7329"/>
                  </a:lnTo>
                  <a:lnTo>
                    <a:pt x="21037" y="7329"/>
                  </a:lnTo>
                  <a:lnTo>
                    <a:pt x="20997" y="7210"/>
                  </a:lnTo>
                  <a:lnTo>
                    <a:pt x="20958" y="7092"/>
                  </a:lnTo>
                  <a:lnTo>
                    <a:pt x="20879" y="6993"/>
                  </a:lnTo>
                  <a:lnTo>
                    <a:pt x="20819" y="6874"/>
                  </a:lnTo>
                  <a:lnTo>
                    <a:pt x="20819" y="6835"/>
                  </a:lnTo>
                  <a:lnTo>
                    <a:pt x="20839" y="6855"/>
                  </a:lnTo>
                  <a:lnTo>
                    <a:pt x="20898" y="6934"/>
                  </a:lnTo>
                  <a:lnTo>
                    <a:pt x="20701" y="6519"/>
                  </a:lnTo>
                  <a:lnTo>
                    <a:pt x="20602" y="6341"/>
                  </a:lnTo>
                  <a:lnTo>
                    <a:pt x="20523" y="6262"/>
                  </a:lnTo>
                  <a:lnTo>
                    <a:pt x="20464" y="6203"/>
                  </a:lnTo>
                  <a:lnTo>
                    <a:pt x="20523" y="6361"/>
                  </a:lnTo>
                  <a:lnTo>
                    <a:pt x="20602" y="6539"/>
                  </a:lnTo>
                  <a:lnTo>
                    <a:pt x="20760" y="6894"/>
                  </a:lnTo>
                  <a:lnTo>
                    <a:pt x="20898" y="7210"/>
                  </a:lnTo>
                  <a:lnTo>
                    <a:pt x="20938" y="7348"/>
                  </a:lnTo>
                  <a:lnTo>
                    <a:pt x="20958" y="7447"/>
                  </a:lnTo>
                  <a:lnTo>
                    <a:pt x="21214" y="7882"/>
                  </a:lnTo>
                  <a:lnTo>
                    <a:pt x="21511" y="8356"/>
                  </a:lnTo>
                  <a:lnTo>
                    <a:pt x="21511" y="8336"/>
                  </a:lnTo>
                  <a:lnTo>
                    <a:pt x="21511" y="8296"/>
                  </a:lnTo>
                  <a:lnTo>
                    <a:pt x="21511" y="8178"/>
                  </a:lnTo>
                  <a:lnTo>
                    <a:pt x="21530" y="8138"/>
                  </a:lnTo>
                  <a:lnTo>
                    <a:pt x="21550" y="8119"/>
                  </a:lnTo>
                  <a:lnTo>
                    <a:pt x="21590" y="8138"/>
                  </a:lnTo>
                  <a:lnTo>
                    <a:pt x="21649" y="8217"/>
                  </a:lnTo>
                  <a:lnTo>
                    <a:pt x="21629" y="8277"/>
                  </a:lnTo>
                  <a:lnTo>
                    <a:pt x="21629" y="8375"/>
                  </a:lnTo>
                  <a:lnTo>
                    <a:pt x="21688" y="8573"/>
                  </a:lnTo>
                  <a:lnTo>
                    <a:pt x="21787" y="8830"/>
                  </a:lnTo>
                  <a:lnTo>
                    <a:pt x="21965" y="9126"/>
                  </a:lnTo>
                  <a:lnTo>
                    <a:pt x="21985" y="9106"/>
                  </a:lnTo>
                  <a:lnTo>
                    <a:pt x="22005" y="9087"/>
                  </a:lnTo>
                  <a:lnTo>
                    <a:pt x="22064" y="9126"/>
                  </a:lnTo>
                  <a:lnTo>
                    <a:pt x="22242" y="9284"/>
                  </a:lnTo>
                  <a:lnTo>
                    <a:pt x="22419" y="9422"/>
                  </a:lnTo>
                  <a:lnTo>
                    <a:pt x="22459" y="9422"/>
                  </a:lnTo>
                  <a:lnTo>
                    <a:pt x="22459" y="9383"/>
                  </a:lnTo>
                  <a:lnTo>
                    <a:pt x="22400" y="9343"/>
                  </a:lnTo>
                  <a:lnTo>
                    <a:pt x="22360" y="9304"/>
                  </a:lnTo>
                  <a:lnTo>
                    <a:pt x="22301" y="9205"/>
                  </a:lnTo>
                  <a:lnTo>
                    <a:pt x="22281" y="9146"/>
                  </a:lnTo>
                  <a:lnTo>
                    <a:pt x="22281" y="9087"/>
                  </a:lnTo>
                  <a:lnTo>
                    <a:pt x="22360" y="9185"/>
                  </a:lnTo>
                  <a:lnTo>
                    <a:pt x="22419" y="9225"/>
                  </a:lnTo>
                  <a:lnTo>
                    <a:pt x="22459" y="9245"/>
                  </a:lnTo>
                  <a:lnTo>
                    <a:pt x="22479" y="9225"/>
                  </a:lnTo>
                  <a:lnTo>
                    <a:pt x="22498" y="9185"/>
                  </a:lnTo>
                  <a:lnTo>
                    <a:pt x="22518" y="9185"/>
                  </a:lnTo>
                  <a:lnTo>
                    <a:pt x="22558" y="9225"/>
                  </a:lnTo>
                  <a:lnTo>
                    <a:pt x="22755" y="9462"/>
                  </a:lnTo>
                  <a:lnTo>
                    <a:pt x="22755" y="9501"/>
                  </a:lnTo>
                  <a:lnTo>
                    <a:pt x="22735" y="9521"/>
                  </a:lnTo>
                  <a:lnTo>
                    <a:pt x="22735" y="9561"/>
                  </a:lnTo>
                  <a:lnTo>
                    <a:pt x="22874" y="9778"/>
                  </a:lnTo>
                  <a:lnTo>
                    <a:pt x="22755" y="9719"/>
                  </a:lnTo>
                  <a:lnTo>
                    <a:pt x="22577" y="9620"/>
                  </a:lnTo>
                  <a:lnTo>
                    <a:pt x="22360" y="9482"/>
                  </a:lnTo>
                  <a:lnTo>
                    <a:pt x="22123" y="9264"/>
                  </a:lnTo>
                  <a:lnTo>
                    <a:pt x="22123" y="9304"/>
                  </a:lnTo>
                  <a:lnTo>
                    <a:pt x="22163" y="9343"/>
                  </a:lnTo>
                  <a:lnTo>
                    <a:pt x="22261" y="9482"/>
                  </a:lnTo>
                  <a:lnTo>
                    <a:pt x="22380" y="9620"/>
                  </a:lnTo>
                  <a:lnTo>
                    <a:pt x="22419" y="9679"/>
                  </a:lnTo>
                  <a:lnTo>
                    <a:pt x="22459" y="9738"/>
                  </a:lnTo>
                  <a:lnTo>
                    <a:pt x="22459" y="9738"/>
                  </a:lnTo>
                  <a:lnTo>
                    <a:pt x="22439" y="9679"/>
                  </a:lnTo>
                  <a:lnTo>
                    <a:pt x="22439" y="9659"/>
                  </a:lnTo>
                  <a:lnTo>
                    <a:pt x="22498" y="9659"/>
                  </a:lnTo>
                  <a:lnTo>
                    <a:pt x="22558" y="9679"/>
                  </a:lnTo>
                  <a:lnTo>
                    <a:pt x="22577" y="9659"/>
                  </a:lnTo>
                  <a:lnTo>
                    <a:pt x="22558" y="9620"/>
                  </a:lnTo>
                  <a:lnTo>
                    <a:pt x="22834" y="9857"/>
                  </a:lnTo>
                  <a:lnTo>
                    <a:pt x="22972" y="9975"/>
                  </a:lnTo>
                  <a:lnTo>
                    <a:pt x="23091" y="10094"/>
                  </a:lnTo>
                  <a:lnTo>
                    <a:pt x="23190" y="10232"/>
                  </a:lnTo>
                  <a:lnTo>
                    <a:pt x="23308" y="10370"/>
                  </a:lnTo>
                  <a:lnTo>
                    <a:pt x="23387" y="10548"/>
                  </a:lnTo>
                  <a:lnTo>
                    <a:pt x="23466" y="10726"/>
                  </a:lnTo>
                  <a:lnTo>
                    <a:pt x="23427" y="10706"/>
                  </a:lnTo>
                  <a:lnTo>
                    <a:pt x="23407" y="10686"/>
                  </a:lnTo>
                  <a:lnTo>
                    <a:pt x="23328" y="10588"/>
                  </a:lnTo>
                  <a:lnTo>
                    <a:pt x="23170" y="10370"/>
                  </a:lnTo>
                  <a:lnTo>
                    <a:pt x="23071" y="10291"/>
                  </a:lnTo>
                  <a:lnTo>
                    <a:pt x="22992" y="10232"/>
                  </a:lnTo>
                  <a:lnTo>
                    <a:pt x="22972" y="10212"/>
                  </a:lnTo>
                  <a:lnTo>
                    <a:pt x="22933" y="10212"/>
                  </a:lnTo>
                  <a:lnTo>
                    <a:pt x="22913" y="10232"/>
                  </a:lnTo>
                  <a:lnTo>
                    <a:pt x="22874" y="10272"/>
                  </a:lnTo>
                  <a:lnTo>
                    <a:pt x="22972" y="10370"/>
                  </a:lnTo>
                  <a:lnTo>
                    <a:pt x="23051" y="10410"/>
                  </a:lnTo>
                  <a:lnTo>
                    <a:pt x="23091" y="10469"/>
                  </a:lnTo>
                  <a:lnTo>
                    <a:pt x="23150" y="10568"/>
                  </a:lnTo>
                  <a:lnTo>
                    <a:pt x="23150" y="10647"/>
                  </a:lnTo>
                  <a:lnTo>
                    <a:pt x="23150" y="10746"/>
                  </a:lnTo>
                  <a:lnTo>
                    <a:pt x="23229" y="10943"/>
                  </a:lnTo>
                  <a:lnTo>
                    <a:pt x="23288" y="11200"/>
                  </a:lnTo>
                  <a:lnTo>
                    <a:pt x="23348" y="11457"/>
                  </a:lnTo>
                  <a:lnTo>
                    <a:pt x="23387" y="11299"/>
                  </a:lnTo>
                  <a:lnTo>
                    <a:pt x="23427" y="11417"/>
                  </a:lnTo>
                  <a:lnTo>
                    <a:pt x="23427" y="11556"/>
                  </a:lnTo>
                  <a:lnTo>
                    <a:pt x="23427" y="11852"/>
                  </a:lnTo>
                  <a:lnTo>
                    <a:pt x="23407" y="11812"/>
                  </a:lnTo>
                  <a:lnTo>
                    <a:pt x="23446" y="11970"/>
                  </a:lnTo>
                  <a:lnTo>
                    <a:pt x="23446" y="11990"/>
                  </a:lnTo>
                  <a:lnTo>
                    <a:pt x="23427" y="11990"/>
                  </a:lnTo>
                  <a:lnTo>
                    <a:pt x="23446" y="12069"/>
                  </a:lnTo>
                  <a:lnTo>
                    <a:pt x="23446" y="12188"/>
                  </a:lnTo>
                  <a:lnTo>
                    <a:pt x="23446" y="12425"/>
                  </a:lnTo>
                  <a:lnTo>
                    <a:pt x="23407" y="13017"/>
                  </a:lnTo>
                  <a:lnTo>
                    <a:pt x="23427" y="12997"/>
                  </a:lnTo>
                  <a:lnTo>
                    <a:pt x="23446" y="12958"/>
                  </a:lnTo>
                  <a:lnTo>
                    <a:pt x="23466" y="12820"/>
                  </a:lnTo>
                  <a:lnTo>
                    <a:pt x="23466" y="12484"/>
                  </a:lnTo>
                  <a:lnTo>
                    <a:pt x="23525" y="12306"/>
                  </a:lnTo>
                  <a:lnTo>
                    <a:pt x="23545" y="12227"/>
                  </a:lnTo>
                  <a:lnTo>
                    <a:pt x="23565" y="12227"/>
                  </a:lnTo>
                  <a:lnTo>
                    <a:pt x="23604" y="12267"/>
                  </a:lnTo>
                  <a:lnTo>
                    <a:pt x="23604" y="12583"/>
                  </a:lnTo>
                  <a:lnTo>
                    <a:pt x="23604" y="12899"/>
                  </a:lnTo>
                  <a:lnTo>
                    <a:pt x="23604" y="13215"/>
                  </a:lnTo>
                  <a:lnTo>
                    <a:pt x="23565" y="13590"/>
                  </a:lnTo>
                  <a:lnTo>
                    <a:pt x="23624" y="13412"/>
                  </a:lnTo>
                  <a:lnTo>
                    <a:pt x="23624" y="13551"/>
                  </a:lnTo>
                  <a:lnTo>
                    <a:pt x="23624" y="13709"/>
                  </a:lnTo>
                  <a:lnTo>
                    <a:pt x="23545" y="14084"/>
                  </a:lnTo>
                  <a:lnTo>
                    <a:pt x="23506" y="14202"/>
                  </a:lnTo>
                  <a:lnTo>
                    <a:pt x="23486" y="14222"/>
                  </a:lnTo>
                  <a:lnTo>
                    <a:pt x="23466" y="14183"/>
                  </a:lnTo>
                  <a:lnTo>
                    <a:pt x="23446" y="14104"/>
                  </a:lnTo>
                  <a:lnTo>
                    <a:pt x="23427" y="13946"/>
                  </a:lnTo>
                  <a:lnTo>
                    <a:pt x="23427" y="13926"/>
                  </a:lnTo>
                  <a:lnTo>
                    <a:pt x="23387" y="13985"/>
                  </a:lnTo>
                  <a:lnTo>
                    <a:pt x="23367" y="13906"/>
                  </a:lnTo>
                  <a:lnTo>
                    <a:pt x="23367" y="14025"/>
                  </a:lnTo>
                  <a:lnTo>
                    <a:pt x="23387" y="14202"/>
                  </a:lnTo>
                  <a:lnTo>
                    <a:pt x="23407" y="14400"/>
                  </a:lnTo>
                  <a:lnTo>
                    <a:pt x="23387" y="14538"/>
                  </a:lnTo>
                  <a:lnTo>
                    <a:pt x="23367" y="14736"/>
                  </a:lnTo>
                  <a:lnTo>
                    <a:pt x="23348" y="14736"/>
                  </a:lnTo>
                  <a:lnTo>
                    <a:pt x="23348" y="14716"/>
                  </a:lnTo>
                  <a:lnTo>
                    <a:pt x="23348" y="14657"/>
                  </a:lnTo>
                  <a:lnTo>
                    <a:pt x="23348" y="14597"/>
                  </a:lnTo>
                  <a:lnTo>
                    <a:pt x="23328" y="14538"/>
                  </a:lnTo>
                  <a:lnTo>
                    <a:pt x="23308" y="14617"/>
                  </a:lnTo>
                  <a:lnTo>
                    <a:pt x="23308" y="14696"/>
                  </a:lnTo>
                  <a:lnTo>
                    <a:pt x="23308" y="14874"/>
                  </a:lnTo>
                  <a:lnTo>
                    <a:pt x="23288" y="15052"/>
                  </a:lnTo>
                  <a:lnTo>
                    <a:pt x="23269" y="15170"/>
                  </a:lnTo>
                  <a:lnTo>
                    <a:pt x="23249" y="15289"/>
                  </a:lnTo>
                  <a:lnTo>
                    <a:pt x="23249" y="15131"/>
                  </a:lnTo>
                  <a:lnTo>
                    <a:pt x="23229" y="14992"/>
                  </a:lnTo>
                  <a:lnTo>
                    <a:pt x="23209" y="14953"/>
                  </a:lnTo>
                  <a:lnTo>
                    <a:pt x="23190" y="14933"/>
                  </a:lnTo>
                  <a:lnTo>
                    <a:pt x="23150" y="14953"/>
                  </a:lnTo>
                  <a:lnTo>
                    <a:pt x="23111" y="15012"/>
                  </a:lnTo>
                  <a:lnTo>
                    <a:pt x="23190" y="15190"/>
                  </a:lnTo>
                  <a:lnTo>
                    <a:pt x="23170" y="15269"/>
                  </a:lnTo>
                  <a:lnTo>
                    <a:pt x="23150" y="15308"/>
                  </a:lnTo>
                  <a:lnTo>
                    <a:pt x="23130" y="15308"/>
                  </a:lnTo>
                  <a:lnTo>
                    <a:pt x="23111" y="15328"/>
                  </a:lnTo>
                  <a:lnTo>
                    <a:pt x="23091" y="15387"/>
                  </a:lnTo>
                  <a:lnTo>
                    <a:pt x="23111" y="15427"/>
                  </a:lnTo>
                  <a:lnTo>
                    <a:pt x="23130" y="15447"/>
                  </a:lnTo>
                  <a:lnTo>
                    <a:pt x="23150" y="15447"/>
                  </a:lnTo>
                  <a:lnTo>
                    <a:pt x="23170" y="15486"/>
                  </a:lnTo>
                  <a:lnTo>
                    <a:pt x="23170" y="15545"/>
                  </a:lnTo>
                  <a:lnTo>
                    <a:pt x="23150" y="15644"/>
                  </a:lnTo>
                  <a:lnTo>
                    <a:pt x="23091" y="15723"/>
                  </a:lnTo>
                  <a:lnTo>
                    <a:pt x="23071" y="15743"/>
                  </a:lnTo>
                  <a:lnTo>
                    <a:pt x="23051" y="15743"/>
                  </a:lnTo>
                  <a:lnTo>
                    <a:pt x="23032" y="15941"/>
                  </a:lnTo>
                  <a:lnTo>
                    <a:pt x="23032" y="16020"/>
                  </a:lnTo>
                  <a:lnTo>
                    <a:pt x="23051" y="16118"/>
                  </a:lnTo>
                  <a:lnTo>
                    <a:pt x="23051" y="16296"/>
                  </a:lnTo>
                  <a:lnTo>
                    <a:pt x="23071" y="16197"/>
                  </a:lnTo>
                  <a:lnTo>
                    <a:pt x="23111" y="16118"/>
                  </a:lnTo>
                  <a:lnTo>
                    <a:pt x="23150" y="16079"/>
                  </a:lnTo>
                  <a:lnTo>
                    <a:pt x="23170" y="16059"/>
                  </a:lnTo>
                  <a:lnTo>
                    <a:pt x="23209" y="16079"/>
                  </a:lnTo>
                  <a:lnTo>
                    <a:pt x="23229" y="16138"/>
                  </a:lnTo>
                  <a:lnTo>
                    <a:pt x="23229" y="16217"/>
                  </a:lnTo>
                  <a:lnTo>
                    <a:pt x="23229" y="16336"/>
                  </a:lnTo>
                  <a:lnTo>
                    <a:pt x="23170" y="16652"/>
                  </a:lnTo>
                  <a:lnTo>
                    <a:pt x="23130" y="16928"/>
                  </a:lnTo>
                  <a:lnTo>
                    <a:pt x="23111" y="17047"/>
                  </a:lnTo>
                  <a:lnTo>
                    <a:pt x="23071" y="17165"/>
                  </a:lnTo>
                  <a:lnTo>
                    <a:pt x="23012" y="17264"/>
                  </a:lnTo>
                  <a:lnTo>
                    <a:pt x="22933" y="17363"/>
                  </a:lnTo>
                  <a:lnTo>
                    <a:pt x="22953" y="17560"/>
                  </a:lnTo>
                  <a:lnTo>
                    <a:pt x="22933" y="17521"/>
                  </a:lnTo>
                  <a:lnTo>
                    <a:pt x="22913" y="17540"/>
                  </a:lnTo>
                  <a:lnTo>
                    <a:pt x="22854" y="17619"/>
                  </a:lnTo>
                  <a:lnTo>
                    <a:pt x="22814" y="17777"/>
                  </a:lnTo>
                  <a:lnTo>
                    <a:pt x="22755" y="17896"/>
                  </a:lnTo>
                  <a:lnTo>
                    <a:pt x="22735" y="17876"/>
                  </a:lnTo>
                  <a:lnTo>
                    <a:pt x="22716" y="17856"/>
                  </a:lnTo>
                  <a:lnTo>
                    <a:pt x="22735" y="17797"/>
                  </a:lnTo>
                  <a:lnTo>
                    <a:pt x="22814" y="17600"/>
                  </a:lnTo>
                  <a:lnTo>
                    <a:pt x="22834" y="17501"/>
                  </a:lnTo>
                  <a:lnTo>
                    <a:pt x="22854" y="17382"/>
                  </a:lnTo>
                  <a:lnTo>
                    <a:pt x="22834" y="17303"/>
                  </a:lnTo>
                  <a:lnTo>
                    <a:pt x="22834" y="17284"/>
                  </a:lnTo>
                  <a:lnTo>
                    <a:pt x="22795" y="17264"/>
                  </a:lnTo>
                  <a:lnTo>
                    <a:pt x="22735" y="17382"/>
                  </a:lnTo>
                  <a:lnTo>
                    <a:pt x="22716" y="17402"/>
                  </a:lnTo>
                  <a:lnTo>
                    <a:pt x="22696" y="17402"/>
                  </a:lnTo>
                  <a:lnTo>
                    <a:pt x="22676" y="17363"/>
                  </a:lnTo>
                  <a:lnTo>
                    <a:pt x="22656" y="17284"/>
                  </a:lnTo>
                  <a:lnTo>
                    <a:pt x="22637" y="17382"/>
                  </a:lnTo>
                  <a:lnTo>
                    <a:pt x="22656" y="17422"/>
                  </a:lnTo>
                  <a:lnTo>
                    <a:pt x="22656" y="17461"/>
                  </a:lnTo>
                  <a:lnTo>
                    <a:pt x="22676" y="17481"/>
                  </a:lnTo>
                  <a:lnTo>
                    <a:pt x="22735" y="17501"/>
                  </a:lnTo>
                  <a:lnTo>
                    <a:pt x="22755" y="17521"/>
                  </a:lnTo>
                  <a:lnTo>
                    <a:pt x="22775" y="17580"/>
                  </a:lnTo>
                  <a:lnTo>
                    <a:pt x="22755" y="17580"/>
                  </a:lnTo>
                  <a:lnTo>
                    <a:pt x="22735" y="17639"/>
                  </a:lnTo>
                  <a:lnTo>
                    <a:pt x="22656" y="17758"/>
                  </a:lnTo>
                  <a:lnTo>
                    <a:pt x="22597" y="17837"/>
                  </a:lnTo>
                  <a:lnTo>
                    <a:pt x="22577" y="17837"/>
                  </a:lnTo>
                  <a:lnTo>
                    <a:pt x="22558" y="17797"/>
                  </a:lnTo>
                  <a:lnTo>
                    <a:pt x="22498" y="17916"/>
                  </a:lnTo>
                  <a:lnTo>
                    <a:pt x="22479" y="18014"/>
                  </a:lnTo>
                  <a:lnTo>
                    <a:pt x="22459" y="18094"/>
                  </a:lnTo>
                  <a:lnTo>
                    <a:pt x="22419" y="18173"/>
                  </a:lnTo>
                  <a:lnTo>
                    <a:pt x="22380" y="18113"/>
                  </a:lnTo>
                  <a:lnTo>
                    <a:pt x="22340" y="18074"/>
                  </a:lnTo>
                  <a:lnTo>
                    <a:pt x="22301" y="18054"/>
                  </a:lnTo>
                  <a:lnTo>
                    <a:pt x="22301" y="18074"/>
                  </a:lnTo>
                  <a:lnTo>
                    <a:pt x="22301" y="18094"/>
                  </a:lnTo>
                  <a:lnTo>
                    <a:pt x="22242" y="18133"/>
                  </a:lnTo>
                  <a:lnTo>
                    <a:pt x="22143" y="18212"/>
                  </a:lnTo>
                  <a:lnTo>
                    <a:pt x="22163" y="18212"/>
                  </a:lnTo>
                  <a:lnTo>
                    <a:pt x="22182" y="18252"/>
                  </a:lnTo>
                  <a:lnTo>
                    <a:pt x="22202" y="18252"/>
                  </a:lnTo>
                  <a:lnTo>
                    <a:pt x="22261" y="18173"/>
                  </a:lnTo>
                  <a:lnTo>
                    <a:pt x="22261" y="18212"/>
                  </a:lnTo>
                  <a:lnTo>
                    <a:pt x="22242" y="18271"/>
                  </a:lnTo>
                  <a:lnTo>
                    <a:pt x="22143" y="18350"/>
                  </a:lnTo>
                  <a:lnTo>
                    <a:pt x="22044" y="18429"/>
                  </a:lnTo>
                  <a:lnTo>
                    <a:pt x="22024" y="18449"/>
                  </a:lnTo>
                  <a:lnTo>
                    <a:pt x="22024" y="18469"/>
                  </a:lnTo>
                  <a:lnTo>
                    <a:pt x="22005" y="18449"/>
                  </a:lnTo>
                  <a:lnTo>
                    <a:pt x="21965" y="18449"/>
                  </a:lnTo>
                  <a:lnTo>
                    <a:pt x="21866" y="18489"/>
                  </a:lnTo>
                  <a:lnTo>
                    <a:pt x="21728" y="18528"/>
                  </a:lnTo>
                  <a:lnTo>
                    <a:pt x="21530" y="18548"/>
                  </a:lnTo>
                  <a:lnTo>
                    <a:pt x="21155" y="18607"/>
                  </a:lnTo>
                  <a:lnTo>
                    <a:pt x="21096" y="18666"/>
                  </a:lnTo>
                  <a:lnTo>
                    <a:pt x="21056" y="18745"/>
                  </a:lnTo>
                  <a:lnTo>
                    <a:pt x="21096" y="18765"/>
                  </a:lnTo>
                  <a:lnTo>
                    <a:pt x="21135" y="18745"/>
                  </a:lnTo>
                  <a:lnTo>
                    <a:pt x="21214" y="18686"/>
                  </a:lnTo>
                  <a:lnTo>
                    <a:pt x="21412" y="18627"/>
                  </a:lnTo>
                  <a:lnTo>
                    <a:pt x="21629" y="18568"/>
                  </a:lnTo>
                  <a:lnTo>
                    <a:pt x="21807" y="18548"/>
                  </a:lnTo>
                  <a:lnTo>
                    <a:pt x="21886" y="18548"/>
                  </a:lnTo>
                  <a:lnTo>
                    <a:pt x="21925" y="18568"/>
                  </a:lnTo>
                  <a:lnTo>
                    <a:pt x="21827" y="18607"/>
                  </a:lnTo>
                  <a:lnTo>
                    <a:pt x="21669" y="18666"/>
                  </a:lnTo>
                  <a:lnTo>
                    <a:pt x="21254" y="18726"/>
                  </a:lnTo>
                  <a:lnTo>
                    <a:pt x="21214" y="18765"/>
                  </a:lnTo>
                  <a:lnTo>
                    <a:pt x="21195" y="18824"/>
                  </a:lnTo>
                  <a:lnTo>
                    <a:pt x="21155" y="18923"/>
                  </a:lnTo>
                  <a:lnTo>
                    <a:pt x="21076" y="19160"/>
                  </a:lnTo>
                  <a:lnTo>
                    <a:pt x="20898" y="19634"/>
                  </a:lnTo>
                  <a:lnTo>
                    <a:pt x="20780" y="19911"/>
                  </a:lnTo>
                  <a:lnTo>
                    <a:pt x="20681" y="20187"/>
                  </a:lnTo>
                  <a:lnTo>
                    <a:pt x="20602" y="20306"/>
                  </a:lnTo>
                  <a:lnTo>
                    <a:pt x="20563" y="20345"/>
                  </a:lnTo>
                  <a:lnTo>
                    <a:pt x="20543" y="20345"/>
                  </a:lnTo>
                  <a:lnTo>
                    <a:pt x="20543" y="20325"/>
                  </a:lnTo>
                  <a:lnTo>
                    <a:pt x="20523" y="20227"/>
                  </a:lnTo>
                  <a:lnTo>
                    <a:pt x="20523" y="20187"/>
                  </a:lnTo>
                  <a:lnTo>
                    <a:pt x="20484" y="20187"/>
                  </a:lnTo>
                  <a:lnTo>
                    <a:pt x="20602" y="19950"/>
                  </a:lnTo>
                  <a:lnTo>
                    <a:pt x="20681" y="19772"/>
                  </a:lnTo>
                  <a:lnTo>
                    <a:pt x="20780" y="19614"/>
                  </a:lnTo>
                  <a:lnTo>
                    <a:pt x="20839" y="19476"/>
                  </a:lnTo>
                  <a:lnTo>
                    <a:pt x="20898" y="19259"/>
                  </a:lnTo>
                  <a:lnTo>
                    <a:pt x="20780" y="19535"/>
                  </a:lnTo>
                  <a:lnTo>
                    <a:pt x="20701" y="19693"/>
                  </a:lnTo>
                  <a:lnTo>
                    <a:pt x="20543" y="20029"/>
                  </a:lnTo>
                  <a:lnTo>
                    <a:pt x="20405" y="20345"/>
                  </a:lnTo>
                  <a:lnTo>
                    <a:pt x="20306" y="20602"/>
                  </a:lnTo>
                  <a:lnTo>
                    <a:pt x="20207" y="20721"/>
                  </a:lnTo>
                  <a:lnTo>
                    <a:pt x="20128" y="20800"/>
                  </a:lnTo>
                  <a:lnTo>
                    <a:pt x="20049" y="20879"/>
                  </a:lnTo>
                  <a:lnTo>
                    <a:pt x="19950" y="20938"/>
                  </a:lnTo>
                  <a:lnTo>
                    <a:pt x="19871" y="20997"/>
                  </a:lnTo>
                  <a:lnTo>
                    <a:pt x="19773" y="21056"/>
                  </a:lnTo>
                  <a:lnTo>
                    <a:pt x="19674" y="21175"/>
                  </a:lnTo>
                  <a:lnTo>
                    <a:pt x="19575" y="21313"/>
                  </a:lnTo>
                  <a:lnTo>
                    <a:pt x="19575" y="21313"/>
                  </a:lnTo>
                  <a:lnTo>
                    <a:pt x="19694" y="21293"/>
                  </a:lnTo>
                  <a:lnTo>
                    <a:pt x="19733" y="21274"/>
                  </a:lnTo>
                  <a:lnTo>
                    <a:pt x="19812" y="21214"/>
                  </a:lnTo>
                  <a:lnTo>
                    <a:pt x="19812" y="21214"/>
                  </a:lnTo>
                  <a:lnTo>
                    <a:pt x="19753" y="21293"/>
                  </a:lnTo>
                  <a:lnTo>
                    <a:pt x="19694" y="21392"/>
                  </a:lnTo>
                  <a:lnTo>
                    <a:pt x="19536" y="21570"/>
                  </a:lnTo>
                  <a:lnTo>
                    <a:pt x="19536" y="21590"/>
                  </a:lnTo>
                  <a:lnTo>
                    <a:pt x="19555" y="21590"/>
                  </a:lnTo>
                  <a:lnTo>
                    <a:pt x="19615" y="21550"/>
                  </a:lnTo>
                  <a:lnTo>
                    <a:pt x="19654" y="21530"/>
                  </a:lnTo>
                  <a:lnTo>
                    <a:pt x="19654" y="21550"/>
                  </a:lnTo>
                  <a:lnTo>
                    <a:pt x="19634" y="21609"/>
                  </a:lnTo>
                  <a:lnTo>
                    <a:pt x="19516" y="21708"/>
                  </a:lnTo>
                  <a:lnTo>
                    <a:pt x="19456" y="21748"/>
                  </a:lnTo>
                  <a:lnTo>
                    <a:pt x="19437" y="21748"/>
                  </a:lnTo>
                  <a:lnTo>
                    <a:pt x="19417" y="21728"/>
                  </a:lnTo>
                  <a:lnTo>
                    <a:pt x="19437" y="21688"/>
                  </a:lnTo>
                  <a:lnTo>
                    <a:pt x="19338" y="21827"/>
                  </a:lnTo>
                  <a:lnTo>
                    <a:pt x="19259" y="21906"/>
                  </a:lnTo>
                  <a:lnTo>
                    <a:pt x="19180" y="21945"/>
                  </a:lnTo>
                  <a:lnTo>
                    <a:pt x="19121" y="21965"/>
                  </a:lnTo>
                  <a:lnTo>
                    <a:pt x="19061" y="21985"/>
                  </a:lnTo>
                  <a:lnTo>
                    <a:pt x="19002" y="22044"/>
                  </a:lnTo>
                  <a:lnTo>
                    <a:pt x="18943" y="22103"/>
                  </a:lnTo>
                  <a:lnTo>
                    <a:pt x="18864" y="22241"/>
                  </a:lnTo>
                  <a:lnTo>
                    <a:pt x="18864" y="22241"/>
                  </a:lnTo>
                  <a:lnTo>
                    <a:pt x="18903" y="22222"/>
                  </a:lnTo>
                  <a:lnTo>
                    <a:pt x="18943" y="22182"/>
                  </a:lnTo>
                  <a:lnTo>
                    <a:pt x="18982" y="22123"/>
                  </a:lnTo>
                  <a:lnTo>
                    <a:pt x="19042" y="22083"/>
                  </a:lnTo>
                  <a:lnTo>
                    <a:pt x="19061" y="22083"/>
                  </a:lnTo>
                  <a:lnTo>
                    <a:pt x="19081" y="22103"/>
                  </a:lnTo>
                  <a:lnTo>
                    <a:pt x="19042" y="22202"/>
                  </a:lnTo>
                  <a:lnTo>
                    <a:pt x="18982" y="22340"/>
                  </a:lnTo>
                  <a:lnTo>
                    <a:pt x="18884" y="22459"/>
                  </a:lnTo>
                  <a:lnTo>
                    <a:pt x="18844" y="22459"/>
                  </a:lnTo>
                  <a:lnTo>
                    <a:pt x="18785" y="22498"/>
                  </a:lnTo>
                  <a:lnTo>
                    <a:pt x="18706" y="22577"/>
                  </a:lnTo>
                  <a:lnTo>
                    <a:pt x="18627" y="22656"/>
                  </a:lnTo>
                  <a:lnTo>
                    <a:pt x="18587" y="22636"/>
                  </a:lnTo>
                  <a:lnTo>
                    <a:pt x="18607" y="22617"/>
                  </a:lnTo>
                  <a:lnTo>
                    <a:pt x="18706" y="22518"/>
                  </a:lnTo>
                  <a:lnTo>
                    <a:pt x="18824" y="22399"/>
                  </a:lnTo>
                  <a:lnTo>
                    <a:pt x="18864" y="22360"/>
                  </a:lnTo>
                  <a:lnTo>
                    <a:pt x="18884" y="22320"/>
                  </a:lnTo>
                  <a:lnTo>
                    <a:pt x="18884" y="22320"/>
                  </a:lnTo>
                  <a:lnTo>
                    <a:pt x="18587" y="22557"/>
                  </a:lnTo>
                  <a:lnTo>
                    <a:pt x="18647" y="22518"/>
                  </a:lnTo>
                  <a:lnTo>
                    <a:pt x="18647" y="22518"/>
                  </a:lnTo>
                  <a:lnTo>
                    <a:pt x="18528" y="22676"/>
                  </a:lnTo>
                  <a:lnTo>
                    <a:pt x="18370" y="22834"/>
                  </a:lnTo>
                  <a:lnTo>
                    <a:pt x="18449" y="22795"/>
                  </a:lnTo>
                  <a:lnTo>
                    <a:pt x="18489" y="22755"/>
                  </a:lnTo>
                  <a:lnTo>
                    <a:pt x="18528" y="22755"/>
                  </a:lnTo>
                  <a:lnTo>
                    <a:pt x="18528" y="22775"/>
                  </a:lnTo>
                  <a:lnTo>
                    <a:pt x="18528" y="22854"/>
                  </a:lnTo>
                  <a:lnTo>
                    <a:pt x="18469" y="22933"/>
                  </a:lnTo>
                  <a:lnTo>
                    <a:pt x="18271" y="23051"/>
                  </a:lnTo>
                  <a:lnTo>
                    <a:pt x="18113" y="23130"/>
                  </a:lnTo>
                  <a:lnTo>
                    <a:pt x="17995" y="23170"/>
                  </a:lnTo>
                  <a:lnTo>
                    <a:pt x="17955" y="23170"/>
                  </a:lnTo>
                  <a:lnTo>
                    <a:pt x="17936" y="23150"/>
                  </a:lnTo>
                  <a:lnTo>
                    <a:pt x="17936" y="23190"/>
                  </a:lnTo>
                  <a:lnTo>
                    <a:pt x="17896" y="23249"/>
                  </a:lnTo>
                  <a:lnTo>
                    <a:pt x="17778" y="23348"/>
                  </a:lnTo>
                  <a:lnTo>
                    <a:pt x="17442" y="23585"/>
                  </a:lnTo>
                  <a:lnTo>
                    <a:pt x="17560" y="23545"/>
                  </a:lnTo>
                  <a:lnTo>
                    <a:pt x="17560" y="23565"/>
                  </a:lnTo>
                  <a:lnTo>
                    <a:pt x="17560" y="23585"/>
                  </a:lnTo>
                  <a:lnTo>
                    <a:pt x="17501" y="23644"/>
                  </a:lnTo>
                  <a:lnTo>
                    <a:pt x="17442" y="23723"/>
                  </a:lnTo>
                  <a:lnTo>
                    <a:pt x="17027" y="23822"/>
                  </a:lnTo>
                  <a:lnTo>
                    <a:pt x="17126" y="23762"/>
                  </a:lnTo>
                  <a:lnTo>
                    <a:pt x="17165" y="23723"/>
                  </a:lnTo>
                  <a:lnTo>
                    <a:pt x="17165" y="23703"/>
                  </a:lnTo>
                  <a:lnTo>
                    <a:pt x="17106" y="23703"/>
                  </a:lnTo>
                  <a:lnTo>
                    <a:pt x="17007" y="23723"/>
                  </a:lnTo>
                  <a:lnTo>
                    <a:pt x="16968" y="23703"/>
                  </a:lnTo>
                  <a:lnTo>
                    <a:pt x="16968" y="23683"/>
                  </a:lnTo>
                  <a:lnTo>
                    <a:pt x="17007" y="23624"/>
                  </a:lnTo>
                  <a:lnTo>
                    <a:pt x="17047" y="23585"/>
                  </a:lnTo>
                  <a:lnTo>
                    <a:pt x="17185" y="23506"/>
                  </a:lnTo>
                  <a:lnTo>
                    <a:pt x="17501" y="23348"/>
                  </a:lnTo>
                  <a:lnTo>
                    <a:pt x="17343" y="23387"/>
                  </a:lnTo>
                  <a:lnTo>
                    <a:pt x="17205" y="23446"/>
                  </a:lnTo>
                  <a:lnTo>
                    <a:pt x="17106" y="23506"/>
                  </a:lnTo>
                  <a:lnTo>
                    <a:pt x="17007" y="23585"/>
                  </a:lnTo>
                  <a:lnTo>
                    <a:pt x="16829" y="23723"/>
                  </a:lnTo>
                  <a:lnTo>
                    <a:pt x="16711" y="23782"/>
                  </a:lnTo>
                  <a:lnTo>
                    <a:pt x="16592" y="23822"/>
                  </a:lnTo>
                  <a:lnTo>
                    <a:pt x="16573" y="23802"/>
                  </a:lnTo>
                  <a:lnTo>
                    <a:pt x="16592" y="23743"/>
                  </a:lnTo>
                  <a:lnTo>
                    <a:pt x="16592" y="23743"/>
                  </a:lnTo>
                  <a:lnTo>
                    <a:pt x="16533" y="23782"/>
                  </a:lnTo>
                  <a:lnTo>
                    <a:pt x="16375" y="23861"/>
                  </a:lnTo>
                  <a:lnTo>
                    <a:pt x="16276" y="23901"/>
                  </a:lnTo>
                  <a:lnTo>
                    <a:pt x="16178" y="23920"/>
                  </a:lnTo>
                  <a:lnTo>
                    <a:pt x="16237" y="23940"/>
                  </a:lnTo>
                  <a:lnTo>
                    <a:pt x="16296" y="23960"/>
                  </a:lnTo>
                  <a:lnTo>
                    <a:pt x="16316" y="23980"/>
                  </a:lnTo>
                  <a:lnTo>
                    <a:pt x="16296" y="24019"/>
                  </a:lnTo>
                  <a:lnTo>
                    <a:pt x="16257" y="24059"/>
                  </a:lnTo>
                  <a:lnTo>
                    <a:pt x="16178" y="24098"/>
                  </a:lnTo>
                  <a:lnTo>
                    <a:pt x="15822" y="24098"/>
                  </a:lnTo>
                  <a:lnTo>
                    <a:pt x="15704" y="24138"/>
                  </a:lnTo>
                  <a:lnTo>
                    <a:pt x="15625" y="24157"/>
                  </a:lnTo>
                  <a:lnTo>
                    <a:pt x="15605" y="24197"/>
                  </a:lnTo>
                  <a:lnTo>
                    <a:pt x="15585" y="24236"/>
                  </a:lnTo>
                  <a:lnTo>
                    <a:pt x="15565" y="24256"/>
                  </a:lnTo>
                  <a:lnTo>
                    <a:pt x="15546" y="24296"/>
                  </a:lnTo>
                  <a:lnTo>
                    <a:pt x="15506" y="24335"/>
                  </a:lnTo>
                  <a:lnTo>
                    <a:pt x="15407" y="24394"/>
                  </a:lnTo>
                  <a:lnTo>
                    <a:pt x="15644" y="24414"/>
                  </a:lnTo>
                  <a:lnTo>
                    <a:pt x="15625" y="24454"/>
                  </a:lnTo>
                  <a:lnTo>
                    <a:pt x="15565" y="24473"/>
                  </a:lnTo>
                  <a:lnTo>
                    <a:pt x="15407" y="24513"/>
                  </a:lnTo>
                  <a:lnTo>
                    <a:pt x="15269" y="24552"/>
                  </a:lnTo>
                  <a:lnTo>
                    <a:pt x="15210" y="24572"/>
                  </a:lnTo>
                  <a:lnTo>
                    <a:pt x="15210" y="24612"/>
                  </a:lnTo>
                  <a:lnTo>
                    <a:pt x="15348" y="24572"/>
                  </a:lnTo>
                  <a:lnTo>
                    <a:pt x="15467" y="24533"/>
                  </a:lnTo>
                  <a:lnTo>
                    <a:pt x="15585" y="24473"/>
                  </a:lnTo>
                  <a:lnTo>
                    <a:pt x="15743" y="24454"/>
                  </a:lnTo>
                  <a:lnTo>
                    <a:pt x="15763" y="24473"/>
                  </a:lnTo>
                  <a:lnTo>
                    <a:pt x="15743" y="24493"/>
                  </a:lnTo>
                  <a:lnTo>
                    <a:pt x="15625" y="24552"/>
                  </a:lnTo>
                  <a:lnTo>
                    <a:pt x="15486" y="24592"/>
                  </a:lnTo>
                  <a:lnTo>
                    <a:pt x="15348" y="24651"/>
                  </a:lnTo>
                  <a:lnTo>
                    <a:pt x="15091" y="24671"/>
                  </a:lnTo>
                  <a:lnTo>
                    <a:pt x="14953" y="24671"/>
                  </a:lnTo>
                  <a:lnTo>
                    <a:pt x="14617" y="24612"/>
                  </a:lnTo>
                  <a:lnTo>
                    <a:pt x="14637" y="24592"/>
                  </a:lnTo>
                  <a:lnTo>
                    <a:pt x="14637" y="24572"/>
                  </a:lnTo>
                  <a:lnTo>
                    <a:pt x="14696" y="24513"/>
                  </a:lnTo>
                  <a:lnTo>
                    <a:pt x="14874" y="24394"/>
                  </a:lnTo>
                  <a:lnTo>
                    <a:pt x="14953" y="24355"/>
                  </a:lnTo>
                  <a:lnTo>
                    <a:pt x="15032" y="24296"/>
                  </a:lnTo>
                  <a:lnTo>
                    <a:pt x="15052" y="24217"/>
                  </a:lnTo>
                  <a:lnTo>
                    <a:pt x="15052" y="24177"/>
                  </a:lnTo>
                  <a:lnTo>
                    <a:pt x="15052" y="24157"/>
                  </a:lnTo>
                  <a:lnTo>
                    <a:pt x="14716" y="24217"/>
                  </a:lnTo>
                  <a:lnTo>
                    <a:pt x="14360" y="24256"/>
                  </a:lnTo>
                  <a:lnTo>
                    <a:pt x="13886" y="24256"/>
                  </a:lnTo>
                  <a:lnTo>
                    <a:pt x="13768" y="24217"/>
                  </a:lnTo>
                  <a:lnTo>
                    <a:pt x="13649" y="24236"/>
                  </a:lnTo>
                  <a:lnTo>
                    <a:pt x="13570" y="24236"/>
                  </a:lnTo>
                  <a:lnTo>
                    <a:pt x="13491" y="24276"/>
                  </a:lnTo>
                  <a:lnTo>
                    <a:pt x="13452" y="24296"/>
                  </a:lnTo>
                  <a:lnTo>
                    <a:pt x="13432" y="24335"/>
                  </a:lnTo>
                  <a:lnTo>
                    <a:pt x="13432" y="24375"/>
                  </a:lnTo>
                  <a:lnTo>
                    <a:pt x="13452" y="24454"/>
                  </a:lnTo>
                  <a:lnTo>
                    <a:pt x="13353" y="24454"/>
                  </a:lnTo>
                  <a:lnTo>
                    <a:pt x="13274" y="24434"/>
                  </a:lnTo>
                  <a:lnTo>
                    <a:pt x="13136" y="24375"/>
                  </a:lnTo>
                  <a:lnTo>
                    <a:pt x="13314" y="24355"/>
                  </a:lnTo>
                  <a:lnTo>
                    <a:pt x="12998" y="24315"/>
                  </a:lnTo>
                  <a:lnTo>
                    <a:pt x="12721" y="24276"/>
                  </a:lnTo>
                  <a:lnTo>
                    <a:pt x="12464" y="24177"/>
                  </a:lnTo>
                  <a:lnTo>
                    <a:pt x="12168" y="24039"/>
                  </a:lnTo>
                  <a:lnTo>
                    <a:pt x="12030" y="23980"/>
                  </a:lnTo>
                  <a:lnTo>
                    <a:pt x="11990" y="23999"/>
                  </a:lnTo>
                  <a:lnTo>
                    <a:pt x="11970" y="23999"/>
                  </a:lnTo>
                  <a:lnTo>
                    <a:pt x="11970" y="24078"/>
                  </a:lnTo>
                  <a:lnTo>
                    <a:pt x="11970" y="24157"/>
                  </a:lnTo>
                  <a:lnTo>
                    <a:pt x="11852" y="24059"/>
                  </a:lnTo>
                  <a:lnTo>
                    <a:pt x="11714" y="23980"/>
                  </a:lnTo>
                  <a:lnTo>
                    <a:pt x="11733" y="24019"/>
                  </a:lnTo>
                  <a:lnTo>
                    <a:pt x="11694" y="24039"/>
                  </a:lnTo>
                  <a:lnTo>
                    <a:pt x="11635" y="24019"/>
                  </a:lnTo>
                  <a:lnTo>
                    <a:pt x="11516" y="23920"/>
                  </a:lnTo>
                  <a:lnTo>
                    <a:pt x="11457" y="23881"/>
                  </a:lnTo>
                  <a:lnTo>
                    <a:pt x="11398" y="23802"/>
                  </a:lnTo>
                  <a:lnTo>
                    <a:pt x="11259" y="23644"/>
                  </a:lnTo>
                  <a:lnTo>
                    <a:pt x="11299" y="23644"/>
                  </a:lnTo>
                  <a:lnTo>
                    <a:pt x="11358" y="23664"/>
                  </a:lnTo>
                  <a:lnTo>
                    <a:pt x="11398" y="23683"/>
                  </a:lnTo>
                  <a:lnTo>
                    <a:pt x="11417" y="23703"/>
                  </a:lnTo>
                  <a:lnTo>
                    <a:pt x="11417" y="23683"/>
                  </a:lnTo>
                  <a:lnTo>
                    <a:pt x="11299" y="23525"/>
                  </a:lnTo>
                  <a:lnTo>
                    <a:pt x="11161" y="23348"/>
                  </a:lnTo>
                  <a:lnTo>
                    <a:pt x="11082" y="23288"/>
                  </a:lnTo>
                  <a:lnTo>
                    <a:pt x="11003" y="23229"/>
                  </a:lnTo>
                  <a:lnTo>
                    <a:pt x="10924" y="23190"/>
                  </a:lnTo>
                  <a:lnTo>
                    <a:pt x="10845" y="23170"/>
                  </a:lnTo>
                  <a:lnTo>
                    <a:pt x="10845" y="23150"/>
                  </a:lnTo>
                  <a:lnTo>
                    <a:pt x="10884" y="23130"/>
                  </a:lnTo>
                  <a:lnTo>
                    <a:pt x="10963" y="23130"/>
                  </a:lnTo>
                  <a:lnTo>
                    <a:pt x="11042" y="23150"/>
                  </a:lnTo>
                  <a:lnTo>
                    <a:pt x="11101" y="23190"/>
                  </a:lnTo>
                  <a:lnTo>
                    <a:pt x="11161" y="23249"/>
                  </a:lnTo>
                  <a:lnTo>
                    <a:pt x="11240" y="23328"/>
                  </a:lnTo>
                  <a:lnTo>
                    <a:pt x="11240" y="23367"/>
                  </a:lnTo>
                  <a:lnTo>
                    <a:pt x="11259" y="23407"/>
                  </a:lnTo>
                  <a:lnTo>
                    <a:pt x="11437" y="23565"/>
                  </a:lnTo>
                  <a:lnTo>
                    <a:pt x="11536" y="23664"/>
                  </a:lnTo>
                  <a:lnTo>
                    <a:pt x="11615" y="23723"/>
                  </a:lnTo>
                  <a:lnTo>
                    <a:pt x="11556" y="23664"/>
                  </a:lnTo>
                  <a:lnTo>
                    <a:pt x="11477" y="23604"/>
                  </a:lnTo>
                  <a:lnTo>
                    <a:pt x="11358" y="23446"/>
                  </a:lnTo>
                  <a:lnTo>
                    <a:pt x="11161" y="23209"/>
                  </a:lnTo>
                  <a:lnTo>
                    <a:pt x="11062" y="23032"/>
                  </a:lnTo>
                  <a:lnTo>
                    <a:pt x="11022" y="22972"/>
                  </a:lnTo>
                  <a:lnTo>
                    <a:pt x="11022" y="22913"/>
                  </a:lnTo>
                  <a:lnTo>
                    <a:pt x="10943" y="22893"/>
                  </a:lnTo>
                  <a:lnTo>
                    <a:pt x="10864" y="22874"/>
                  </a:lnTo>
                  <a:lnTo>
                    <a:pt x="10845" y="22874"/>
                  </a:lnTo>
                  <a:lnTo>
                    <a:pt x="10825" y="22893"/>
                  </a:lnTo>
                  <a:lnTo>
                    <a:pt x="10864" y="22913"/>
                  </a:lnTo>
                  <a:lnTo>
                    <a:pt x="10943" y="22972"/>
                  </a:lnTo>
                  <a:lnTo>
                    <a:pt x="11003" y="23012"/>
                  </a:lnTo>
                  <a:lnTo>
                    <a:pt x="11022" y="23051"/>
                  </a:lnTo>
                  <a:lnTo>
                    <a:pt x="10963" y="23032"/>
                  </a:lnTo>
                  <a:lnTo>
                    <a:pt x="10766" y="22992"/>
                  </a:lnTo>
                  <a:lnTo>
                    <a:pt x="10687" y="22972"/>
                  </a:lnTo>
                  <a:lnTo>
                    <a:pt x="10608" y="22953"/>
                  </a:lnTo>
                  <a:lnTo>
                    <a:pt x="10430" y="22953"/>
                  </a:lnTo>
                  <a:lnTo>
                    <a:pt x="10272" y="22992"/>
                  </a:lnTo>
                  <a:lnTo>
                    <a:pt x="10094" y="23051"/>
                  </a:lnTo>
                  <a:lnTo>
                    <a:pt x="9798" y="23190"/>
                  </a:lnTo>
                  <a:lnTo>
                    <a:pt x="9600" y="23249"/>
                  </a:lnTo>
                  <a:lnTo>
                    <a:pt x="9422" y="23288"/>
                  </a:lnTo>
                  <a:lnTo>
                    <a:pt x="9245" y="23308"/>
                  </a:lnTo>
                  <a:lnTo>
                    <a:pt x="9166" y="23288"/>
                  </a:lnTo>
                  <a:lnTo>
                    <a:pt x="9087" y="23269"/>
                  </a:lnTo>
                  <a:lnTo>
                    <a:pt x="9027" y="23229"/>
                  </a:lnTo>
                  <a:lnTo>
                    <a:pt x="8948" y="23190"/>
                  </a:lnTo>
                  <a:lnTo>
                    <a:pt x="8731" y="23249"/>
                  </a:lnTo>
                  <a:lnTo>
                    <a:pt x="8474" y="23269"/>
                  </a:lnTo>
                  <a:lnTo>
                    <a:pt x="8336" y="23288"/>
                  </a:lnTo>
                  <a:lnTo>
                    <a:pt x="8178" y="23269"/>
                  </a:lnTo>
                  <a:lnTo>
                    <a:pt x="8020" y="23249"/>
                  </a:lnTo>
                  <a:lnTo>
                    <a:pt x="7862" y="23209"/>
                  </a:lnTo>
                  <a:lnTo>
                    <a:pt x="7842" y="23229"/>
                  </a:lnTo>
                  <a:lnTo>
                    <a:pt x="7803" y="23249"/>
                  </a:lnTo>
                  <a:lnTo>
                    <a:pt x="7684" y="23229"/>
                  </a:lnTo>
                  <a:lnTo>
                    <a:pt x="7586" y="23209"/>
                  </a:lnTo>
                  <a:lnTo>
                    <a:pt x="7566" y="23229"/>
                  </a:lnTo>
                  <a:lnTo>
                    <a:pt x="7546" y="23269"/>
                  </a:lnTo>
                  <a:lnTo>
                    <a:pt x="7704" y="23348"/>
                  </a:lnTo>
                  <a:lnTo>
                    <a:pt x="7862" y="23387"/>
                  </a:lnTo>
                  <a:lnTo>
                    <a:pt x="8020" y="23407"/>
                  </a:lnTo>
                  <a:lnTo>
                    <a:pt x="8178" y="23427"/>
                  </a:lnTo>
                  <a:lnTo>
                    <a:pt x="8474" y="23427"/>
                  </a:lnTo>
                  <a:lnTo>
                    <a:pt x="8613" y="23446"/>
                  </a:lnTo>
                  <a:lnTo>
                    <a:pt x="8751" y="23506"/>
                  </a:lnTo>
                  <a:lnTo>
                    <a:pt x="8869" y="23466"/>
                  </a:lnTo>
                  <a:lnTo>
                    <a:pt x="8909" y="23427"/>
                  </a:lnTo>
                  <a:lnTo>
                    <a:pt x="8929" y="23387"/>
                  </a:lnTo>
                  <a:lnTo>
                    <a:pt x="8988" y="23348"/>
                  </a:lnTo>
                  <a:lnTo>
                    <a:pt x="9205" y="23328"/>
                  </a:lnTo>
                  <a:lnTo>
                    <a:pt x="9284" y="23328"/>
                  </a:lnTo>
                  <a:lnTo>
                    <a:pt x="9343" y="23367"/>
                  </a:lnTo>
                  <a:lnTo>
                    <a:pt x="9225" y="23407"/>
                  </a:lnTo>
                  <a:lnTo>
                    <a:pt x="9146" y="23446"/>
                  </a:lnTo>
                  <a:lnTo>
                    <a:pt x="9106" y="23486"/>
                  </a:lnTo>
                  <a:lnTo>
                    <a:pt x="9087" y="23525"/>
                  </a:lnTo>
                  <a:lnTo>
                    <a:pt x="9047" y="23565"/>
                  </a:lnTo>
                  <a:lnTo>
                    <a:pt x="8988" y="23585"/>
                  </a:lnTo>
                  <a:lnTo>
                    <a:pt x="8869" y="23624"/>
                  </a:lnTo>
                  <a:lnTo>
                    <a:pt x="8711" y="23624"/>
                  </a:lnTo>
                  <a:lnTo>
                    <a:pt x="8751" y="23644"/>
                  </a:lnTo>
                  <a:lnTo>
                    <a:pt x="8830" y="23664"/>
                  </a:lnTo>
                  <a:lnTo>
                    <a:pt x="9027" y="23683"/>
                  </a:lnTo>
                  <a:lnTo>
                    <a:pt x="9245" y="23664"/>
                  </a:lnTo>
                  <a:lnTo>
                    <a:pt x="9442" y="23644"/>
                  </a:lnTo>
                  <a:lnTo>
                    <a:pt x="9422" y="23683"/>
                  </a:lnTo>
                  <a:lnTo>
                    <a:pt x="9442" y="23703"/>
                  </a:lnTo>
                  <a:lnTo>
                    <a:pt x="9501" y="23723"/>
                  </a:lnTo>
                  <a:lnTo>
                    <a:pt x="9600" y="23743"/>
                  </a:lnTo>
                  <a:lnTo>
                    <a:pt x="9462" y="23822"/>
                  </a:lnTo>
                  <a:lnTo>
                    <a:pt x="9284" y="23901"/>
                  </a:lnTo>
                  <a:lnTo>
                    <a:pt x="8948" y="24019"/>
                  </a:lnTo>
                  <a:lnTo>
                    <a:pt x="8968" y="23999"/>
                  </a:lnTo>
                  <a:lnTo>
                    <a:pt x="8948" y="23960"/>
                  </a:lnTo>
                  <a:lnTo>
                    <a:pt x="8929" y="23940"/>
                  </a:lnTo>
                  <a:lnTo>
                    <a:pt x="8948" y="23920"/>
                  </a:lnTo>
                  <a:lnTo>
                    <a:pt x="8948" y="23920"/>
                  </a:lnTo>
                  <a:lnTo>
                    <a:pt x="8613" y="23980"/>
                  </a:lnTo>
                  <a:lnTo>
                    <a:pt x="8297" y="24019"/>
                  </a:lnTo>
                  <a:lnTo>
                    <a:pt x="8178" y="23960"/>
                  </a:lnTo>
                  <a:lnTo>
                    <a:pt x="8119" y="23901"/>
                  </a:lnTo>
                  <a:lnTo>
                    <a:pt x="8119" y="23881"/>
                  </a:lnTo>
                  <a:lnTo>
                    <a:pt x="8119" y="23861"/>
                  </a:lnTo>
                  <a:lnTo>
                    <a:pt x="8178" y="23822"/>
                  </a:lnTo>
                  <a:lnTo>
                    <a:pt x="7882" y="23762"/>
                  </a:lnTo>
                  <a:lnTo>
                    <a:pt x="7586" y="23683"/>
                  </a:lnTo>
                  <a:lnTo>
                    <a:pt x="7467" y="23644"/>
                  </a:lnTo>
                  <a:lnTo>
                    <a:pt x="7368" y="23604"/>
                  </a:lnTo>
                  <a:lnTo>
                    <a:pt x="7309" y="23565"/>
                  </a:lnTo>
                  <a:lnTo>
                    <a:pt x="7289" y="23545"/>
                  </a:lnTo>
                  <a:lnTo>
                    <a:pt x="7309" y="23525"/>
                  </a:lnTo>
                  <a:lnTo>
                    <a:pt x="7190" y="23466"/>
                  </a:lnTo>
                  <a:lnTo>
                    <a:pt x="7131" y="23466"/>
                  </a:lnTo>
                  <a:lnTo>
                    <a:pt x="7151" y="23486"/>
                  </a:lnTo>
                  <a:lnTo>
                    <a:pt x="7190" y="23525"/>
                  </a:lnTo>
                  <a:lnTo>
                    <a:pt x="7329" y="23624"/>
                  </a:lnTo>
                  <a:lnTo>
                    <a:pt x="7428" y="23683"/>
                  </a:lnTo>
                  <a:lnTo>
                    <a:pt x="7388" y="23683"/>
                  </a:lnTo>
                  <a:lnTo>
                    <a:pt x="7605" y="23762"/>
                  </a:lnTo>
                  <a:lnTo>
                    <a:pt x="7842" y="23822"/>
                  </a:lnTo>
                  <a:lnTo>
                    <a:pt x="7842" y="23841"/>
                  </a:lnTo>
                  <a:lnTo>
                    <a:pt x="7823" y="23861"/>
                  </a:lnTo>
                  <a:lnTo>
                    <a:pt x="7763" y="23861"/>
                  </a:lnTo>
                  <a:lnTo>
                    <a:pt x="7684" y="23841"/>
                  </a:lnTo>
                  <a:lnTo>
                    <a:pt x="7566" y="23802"/>
                  </a:lnTo>
                  <a:lnTo>
                    <a:pt x="7368" y="23723"/>
                  </a:lnTo>
                  <a:lnTo>
                    <a:pt x="7269" y="23703"/>
                  </a:lnTo>
                  <a:lnTo>
                    <a:pt x="7250" y="23703"/>
                  </a:lnTo>
                  <a:lnTo>
                    <a:pt x="7210" y="23723"/>
                  </a:lnTo>
                  <a:lnTo>
                    <a:pt x="7171" y="23762"/>
                  </a:lnTo>
                  <a:lnTo>
                    <a:pt x="7131" y="23782"/>
                  </a:lnTo>
                  <a:lnTo>
                    <a:pt x="7092" y="23782"/>
                  </a:lnTo>
                  <a:lnTo>
                    <a:pt x="7032" y="23762"/>
                  </a:lnTo>
                  <a:lnTo>
                    <a:pt x="6934" y="23703"/>
                  </a:lnTo>
                  <a:lnTo>
                    <a:pt x="6795" y="23604"/>
                  </a:lnTo>
                  <a:lnTo>
                    <a:pt x="6558" y="23387"/>
                  </a:lnTo>
                  <a:lnTo>
                    <a:pt x="6440" y="23288"/>
                  </a:lnTo>
                  <a:lnTo>
                    <a:pt x="6341" y="23209"/>
                  </a:lnTo>
                  <a:lnTo>
                    <a:pt x="6341" y="23209"/>
                  </a:lnTo>
                  <a:lnTo>
                    <a:pt x="6776" y="23229"/>
                  </a:lnTo>
                  <a:lnTo>
                    <a:pt x="6460" y="23111"/>
                  </a:lnTo>
                  <a:lnTo>
                    <a:pt x="6598" y="23111"/>
                  </a:lnTo>
                  <a:lnTo>
                    <a:pt x="6716" y="23071"/>
                  </a:lnTo>
                  <a:lnTo>
                    <a:pt x="6835" y="23051"/>
                  </a:lnTo>
                  <a:lnTo>
                    <a:pt x="6914" y="23051"/>
                  </a:lnTo>
                  <a:lnTo>
                    <a:pt x="7013" y="23071"/>
                  </a:lnTo>
                  <a:lnTo>
                    <a:pt x="7013" y="23071"/>
                  </a:lnTo>
                  <a:lnTo>
                    <a:pt x="6716" y="22893"/>
                  </a:lnTo>
                  <a:lnTo>
                    <a:pt x="6420" y="22676"/>
                  </a:lnTo>
                  <a:lnTo>
                    <a:pt x="6144" y="22459"/>
                  </a:lnTo>
                  <a:lnTo>
                    <a:pt x="5926" y="22301"/>
                  </a:lnTo>
                  <a:lnTo>
                    <a:pt x="5907" y="22222"/>
                  </a:lnTo>
                  <a:lnTo>
                    <a:pt x="5907" y="22162"/>
                  </a:lnTo>
                  <a:lnTo>
                    <a:pt x="5926" y="22103"/>
                  </a:lnTo>
                  <a:lnTo>
                    <a:pt x="5966" y="22083"/>
                  </a:lnTo>
                  <a:lnTo>
                    <a:pt x="5828" y="22004"/>
                  </a:lnTo>
                  <a:lnTo>
                    <a:pt x="5709" y="21925"/>
                  </a:lnTo>
                  <a:lnTo>
                    <a:pt x="5630" y="21827"/>
                  </a:lnTo>
                  <a:lnTo>
                    <a:pt x="5551" y="21728"/>
                  </a:lnTo>
                  <a:lnTo>
                    <a:pt x="5413" y="21530"/>
                  </a:lnTo>
                  <a:lnTo>
                    <a:pt x="5334" y="21432"/>
                  </a:lnTo>
                  <a:lnTo>
                    <a:pt x="5255" y="21333"/>
                  </a:lnTo>
                  <a:lnTo>
                    <a:pt x="5156" y="21274"/>
                  </a:lnTo>
                  <a:lnTo>
                    <a:pt x="5136" y="21293"/>
                  </a:lnTo>
                  <a:lnTo>
                    <a:pt x="5156" y="21333"/>
                  </a:lnTo>
                  <a:lnTo>
                    <a:pt x="5196" y="21412"/>
                  </a:lnTo>
                  <a:lnTo>
                    <a:pt x="5235" y="21471"/>
                  </a:lnTo>
                  <a:lnTo>
                    <a:pt x="5255" y="21530"/>
                  </a:lnTo>
                  <a:lnTo>
                    <a:pt x="5255" y="21550"/>
                  </a:lnTo>
                  <a:lnTo>
                    <a:pt x="5255" y="21570"/>
                  </a:lnTo>
                  <a:lnTo>
                    <a:pt x="5176" y="21550"/>
                  </a:lnTo>
                  <a:lnTo>
                    <a:pt x="5117" y="21451"/>
                  </a:lnTo>
                  <a:lnTo>
                    <a:pt x="5038" y="21372"/>
                  </a:lnTo>
                  <a:lnTo>
                    <a:pt x="4860" y="21234"/>
                  </a:lnTo>
                  <a:lnTo>
                    <a:pt x="4860" y="21234"/>
                  </a:lnTo>
                  <a:lnTo>
                    <a:pt x="4959" y="21333"/>
                  </a:lnTo>
                  <a:lnTo>
                    <a:pt x="5097" y="21491"/>
                  </a:lnTo>
                  <a:lnTo>
                    <a:pt x="5413" y="21866"/>
                  </a:lnTo>
                  <a:lnTo>
                    <a:pt x="5314" y="21807"/>
                  </a:lnTo>
                  <a:lnTo>
                    <a:pt x="5235" y="21787"/>
                  </a:lnTo>
                  <a:lnTo>
                    <a:pt x="5176" y="21787"/>
                  </a:lnTo>
                  <a:lnTo>
                    <a:pt x="5117" y="21807"/>
                  </a:lnTo>
                  <a:lnTo>
                    <a:pt x="5393" y="22064"/>
                  </a:lnTo>
                  <a:lnTo>
                    <a:pt x="5334" y="22083"/>
                  </a:lnTo>
                  <a:lnTo>
                    <a:pt x="5275" y="22064"/>
                  </a:lnTo>
                  <a:lnTo>
                    <a:pt x="5156" y="21945"/>
                  </a:lnTo>
                  <a:lnTo>
                    <a:pt x="4998" y="21787"/>
                  </a:lnTo>
                  <a:lnTo>
                    <a:pt x="4939" y="21728"/>
                  </a:lnTo>
                  <a:lnTo>
                    <a:pt x="4879" y="21688"/>
                  </a:lnTo>
                  <a:lnTo>
                    <a:pt x="4959" y="21669"/>
                  </a:lnTo>
                  <a:lnTo>
                    <a:pt x="5018" y="21669"/>
                  </a:lnTo>
                  <a:lnTo>
                    <a:pt x="5057" y="21649"/>
                  </a:lnTo>
                  <a:lnTo>
                    <a:pt x="5156" y="21629"/>
                  </a:lnTo>
                  <a:lnTo>
                    <a:pt x="4939" y="21471"/>
                  </a:lnTo>
                  <a:lnTo>
                    <a:pt x="4741" y="21254"/>
                  </a:lnTo>
                  <a:lnTo>
                    <a:pt x="4583" y="21037"/>
                  </a:lnTo>
                  <a:lnTo>
                    <a:pt x="4504" y="20938"/>
                  </a:lnTo>
                  <a:lnTo>
                    <a:pt x="4465" y="20819"/>
                  </a:lnTo>
                  <a:lnTo>
                    <a:pt x="4445" y="20780"/>
                  </a:lnTo>
                  <a:lnTo>
                    <a:pt x="4465" y="20780"/>
                  </a:lnTo>
                  <a:lnTo>
                    <a:pt x="4504" y="20819"/>
                  </a:lnTo>
                  <a:lnTo>
                    <a:pt x="4583" y="20879"/>
                  </a:lnTo>
                  <a:lnTo>
                    <a:pt x="4662" y="20938"/>
                  </a:lnTo>
                  <a:lnTo>
                    <a:pt x="4662" y="20898"/>
                  </a:lnTo>
                  <a:lnTo>
                    <a:pt x="4642" y="20859"/>
                  </a:lnTo>
                  <a:lnTo>
                    <a:pt x="4563" y="20780"/>
                  </a:lnTo>
                  <a:lnTo>
                    <a:pt x="4484" y="20701"/>
                  </a:lnTo>
                  <a:lnTo>
                    <a:pt x="4465" y="20661"/>
                  </a:lnTo>
                  <a:lnTo>
                    <a:pt x="4484" y="20622"/>
                  </a:lnTo>
                  <a:lnTo>
                    <a:pt x="4504" y="20622"/>
                  </a:lnTo>
                  <a:lnTo>
                    <a:pt x="4524" y="20642"/>
                  </a:lnTo>
                  <a:lnTo>
                    <a:pt x="4583" y="20701"/>
                  </a:lnTo>
                  <a:lnTo>
                    <a:pt x="4623" y="20780"/>
                  </a:lnTo>
                  <a:lnTo>
                    <a:pt x="4682" y="20839"/>
                  </a:lnTo>
                  <a:lnTo>
                    <a:pt x="4425" y="20464"/>
                  </a:lnTo>
                  <a:lnTo>
                    <a:pt x="4188" y="20088"/>
                  </a:lnTo>
                  <a:lnTo>
                    <a:pt x="4208" y="20088"/>
                  </a:lnTo>
                  <a:lnTo>
                    <a:pt x="4247" y="20108"/>
                  </a:lnTo>
                  <a:lnTo>
                    <a:pt x="4307" y="20167"/>
                  </a:lnTo>
                  <a:lnTo>
                    <a:pt x="4425" y="20365"/>
                  </a:lnTo>
                  <a:lnTo>
                    <a:pt x="4346" y="20207"/>
                  </a:lnTo>
                  <a:lnTo>
                    <a:pt x="4228" y="20049"/>
                  </a:lnTo>
                  <a:lnTo>
                    <a:pt x="4109" y="19911"/>
                  </a:lnTo>
                  <a:lnTo>
                    <a:pt x="3912" y="19772"/>
                  </a:lnTo>
                  <a:lnTo>
                    <a:pt x="3852" y="19535"/>
                  </a:lnTo>
                  <a:lnTo>
                    <a:pt x="3813" y="19338"/>
                  </a:lnTo>
                  <a:lnTo>
                    <a:pt x="3813" y="19219"/>
                  </a:lnTo>
                  <a:lnTo>
                    <a:pt x="3833" y="19200"/>
                  </a:lnTo>
                  <a:lnTo>
                    <a:pt x="3852" y="19200"/>
                  </a:lnTo>
                  <a:lnTo>
                    <a:pt x="3813" y="19140"/>
                  </a:lnTo>
                  <a:lnTo>
                    <a:pt x="3793" y="19140"/>
                  </a:lnTo>
                  <a:lnTo>
                    <a:pt x="3754" y="19180"/>
                  </a:lnTo>
                  <a:lnTo>
                    <a:pt x="3734" y="19200"/>
                  </a:lnTo>
                  <a:lnTo>
                    <a:pt x="3694" y="19061"/>
                  </a:lnTo>
                  <a:lnTo>
                    <a:pt x="3655" y="18963"/>
                  </a:lnTo>
                  <a:lnTo>
                    <a:pt x="3556" y="18824"/>
                  </a:lnTo>
                  <a:lnTo>
                    <a:pt x="3457" y="18726"/>
                  </a:lnTo>
                  <a:lnTo>
                    <a:pt x="3438" y="18647"/>
                  </a:lnTo>
                  <a:lnTo>
                    <a:pt x="3398" y="18568"/>
                  </a:lnTo>
                  <a:lnTo>
                    <a:pt x="3359" y="18765"/>
                  </a:lnTo>
                  <a:lnTo>
                    <a:pt x="3359" y="18647"/>
                  </a:lnTo>
                  <a:lnTo>
                    <a:pt x="3339" y="18587"/>
                  </a:lnTo>
                  <a:lnTo>
                    <a:pt x="3319" y="18548"/>
                  </a:lnTo>
                  <a:lnTo>
                    <a:pt x="3280" y="18548"/>
                  </a:lnTo>
                  <a:lnTo>
                    <a:pt x="3260" y="18528"/>
                  </a:lnTo>
                  <a:lnTo>
                    <a:pt x="3220" y="18508"/>
                  </a:lnTo>
                  <a:lnTo>
                    <a:pt x="3201" y="18449"/>
                  </a:lnTo>
                  <a:lnTo>
                    <a:pt x="3201" y="18350"/>
                  </a:lnTo>
                  <a:lnTo>
                    <a:pt x="3280" y="18370"/>
                  </a:lnTo>
                  <a:lnTo>
                    <a:pt x="3339" y="18350"/>
                  </a:lnTo>
                  <a:lnTo>
                    <a:pt x="3418" y="18331"/>
                  </a:lnTo>
                  <a:lnTo>
                    <a:pt x="3477" y="18271"/>
                  </a:lnTo>
                  <a:lnTo>
                    <a:pt x="3457" y="18252"/>
                  </a:lnTo>
                  <a:lnTo>
                    <a:pt x="3438" y="18212"/>
                  </a:lnTo>
                  <a:lnTo>
                    <a:pt x="3418" y="18113"/>
                  </a:lnTo>
                  <a:lnTo>
                    <a:pt x="3418" y="17856"/>
                  </a:lnTo>
                  <a:lnTo>
                    <a:pt x="3398" y="17876"/>
                  </a:lnTo>
                  <a:lnTo>
                    <a:pt x="3378" y="17856"/>
                  </a:lnTo>
                  <a:lnTo>
                    <a:pt x="3339" y="17758"/>
                  </a:lnTo>
                  <a:lnTo>
                    <a:pt x="3319" y="17718"/>
                  </a:lnTo>
                  <a:lnTo>
                    <a:pt x="3299" y="17698"/>
                  </a:lnTo>
                  <a:lnTo>
                    <a:pt x="3280" y="17718"/>
                  </a:lnTo>
                  <a:lnTo>
                    <a:pt x="3260" y="17777"/>
                  </a:lnTo>
                  <a:lnTo>
                    <a:pt x="3240" y="17659"/>
                  </a:lnTo>
                  <a:lnTo>
                    <a:pt x="3220" y="17560"/>
                  </a:lnTo>
                  <a:lnTo>
                    <a:pt x="3240" y="17363"/>
                  </a:lnTo>
                  <a:lnTo>
                    <a:pt x="3260" y="17185"/>
                  </a:lnTo>
                  <a:lnTo>
                    <a:pt x="3260" y="17066"/>
                  </a:lnTo>
                  <a:lnTo>
                    <a:pt x="3260" y="16948"/>
                  </a:lnTo>
                  <a:lnTo>
                    <a:pt x="3240" y="16987"/>
                  </a:lnTo>
                  <a:lnTo>
                    <a:pt x="3220" y="16987"/>
                  </a:lnTo>
                  <a:lnTo>
                    <a:pt x="3201" y="16869"/>
                  </a:lnTo>
                  <a:lnTo>
                    <a:pt x="3181" y="16750"/>
                  </a:lnTo>
                  <a:lnTo>
                    <a:pt x="3161" y="16731"/>
                  </a:lnTo>
                  <a:lnTo>
                    <a:pt x="3122" y="16770"/>
                  </a:lnTo>
                  <a:lnTo>
                    <a:pt x="3122" y="16770"/>
                  </a:lnTo>
                  <a:lnTo>
                    <a:pt x="3161" y="16652"/>
                  </a:lnTo>
                  <a:lnTo>
                    <a:pt x="3201" y="16533"/>
                  </a:lnTo>
                  <a:lnTo>
                    <a:pt x="3102" y="16415"/>
                  </a:lnTo>
                  <a:lnTo>
                    <a:pt x="3082" y="16355"/>
                  </a:lnTo>
                  <a:lnTo>
                    <a:pt x="3062" y="16316"/>
                  </a:lnTo>
                  <a:lnTo>
                    <a:pt x="3043" y="16276"/>
                  </a:lnTo>
                  <a:lnTo>
                    <a:pt x="3062" y="16257"/>
                  </a:lnTo>
                  <a:lnTo>
                    <a:pt x="3082" y="16237"/>
                  </a:lnTo>
                  <a:lnTo>
                    <a:pt x="3122" y="16237"/>
                  </a:lnTo>
                  <a:lnTo>
                    <a:pt x="3280" y="16355"/>
                  </a:lnTo>
                  <a:lnTo>
                    <a:pt x="3398" y="16454"/>
                  </a:lnTo>
                  <a:lnTo>
                    <a:pt x="3398" y="16474"/>
                  </a:lnTo>
                  <a:lnTo>
                    <a:pt x="3438" y="16474"/>
                  </a:lnTo>
                  <a:lnTo>
                    <a:pt x="3438" y="16434"/>
                  </a:lnTo>
                  <a:lnTo>
                    <a:pt x="3122" y="16197"/>
                  </a:lnTo>
                  <a:lnTo>
                    <a:pt x="2806" y="15960"/>
                  </a:lnTo>
                  <a:lnTo>
                    <a:pt x="2648" y="15743"/>
                  </a:lnTo>
                  <a:lnTo>
                    <a:pt x="2628" y="15644"/>
                  </a:lnTo>
                  <a:lnTo>
                    <a:pt x="2608" y="15605"/>
                  </a:lnTo>
                  <a:lnTo>
                    <a:pt x="2628" y="15565"/>
                  </a:lnTo>
                  <a:lnTo>
                    <a:pt x="2549" y="15526"/>
                  </a:lnTo>
                  <a:lnTo>
                    <a:pt x="2470" y="15466"/>
                  </a:lnTo>
                  <a:lnTo>
                    <a:pt x="2351" y="15289"/>
                  </a:lnTo>
                  <a:lnTo>
                    <a:pt x="2233" y="15131"/>
                  </a:lnTo>
                  <a:lnTo>
                    <a:pt x="2173" y="15071"/>
                  </a:lnTo>
                  <a:lnTo>
                    <a:pt x="2094" y="15052"/>
                  </a:lnTo>
                  <a:lnTo>
                    <a:pt x="2173" y="15091"/>
                  </a:lnTo>
                  <a:lnTo>
                    <a:pt x="2213" y="15150"/>
                  </a:lnTo>
                  <a:lnTo>
                    <a:pt x="2292" y="15249"/>
                  </a:lnTo>
                  <a:lnTo>
                    <a:pt x="2351" y="15427"/>
                  </a:lnTo>
                  <a:lnTo>
                    <a:pt x="2272" y="15368"/>
                  </a:lnTo>
                  <a:lnTo>
                    <a:pt x="2312" y="15407"/>
                  </a:lnTo>
                  <a:lnTo>
                    <a:pt x="2312" y="15407"/>
                  </a:lnTo>
                  <a:lnTo>
                    <a:pt x="1996" y="15308"/>
                  </a:lnTo>
                  <a:lnTo>
                    <a:pt x="1996" y="15308"/>
                  </a:lnTo>
                  <a:lnTo>
                    <a:pt x="2035" y="15387"/>
                  </a:lnTo>
                  <a:lnTo>
                    <a:pt x="2075" y="15427"/>
                  </a:lnTo>
                  <a:lnTo>
                    <a:pt x="2173" y="15427"/>
                  </a:lnTo>
                  <a:lnTo>
                    <a:pt x="2213" y="15447"/>
                  </a:lnTo>
                  <a:lnTo>
                    <a:pt x="2272" y="15486"/>
                  </a:lnTo>
                  <a:lnTo>
                    <a:pt x="2371" y="15565"/>
                  </a:lnTo>
                  <a:lnTo>
                    <a:pt x="2371" y="15624"/>
                  </a:lnTo>
                  <a:lnTo>
                    <a:pt x="2371" y="15644"/>
                  </a:lnTo>
                  <a:lnTo>
                    <a:pt x="2331" y="15664"/>
                  </a:lnTo>
                  <a:lnTo>
                    <a:pt x="2292" y="15664"/>
                  </a:lnTo>
                  <a:lnTo>
                    <a:pt x="2193" y="15624"/>
                  </a:lnTo>
                  <a:lnTo>
                    <a:pt x="2075" y="15545"/>
                  </a:lnTo>
                  <a:lnTo>
                    <a:pt x="1857" y="15407"/>
                  </a:lnTo>
                  <a:lnTo>
                    <a:pt x="1838" y="15387"/>
                  </a:lnTo>
                  <a:lnTo>
                    <a:pt x="1818" y="15407"/>
                  </a:lnTo>
                  <a:lnTo>
                    <a:pt x="1818" y="15427"/>
                  </a:lnTo>
                  <a:lnTo>
                    <a:pt x="1838" y="15486"/>
                  </a:lnTo>
                  <a:lnTo>
                    <a:pt x="1877" y="15565"/>
                  </a:lnTo>
                  <a:lnTo>
                    <a:pt x="1936" y="15605"/>
                  </a:lnTo>
                  <a:lnTo>
                    <a:pt x="1976" y="15644"/>
                  </a:lnTo>
                  <a:lnTo>
                    <a:pt x="2035" y="15664"/>
                  </a:lnTo>
                  <a:lnTo>
                    <a:pt x="2134" y="15684"/>
                  </a:lnTo>
                  <a:lnTo>
                    <a:pt x="2193" y="15704"/>
                  </a:lnTo>
                  <a:lnTo>
                    <a:pt x="2272" y="15743"/>
                  </a:lnTo>
                  <a:lnTo>
                    <a:pt x="2272" y="15743"/>
                  </a:lnTo>
                  <a:lnTo>
                    <a:pt x="2233" y="15684"/>
                  </a:lnTo>
                  <a:lnTo>
                    <a:pt x="2233" y="15684"/>
                  </a:lnTo>
                  <a:lnTo>
                    <a:pt x="2430" y="15862"/>
                  </a:lnTo>
                  <a:lnTo>
                    <a:pt x="2648" y="16020"/>
                  </a:lnTo>
                  <a:lnTo>
                    <a:pt x="2628" y="16039"/>
                  </a:lnTo>
                  <a:lnTo>
                    <a:pt x="2569" y="16020"/>
                  </a:lnTo>
                  <a:lnTo>
                    <a:pt x="2490" y="16000"/>
                  </a:lnTo>
                  <a:lnTo>
                    <a:pt x="2845" y="16316"/>
                  </a:lnTo>
                  <a:lnTo>
                    <a:pt x="3082" y="16573"/>
                  </a:lnTo>
                  <a:lnTo>
                    <a:pt x="2983" y="16829"/>
                  </a:lnTo>
                  <a:lnTo>
                    <a:pt x="2944" y="16987"/>
                  </a:lnTo>
                  <a:lnTo>
                    <a:pt x="2924" y="17165"/>
                  </a:lnTo>
                  <a:lnTo>
                    <a:pt x="2964" y="17126"/>
                  </a:lnTo>
                  <a:lnTo>
                    <a:pt x="3043" y="17106"/>
                  </a:lnTo>
                  <a:lnTo>
                    <a:pt x="3062" y="17126"/>
                  </a:lnTo>
                  <a:lnTo>
                    <a:pt x="3102" y="17165"/>
                  </a:lnTo>
                  <a:lnTo>
                    <a:pt x="3122" y="17224"/>
                  </a:lnTo>
                  <a:lnTo>
                    <a:pt x="3122" y="17323"/>
                  </a:lnTo>
                  <a:lnTo>
                    <a:pt x="3122" y="17442"/>
                  </a:lnTo>
                  <a:lnTo>
                    <a:pt x="3102" y="17540"/>
                  </a:lnTo>
                  <a:lnTo>
                    <a:pt x="3062" y="17619"/>
                  </a:lnTo>
                  <a:lnTo>
                    <a:pt x="3043" y="17738"/>
                  </a:lnTo>
                  <a:lnTo>
                    <a:pt x="2983" y="17580"/>
                  </a:lnTo>
                  <a:lnTo>
                    <a:pt x="2964" y="17481"/>
                  </a:lnTo>
                  <a:lnTo>
                    <a:pt x="2983" y="17442"/>
                  </a:lnTo>
                  <a:lnTo>
                    <a:pt x="3003" y="17382"/>
                  </a:lnTo>
                  <a:lnTo>
                    <a:pt x="2885" y="17382"/>
                  </a:lnTo>
                  <a:lnTo>
                    <a:pt x="2845" y="17224"/>
                  </a:lnTo>
                  <a:lnTo>
                    <a:pt x="2806" y="17126"/>
                  </a:lnTo>
                  <a:lnTo>
                    <a:pt x="2746" y="17007"/>
                  </a:lnTo>
                  <a:lnTo>
                    <a:pt x="2707" y="16968"/>
                  </a:lnTo>
                  <a:lnTo>
                    <a:pt x="2687" y="16908"/>
                  </a:lnTo>
                  <a:lnTo>
                    <a:pt x="2687" y="16829"/>
                  </a:lnTo>
                  <a:lnTo>
                    <a:pt x="2687" y="16711"/>
                  </a:lnTo>
                  <a:lnTo>
                    <a:pt x="2648" y="16691"/>
                  </a:lnTo>
                  <a:lnTo>
                    <a:pt x="2608" y="16671"/>
                  </a:lnTo>
                  <a:lnTo>
                    <a:pt x="2569" y="16671"/>
                  </a:lnTo>
                  <a:lnTo>
                    <a:pt x="2490" y="16652"/>
                  </a:lnTo>
                  <a:lnTo>
                    <a:pt x="2351" y="16573"/>
                  </a:lnTo>
                  <a:lnTo>
                    <a:pt x="2272" y="16533"/>
                  </a:lnTo>
                  <a:lnTo>
                    <a:pt x="2173" y="16434"/>
                  </a:lnTo>
                  <a:lnTo>
                    <a:pt x="1936" y="16197"/>
                  </a:lnTo>
                  <a:lnTo>
                    <a:pt x="1936" y="16197"/>
                  </a:lnTo>
                  <a:lnTo>
                    <a:pt x="2015" y="16415"/>
                  </a:lnTo>
                  <a:lnTo>
                    <a:pt x="1897" y="16336"/>
                  </a:lnTo>
                  <a:lnTo>
                    <a:pt x="1838" y="16296"/>
                  </a:lnTo>
                  <a:lnTo>
                    <a:pt x="1818" y="16257"/>
                  </a:lnTo>
                  <a:lnTo>
                    <a:pt x="1818" y="16217"/>
                  </a:lnTo>
                  <a:lnTo>
                    <a:pt x="1818" y="16178"/>
                  </a:lnTo>
                  <a:lnTo>
                    <a:pt x="1778" y="16118"/>
                  </a:lnTo>
                  <a:lnTo>
                    <a:pt x="1719" y="16039"/>
                  </a:lnTo>
                  <a:lnTo>
                    <a:pt x="1581" y="15941"/>
                  </a:lnTo>
                  <a:lnTo>
                    <a:pt x="1541" y="15704"/>
                  </a:lnTo>
                  <a:lnTo>
                    <a:pt x="1541" y="15486"/>
                  </a:lnTo>
                  <a:lnTo>
                    <a:pt x="1541" y="15407"/>
                  </a:lnTo>
                  <a:lnTo>
                    <a:pt x="1581" y="15348"/>
                  </a:lnTo>
                  <a:lnTo>
                    <a:pt x="1640" y="15348"/>
                  </a:lnTo>
                  <a:lnTo>
                    <a:pt x="1739" y="15387"/>
                  </a:lnTo>
                  <a:lnTo>
                    <a:pt x="1601" y="15170"/>
                  </a:lnTo>
                  <a:lnTo>
                    <a:pt x="1482" y="15032"/>
                  </a:lnTo>
                  <a:lnTo>
                    <a:pt x="1364" y="14894"/>
                  </a:lnTo>
                  <a:lnTo>
                    <a:pt x="1225" y="14696"/>
                  </a:lnTo>
                  <a:lnTo>
                    <a:pt x="1245" y="14637"/>
                  </a:lnTo>
                  <a:lnTo>
                    <a:pt x="1265" y="14597"/>
                  </a:lnTo>
                  <a:lnTo>
                    <a:pt x="1304" y="14597"/>
                  </a:lnTo>
                  <a:lnTo>
                    <a:pt x="1344" y="14617"/>
                  </a:lnTo>
                  <a:lnTo>
                    <a:pt x="1423" y="14637"/>
                  </a:lnTo>
                  <a:lnTo>
                    <a:pt x="1462" y="14657"/>
                  </a:lnTo>
                  <a:lnTo>
                    <a:pt x="1502" y="14617"/>
                  </a:lnTo>
                  <a:lnTo>
                    <a:pt x="1403" y="14479"/>
                  </a:lnTo>
                  <a:lnTo>
                    <a:pt x="1285" y="14360"/>
                  </a:lnTo>
                  <a:lnTo>
                    <a:pt x="1245" y="14321"/>
                  </a:lnTo>
                  <a:lnTo>
                    <a:pt x="1225" y="14301"/>
                  </a:lnTo>
                  <a:lnTo>
                    <a:pt x="1206" y="14321"/>
                  </a:lnTo>
                  <a:lnTo>
                    <a:pt x="1206" y="14380"/>
                  </a:lnTo>
                  <a:lnTo>
                    <a:pt x="1048" y="13946"/>
                  </a:lnTo>
                  <a:lnTo>
                    <a:pt x="1087" y="13946"/>
                  </a:lnTo>
                  <a:lnTo>
                    <a:pt x="1107" y="14005"/>
                  </a:lnTo>
                  <a:lnTo>
                    <a:pt x="1166" y="14123"/>
                  </a:lnTo>
                  <a:lnTo>
                    <a:pt x="1166" y="14123"/>
                  </a:lnTo>
                  <a:lnTo>
                    <a:pt x="1107" y="13985"/>
                  </a:lnTo>
                  <a:lnTo>
                    <a:pt x="1028" y="13827"/>
                  </a:lnTo>
                  <a:lnTo>
                    <a:pt x="929" y="13689"/>
                  </a:lnTo>
                  <a:lnTo>
                    <a:pt x="870" y="13590"/>
                  </a:lnTo>
                  <a:lnTo>
                    <a:pt x="870" y="13590"/>
                  </a:lnTo>
                  <a:lnTo>
                    <a:pt x="909" y="13669"/>
                  </a:lnTo>
                  <a:lnTo>
                    <a:pt x="929" y="13768"/>
                  </a:lnTo>
                  <a:lnTo>
                    <a:pt x="751" y="13452"/>
                  </a:lnTo>
                  <a:lnTo>
                    <a:pt x="830" y="13393"/>
                  </a:lnTo>
                  <a:lnTo>
                    <a:pt x="890" y="13274"/>
                  </a:lnTo>
                  <a:lnTo>
                    <a:pt x="929" y="13116"/>
                  </a:lnTo>
                  <a:lnTo>
                    <a:pt x="949" y="12879"/>
                  </a:lnTo>
                  <a:lnTo>
                    <a:pt x="909" y="12741"/>
                  </a:lnTo>
                  <a:lnTo>
                    <a:pt x="909" y="12642"/>
                  </a:lnTo>
                  <a:lnTo>
                    <a:pt x="909" y="12563"/>
                  </a:lnTo>
                  <a:lnTo>
                    <a:pt x="929" y="12484"/>
                  </a:lnTo>
                  <a:lnTo>
                    <a:pt x="969" y="12385"/>
                  </a:lnTo>
                  <a:lnTo>
                    <a:pt x="988" y="12286"/>
                  </a:lnTo>
                  <a:lnTo>
                    <a:pt x="988" y="12188"/>
                  </a:lnTo>
                  <a:lnTo>
                    <a:pt x="949" y="12049"/>
                  </a:lnTo>
                  <a:lnTo>
                    <a:pt x="890" y="11951"/>
                  </a:lnTo>
                  <a:lnTo>
                    <a:pt x="870" y="11852"/>
                  </a:lnTo>
                  <a:lnTo>
                    <a:pt x="870" y="11733"/>
                  </a:lnTo>
                  <a:lnTo>
                    <a:pt x="870" y="11595"/>
                  </a:lnTo>
                  <a:lnTo>
                    <a:pt x="870" y="11457"/>
                  </a:lnTo>
                  <a:lnTo>
                    <a:pt x="870" y="11319"/>
                  </a:lnTo>
                  <a:lnTo>
                    <a:pt x="850" y="11180"/>
                  </a:lnTo>
                  <a:lnTo>
                    <a:pt x="811" y="11042"/>
                  </a:lnTo>
                  <a:lnTo>
                    <a:pt x="850" y="11062"/>
                  </a:lnTo>
                  <a:lnTo>
                    <a:pt x="870" y="11042"/>
                  </a:lnTo>
                  <a:lnTo>
                    <a:pt x="890" y="10904"/>
                  </a:lnTo>
                  <a:lnTo>
                    <a:pt x="890" y="10844"/>
                  </a:lnTo>
                  <a:lnTo>
                    <a:pt x="909" y="10805"/>
                  </a:lnTo>
                  <a:lnTo>
                    <a:pt x="949" y="10805"/>
                  </a:lnTo>
                  <a:lnTo>
                    <a:pt x="988" y="10904"/>
                  </a:lnTo>
                  <a:lnTo>
                    <a:pt x="1008" y="10805"/>
                  </a:lnTo>
                  <a:lnTo>
                    <a:pt x="1008" y="10686"/>
                  </a:lnTo>
                  <a:lnTo>
                    <a:pt x="969" y="10390"/>
                  </a:lnTo>
                  <a:lnTo>
                    <a:pt x="949" y="10212"/>
                  </a:lnTo>
                  <a:lnTo>
                    <a:pt x="929" y="10054"/>
                  </a:lnTo>
                  <a:lnTo>
                    <a:pt x="949" y="9896"/>
                  </a:lnTo>
                  <a:lnTo>
                    <a:pt x="988" y="9778"/>
                  </a:lnTo>
                  <a:lnTo>
                    <a:pt x="1028" y="9817"/>
                  </a:lnTo>
                  <a:lnTo>
                    <a:pt x="1028" y="9837"/>
                  </a:lnTo>
                  <a:lnTo>
                    <a:pt x="1048" y="9877"/>
                  </a:lnTo>
                  <a:lnTo>
                    <a:pt x="1048" y="9758"/>
                  </a:lnTo>
                  <a:lnTo>
                    <a:pt x="1048" y="9659"/>
                  </a:lnTo>
                  <a:lnTo>
                    <a:pt x="1067" y="9600"/>
                  </a:lnTo>
                  <a:lnTo>
                    <a:pt x="1087" y="9561"/>
                  </a:lnTo>
                  <a:lnTo>
                    <a:pt x="1146" y="9482"/>
                  </a:lnTo>
                  <a:lnTo>
                    <a:pt x="1166" y="9422"/>
                  </a:lnTo>
                  <a:lnTo>
                    <a:pt x="1186" y="9324"/>
                  </a:lnTo>
                  <a:lnTo>
                    <a:pt x="1067" y="9324"/>
                  </a:lnTo>
                  <a:lnTo>
                    <a:pt x="1067" y="9245"/>
                  </a:lnTo>
                  <a:lnTo>
                    <a:pt x="1087" y="9185"/>
                  </a:lnTo>
                  <a:lnTo>
                    <a:pt x="1127" y="9146"/>
                  </a:lnTo>
                  <a:lnTo>
                    <a:pt x="1146" y="9087"/>
                  </a:lnTo>
                  <a:lnTo>
                    <a:pt x="1067" y="9205"/>
                  </a:lnTo>
                  <a:lnTo>
                    <a:pt x="1028" y="9245"/>
                  </a:lnTo>
                  <a:lnTo>
                    <a:pt x="1008" y="9245"/>
                  </a:lnTo>
                  <a:lnTo>
                    <a:pt x="988" y="9205"/>
                  </a:lnTo>
                  <a:lnTo>
                    <a:pt x="988" y="9008"/>
                  </a:lnTo>
                  <a:lnTo>
                    <a:pt x="1008" y="8909"/>
                  </a:lnTo>
                  <a:lnTo>
                    <a:pt x="1028" y="8790"/>
                  </a:lnTo>
                  <a:lnTo>
                    <a:pt x="1048" y="8830"/>
                  </a:lnTo>
                  <a:lnTo>
                    <a:pt x="1067" y="8869"/>
                  </a:lnTo>
                  <a:lnTo>
                    <a:pt x="1048" y="8988"/>
                  </a:lnTo>
                  <a:lnTo>
                    <a:pt x="1107" y="8830"/>
                  </a:lnTo>
                  <a:lnTo>
                    <a:pt x="1166" y="8731"/>
                  </a:lnTo>
                  <a:lnTo>
                    <a:pt x="1206" y="8692"/>
                  </a:lnTo>
                  <a:lnTo>
                    <a:pt x="1225" y="8692"/>
                  </a:lnTo>
                  <a:lnTo>
                    <a:pt x="1206" y="8869"/>
                  </a:lnTo>
                  <a:lnTo>
                    <a:pt x="1206" y="8968"/>
                  </a:lnTo>
                  <a:lnTo>
                    <a:pt x="1225" y="9047"/>
                  </a:lnTo>
                  <a:lnTo>
                    <a:pt x="1285" y="8889"/>
                  </a:lnTo>
                  <a:lnTo>
                    <a:pt x="1304" y="8869"/>
                  </a:lnTo>
                  <a:lnTo>
                    <a:pt x="1304" y="8889"/>
                  </a:lnTo>
                  <a:lnTo>
                    <a:pt x="1344" y="8909"/>
                  </a:lnTo>
                  <a:lnTo>
                    <a:pt x="1364" y="8909"/>
                  </a:lnTo>
                  <a:lnTo>
                    <a:pt x="1403" y="8889"/>
                  </a:lnTo>
                  <a:lnTo>
                    <a:pt x="1364" y="8869"/>
                  </a:lnTo>
                  <a:lnTo>
                    <a:pt x="1364" y="8830"/>
                  </a:lnTo>
                  <a:lnTo>
                    <a:pt x="1364" y="8771"/>
                  </a:lnTo>
                  <a:lnTo>
                    <a:pt x="1383" y="8692"/>
                  </a:lnTo>
                  <a:lnTo>
                    <a:pt x="1561" y="8356"/>
                  </a:lnTo>
                  <a:lnTo>
                    <a:pt x="1561" y="8375"/>
                  </a:lnTo>
                  <a:lnTo>
                    <a:pt x="1561" y="8395"/>
                  </a:lnTo>
                  <a:lnTo>
                    <a:pt x="1541" y="8435"/>
                  </a:lnTo>
                  <a:lnTo>
                    <a:pt x="1522" y="8514"/>
                  </a:lnTo>
                  <a:lnTo>
                    <a:pt x="1502" y="8553"/>
                  </a:lnTo>
                  <a:lnTo>
                    <a:pt x="1502" y="8553"/>
                  </a:lnTo>
                  <a:lnTo>
                    <a:pt x="1640" y="8474"/>
                  </a:lnTo>
                  <a:lnTo>
                    <a:pt x="1719" y="8395"/>
                  </a:lnTo>
                  <a:lnTo>
                    <a:pt x="1798" y="8296"/>
                  </a:lnTo>
                  <a:lnTo>
                    <a:pt x="1838" y="8178"/>
                  </a:lnTo>
                  <a:lnTo>
                    <a:pt x="1897" y="8079"/>
                  </a:lnTo>
                  <a:lnTo>
                    <a:pt x="1976" y="7941"/>
                  </a:lnTo>
                  <a:lnTo>
                    <a:pt x="2075" y="7822"/>
                  </a:lnTo>
                  <a:lnTo>
                    <a:pt x="2213" y="7704"/>
                  </a:lnTo>
                  <a:lnTo>
                    <a:pt x="2193" y="7743"/>
                  </a:lnTo>
                  <a:lnTo>
                    <a:pt x="2154" y="7803"/>
                  </a:lnTo>
                  <a:lnTo>
                    <a:pt x="2213" y="7743"/>
                  </a:lnTo>
                  <a:lnTo>
                    <a:pt x="2272" y="7684"/>
                  </a:lnTo>
                  <a:lnTo>
                    <a:pt x="2410" y="7605"/>
                  </a:lnTo>
                  <a:lnTo>
                    <a:pt x="2529" y="7526"/>
                  </a:lnTo>
                  <a:lnTo>
                    <a:pt x="2588" y="7487"/>
                  </a:lnTo>
                  <a:lnTo>
                    <a:pt x="2608" y="7427"/>
                  </a:lnTo>
                  <a:lnTo>
                    <a:pt x="2687" y="7408"/>
                  </a:lnTo>
                  <a:lnTo>
                    <a:pt x="2727" y="7388"/>
                  </a:lnTo>
                  <a:lnTo>
                    <a:pt x="2806" y="7408"/>
                  </a:lnTo>
                  <a:lnTo>
                    <a:pt x="2845" y="7427"/>
                  </a:lnTo>
                  <a:lnTo>
                    <a:pt x="2885" y="7408"/>
                  </a:lnTo>
                  <a:lnTo>
                    <a:pt x="2964" y="7388"/>
                  </a:lnTo>
                  <a:lnTo>
                    <a:pt x="3062" y="7329"/>
                  </a:lnTo>
                  <a:lnTo>
                    <a:pt x="3043" y="7309"/>
                  </a:lnTo>
                  <a:lnTo>
                    <a:pt x="3023" y="7289"/>
                  </a:lnTo>
                  <a:lnTo>
                    <a:pt x="3043" y="7269"/>
                  </a:lnTo>
                  <a:lnTo>
                    <a:pt x="3201" y="7171"/>
                  </a:lnTo>
                  <a:lnTo>
                    <a:pt x="3359" y="7072"/>
                  </a:lnTo>
                  <a:lnTo>
                    <a:pt x="3398" y="7032"/>
                  </a:lnTo>
                  <a:lnTo>
                    <a:pt x="3418" y="7013"/>
                  </a:lnTo>
                  <a:lnTo>
                    <a:pt x="3418" y="6973"/>
                  </a:lnTo>
                  <a:lnTo>
                    <a:pt x="3734" y="6914"/>
                  </a:lnTo>
                  <a:lnTo>
                    <a:pt x="3773" y="6855"/>
                  </a:lnTo>
                  <a:lnTo>
                    <a:pt x="3793" y="6795"/>
                  </a:lnTo>
                  <a:lnTo>
                    <a:pt x="3793" y="6736"/>
                  </a:lnTo>
                  <a:lnTo>
                    <a:pt x="3773" y="6697"/>
                  </a:lnTo>
                  <a:lnTo>
                    <a:pt x="3793" y="6657"/>
                  </a:lnTo>
                  <a:lnTo>
                    <a:pt x="3852" y="6598"/>
                  </a:lnTo>
                  <a:lnTo>
                    <a:pt x="3971" y="6499"/>
                  </a:lnTo>
                  <a:lnTo>
                    <a:pt x="4188" y="6381"/>
                  </a:lnTo>
                  <a:lnTo>
                    <a:pt x="4386" y="6321"/>
                  </a:lnTo>
                  <a:lnTo>
                    <a:pt x="4504" y="6302"/>
                  </a:lnTo>
                  <a:lnTo>
                    <a:pt x="4544" y="6302"/>
                  </a:lnTo>
                  <a:lnTo>
                    <a:pt x="4563" y="6321"/>
                  </a:lnTo>
                  <a:lnTo>
                    <a:pt x="4583" y="6361"/>
                  </a:lnTo>
                  <a:lnTo>
                    <a:pt x="4583" y="6420"/>
                  </a:lnTo>
                  <a:lnTo>
                    <a:pt x="4603" y="6460"/>
                  </a:lnTo>
                  <a:lnTo>
                    <a:pt x="4623" y="6479"/>
                  </a:lnTo>
                  <a:lnTo>
                    <a:pt x="4662" y="6479"/>
                  </a:lnTo>
                  <a:lnTo>
                    <a:pt x="4820" y="6460"/>
                  </a:lnTo>
                  <a:lnTo>
                    <a:pt x="4860" y="6381"/>
                  </a:lnTo>
                  <a:lnTo>
                    <a:pt x="4820" y="6242"/>
                  </a:lnTo>
                  <a:lnTo>
                    <a:pt x="4899" y="5847"/>
                  </a:lnTo>
                  <a:lnTo>
                    <a:pt x="4899" y="5689"/>
                  </a:lnTo>
                  <a:lnTo>
                    <a:pt x="4939" y="5472"/>
                  </a:lnTo>
                  <a:lnTo>
                    <a:pt x="4959" y="5294"/>
                  </a:lnTo>
                  <a:lnTo>
                    <a:pt x="4978" y="5274"/>
                  </a:lnTo>
                  <a:lnTo>
                    <a:pt x="4998" y="5255"/>
                  </a:lnTo>
                  <a:lnTo>
                    <a:pt x="5018" y="5274"/>
                  </a:lnTo>
                  <a:lnTo>
                    <a:pt x="5018" y="5294"/>
                  </a:lnTo>
                  <a:lnTo>
                    <a:pt x="5018" y="5393"/>
                  </a:lnTo>
                  <a:lnTo>
                    <a:pt x="5018" y="5511"/>
                  </a:lnTo>
                  <a:lnTo>
                    <a:pt x="5038" y="5590"/>
                  </a:lnTo>
                  <a:lnTo>
                    <a:pt x="5038" y="5393"/>
                  </a:lnTo>
                  <a:lnTo>
                    <a:pt x="5077" y="5235"/>
                  </a:lnTo>
                  <a:lnTo>
                    <a:pt x="5176" y="4939"/>
                  </a:lnTo>
                  <a:lnTo>
                    <a:pt x="5235" y="4800"/>
                  </a:lnTo>
                  <a:lnTo>
                    <a:pt x="5275" y="4662"/>
                  </a:lnTo>
                  <a:lnTo>
                    <a:pt x="5275" y="4544"/>
                  </a:lnTo>
                  <a:lnTo>
                    <a:pt x="5275" y="4484"/>
                  </a:lnTo>
                  <a:lnTo>
                    <a:pt x="5235" y="4425"/>
                  </a:lnTo>
                  <a:lnTo>
                    <a:pt x="5354" y="4247"/>
                  </a:lnTo>
                  <a:lnTo>
                    <a:pt x="5413" y="4188"/>
                  </a:lnTo>
                  <a:lnTo>
                    <a:pt x="5452" y="4168"/>
                  </a:lnTo>
                  <a:lnTo>
                    <a:pt x="5472" y="4188"/>
                  </a:lnTo>
                  <a:lnTo>
                    <a:pt x="5472" y="4129"/>
                  </a:lnTo>
                  <a:lnTo>
                    <a:pt x="5492" y="4050"/>
                  </a:lnTo>
                  <a:lnTo>
                    <a:pt x="5571" y="3912"/>
                  </a:lnTo>
                  <a:lnTo>
                    <a:pt x="5689" y="3773"/>
                  </a:lnTo>
                  <a:lnTo>
                    <a:pt x="5729" y="3714"/>
                  </a:lnTo>
                  <a:lnTo>
                    <a:pt x="5749" y="3674"/>
                  </a:lnTo>
                  <a:lnTo>
                    <a:pt x="5828" y="3674"/>
                  </a:lnTo>
                  <a:lnTo>
                    <a:pt x="5887" y="3635"/>
                  </a:lnTo>
                  <a:lnTo>
                    <a:pt x="5926" y="3576"/>
                  </a:lnTo>
                  <a:lnTo>
                    <a:pt x="5867" y="3595"/>
                  </a:lnTo>
                  <a:lnTo>
                    <a:pt x="5847" y="3576"/>
                  </a:lnTo>
                  <a:lnTo>
                    <a:pt x="5847" y="3516"/>
                  </a:lnTo>
                  <a:lnTo>
                    <a:pt x="5867" y="3457"/>
                  </a:lnTo>
                  <a:lnTo>
                    <a:pt x="5986" y="3398"/>
                  </a:lnTo>
                  <a:lnTo>
                    <a:pt x="6124" y="3339"/>
                  </a:lnTo>
                  <a:lnTo>
                    <a:pt x="6262" y="3279"/>
                  </a:lnTo>
                  <a:lnTo>
                    <a:pt x="6341" y="3260"/>
                  </a:lnTo>
                  <a:lnTo>
                    <a:pt x="6381" y="3279"/>
                  </a:lnTo>
                  <a:lnTo>
                    <a:pt x="6460" y="3181"/>
                  </a:lnTo>
                  <a:lnTo>
                    <a:pt x="6479" y="3141"/>
                  </a:lnTo>
                  <a:lnTo>
                    <a:pt x="6479" y="3121"/>
                  </a:lnTo>
                  <a:lnTo>
                    <a:pt x="6460" y="3042"/>
                  </a:lnTo>
                  <a:lnTo>
                    <a:pt x="6460" y="2983"/>
                  </a:lnTo>
                  <a:lnTo>
                    <a:pt x="6637" y="2963"/>
                  </a:lnTo>
                  <a:lnTo>
                    <a:pt x="6855" y="2904"/>
                  </a:lnTo>
                  <a:lnTo>
                    <a:pt x="6953" y="2884"/>
                  </a:lnTo>
                  <a:lnTo>
                    <a:pt x="7032" y="2884"/>
                  </a:lnTo>
                  <a:lnTo>
                    <a:pt x="7092" y="2904"/>
                  </a:lnTo>
                  <a:lnTo>
                    <a:pt x="7092" y="2924"/>
                  </a:lnTo>
                  <a:lnTo>
                    <a:pt x="7092" y="2944"/>
                  </a:lnTo>
                  <a:lnTo>
                    <a:pt x="6953" y="2983"/>
                  </a:lnTo>
                  <a:lnTo>
                    <a:pt x="6815" y="3023"/>
                  </a:lnTo>
                  <a:lnTo>
                    <a:pt x="6736" y="3082"/>
                  </a:lnTo>
                  <a:lnTo>
                    <a:pt x="6716" y="3121"/>
                  </a:lnTo>
                  <a:lnTo>
                    <a:pt x="6736" y="3141"/>
                  </a:lnTo>
                  <a:lnTo>
                    <a:pt x="6855" y="3102"/>
                  </a:lnTo>
                  <a:lnTo>
                    <a:pt x="6914" y="3062"/>
                  </a:lnTo>
                  <a:lnTo>
                    <a:pt x="6934" y="3023"/>
                  </a:lnTo>
                  <a:lnTo>
                    <a:pt x="7032" y="2963"/>
                  </a:lnTo>
                  <a:lnTo>
                    <a:pt x="7052" y="2983"/>
                  </a:lnTo>
                  <a:lnTo>
                    <a:pt x="7111" y="2983"/>
                  </a:lnTo>
                  <a:lnTo>
                    <a:pt x="7171" y="3003"/>
                  </a:lnTo>
                  <a:lnTo>
                    <a:pt x="7190" y="3023"/>
                  </a:lnTo>
                  <a:lnTo>
                    <a:pt x="7190" y="3042"/>
                  </a:lnTo>
                  <a:lnTo>
                    <a:pt x="7408" y="2944"/>
                  </a:lnTo>
                  <a:lnTo>
                    <a:pt x="7684" y="2865"/>
                  </a:lnTo>
                  <a:lnTo>
                    <a:pt x="7605" y="2865"/>
                  </a:lnTo>
                  <a:lnTo>
                    <a:pt x="7586" y="2845"/>
                  </a:lnTo>
                  <a:lnTo>
                    <a:pt x="7586" y="2825"/>
                  </a:lnTo>
                  <a:lnTo>
                    <a:pt x="7625" y="2786"/>
                  </a:lnTo>
                  <a:lnTo>
                    <a:pt x="7684" y="2726"/>
                  </a:lnTo>
                  <a:lnTo>
                    <a:pt x="7684" y="2707"/>
                  </a:lnTo>
                  <a:lnTo>
                    <a:pt x="7645" y="2707"/>
                  </a:lnTo>
                  <a:lnTo>
                    <a:pt x="7408" y="2904"/>
                  </a:lnTo>
                  <a:lnTo>
                    <a:pt x="7250" y="2963"/>
                  </a:lnTo>
                  <a:lnTo>
                    <a:pt x="7210" y="2963"/>
                  </a:lnTo>
                  <a:lnTo>
                    <a:pt x="7210" y="2944"/>
                  </a:lnTo>
                  <a:lnTo>
                    <a:pt x="7210" y="2904"/>
                  </a:lnTo>
                  <a:lnTo>
                    <a:pt x="7210" y="2884"/>
                  </a:lnTo>
                  <a:lnTo>
                    <a:pt x="7171" y="2884"/>
                  </a:lnTo>
                  <a:lnTo>
                    <a:pt x="7349" y="2786"/>
                  </a:lnTo>
                  <a:lnTo>
                    <a:pt x="7487" y="2707"/>
                  </a:lnTo>
                  <a:lnTo>
                    <a:pt x="7586" y="2647"/>
                  </a:lnTo>
                  <a:lnTo>
                    <a:pt x="7665" y="2588"/>
                  </a:lnTo>
                  <a:lnTo>
                    <a:pt x="7823" y="2430"/>
                  </a:lnTo>
                  <a:lnTo>
                    <a:pt x="7941" y="2351"/>
                  </a:lnTo>
                  <a:lnTo>
                    <a:pt x="8119" y="2272"/>
                  </a:lnTo>
                  <a:lnTo>
                    <a:pt x="8474" y="2213"/>
                  </a:lnTo>
                  <a:lnTo>
                    <a:pt x="8415" y="2233"/>
                  </a:lnTo>
                  <a:lnTo>
                    <a:pt x="8395" y="2272"/>
                  </a:lnTo>
                  <a:lnTo>
                    <a:pt x="8376" y="2292"/>
                  </a:lnTo>
                  <a:lnTo>
                    <a:pt x="8376" y="2331"/>
                  </a:lnTo>
                  <a:lnTo>
                    <a:pt x="8395" y="2351"/>
                  </a:lnTo>
                  <a:lnTo>
                    <a:pt x="8415" y="2371"/>
                  </a:lnTo>
                  <a:lnTo>
                    <a:pt x="8494" y="2371"/>
                  </a:lnTo>
                  <a:lnTo>
                    <a:pt x="8593" y="2312"/>
                  </a:lnTo>
                  <a:lnTo>
                    <a:pt x="8692" y="2272"/>
                  </a:lnTo>
                  <a:lnTo>
                    <a:pt x="8810" y="2252"/>
                  </a:lnTo>
                  <a:lnTo>
                    <a:pt x="8909" y="2233"/>
                  </a:lnTo>
                  <a:lnTo>
                    <a:pt x="9106" y="2233"/>
                  </a:lnTo>
                  <a:lnTo>
                    <a:pt x="9304" y="2213"/>
                  </a:lnTo>
                  <a:lnTo>
                    <a:pt x="9205" y="2213"/>
                  </a:lnTo>
                  <a:lnTo>
                    <a:pt x="9166" y="2193"/>
                  </a:lnTo>
                  <a:lnTo>
                    <a:pt x="9166" y="2173"/>
                  </a:lnTo>
                  <a:lnTo>
                    <a:pt x="9185" y="2134"/>
                  </a:lnTo>
                  <a:lnTo>
                    <a:pt x="9245" y="2075"/>
                  </a:lnTo>
                  <a:lnTo>
                    <a:pt x="9501" y="1976"/>
                  </a:lnTo>
                  <a:lnTo>
                    <a:pt x="9541" y="1976"/>
                  </a:lnTo>
                  <a:lnTo>
                    <a:pt x="9580" y="1996"/>
                  </a:lnTo>
                  <a:lnTo>
                    <a:pt x="9600" y="2035"/>
                  </a:lnTo>
                  <a:lnTo>
                    <a:pt x="9640" y="2055"/>
                  </a:lnTo>
                  <a:lnTo>
                    <a:pt x="9699" y="2075"/>
                  </a:lnTo>
                  <a:lnTo>
                    <a:pt x="9995" y="1996"/>
                  </a:lnTo>
                  <a:lnTo>
                    <a:pt x="10252" y="1956"/>
                  </a:lnTo>
                  <a:lnTo>
                    <a:pt x="10489" y="1936"/>
                  </a:lnTo>
                  <a:lnTo>
                    <a:pt x="10726" y="1936"/>
                  </a:lnTo>
                  <a:lnTo>
                    <a:pt x="11161" y="1917"/>
                  </a:lnTo>
                  <a:lnTo>
                    <a:pt x="11378" y="1917"/>
                  </a:lnTo>
                  <a:lnTo>
                    <a:pt x="11595" y="1877"/>
                  </a:lnTo>
                  <a:lnTo>
                    <a:pt x="11319" y="1759"/>
                  </a:lnTo>
                  <a:lnTo>
                    <a:pt x="11220" y="1877"/>
                  </a:lnTo>
                  <a:lnTo>
                    <a:pt x="11161" y="1857"/>
                  </a:lnTo>
                  <a:lnTo>
                    <a:pt x="11121" y="1818"/>
                  </a:lnTo>
                  <a:lnTo>
                    <a:pt x="11121" y="1759"/>
                  </a:lnTo>
                  <a:lnTo>
                    <a:pt x="11161" y="1719"/>
                  </a:lnTo>
                  <a:lnTo>
                    <a:pt x="11259" y="1620"/>
                  </a:lnTo>
                  <a:lnTo>
                    <a:pt x="11378" y="1561"/>
                  </a:lnTo>
                  <a:lnTo>
                    <a:pt x="11457" y="1561"/>
                  </a:lnTo>
                  <a:lnTo>
                    <a:pt x="11595" y="1581"/>
                  </a:lnTo>
                  <a:lnTo>
                    <a:pt x="11674" y="1601"/>
                  </a:lnTo>
                  <a:lnTo>
                    <a:pt x="11694" y="1601"/>
                  </a:lnTo>
                  <a:lnTo>
                    <a:pt x="11654" y="1620"/>
                  </a:lnTo>
                  <a:lnTo>
                    <a:pt x="12030" y="1601"/>
                  </a:lnTo>
                  <a:lnTo>
                    <a:pt x="11970" y="1561"/>
                  </a:lnTo>
                  <a:lnTo>
                    <a:pt x="11891" y="1541"/>
                  </a:lnTo>
                  <a:lnTo>
                    <a:pt x="11852" y="1541"/>
                  </a:lnTo>
                  <a:lnTo>
                    <a:pt x="11911" y="1502"/>
                  </a:lnTo>
                  <a:close/>
                  <a:moveTo>
                    <a:pt x="11437" y="1"/>
                  </a:moveTo>
                  <a:lnTo>
                    <a:pt x="11141" y="20"/>
                  </a:lnTo>
                  <a:lnTo>
                    <a:pt x="10864" y="40"/>
                  </a:lnTo>
                  <a:lnTo>
                    <a:pt x="10627" y="80"/>
                  </a:lnTo>
                  <a:lnTo>
                    <a:pt x="10430" y="139"/>
                  </a:lnTo>
                  <a:lnTo>
                    <a:pt x="10371" y="178"/>
                  </a:lnTo>
                  <a:lnTo>
                    <a:pt x="10311" y="218"/>
                  </a:lnTo>
                  <a:lnTo>
                    <a:pt x="10371" y="119"/>
                  </a:lnTo>
                  <a:lnTo>
                    <a:pt x="9818" y="178"/>
                  </a:lnTo>
                  <a:lnTo>
                    <a:pt x="9304" y="257"/>
                  </a:lnTo>
                  <a:lnTo>
                    <a:pt x="8652" y="455"/>
                  </a:lnTo>
                  <a:lnTo>
                    <a:pt x="8020" y="652"/>
                  </a:lnTo>
                  <a:lnTo>
                    <a:pt x="7744" y="751"/>
                  </a:lnTo>
                  <a:lnTo>
                    <a:pt x="7467" y="870"/>
                  </a:lnTo>
                  <a:lnTo>
                    <a:pt x="7210" y="988"/>
                  </a:lnTo>
                  <a:lnTo>
                    <a:pt x="6993" y="1107"/>
                  </a:lnTo>
                  <a:lnTo>
                    <a:pt x="6795" y="1107"/>
                  </a:lnTo>
                  <a:lnTo>
                    <a:pt x="6677" y="1186"/>
                  </a:lnTo>
                  <a:lnTo>
                    <a:pt x="6558" y="1284"/>
                  </a:lnTo>
                  <a:lnTo>
                    <a:pt x="6242" y="1462"/>
                  </a:lnTo>
                  <a:lnTo>
                    <a:pt x="5867" y="1640"/>
                  </a:lnTo>
                  <a:lnTo>
                    <a:pt x="5452" y="1877"/>
                  </a:lnTo>
                  <a:lnTo>
                    <a:pt x="5255" y="1996"/>
                  </a:lnTo>
                  <a:lnTo>
                    <a:pt x="5077" y="2154"/>
                  </a:lnTo>
                  <a:lnTo>
                    <a:pt x="4899" y="2292"/>
                  </a:lnTo>
                  <a:lnTo>
                    <a:pt x="4761" y="2450"/>
                  </a:lnTo>
                  <a:lnTo>
                    <a:pt x="4642" y="2608"/>
                  </a:lnTo>
                  <a:lnTo>
                    <a:pt x="4563" y="2766"/>
                  </a:lnTo>
                  <a:lnTo>
                    <a:pt x="4504" y="2904"/>
                  </a:lnTo>
                  <a:lnTo>
                    <a:pt x="4484" y="3023"/>
                  </a:lnTo>
                  <a:lnTo>
                    <a:pt x="4386" y="3102"/>
                  </a:lnTo>
                  <a:lnTo>
                    <a:pt x="4346" y="3121"/>
                  </a:lnTo>
                  <a:lnTo>
                    <a:pt x="4346" y="3102"/>
                  </a:lnTo>
                  <a:lnTo>
                    <a:pt x="4346" y="3042"/>
                  </a:lnTo>
                  <a:lnTo>
                    <a:pt x="4425" y="2884"/>
                  </a:lnTo>
                  <a:lnTo>
                    <a:pt x="4445" y="2786"/>
                  </a:lnTo>
                  <a:lnTo>
                    <a:pt x="4366" y="2884"/>
                  </a:lnTo>
                  <a:lnTo>
                    <a:pt x="4307" y="3023"/>
                  </a:lnTo>
                  <a:lnTo>
                    <a:pt x="4168" y="3319"/>
                  </a:lnTo>
                  <a:lnTo>
                    <a:pt x="4050" y="3595"/>
                  </a:lnTo>
                  <a:lnTo>
                    <a:pt x="3991" y="3714"/>
                  </a:lnTo>
                  <a:lnTo>
                    <a:pt x="3912" y="3832"/>
                  </a:lnTo>
                  <a:lnTo>
                    <a:pt x="3912" y="3793"/>
                  </a:lnTo>
                  <a:lnTo>
                    <a:pt x="3912" y="3753"/>
                  </a:lnTo>
                  <a:lnTo>
                    <a:pt x="3951" y="3615"/>
                  </a:lnTo>
                  <a:lnTo>
                    <a:pt x="3971" y="3536"/>
                  </a:lnTo>
                  <a:lnTo>
                    <a:pt x="3951" y="3576"/>
                  </a:lnTo>
                  <a:lnTo>
                    <a:pt x="3892" y="3635"/>
                  </a:lnTo>
                  <a:lnTo>
                    <a:pt x="3852" y="3694"/>
                  </a:lnTo>
                  <a:lnTo>
                    <a:pt x="3833" y="3832"/>
                  </a:lnTo>
                  <a:lnTo>
                    <a:pt x="3813" y="3971"/>
                  </a:lnTo>
                  <a:lnTo>
                    <a:pt x="3773" y="4050"/>
                  </a:lnTo>
                  <a:lnTo>
                    <a:pt x="3734" y="4129"/>
                  </a:lnTo>
                  <a:lnTo>
                    <a:pt x="3754" y="4109"/>
                  </a:lnTo>
                  <a:lnTo>
                    <a:pt x="3773" y="4109"/>
                  </a:lnTo>
                  <a:lnTo>
                    <a:pt x="3793" y="4168"/>
                  </a:lnTo>
                  <a:lnTo>
                    <a:pt x="3793" y="4366"/>
                  </a:lnTo>
                  <a:lnTo>
                    <a:pt x="3773" y="4642"/>
                  </a:lnTo>
                  <a:lnTo>
                    <a:pt x="3754" y="4919"/>
                  </a:lnTo>
                  <a:lnTo>
                    <a:pt x="3793" y="4840"/>
                  </a:lnTo>
                  <a:lnTo>
                    <a:pt x="3813" y="4820"/>
                  </a:lnTo>
                  <a:lnTo>
                    <a:pt x="3813" y="4860"/>
                  </a:lnTo>
                  <a:lnTo>
                    <a:pt x="3813" y="4939"/>
                  </a:lnTo>
                  <a:lnTo>
                    <a:pt x="3793" y="5195"/>
                  </a:lnTo>
                  <a:lnTo>
                    <a:pt x="3793" y="5176"/>
                  </a:lnTo>
                  <a:lnTo>
                    <a:pt x="3773" y="5136"/>
                  </a:lnTo>
                  <a:lnTo>
                    <a:pt x="3773" y="5650"/>
                  </a:lnTo>
                  <a:lnTo>
                    <a:pt x="3596" y="5768"/>
                  </a:lnTo>
                  <a:lnTo>
                    <a:pt x="3398" y="5867"/>
                  </a:lnTo>
                  <a:lnTo>
                    <a:pt x="3141" y="6025"/>
                  </a:lnTo>
                  <a:lnTo>
                    <a:pt x="2885" y="6183"/>
                  </a:lnTo>
                  <a:lnTo>
                    <a:pt x="2331" y="6519"/>
                  </a:lnTo>
                  <a:lnTo>
                    <a:pt x="2075" y="6716"/>
                  </a:lnTo>
                  <a:lnTo>
                    <a:pt x="1818" y="6914"/>
                  </a:lnTo>
                  <a:lnTo>
                    <a:pt x="1581" y="7131"/>
                  </a:lnTo>
                  <a:lnTo>
                    <a:pt x="1344" y="7368"/>
                  </a:lnTo>
                  <a:lnTo>
                    <a:pt x="1127" y="7605"/>
                  </a:lnTo>
                  <a:lnTo>
                    <a:pt x="929" y="7882"/>
                  </a:lnTo>
                  <a:lnTo>
                    <a:pt x="751" y="8178"/>
                  </a:lnTo>
                  <a:lnTo>
                    <a:pt x="613" y="8474"/>
                  </a:lnTo>
                  <a:lnTo>
                    <a:pt x="495" y="8790"/>
                  </a:lnTo>
                  <a:lnTo>
                    <a:pt x="416" y="9087"/>
                  </a:lnTo>
                  <a:lnTo>
                    <a:pt x="435" y="8731"/>
                  </a:lnTo>
                  <a:lnTo>
                    <a:pt x="337" y="9245"/>
                  </a:lnTo>
                  <a:lnTo>
                    <a:pt x="258" y="9659"/>
                  </a:lnTo>
                  <a:lnTo>
                    <a:pt x="258" y="9620"/>
                  </a:lnTo>
                  <a:lnTo>
                    <a:pt x="218" y="9798"/>
                  </a:lnTo>
                  <a:lnTo>
                    <a:pt x="198" y="9936"/>
                  </a:lnTo>
                  <a:lnTo>
                    <a:pt x="218" y="10054"/>
                  </a:lnTo>
                  <a:lnTo>
                    <a:pt x="238" y="10153"/>
                  </a:lnTo>
                  <a:lnTo>
                    <a:pt x="258" y="10252"/>
                  </a:lnTo>
                  <a:lnTo>
                    <a:pt x="258" y="10351"/>
                  </a:lnTo>
                  <a:lnTo>
                    <a:pt x="258" y="10469"/>
                  </a:lnTo>
                  <a:lnTo>
                    <a:pt x="218" y="10607"/>
                  </a:lnTo>
                  <a:lnTo>
                    <a:pt x="198" y="10528"/>
                  </a:lnTo>
                  <a:lnTo>
                    <a:pt x="198" y="10943"/>
                  </a:lnTo>
                  <a:lnTo>
                    <a:pt x="198" y="11319"/>
                  </a:lnTo>
                  <a:lnTo>
                    <a:pt x="198" y="11496"/>
                  </a:lnTo>
                  <a:lnTo>
                    <a:pt x="218" y="11694"/>
                  </a:lnTo>
                  <a:lnTo>
                    <a:pt x="238" y="11891"/>
                  </a:lnTo>
                  <a:lnTo>
                    <a:pt x="297" y="12109"/>
                  </a:lnTo>
                  <a:lnTo>
                    <a:pt x="297" y="12385"/>
                  </a:lnTo>
                  <a:lnTo>
                    <a:pt x="277" y="12543"/>
                  </a:lnTo>
                  <a:lnTo>
                    <a:pt x="258" y="12681"/>
                  </a:lnTo>
                  <a:lnTo>
                    <a:pt x="258" y="12879"/>
                  </a:lnTo>
                  <a:lnTo>
                    <a:pt x="317" y="13057"/>
                  </a:lnTo>
                  <a:lnTo>
                    <a:pt x="376" y="13175"/>
                  </a:lnTo>
                  <a:lnTo>
                    <a:pt x="435" y="13234"/>
                  </a:lnTo>
                  <a:lnTo>
                    <a:pt x="455" y="13274"/>
                  </a:lnTo>
                  <a:lnTo>
                    <a:pt x="435" y="13136"/>
                  </a:lnTo>
                  <a:lnTo>
                    <a:pt x="455" y="13096"/>
                  </a:lnTo>
                  <a:lnTo>
                    <a:pt x="475" y="13116"/>
                  </a:lnTo>
                  <a:lnTo>
                    <a:pt x="534" y="13234"/>
                  </a:lnTo>
                  <a:lnTo>
                    <a:pt x="593" y="13412"/>
                  </a:lnTo>
                  <a:lnTo>
                    <a:pt x="672" y="13570"/>
                  </a:lnTo>
                  <a:lnTo>
                    <a:pt x="712" y="13511"/>
                  </a:lnTo>
                  <a:lnTo>
                    <a:pt x="732" y="13669"/>
                  </a:lnTo>
                  <a:lnTo>
                    <a:pt x="771" y="13748"/>
                  </a:lnTo>
                  <a:lnTo>
                    <a:pt x="830" y="13847"/>
                  </a:lnTo>
                  <a:lnTo>
                    <a:pt x="791" y="13847"/>
                  </a:lnTo>
                  <a:lnTo>
                    <a:pt x="751" y="13807"/>
                  </a:lnTo>
                  <a:lnTo>
                    <a:pt x="692" y="13748"/>
                  </a:lnTo>
                  <a:lnTo>
                    <a:pt x="672" y="13669"/>
                  </a:lnTo>
                  <a:lnTo>
                    <a:pt x="692" y="13847"/>
                  </a:lnTo>
                  <a:lnTo>
                    <a:pt x="712" y="14025"/>
                  </a:lnTo>
                  <a:lnTo>
                    <a:pt x="751" y="14163"/>
                  </a:lnTo>
                  <a:lnTo>
                    <a:pt x="751" y="14242"/>
                  </a:lnTo>
                  <a:lnTo>
                    <a:pt x="751" y="14281"/>
                  </a:lnTo>
                  <a:lnTo>
                    <a:pt x="712" y="14143"/>
                  </a:lnTo>
                  <a:lnTo>
                    <a:pt x="653" y="14044"/>
                  </a:lnTo>
                  <a:lnTo>
                    <a:pt x="554" y="13926"/>
                  </a:lnTo>
                  <a:lnTo>
                    <a:pt x="613" y="14104"/>
                  </a:lnTo>
                  <a:lnTo>
                    <a:pt x="692" y="14281"/>
                  </a:lnTo>
                  <a:lnTo>
                    <a:pt x="791" y="14459"/>
                  </a:lnTo>
                  <a:lnTo>
                    <a:pt x="870" y="14578"/>
                  </a:lnTo>
                  <a:lnTo>
                    <a:pt x="850" y="14597"/>
                  </a:lnTo>
                  <a:lnTo>
                    <a:pt x="850" y="14617"/>
                  </a:lnTo>
                  <a:lnTo>
                    <a:pt x="890" y="14716"/>
                  </a:lnTo>
                  <a:lnTo>
                    <a:pt x="988" y="14913"/>
                  </a:lnTo>
                  <a:lnTo>
                    <a:pt x="1087" y="15071"/>
                  </a:lnTo>
                  <a:lnTo>
                    <a:pt x="1087" y="15091"/>
                  </a:lnTo>
                  <a:lnTo>
                    <a:pt x="1067" y="15091"/>
                  </a:lnTo>
                  <a:lnTo>
                    <a:pt x="1008" y="15071"/>
                  </a:lnTo>
                  <a:lnTo>
                    <a:pt x="1067" y="15111"/>
                  </a:lnTo>
                  <a:lnTo>
                    <a:pt x="1146" y="15210"/>
                  </a:lnTo>
                  <a:lnTo>
                    <a:pt x="1225" y="15348"/>
                  </a:lnTo>
                  <a:lnTo>
                    <a:pt x="1285" y="15466"/>
                  </a:lnTo>
                  <a:lnTo>
                    <a:pt x="1265" y="15447"/>
                  </a:lnTo>
                  <a:lnTo>
                    <a:pt x="1225" y="15427"/>
                  </a:lnTo>
                  <a:lnTo>
                    <a:pt x="1107" y="15328"/>
                  </a:lnTo>
                  <a:lnTo>
                    <a:pt x="969" y="15190"/>
                  </a:lnTo>
                  <a:lnTo>
                    <a:pt x="830" y="15071"/>
                  </a:lnTo>
                  <a:lnTo>
                    <a:pt x="712" y="14894"/>
                  </a:lnTo>
                  <a:lnTo>
                    <a:pt x="672" y="14795"/>
                  </a:lnTo>
                  <a:lnTo>
                    <a:pt x="672" y="14775"/>
                  </a:lnTo>
                  <a:lnTo>
                    <a:pt x="712" y="14795"/>
                  </a:lnTo>
                  <a:lnTo>
                    <a:pt x="830" y="14874"/>
                  </a:lnTo>
                  <a:lnTo>
                    <a:pt x="890" y="14894"/>
                  </a:lnTo>
                  <a:lnTo>
                    <a:pt x="890" y="14874"/>
                  </a:lnTo>
                  <a:lnTo>
                    <a:pt x="890" y="14854"/>
                  </a:lnTo>
                  <a:lnTo>
                    <a:pt x="751" y="14597"/>
                  </a:lnTo>
                  <a:lnTo>
                    <a:pt x="613" y="14341"/>
                  </a:lnTo>
                  <a:lnTo>
                    <a:pt x="593" y="14341"/>
                  </a:lnTo>
                  <a:lnTo>
                    <a:pt x="534" y="14321"/>
                  </a:lnTo>
                  <a:lnTo>
                    <a:pt x="534" y="14341"/>
                  </a:lnTo>
                  <a:lnTo>
                    <a:pt x="593" y="14518"/>
                  </a:lnTo>
                  <a:lnTo>
                    <a:pt x="475" y="14380"/>
                  </a:lnTo>
                  <a:lnTo>
                    <a:pt x="337" y="14202"/>
                  </a:lnTo>
                  <a:lnTo>
                    <a:pt x="238" y="13985"/>
                  </a:lnTo>
                  <a:lnTo>
                    <a:pt x="234" y="13961"/>
                  </a:lnTo>
                  <a:lnTo>
                    <a:pt x="159" y="13886"/>
                  </a:lnTo>
                  <a:lnTo>
                    <a:pt x="60" y="13827"/>
                  </a:lnTo>
                  <a:lnTo>
                    <a:pt x="21" y="13807"/>
                  </a:lnTo>
                  <a:lnTo>
                    <a:pt x="1" y="13847"/>
                  </a:lnTo>
                  <a:lnTo>
                    <a:pt x="1" y="13926"/>
                  </a:lnTo>
                  <a:lnTo>
                    <a:pt x="21" y="14064"/>
                  </a:lnTo>
                  <a:lnTo>
                    <a:pt x="40" y="14044"/>
                  </a:lnTo>
                  <a:lnTo>
                    <a:pt x="40" y="14064"/>
                  </a:lnTo>
                  <a:lnTo>
                    <a:pt x="100" y="14104"/>
                  </a:lnTo>
                  <a:lnTo>
                    <a:pt x="119" y="14123"/>
                  </a:lnTo>
                  <a:lnTo>
                    <a:pt x="139" y="14123"/>
                  </a:lnTo>
                  <a:lnTo>
                    <a:pt x="159" y="14104"/>
                  </a:lnTo>
                  <a:lnTo>
                    <a:pt x="139" y="14025"/>
                  </a:lnTo>
                  <a:lnTo>
                    <a:pt x="218" y="14202"/>
                  </a:lnTo>
                  <a:lnTo>
                    <a:pt x="277" y="14439"/>
                  </a:lnTo>
                  <a:lnTo>
                    <a:pt x="297" y="14518"/>
                  </a:lnTo>
                  <a:lnTo>
                    <a:pt x="297" y="14578"/>
                  </a:lnTo>
                  <a:lnTo>
                    <a:pt x="297" y="14597"/>
                  </a:lnTo>
                  <a:lnTo>
                    <a:pt x="277" y="14597"/>
                  </a:lnTo>
                  <a:lnTo>
                    <a:pt x="238" y="14578"/>
                  </a:lnTo>
                  <a:lnTo>
                    <a:pt x="356" y="14755"/>
                  </a:lnTo>
                  <a:lnTo>
                    <a:pt x="495" y="14973"/>
                  </a:lnTo>
                  <a:lnTo>
                    <a:pt x="751" y="15328"/>
                  </a:lnTo>
                  <a:lnTo>
                    <a:pt x="751" y="15348"/>
                  </a:lnTo>
                  <a:lnTo>
                    <a:pt x="732" y="15348"/>
                  </a:lnTo>
                  <a:lnTo>
                    <a:pt x="692" y="15308"/>
                  </a:lnTo>
                  <a:lnTo>
                    <a:pt x="771" y="15427"/>
                  </a:lnTo>
                  <a:lnTo>
                    <a:pt x="988" y="15704"/>
                  </a:lnTo>
                  <a:lnTo>
                    <a:pt x="929" y="15486"/>
                  </a:lnTo>
                  <a:lnTo>
                    <a:pt x="929" y="15486"/>
                  </a:lnTo>
                  <a:lnTo>
                    <a:pt x="1028" y="15644"/>
                  </a:lnTo>
                  <a:lnTo>
                    <a:pt x="1127" y="15783"/>
                  </a:lnTo>
                  <a:lnTo>
                    <a:pt x="1245" y="15901"/>
                  </a:lnTo>
                  <a:lnTo>
                    <a:pt x="1364" y="16000"/>
                  </a:lnTo>
                  <a:lnTo>
                    <a:pt x="1601" y="16178"/>
                  </a:lnTo>
                  <a:lnTo>
                    <a:pt x="1857" y="16336"/>
                  </a:lnTo>
                  <a:lnTo>
                    <a:pt x="1798" y="16355"/>
                  </a:lnTo>
                  <a:lnTo>
                    <a:pt x="1739" y="16336"/>
                  </a:lnTo>
                  <a:lnTo>
                    <a:pt x="1601" y="16237"/>
                  </a:lnTo>
                  <a:lnTo>
                    <a:pt x="1265" y="15980"/>
                  </a:lnTo>
                  <a:lnTo>
                    <a:pt x="1265" y="15980"/>
                  </a:lnTo>
                  <a:lnTo>
                    <a:pt x="1304" y="16059"/>
                  </a:lnTo>
                  <a:lnTo>
                    <a:pt x="1324" y="16118"/>
                  </a:lnTo>
                  <a:lnTo>
                    <a:pt x="1364" y="16138"/>
                  </a:lnTo>
                  <a:lnTo>
                    <a:pt x="1403" y="16158"/>
                  </a:lnTo>
                  <a:lnTo>
                    <a:pt x="1522" y="16217"/>
                  </a:lnTo>
                  <a:lnTo>
                    <a:pt x="1620" y="16296"/>
                  </a:lnTo>
                  <a:lnTo>
                    <a:pt x="1699" y="16395"/>
                  </a:lnTo>
                  <a:lnTo>
                    <a:pt x="1719" y="16454"/>
                  </a:lnTo>
                  <a:lnTo>
                    <a:pt x="1699" y="16474"/>
                  </a:lnTo>
                  <a:lnTo>
                    <a:pt x="1680" y="16474"/>
                  </a:lnTo>
                  <a:lnTo>
                    <a:pt x="1996" y="16652"/>
                  </a:lnTo>
                  <a:lnTo>
                    <a:pt x="2015" y="16671"/>
                  </a:lnTo>
                  <a:lnTo>
                    <a:pt x="2015" y="16691"/>
                  </a:lnTo>
                  <a:lnTo>
                    <a:pt x="1996" y="16691"/>
                  </a:lnTo>
                  <a:lnTo>
                    <a:pt x="2055" y="16731"/>
                  </a:lnTo>
                  <a:lnTo>
                    <a:pt x="2134" y="16731"/>
                  </a:lnTo>
                  <a:lnTo>
                    <a:pt x="2193" y="16691"/>
                  </a:lnTo>
                  <a:lnTo>
                    <a:pt x="2252" y="16691"/>
                  </a:lnTo>
                  <a:lnTo>
                    <a:pt x="2430" y="16770"/>
                  </a:lnTo>
                  <a:lnTo>
                    <a:pt x="2391" y="16731"/>
                  </a:lnTo>
                  <a:lnTo>
                    <a:pt x="2331" y="16691"/>
                  </a:lnTo>
                  <a:lnTo>
                    <a:pt x="2252" y="16671"/>
                  </a:lnTo>
                  <a:lnTo>
                    <a:pt x="2173" y="16652"/>
                  </a:lnTo>
                  <a:lnTo>
                    <a:pt x="2134" y="16632"/>
                  </a:lnTo>
                  <a:lnTo>
                    <a:pt x="2035" y="16553"/>
                  </a:lnTo>
                  <a:lnTo>
                    <a:pt x="2035" y="16494"/>
                  </a:lnTo>
                  <a:lnTo>
                    <a:pt x="2075" y="16494"/>
                  </a:lnTo>
                  <a:lnTo>
                    <a:pt x="2233" y="16553"/>
                  </a:lnTo>
                  <a:lnTo>
                    <a:pt x="2351" y="16612"/>
                  </a:lnTo>
                  <a:lnTo>
                    <a:pt x="2450" y="16632"/>
                  </a:lnTo>
                  <a:lnTo>
                    <a:pt x="2509" y="16711"/>
                  </a:lnTo>
                  <a:lnTo>
                    <a:pt x="2529" y="16770"/>
                  </a:lnTo>
                  <a:lnTo>
                    <a:pt x="2470" y="16849"/>
                  </a:lnTo>
                  <a:lnTo>
                    <a:pt x="2430" y="16908"/>
                  </a:lnTo>
                  <a:lnTo>
                    <a:pt x="2410" y="16968"/>
                  </a:lnTo>
                  <a:lnTo>
                    <a:pt x="2430" y="17066"/>
                  </a:lnTo>
                  <a:lnTo>
                    <a:pt x="2410" y="17027"/>
                  </a:lnTo>
                  <a:lnTo>
                    <a:pt x="2391" y="17007"/>
                  </a:lnTo>
                  <a:lnTo>
                    <a:pt x="2351" y="16987"/>
                  </a:lnTo>
                  <a:lnTo>
                    <a:pt x="2351" y="16968"/>
                  </a:lnTo>
                  <a:lnTo>
                    <a:pt x="2331" y="16968"/>
                  </a:lnTo>
                  <a:lnTo>
                    <a:pt x="2351" y="16869"/>
                  </a:lnTo>
                  <a:lnTo>
                    <a:pt x="2331" y="16849"/>
                  </a:lnTo>
                  <a:lnTo>
                    <a:pt x="2312" y="16849"/>
                  </a:lnTo>
                  <a:lnTo>
                    <a:pt x="2292" y="16889"/>
                  </a:lnTo>
                  <a:lnTo>
                    <a:pt x="2252" y="16928"/>
                  </a:lnTo>
                  <a:lnTo>
                    <a:pt x="2213" y="16968"/>
                  </a:lnTo>
                  <a:lnTo>
                    <a:pt x="2233" y="16987"/>
                  </a:lnTo>
                  <a:lnTo>
                    <a:pt x="2272" y="16968"/>
                  </a:lnTo>
                  <a:lnTo>
                    <a:pt x="2292" y="16968"/>
                  </a:lnTo>
                  <a:lnTo>
                    <a:pt x="2292" y="16987"/>
                  </a:lnTo>
                  <a:lnTo>
                    <a:pt x="2292" y="17047"/>
                  </a:lnTo>
                  <a:lnTo>
                    <a:pt x="2272" y="17047"/>
                  </a:lnTo>
                  <a:lnTo>
                    <a:pt x="2312" y="17086"/>
                  </a:lnTo>
                  <a:lnTo>
                    <a:pt x="2312" y="17244"/>
                  </a:lnTo>
                  <a:lnTo>
                    <a:pt x="2371" y="17540"/>
                  </a:lnTo>
                  <a:lnTo>
                    <a:pt x="2351" y="17758"/>
                  </a:lnTo>
                  <a:lnTo>
                    <a:pt x="2371" y="17975"/>
                  </a:lnTo>
                  <a:lnTo>
                    <a:pt x="2410" y="18192"/>
                  </a:lnTo>
                  <a:lnTo>
                    <a:pt x="2450" y="18410"/>
                  </a:lnTo>
                  <a:lnTo>
                    <a:pt x="2549" y="18785"/>
                  </a:lnTo>
                  <a:lnTo>
                    <a:pt x="2569" y="18963"/>
                  </a:lnTo>
                  <a:lnTo>
                    <a:pt x="2588" y="19121"/>
                  </a:lnTo>
                  <a:lnTo>
                    <a:pt x="2667" y="19002"/>
                  </a:lnTo>
                  <a:lnTo>
                    <a:pt x="2766" y="19259"/>
                  </a:lnTo>
                  <a:lnTo>
                    <a:pt x="2865" y="19516"/>
                  </a:lnTo>
                  <a:lnTo>
                    <a:pt x="2964" y="19753"/>
                  </a:lnTo>
                  <a:lnTo>
                    <a:pt x="3062" y="19950"/>
                  </a:lnTo>
                  <a:lnTo>
                    <a:pt x="3023" y="19930"/>
                  </a:lnTo>
                  <a:lnTo>
                    <a:pt x="3003" y="19911"/>
                  </a:lnTo>
                  <a:lnTo>
                    <a:pt x="2924" y="19812"/>
                  </a:lnTo>
                  <a:lnTo>
                    <a:pt x="2766" y="19516"/>
                  </a:lnTo>
                  <a:lnTo>
                    <a:pt x="2845" y="19733"/>
                  </a:lnTo>
                  <a:lnTo>
                    <a:pt x="2944" y="19911"/>
                  </a:lnTo>
                  <a:lnTo>
                    <a:pt x="3043" y="20088"/>
                  </a:lnTo>
                  <a:lnTo>
                    <a:pt x="3141" y="20266"/>
                  </a:lnTo>
                  <a:lnTo>
                    <a:pt x="3359" y="20543"/>
                  </a:lnTo>
                  <a:lnTo>
                    <a:pt x="3576" y="20780"/>
                  </a:lnTo>
                  <a:lnTo>
                    <a:pt x="3497" y="20484"/>
                  </a:lnTo>
                  <a:lnTo>
                    <a:pt x="3398" y="20207"/>
                  </a:lnTo>
                  <a:lnTo>
                    <a:pt x="3497" y="20286"/>
                  </a:lnTo>
                  <a:lnTo>
                    <a:pt x="3576" y="20365"/>
                  </a:lnTo>
                  <a:lnTo>
                    <a:pt x="3615" y="20464"/>
                  </a:lnTo>
                  <a:lnTo>
                    <a:pt x="3635" y="20543"/>
                  </a:lnTo>
                  <a:lnTo>
                    <a:pt x="3655" y="20642"/>
                  </a:lnTo>
                  <a:lnTo>
                    <a:pt x="3694" y="20740"/>
                  </a:lnTo>
                  <a:lnTo>
                    <a:pt x="3773" y="20859"/>
                  </a:lnTo>
                  <a:lnTo>
                    <a:pt x="3872" y="20977"/>
                  </a:lnTo>
                  <a:lnTo>
                    <a:pt x="3833" y="20997"/>
                  </a:lnTo>
                  <a:lnTo>
                    <a:pt x="3734" y="20997"/>
                  </a:lnTo>
                  <a:lnTo>
                    <a:pt x="3714" y="21017"/>
                  </a:lnTo>
                  <a:lnTo>
                    <a:pt x="3694" y="21037"/>
                  </a:lnTo>
                  <a:lnTo>
                    <a:pt x="3675" y="21076"/>
                  </a:lnTo>
                  <a:lnTo>
                    <a:pt x="3813" y="21195"/>
                  </a:lnTo>
                  <a:lnTo>
                    <a:pt x="3951" y="21333"/>
                  </a:lnTo>
                  <a:lnTo>
                    <a:pt x="4109" y="21471"/>
                  </a:lnTo>
                  <a:lnTo>
                    <a:pt x="4247" y="21590"/>
                  </a:lnTo>
                  <a:lnTo>
                    <a:pt x="4247" y="21649"/>
                  </a:lnTo>
                  <a:lnTo>
                    <a:pt x="4208" y="21669"/>
                  </a:lnTo>
                  <a:lnTo>
                    <a:pt x="4168" y="21669"/>
                  </a:lnTo>
                  <a:lnTo>
                    <a:pt x="4089" y="21649"/>
                  </a:lnTo>
                  <a:lnTo>
                    <a:pt x="4010" y="21590"/>
                  </a:lnTo>
                  <a:lnTo>
                    <a:pt x="3931" y="21511"/>
                  </a:lnTo>
                  <a:lnTo>
                    <a:pt x="3833" y="21412"/>
                  </a:lnTo>
                  <a:lnTo>
                    <a:pt x="3714" y="21274"/>
                  </a:lnTo>
                  <a:lnTo>
                    <a:pt x="3655" y="21155"/>
                  </a:lnTo>
                  <a:lnTo>
                    <a:pt x="3576" y="21037"/>
                  </a:lnTo>
                  <a:lnTo>
                    <a:pt x="3378" y="20800"/>
                  </a:lnTo>
                  <a:lnTo>
                    <a:pt x="3220" y="20563"/>
                  </a:lnTo>
                  <a:lnTo>
                    <a:pt x="3161" y="20444"/>
                  </a:lnTo>
                  <a:lnTo>
                    <a:pt x="3122" y="20325"/>
                  </a:lnTo>
                  <a:lnTo>
                    <a:pt x="3141" y="20543"/>
                  </a:lnTo>
                  <a:lnTo>
                    <a:pt x="3141" y="20543"/>
                  </a:lnTo>
                  <a:lnTo>
                    <a:pt x="3003" y="20306"/>
                  </a:lnTo>
                  <a:lnTo>
                    <a:pt x="2885" y="20108"/>
                  </a:lnTo>
                  <a:lnTo>
                    <a:pt x="2815" y="19975"/>
                  </a:lnTo>
                  <a:lnTo>
                    <a:pt x="2815" y="19975"/>
                  </a:lnTo>
                  <a:lnTo>
                    <a:pt x="2865" y="20108"/>
                  </a:lnTo>
                  <a:lnTo>
                    <a:pt x="2924" y="20246"/>
                  </a:lnTo>
                  <a:lnTo>
                    <a:pt x="2983" y="20503"/>
                  </a:lnTo>
                  <a:lnTo>
                    <a:pt x="3023" y="20622"/>
                  </a:lnTo>
                  <a:lnTo>
                    <a:pt x="3062" y="20721"/>
                  </a:lnTo>
                  <a:lnTo>
                    <a:pt x="3122" y="20819"/>
                  </a:lnTo>
                  <a:lnTo>
                    <a:pt x="3201" y="20918"/>
                  </a:lnTo>
                  <a:lnTo>
                    <a:pt x="3201" y="20977"/>
                  </a:lnTo>
                  <a:lnTo>
                    <a:pt x="3201" y="21076"/>
                  </a:lnTo>
                  <a:lnTo>
                    <a:pt x="3201" y="21116"/>
                  </a:lnTo>
                  <a:lnTo>
                    <a:pt x="3181" y="21135"/>
                  </a:lnTo>
                  <a:lnTo>
                    <a:pt x="3161" y="21116"/>
                  </a:lnTo>
                  <a:lnTo>
                    <a:pt x="3102" y="21076"/>
                  </a:lnTo>
                  <a:lnTo>
                    <a:pt x="2983" y="20918"/>
                  </a:lnTo>
                  <a:lnTo>
                    <a:pt x="2924" y="20780"/>
                  </a:lnTo>
                  <a:lnTo>
                    <a:pt x="2865" y="20681"/>
                  </a:lnTo>
                  <a:lnTo>
                    <a:pt x="2825" y="20661"/>
                  </a:lnTo>
                  <a:lnTo>
                    <a:pt x="2806" y="20661"/>
                  </a:lnTo>
                  <a:lnTo>
                    <a:pt x="2885" y="20800"/>
                  </a:lnTo>
                  <a:lnTo>
                    <a:pt x="2924" y="20898"/>
                  </a:lnTo>
                  <a:lnTo>
                    <a:pt x="2983" y="21017"/>
                  </a:lnTo>
                  <a:lnTo>
                    <a:pt x="3122" y="21234"/>
                  </a:lnTo>
                  <a:lnTo>
                    <a:pt x="3181" y="21234"/>
                  </a:lnTo>
                  <a:lnTo>
                    <a:pt x="3240" y="21274"/>
                  </a:lnTo>
                  <a:lnTo>
                    <a:pt x="3418" y="21372"/>
                  </a:lnTo>
                  <a:lnTo>
                    <a:pt x="3793" y="21649"/>
                  </a:lnTo>
                  <a:lnTo>
                    <a:pt x="3991" y="21827"/>
                  </a:lnTo>
                  <a:lnTo>
                    <a:pt x="4188" y="22024"/>
                  </a:lnTo>
                  <a:lnTo>
                    <a:pt x="4504" y="22380"/>
                  </a:lnTo>
                  <a:lnTo>
                    <a:pt x="4307" y="22222"/>
                  </a:lnTo>
                  <a:lnTo>
                    <a:pt x="4149" y="22103"/>
                  </a:lnTo>
                  <a:lnTo>
                    <a:pt x="4070" y="22083"/>
                  </a:lnTo>
                  <a:lnTo>
                    <a:pt x="4010" y="22064"/>
                  </a:lnTo>
                  <a:lnTo>
                    <a:pt x="3971" y="22064"/>
                  </a:lnTo>
                  <a:lnTo>
                    <a:pt x="3971" y="22083"/>
                  </a:lnTo>
                  <a:lnTo>
                    <a:pt x="4050" y="22143"/>
                  </a:lnTo>
                  <a:lnTo>
                    <a:pt x="4109" y="22202"/>
                  </a:lnTo>
                  <a:lnTo>
                    <a:pt x="4247" y="22360"/>
                  </a:lnTo>
                  <a:lnTo>
                    <a:pt x="4346" y="22478"/>
                  </a:lnTo>
                  <a:lnTo>
                    <a:pt x="4366" y="22478"/>
                  </a:lnTo>
                  <a:lnTo>
                    <a:pt x="4386" y="22439"/>
                  </a:lnTo>
                  <a:lnTo>
                    <a:pt x="4860" y="22913"/>
                  </a:lnTo>
                  <a:lnTo>
                    <a:pt x="5038" y="23111"/>
                  </a:lnTo>
                  <a:lnTo>
                    <a:pt x="5097" y="23209"/>
                  </a:lnTo>
                  <a:lnTo>
                    <a:pt x="5097" y="23269"/>
                  </a:lnTo>
                  <a:lnTo>
                    <a:pt x="4879" y="23091"/>
                  </a:lnTo>
                  <a:lnTo>
                    <a:pt x="4682" y="22913"/>
                  </a:lnTo>
                  <a:lnTo>
                    <a:pt x="4504" y="22735"/>
                  </a:lnTo>
                  <a:lnTo>
                    <a:pt x="4326" y="22577"/>
                  </a:lnTo>
                  <a:lnTo>
                    <a:pt x="4405" y="22676"/>
                  </a:lnTo>
                  <a:lnTo>
                    <a:pt x="4405" y="22696"/>
                  </a:lnTo>
                  <a:lnTo>
                    <a:pt x="4366" y="22696"/>
                  </a:lnTo>
                  <a:lnTo>
                    <a:pt x="4050" y="22360"/>
                  </a:lnTo>
                  <a:lnTo>
                    <a:pt x="4228" y="22656"/>
                  </a:lnTo>
                  <a:lnTo>
                    <a:pt x="4326" y="22775"/>
                  </a:lnTo>
                  <a:lnTo>
                    <a:pt x="4524" y="22933"/>
                  </a:lnTo>
                  <a:lnTo>
                    <a:pt x="4524" y="22933"/>
                  </a:lnTo>
                  <a:lnTo>
                    <a:pt x="4484" y="22893"/>
                  </a:lnTo>
                  <a:lnTo>
                    <a:pt x="4484" y="22874"/>
                  </a:lnTo>
                  <a:lnTo>
                    <a:pt x="4504" y="22893"/>
                  </a:lnTo>
                  <a:lnTo>
                    <a:pt x="4781" y="23130"/>
                  </a:lnTo>
                  <a:lnTo>
                    <a:pt x="4721" y="23229"/>
                  </a:lnTo>
                  <a:lnTo>
                    <a:pt x="4820" y="23308"/>
                  </a:lnTo>
                  <a:lnTo>
                    <a:pt x="4959" y="23407"/>
                  </a:lnTo>
                  <a:lnTo>
                    <a:pt x="5255" y="23683"/>
                  </a:lnTo>
                  <a:lnTo>
                    <a:pt x="5433" y="23822"/>
                  </a:lnTo>
                  <a:lnTo>
                    <a:pt x="5610" y="23960"/>
                  </a:lnTo>
                  <a:lnTo>
                    <a:pt x="5828" y="24078"/>
                  </a:lnTo>
                  <a:lnTo>
                    <a:pt x="6045" y="24197"/>
                  </a:lnTo>
                  <a:lnTo>
                    <a:pt x="5986" y="24197"/>
                  </a:lnTo>
                  <a:lnTo>
                    <a:pt x="6144" y="24276"/>
                  </a:lnTo>
                  <a:lnTo>
                    <a:pt x="6282" y="24335"/>
                  </a:lnTo>
                  <a:lnTo>
                    <a:pt x="6400" y="24355"/>
                  </a:lnTo>
                  <a:lnTo>
                    <a:pt x="6519" y="24375"/>
                  </a:lnTo>
                  <a:lnTo>
                    <a:pt x="6776" y="24394"/>
                  </a:lnTo>
                  <a:lnTo>
                    <a:pt x="6934" y="24414"/>
                  </a:lnTo>
                  <a:lnTo>
                    <a:pt x="7111" y="24473"/>
                  </a:lnTo>
                  <a:lnTo>
                    <a:pt x="7032" y="24493"/>
                  </a:lnTo>
                  <a:lnTo>
                    <a:pt x="7013" y="24493"/>
                  </a:lnTo>
                  <a:lnTo>
                    <a:pt x="6993" y="24513"/>
                  </a:lnTo>
                  <a:lnTo>
                    <a:pt x="6993" y="24552"/>
                  </a:lnTo>
                  <a:lnTo>
                    <a:pt x="7013" y="24612"/>
                  </a:lnTo>
                  <a:lnTo>
                    <a:pt x="7190" y="24651"/>
                  </a:lnTo>
                  <a:lnTo>
                    <a:pt x="7368" y="24730"/>
                  </a:lnTo>
                  <a:lnTo>
                    <a:pt x="7526" y="24809"/>
                  </a:lnTo>
                  <a:lnTo>
                    <a:pt x="7724" y="24908"/>
                  </a:lnTo>
                  <a:lnTo>
                    <a:pt x="7625" y="24849"/>
                  </a:lnTo>
                  <a:lnTo>
                    <a:pt x="7605" y="24829"/>
                  </a:lnTo>
                  <a:lnTo>
                    <a:pt x="7645" y="24809"/>
                  </a:lnTo>
                  <a:lnTo>
                    <a:pt x="7684" y="24789"/>
                  </a:lnTo>
                  <a:lnTo>
                    <a:pt x="7783" y="24789"/>
                  </a:lnTo>
                  <a:lnTo>
                    <a:pt x="7803" y="24770"/>
                  </a:lnTo>
                  <a:lnTo>
                    <a:pt x="7783" y="24770"/>
                  </a:lnTo>
                  <a:lnTo>
                    <a:pt x="7744" y="24730"/>
                  </a:lnTo>
                  <a:lnTo>
                    <a:pt x="7744" y="24710"/>
                  </a:lnTo>
                  <a:lnTo>
                    <a:pt x="7763" y="24710"/>
                  </a:lnTo>
                  <a:lnTo>
                    <a:pt x="7842" y="24691"/>
                  </a:lnTo>
                  <a:lnTo>
                    <a:pt x="8079" y="24710"/>
                  </a:lnTo>
                  <a:lnTo>
                    <a:pt x="8652" y="24770"/>
                  </a:lnTo>
                  <a:lnTo>
                    <a:pt x="8672" y="24789"/>
                  </a:lnTo>
                  <a:lnTo>
                    <a:pt x="8672" y="24809"/>
                  </a:lnTo>
                  <a:lnTo>
                    <a:pt x="8593" y="24849"/>
                  </a:lnTo>
                  <a:lnTo>
                    <a:pt x="8040" y="24849"/>
                  </a:lnTo>
                  <a:lnTo>
                    <a:pt x="8020" y="24868"/>
                  </a:lnTo>
                  <a:lnTo>
                    <a:pt x="8020" y="24888"/>
                  </a:lnTo>
                  <a:lnTo>
                    <a:pt x="8119" y="24947"/>
                  </a:lnTo>
                  <a:lnTo>
                    <a:pt x="8316" y="24967"/>
                  </a:lnTo>
                  <a:lnTo>
                    <a:pt x="8395" y="24967"/>
                  </a:lnTo>
                  <a:lnTo>
                    <a:pt x="8415" y="24947"/>
                  </a:lnTo>
                  <a:lnTo>
                    <a:pt x="8435" y="24928"/>
                  </a:lnTo>
                  <a:lnTo>
                    <a:pt x="8415" y="24908"/>
                  </a:lnTo>
                  <a:lnTo>
                    <a:pt x="8316" y="24868"/>
                  </a:lnTo>
                  <a:lnTo>
                    <a:pt x="8652" y="24908"/>
                  </a:lnTo>
                  <a:lnTo>
                    <a:pt x="9027" y="24947"/>
                  </a:lnTo>
                  <a:lnTo>
                    <a:pt x="9383" y="24947"/>
                  </a:lnTo>
                  <a:lnTo>
                    <a:pt x="9679" y="24967"/>
                  </a:lnTo>
                  <a:lnTo>
                    <a:pt x="10232" y="24730"/>
                  </a:lnTo>
                  <a:lnTo>
                    <a:pt x="10331" y="24671"/>
                  </a:lnTo>
                  <a:lnTo>
                    <a:pt x="10351" y="24651"/>
                  </a:lnTo>
                  <a:lnTo>
                    <a:pt x="10371" y="24552"/>
                  </a:lnTo>
                  <a:lnTo>
                    <a:pt x="10331" y="24631"/>
                  </a:lnTo>
                  <a:lnTo>
                    <a:pt x="10311" y="24651"/>
                  </a:lnTo>
                  <a:lnTo>
                    <a:pt x="10252" y="24671"/>
                  </a:lnTo>
                  <a:lnTo>
                    <a:pt x="10153" y="24710"/>
                  </a:lnTo>
                  <a:lnTo>
                    <a:pt x="10035" y="24730"/>
                  </a:lnTo>
                  <a:lnTo>
                    <a:pt x="10213" y="24612"/>
                  </a:lnTo>
                  <a:lnTo>
                    <a:pt x="10292" y="24552"/>
                  </a:lnTo>
                  <a:lnTo>
                    <a:pt x="10311" y="24513"/>
                  </a:lnTo>
                  <a:lnTo>
                    <a:pt x="10371" y="24493"/>
                  </a:lnTo>
                  <a:lnTo>
                    <a:pt x="10410" y="24513"/>
                  </a:lnTo>
                  <a:lnTo>
                    <a:pt x="10450" y="24552"/>
                  </a:lnTo>
                  <a:lnTo>
                    <a:pt x="10469" y="24592"/>
                  </a:lnTo>
                  <a:lnTo>
                    <a:pt x="10430" y="24631"/>
                  </a:lnTo>
                  <a:lnTo>
                    <a:pt x="10430" y="24612"/>
                  </a:lnTo>
                  <a:lnTo>
                    <a:pt x="10410" y="24671"/>
                  </a:lnTo>
                  <a:lnTo>
                    <a:pt x="10390" y="24750"/>
                  </a:lnTo>
                  <a:lnTo>
                    <a:pt x="10410" y="24691"/>
                  </a:lnTo>
                  <a:lnTo>
                    <a:pt x="10430" y="24691"/>
                  </a:lnTo>
                  <a:lnTo>
                    <a:pt x="10450" y="24671"/>
                  </a:lnTo>
                  <a:lnTo>
                    <a:pt x="10469" y="24671"/>
                  </a:lnTo>
                  <a:lnTo>
                    <a:pt x="10469" y="24691"/>
                  </a:lnTo>
                  <a:lnTo>
                    <a:pt x="10469" y="24730"/>
                  </a:lnTo>
                  <a:lnTo>
                    <a:pt x="10489" y="24750"/>
                  </a:lnTo>
                  <a:lnTo>
                    <a:pt x="10529" y="24789"/>
                  </a:lnTo>
                  <a:lnTo>
                    <a:pt x="10608" y="24888"/>
                  </a:lnTo>
                  <a:lnTo>
                    <a:pt x="10746" y="25046"/>
                  </a:lnTo>
                  <a:lnTo>
                    <a:pt x="10904" y="25165"/>
                  </a:lnTo>
                  <a:lnTo>
                    <a:pt x="11082" y="25264"/>
                  </a:lnTo>
                  <a:lnTo>
                    <a:pt x="11180" y="25303"/>
                  </a:lnTo>
                  <a:lnTo>
                    <a:pt x="11259" y="25323"/>
                  </a:lnTo>
                  <a:lnTo>
                    <a:pt x="11180" y="25244"/>
                  </a:lnTo>
                  <a:lnTo>
                    <a:pt x="11101" y="25145"/>
                  </a:lnTo>
                  <a:lnTo>
                    <a:pt x="11062" y="25066"/>
                  </a:lnTo>
                  <a:lnTo>
                    <a:pt x="11062" y="25026"/>
                  </a:lnTo>
                  <a:lnTo>
                    <a:pt x="11082" y="25026"/>
                  </a:lnTo>
                  <a:lnTo>
                    <a:pt x="11121" y="25086"/>
                  </a:lnTo>
                  <a:lnTo>
                    <a:pt x="11200" y="25165"/>
                  </a:lnTo>
                  <a:lnTo>
                    <a:pt x="11358" y="25283"/>
                  </a:lnTo>
                  <a:lnTo>
                    <a:pt x="11477" y="25382"/>
                  </a:lnTo>
                  <a:lnTo>
                    <a:pt x="11516" y="25422"/>
                  </a:lnTo>
                  <a:lnTo>
                    <a:pt x="11516" y="25441"/>
                  </a:lnTo>
                  <a:lnTo>
                    <a:pt x="11378" y="25382"/>
                  </a:lnTo>
                  <a:lnTo>
                    <a:pt x="11615" y="25540"/>
                  </a:lnTo>
                  <a:lnTo>
                    <a:pt x="11812" y="25639"/>
                  </a:lnTo>
                  <a:lnTo>
                    <a:pt x="11970" y="25698"/>
                  </a:lnTo>
                  <a:lnTo>
                    <a:pt x="12109" y="25738"/>
                  </a:lnTo>
                  <a:lnTo>
                    <a:pt x="12168" y="25718"/>
                  </a:lnTo>
                  <a:lnTo>
                    <a:pt x="12208" y="25678"/>
                  </a:lnTo>
                  <a:lnTo>
                    <a:pt x="12287" y="25659"/>
                  </a:lnTo>
                  <a:lnTo>
                    <a:pt x="12425" y="25678"/>
                  </a:lnTo>
                  <a:lnTo>
                    <a:pt x="12603" y="25738"/>
                  </a:lnTo>
                  <a:lnTo>
                    <a:pt x="12662" y="25797"/>
                  </a:lnTo>
                  <a:lnTo>
                    <a:pt x="12642" y="25817"/>
                  </a:lnTo>
                  <a:lnTo>
                    <a:pt x="12622" y="25817"/>
                  </a:lnTo>
                  <a:lnTo>
                    <a:pt x="12563" y="25836"/>
                  </a:lnTo>
                  <a:lnTo>
                    <a:pt x="12484" y="25856"/>
                  </a:lnTo>
                  <a:lnTo>
                    <a:pt x="12425" y="25856"/>
                  </a:lnTo>
                  <a:lnTo>
                    <a:pt x="12425" y="25876"/>
                  </a:lnTo>
                  <a:lnTo>
                    <a:pt x="12425" y="25896"/>
                  </a:lnTo>
                  <a:lnTo>
                    <a:pt x="12543" y="25955"/>
                  </a:lnTo>
                  <a:lnTo>
                    <a:pt x="12859" y="25994"/>
                  </a:lnTo>
                  <a:lnTo>
                    <a:pt x="13195" y="26014"/>
                  </a:lnTo>
                  <a:lnTo>
                    <a:pt x="13314" y="26113"/>
                  </a:lnTo>
                  <a:lnTo>
                    <a:pt x="13649" y="26152"/>
                  </a:lnTo>
                  <a:lnTo>
                    <a:pt x="13985" y="26172"/>
                  </a:lnTo>
                  <a:lnTo>
                    <a:pt x="14301" y="26152"/>
                  </a:lnTo>
                  <a:lnTo>
                    <a:pt x="14597" y="26113"/>
                  </a:lnTo>
                  <a:lnTo>
                    <a:pt x="14914" y="26034"/>
                  </a:lnTo>
                  <a:lnTo>
                    <a:pt x="15210" y="25975"/>
                  </a:lnTo>
                  <a:lnTo>
                    <a:pt x="15862" y="25797"/>
                  </a:lnTo>
                  <a:lnTo>
                    <a:pt x="15862" y="25836"/>
                  </a:lnTo>
                  <a:lnTo>
                    <a:pt x="15842" y="25856"/>
                  </a:lnTo>
                  <a:lnTo>
                    <a:pt x="15783" y="25896"/>
                  </a:lnTo>
                  <a:lnTo>
                    <a:pt x="15664" y="25955"/>
                  </a:lnTo>
                  <a:lnTo>
                    <a:pt x="15546" y="26014"/>
                  </a:lnTo>
                  <a:lnTo>
                    <a:pt x="15230" y="26093"/>
                  </a:lnTo>
                  <a:lnTo>
                    <a:pt x="14993" y="26133"/>
                  </a:lnTo>
                  <a:lnTo>
                    <a:pt x="15111" y="26152"/>
                  </a:lnTo>
                  <a:lnTo>
                    <a:pt x="15249" y="26152"/>
                  </a:lnTo>
                  <a:lnTo>
                    <a:pt x="15526" y="26093"/>
                  </a:lnTo>
                  <a:lnTo>
                    <a:pt x="15822" y="26014"/>
                  </a:lnTo>
                  <a:lnTo>
                    <a:pt x="15960" y="25975"/>
                  </a:lnTo>
                  <a:lnTo>
                    <a:pt x="16118" y="25955"/>
                  </a:lnTo>
                  <a:lnTo>
                    <a:pt x="16355" y="25876"/>
                  </a:lnTo>
                  <a:lnTo>
                    <a:pt x="16533" y="25797"/>
                  </a:lnTo>
                  <a:lnTo>
                    <a:pt x="16632" y="25698"/>
                  </a:lnTo>
                  <a:lnTo>
                    <a:pt x="16632" y="25659"/>
                  </a:lnTo>
                  <a:lnTo>
                    <a:pt x="16612" y="25639"/>
                  </a:lnTo>
                  <a:lnTo>
                    <a:pt x="16829" y="25560"/>
                  </a:lnTo>
                  <a:lnTo>
                    <a:pt x="16889" y="25540"/>
                  </a:lnTo>
                  <a:lnTo>
                    <a:pt x="16928" y="25560"/>
                  </a:lnTo>
                  <a:lnTo>
                    <a:pt x="16968" y="25580"/>
                  </a:lnTo>
                  <a:lnTo>
                    <a:pt x="16987" y="25599"/>
                  </a:lnTo>
                  <a:lnTo>
                    <a:pt x="17007" y="25599"/>
                  </a:lnTo>
                  <a:lnTo>
                    <a:pt x="17047" y="25540"/>
                  </a:lnTo>
                  <a:lnTo>
                    <a:pt x="17146" y="25481"/>
                  </a:lnTo>
                  <a:lnTo>
                    <a:pt x="17383" y="25343"/>
                  </a:lnTo>
                  <a:lnTo>
                    <a:pt x="17659" y="25204"/>
                  </a:lnTo>
                  <a:lnTo>
                    <a:pt x="17916" y="25066"/>
                  </a:lnTo>
                  <a:lnTo>
                    <a:pt x="17955" y="25125"/>
                  </a:lnTo>
                  <a:lnTo>
                    <a:pt x="18173" y="24947"/>
                  </a:lnTo>
                  <a:lnTo>
                    <a:pt x="18390" y="24770"/>
                  </a:lnTo>
                  <a:lnTo>
                    <a:pt x="18331" y="24789"/>
                  </a:lnTo>
                  <a:lnTo>
                    <a:pt x="18331" y="24770"/>
                  </a:lnTo>
                  <a:lnTo>
                    <a:pt x="18331" y="24730"/>
                  </a:lnTo>
                  <a:lnTo>
                    <a:pt x="18331" y="24691"/>
                  </a:lnTo>
                  <a:lnTo>
                    <a:pt x="18449" y="24612"/>
                  </a:lnTo>
                  <a:lnTo>
                    <a:pt x="18350" y="24651"/>
                  </a:lnTo>
                  <a:lnTo>
                    <a:pt x="18252" y="24671"/>
                  </a:lnTo>
                  <a:lnTo>
                    <a:pt x="18054" y="24770"/>
                  </a:lnTo>
                  <a:lnTo>
                    <a:pt x="17857" y="24888"/>
                  </a:lnTo>
                  <a:lnTo>
                    <a:pt x="17679" y="25007"/>
                  </a:lnTo>
                  <a:lnTo>
                    <a:pt x="17481" y="25125"/>
                  </a:lnTo>
                  <a:lnTo>
                    <a:pt x="17284" y="25224"/>
                  </a:lnTo>
                  <a:lnTo>
                    <a:pt x="17066" y="25283"/>
                  </a:lnTo>
                  <a:lnTo>
                    <a:pt x="16968" y="25303"/>
                  </a:lnTo>
                  <a:lnTo>
                    <a:pt x="16849" y="25303"/>
                  </a:lnTo>
                  <a:lnTo>
                    <a:pt x="16908" y="25264"/>
                  </a:lnTo>
                  <a:lnTo>
                    <a:pt x="16889" y="25244"/>
                  </a:lnTo>
                  <a:lnTo>
                    <a:pt x="16869" y="25224"/>
                  </a:lnTo>
                  <a:lnTo>
                    <a:pt x="16928" y="25185"/>
                  </a:lnTo>
                  <a:lnTo>
                    <a:pt x="17047" y="25145"/>
                  </a:lnTo>
                  <a:lnTo>
                    <a:pt x="17106" y="25145"/>
                  </a:lnTo>
                  <a:lnTo>
                    <a:pt x="17205" y="25026"/>
                  </a:lnTo>
                  <a:lnTo>
                    <a:pt x="17205" y="25007"/>
                  </a:lnTo>
                  <a:lnTo>
                    <a:pt x="17066" y="25046"/>
                  </a:lnTo>
                  <a:lnTo>
                    <a:pt x="17066" y="25026"/>
                  </a:lnTo>
                  <a:lnTo>
                    <a:pt x="17086" y="24987"/>
                  </a:lnTo>
                  <a:lnTo>
                    <a:pt x="17126" y="24928"/>
                  </a:lnTo>
                  <a:lnTo>
                    <a:pt x="17225" y="24868"/>
                  </a:lnTo>
                  <a:lnTo>
                    <a:pt x="17343" y="24789"/>
                  </a:lnTo>
                  <a:lnTo>
                    <a:pt x="17600" y="24651"/>
                  </a:lnTo>
                  <a:lnTo>
                    <a:pt x="17876" y="24473"/>
                  </a:lnTo>
                  <a:lnTo>
                    <a:pt x="17975" y="24473"/>
                  </a:lnTo>
                  <a:lnTo>
                    <a:pt x="17975" y="24493"/>
                  </a:lnTo>
                  <a:lnTo>
                    <a:pt x="17936" y="24552"/>
                  </a:lnTo>
                  <a:lnTo>
                    <a:pt x="17876" y="24612"/>
                  </a:lnTo>
                  <a:lnTo>
                    <a:pt x="17679" y="24770"/>
                  </a:lnTo>
                  <a:lnTo>
                    <a:pt x="17541" y="24888"/>
                  </a:lnTo>
                  <a:lnTo>
                    <a:pt x="17718" y="24750"/>
                  </a:lnTo>
                  <a:lnTo>
                    <a:pt x="17817" y="24691"/>
                  </a:lnTo>
                  <a:lnTo>
                    <a:pt x="17955" y="24631"/>
                  </a:lnTo>
                  <a:lnTo>
                    <a:pt x="17975" y="24770"/>
                  </a:lnTo>
                  <a:lnTo>
                    <a:pt x="18173" y="24592"/>
                  </a:lnTo>
                  <a:lnTo>
                    <a:pt x="18192" y="24552"/>
                  </a:lnTo>
                  <a:lnTo>
                    <a:pt x="18173" y="24533"/>
                  </a:lnTo>
                  <a:lnTo>
                    <a:pt x="18113" y="24513"/>
                  </a:lnTo>
                  <a:lnTo>
                    <a:pt x="18094" y="24493"/>
                  </a:lnTo>
                  <a:lnTo>
                    <a:pt x="18094" y="24434"/>
                  </a:lnTo>
                  <a:lnTo>
                    <a:pt x="18133" y="24375"/>
                  </a:lnTo>
                  <a:lnTo>
                    <a:pt x="18192" y="24315"/>
                  </a:lnTo>
                  <a:lnTo>
                    <a:pt x="18252" y="24276"/>
                  </a:lnTo>
                  <a:lnTo>
                    <a:pt x="18331" y="24236"/>
                  </a:lnTo>
                  <a:lnTo>
                    <a:pt x="18508" y="24177"/>
                  </a:lnTo>
                  <a:lnTo>
                    <a:pt x="18568" y="24138"/>
                  </a:lnTo>
                  <a:lnTo>
                    <a:pt x="18627" y="24098"/>
                  </a:lnTo>
                  <a:lnTo>
                    <a:pt x="18627" y="24098"/>
                  </a:lnTo>
                  <a:lnTo>
                    <a:pt x="18508" y="24217"/>
                  </a:lnTo>
                  <a:lnTo>
                    <a:pt x="18627" y="24138"/>
                  </a:lnTo>
                  <a:lnTo>
                    <a:pt x="18726" y="24078"/>
                  </a:lnTo>
                  <a:lnTo>
                    <a:pt x="18884" y="23940"/>
                  </a:lnTo>
                  <a:lnTo>
                    <a:pt x="19002" y="23802"/>
                  </a:lnTo>
                  <a:lnTo>
                    <a:pt x="19180" y="23644"/>
                  </a:lnTo>
                  <a:lnTo>
                    <a:pt x="19377" y="23604"/>
                  </a:lnTo>
                  <a:lnTo>
                    <a:pt x="19239" y="23683"/>
                  </a:lnTo>
                  <a:lnTo>
                    <a:pt x="19140" y="23762"/>
                  </a:lnTo>
                  <a:lnTo>
                    <a:pt x="19061" y="23861"/>
                  </a:lnTo>
                  <a:lnTo>
                    <a:pt x="19002" y="23940"/>
                  </a:lnTo>
                  <a:lnTo>
                    <a:pt x="18903" y="24098"/>
                  </a:lnTo>
                  <a:lnTo>
                    <a:pt x="18844" y="24157"/>
                  </a:lnTo>
                  <a:lnTo>
                    <a:pt x="18765" y="24197"/>
                  </a:lnTo>
                  <a:lnTo>
                    <a:pt x="18765" y="24197"/>
                  </a:lnTo>
                  <a:lnTo>
                    <a:pt x="18943" y="24118"/>
                  </a:lnTo>
                  <a:lnTo>
                    <a:pt x="19042" y="24118"/>
                  </a:lnTo>
                  <a:lnTo>
                    <a:pt x="19042" y="24138"/>
                  </a:lnTo>
                  <a:lnTo>
                    <a:pt x="19042" y="24157"/>
                  </a:lnTo>
                  <a:lnTo>
                    <a:pt x="19002" y="24256"/>
                  </a:lnTo>
                  <a:lnTo>
                    <a:pt x="18805" y="24493"/>
                  </a:lnTo>
                  <a:lnTo>
                    <a:pt x="18647" y="24691"/>
                  </a:lnTo>
                  <a:lnTo>
                    <a:pt x="19002" y="24454"/>
                  </a:lnTo>
                  <a:lnTo>
                    <a:pt x="19160" y="24355"/>
                  </a:lnTo>
                  <a:lnTo>
                    <a:pt x="19298" y="24296"/>
                  </a:lnTo>
                  <a:lnTo>
                    <a:pt x="19417" y="24157"/>
                  </a:lnTo>
                  <a:lnTo>
                    <a:pt x="19536" y="24039"/>
                  </a:lnTo>
                  <a:lnTo>
                    <a:pt x="19812" y="23822"/>
                  </a:lnTo>
                  <a:lnTo>
                    <a:pt x="19950" y="23723"/>
                  </a:lnTo>
                  <a:lnTo>
                    <a:pt x="20069" y="23604"/>
                  </a:lnTo>
                  <a:lnTo>
                    <a:pt x="20187" y="23466"/>
                  </a:lnTo>
                  <a:lnTo>
                    <a:pt x="20266" y="23308"/>
                  </a:lnTo>
                  <a:lnTo>
                    <a:pt x="20306" y="23269"/>
                  </a:lnTo>
                  <a:lnTo>
                    <a:pt x="20326" y="23269"/>
                  </a:lnTo>
                  <a:lnTo>
                    <a:pt x="20306" y="23328"/>
                  </a:lnTo>
                  <a:lnTo>
                    <a:pt x="20286" y="23387"/>
                  </a:lnTo>
                  <a:lnTo>
                    <a:pt x="20306" y="23387"/>
                  </a:lnTo>
                  <a:lnTo>
                    <a:pt x="20345" y="23348"/>
                  </a:lnTo>
                  <a:lnTo>
                    <a:pt x="20602" y="23091"/>
                  </a:lnTo>
                  <a:lnTo>
                    <a:pt x="20839" y="22814"/>
                  </a:lnTo>
                  <a:lnTo>
                    <a:pt x="21056" y="22518"/>
                  </a:lnTo>
                  <a:lnTo>
                    <a:pt x="21254" y="22202"/>
                  </a:lnTo>
                  <a:lnTo>
                    <a:pt x="21333" y="22083"/>
                  </a:lnTo>
                  <a:lnTo>
                    <a:pt x="21392" y="22044"/>
                  </a:lnTo>
                  <a:lnTo>
                    <a:pt x="21491" y="22024"/>
                  </a:lnTo>
                  <a:lnTo>
                    <a:pt x="21728" y="21708"/>
                  </a:lnTo>
                  <a:lnTo>
                    <a:pt x="21906" y="21412"/>
                  </a:lnTo>
                  <a:lnTo>
                    <a:pt x="22044" y="21116"/>
                  </a:lnTo>
                  <a:lnTo>
                    <a:pt x="22163" y="20839"/>
                  </a:lnTo>
                  <a:lnTo>
                    <a:pt x="22261" y="20563"/>
                  </a:lnTo>
                  <a:lnTo>
                    <a:pt x="22360" y="20266"/>
                  </a:lnTo>
                  <a:lnTo>
                    <a:pt x="22360" y="20187"/>
                  </a:lnTo>
                  <a:lnTo>
                    <a:pt x="22380" y="20148"/>
                  </a:lnTo>
                  <a:lnTo>
                    <a:pt x="22380" y="20128"/>
                  </a:lnTo>
                  <a:lnTo>
                    <a:pt x="22400" y="20108"/>
                  </a:lnTo>
                  <a:lnTo>
                    <a:pt x="22479" y="20108"/>
                  </a:lnTo>
                  <a:lnTo>
                    <a:pt x="22459" y="20167"/>
                  </a:lnTo>
                  <a:lnTo>
                    <a:pt x="22498" y="20167"/>
                  </a:lnTo>
                  <a:lnTo>
                    <a:pt x="22637" y="20128"/>
                  </a:lnTo>
                  <a:lnTo>
                    <a:pt x="22814" y="20009"/>
                  </a:lnTo>
                  <a:lnTo>
                    <a:pt x="22893" y="19950"/>
                  </a:lnTo>
                  <a:lnTo>
                    <a:pt x="22933" y="19891"/>
                  </a:lnTo>
                  <a:lnTo>
                    <a:pt x="23032" y="19851"/>
                  </a:lnTo>
                  <a:lnTo>
                    <a:pt x="23150" y="19812"/>
                  </a:lnTo>
                  <a:lnTo>
                    <a:pt x="23249" y="19753"/>
                  </a:lnTo>
                  <a:lnTo>
                    <a:pt x="23348" y="19674"/>
                  </a:lnTo>
                  <a:lnTo>
                    <a:pt x="23545" y="19476"/>
                  </a:lnTo>
                  <a:lnTo>
                    <a:pt x="23723" y="19239"/>
                  </a:lnTo>
                  <a:lnTo>
                    <a:pt x="23881" y="19002"/>
                  </a:lnTo>
                  <a:lnTo>
                    <a:pt x="24039" y="18745"/>
                  </a:lnTo>
                  <a:lnTo>
                    <a:pt x="24177" y="18528"/>
                  </a:lnTo>
                  <a:lnTo>
                    <a:pt x="24315" y="18370"/>
                  </a:lnTo>
                  <a:lnTo>
                    <a:pt x="24394" y="18153"/>
                  </a:lnTo>
                  <a:lnTo>
                    <a:pt x="24454" y="17995"/>
                  </a:lnTo>
                  <a:lnTo>
                    <a:pt x="24474" y="17837"/>
                  </a:lnTo>
                  <a:lnTo>
                    <a:pt x="24474" y="17718"/>
                  </a:lnTo>
                  <a:lnTo>
                    <a:pt x="24474" y="17501"/>
                  </a:lnTo>
                  <a:lnTo>
                    <a:pt x="24474" y="17363"/>
                  </a:lnTo>
                  <a:lnTo>
                    <a:pt x="24493" y="17205"/>
                  </a:lnTo>
                  <a:lnTo>
                    <a:pt x="24533" y="17224"/>
                  </a:lnTo>
                  <a:lnTo>
                    <a:pt x="24572" y="17264"/>
                  </a:lnTo>
                  <a:lnTo>
                    <a:pt x="24592" y="17264"/>
                  </a:lnTo>
                  <a:lnTo>
                    <a:pt x="24612" y="17244"/>
                  </a:lnTo>
                  <a:lnTo>
                    <a:pt x="24632" y="17205"/>
                  </a:lnTo>
                  <a:lnTo>
                    <a:pt x="24671" y="17145"/>
                  </a:lnTo>
                  <a:lnTo>
                    <a:pt x="24948" y="15131"/>
                  </a:lnTo>
                  <a:lnTo>
                    <a:pt x="25086" y="14123"/>
                  </a:lnTo>
                  <a:lnTo>
                    <a:pt x="25165" y="13570"/>
                  </a:lnTo>
                  <a:lnTo>
                    <a:pt x="25224" y="12978"/>
                  </a:lnTo>
                  <a:lnTo>
                    <a:pt x="25244" y="13037"/>
                  </a:lnTo>
                  <a:lnTo>
                    <a:pt x="25244" y="13116"/>
                  </a:lnTo>
                  <a:lnTo>
                    <a:pt x="25283" y="12721"/>
                  </a:lnTo>
                  <a:lnTo>
                    <a:pt x="25283" y="12326"/>
                  </a:lnTo>
                  <a:lnTo>
                    <a:pt x="25264" y="11931"/>
                  </a:lnTo>
                  <a:lnTo>
                    <a:pt x="25204" y="11536"/>
                  </a:lnTo>
                  <a:lnTo>
                    <a:pt x="25145" y="11141"/>
                  </a:lnTo>
                  <a:lnTo>
                    <a:pt x="25066" y="10765"/>
                  </a:lnTo>
                  <a:lnTo>
                    <a:pt x="24967" y="10390"/>
                  </a:lnTo>
                  <a:lnTo>
                    <a:pt x="24869" y="10015"/>
                  </a:lnTo>
                  <a:lnTo>
                    <a:pt x="24770" y="9857"/>
                  </a:lnTo>
                  <a:lnTo>
                    <a:pt x="24651" y="9659"/>
                  </a:lnTo>
                  <a:lnTo>
                    <a:pt x="24592" y="9580"/>
                  </a:lnTo>
                  <a:lnTo>
                    <a:pt x="24553" y="9541"/>
                  </a:lnTo>
                  <a:lnTo>
                    <a:pt x="24513" y="9521"/>
                  </a:lnTo>
                  <a:lnTo>
                    <a:pt x="24493" y="9561"/>
                  </a:lnTo>
                  <a:lnTo>
                    <a:pt x="24533" y="9640"/>
                  </a:lnTo>
                  <a:lnTo>
                    <a:pt x="24553" y="9699"/>
                  </a:lnTo>
                  <a:lnTo>
                    <a:pt x="24553" y="9738"/>
                  </a:lnTo>
                  <a:lnTo>
                    <a:pt x="24533" y="9778"/>
                  </a:lnTo>
                  <a:lnTo>
                    <a:pt x="24493" y="9837"/>
                  </a:lnTo>
                  <a:lnTo>
                    <a:pt x="24454" y="9857"/>
                  </a:lnTo>
                  <a:lnTo>
                    <a:pt x="24315" y="9640"/>
                  </a:lnTo>
                  <a:lnTo>
                    <a:pt x="24236" y="9482"/>
                  </a:lnTo>
                  <a:lnTo>
                    <a:pt x="24217" y="9383"/>
                  </a:lnTo>
                  <a:lnTo>
                    <a:pt x="24197" y="9324"/>
                  </a:lnTo>
                  <a:lnTo>
                    <a:pt x="24197" y="9264"/>
                  </a:lnTo>
                  <a:lnTo>
                    <a:pt x="24197" y="9185"/>
                  </a:lnTo>
                  <a:lnTo>
                    <a:pt x="24138" y="9106"/>
                  </a:lnTo>
                  <a:lnTo>
                    <a:pt x="24039" y="8968"/>
                  </a:lnTo>
                  <a:lnTo>
                    <a:pt x="24059" y="8909"/>
                  </a:lnTo>
                  <a:lnTo>
                    <a:pt x="24078" y="8889"/>
                  </a:lnTo>
                  <a:lnTo>
                    <a:pt x="24098" y="8889"/>
                  </a:lnTo>
                  <a:lnTo>
                    <a:pt x="24138" y="8929"/>
                  </a:lnTo>
                  <a:lnTo>
                    <a:pt x="24217" y="8968"/>
                  </a:lnTo>
                  <a:lnTo>
                    <a:pt x="24335" y="9087"/>
                  </a:lnTo>
                  <a:lnTo>
                    <a:pt x="24394" y="9126"/>
                  </a:lnTo>
                  <a:lnTo>
                    <a:pt x="24454" y="9126"/>
                  </a:lnTo>
                  <a:lnTo>
                    <a:pt x="24296" y="8948"/>
                  </a:lnTo>
                  <a:lnTo>
                    <a:pt x="24157" y="8810"/>
                  </a:lnTo>
                  <a:lnTo>
                    <a:pt x="23861" y="8533"/>
                  </a:lnTo>
                  <a:lnTo>
                    <a:pt x="23683" y="8316"/>
                  </a:lnTo>
                  <a:lnTo>
                    <a:pt x="23506" y="8138"/>
                  </a:lnTo>
                  <a:lnTo>
                    <a:pt x="23367" y="7961"/>
                  </a:lnTo>
                  <a:lnTo>
                    <a:pt x="23328" y="7882"/>
                  </a:lnTo>
                  <a:lnTo>
                    <a:pt x="23288" y="7783"/>
                  </a:lnTo>
                  <a:lnTo>
                    <a:pt x="23308" y="7803"/>
                  </a:lnTo>
                  <a:lnTo>
                    <a:pt x="23328" y="7822"/>
                  </a:lnTo>
                  <a:lnTo>
                    <a:pt x="23367" y="7822"/>
                  </a:lnTo>
                  <a:lnTo>
                    <a:pt x="23422" y="7841"/>
                  </a:lnTo>
                  <a:lnTo>
                    <a:pt x="23407" y="7822"/>
                  </a:lnTo>
                  <a:lnTo>
                    <a:pt x="23328" y="7704"/>
                  </a:lnTo>
                  <a:lnTo>
                    <a:pt x="23209" y="7447"/>
                  </a:lnTo>
                  <a:lnTo>
                    <a:pt x="23190" y="7467"/>
                  </a:lnTo>
                  <a:lnTo>
                    <a:pt x="23170" y="7447"/>
                  </a:lnTo>
                  <a:lnTo>
                    <a:pt x="23091" y="7368"/>
                  </a:lnTo>
                  <a:lnTo>
                    <a:pt x="23032" y="7230"/>
                  </a:lnTo>
                  <a:lnTo>
                    <a:pt x="22992" y="7171"/>
                  </a:lnTo>
                  <a:lnTo>
                    <a:pt x="22953" y="7131"/>
                  </a:lnTo>
                  <a:lnTo>
                    <a:pt x="22953" y="7092"/>
                  </a:lnTo>
                  <a:lnTo>
                    <a:pt x="22933" y="7092"/>
                  </a:lnTo>
                  <a:lnTo>
                    <a:pt x="22913" y="7072"/>
                  </a:lnTo>
                  <a:lnTo>
                    <a:pt x="22854" y="7013"/>
                  </a:lnTo>
                  <a:lnTo>
                    <a:pt x="22735" y="6835"/>
                  </a:lnTo>
                  <a:lnTo>
                    <a:pt x="22834" y="6697"/>
                  </a:lnTo>
                  <a:lnTo>
                    <a:pt x="22775" y="6637"/>
                  </a:lnTo>
                  <a:lnTo>
                    <a:pt x="22755" y="6657"/>
                  </a:lnTo>
                  <a:lnTo>
                    <a:pt x="22735" y="6677"/>
                  </a:lnTo>
                  <a:lnTo>
                    <a:pt x="22696" y="6618"/>
                  </a:lnTo>
                  <a:lnTo>
                    <a:pt x="22558" y="6341"/>
                  </a:lnTo>
                  <a:lnTo>
                    <a:pt x="22400" y="5966"/>
                  </a:lnTo>
                  <a:lnTo>
                    <a:pt x="22261" y="5610"/>
                  </a:lnTo>
                  <a:lnTo>
                    <a:pt x="22222" y="5492"/>
                  </a:lnTo>
                  <a:lnTo>
                    <a:pt x="22222" y="5432"/>
                  </a:lnTo>
                  <a:lnTo>
                    <a:pt x="22242" y="5413"/>
                  </a:lnTo>
                  <a:lnTo>
                    <a:pt x="22123" y="5235"/>
                  </a:lnTo>
                  <a:lnTo>
                    <a:pt x="22024" y="5097"/>
                  </a:lnTo>
                  <a:lnTo>
                    <a:pt x="21906" y="4958"/>
                  </a:lnTo>
                  <a:lnTo>
                    <a:pt x="21807" y="4781"/>
                  </a:lnTo>
                  <a:lnTo>
                    <a:pt x="21827" y="4800"/>
                  </a:lnTo>
                  <a:lnTo>
                    <a:pt x="21866" y="4820"/>
                  </a:lnTo>
                  <a:lnTo>
                    <a:pt x="21925" y="4860"/>
                  </a:lnTo>
                  <a:lnTo>
                    <a:pt x="21925" y="4860"/>
                  </a:lnTo>
                  <a:lnTo>
                    <a:pt x="21787" y="4603"/>
                  </a:lnTo>
                  <a:lnTo>
                    <a:pt x="21629" y="4366"/>
                  </a:lnTo>
                  <a:lnTo>
                    <a:pt x="21274" y="3872"/>
                  </a:lnTo>
                  <a:lnTo>
                    <a:pt x="20918" y="3398"/>
                  </a:lnTo>
                  <a:lnTo>
                    <a:pt x="20563" y="2963"/>
                  </a:lnTo>
                  <a:lnTo>
                    <a:pt x="20247" y="2687"/>
                  </a:lnTo>
                  <a:lnTo>
                    <a:pt x="19931" y="2450"/>
                  </a:lnTo>
                  <a:lnTo>
                    <a:pt x="19634" y="2272"/>
                  </a:lnTo>
                  <a:lnTo>
                    <a:pt x="19358" y="2154"/>
                  </a:lnTo>
                  <a:lnTo>
                    <a:pt x="19496" y="2233"/>
                  </a:lnTo>
                  <a:lnTo>
                    <a:pt x="19615" y="2351"/>
                  </a:lnTo>
                  <a:lnTo>
                    <a:pt x="19654" y="2391"/>
                  </a:lnTo>
                  <a:lnTo>
                    <a:pt x="19674" y="2430"/>
                  </a:lnTo>
                  <a:lnTo>
                    <a:pt x="19634" y="2430"/>
                  </a:lnTo>
                  <a:lnTo>
                    <a:pt x="19575" y="2410"/>
                  </a:lnTo>
                  <a:lnTo>
                    <a:pt x="19437" y="2371"/>
                  </a:lnTo>
                  <a:lnTo>
                    <a:pt x="19318" y="2292"/>
                  </a:lnTo>
                  <a:lnTo>
                    <a:pt x="19180" y="2193"/>
                  </a:lnTo>
                  <a:lnTo>
                    <a:pt x="19022" y="2114"/>
                  </a:lnTo>
                  <a:lnTo>
                    <a:pt x="19022" y="2094"/>
                  </a:lnTo>
                  <a:lnTo>
                    <a:pt x="18982" y="2035"/>
                  </a:lnTo>
                  <a:lnTo>
                    <a:pt x="18864" y="1936"/>
                  </a:lnTo>
                  <a:lnTo>
                    <a:pt x="18824" y="1897"/>
                  </a:lnTo>
                  <a:lnTo>
                    <a:pt x="18805" y="1877"/>
                  </a:lnTo>
                  <a:lnTo>
                    <a:pt x="18805" y="1877"/>
                  </a:lnTo>
                  <a:lnTo>
                    <a:pt x="18982" y="1936"/>
                  </a:lnTo>
                  <a:lnTo>
                    <a:pt x="18982" y="1936"/>
                  </a:lnTo>
                  <a:lnTo>
                    <a:pt x="18963" y="1917"/>
                  </a:lnTo>
                  <a:lnTo>
                    <a:pt x="18923" y="1877"/>
                  </a:lnTo>
                  <a:lnTo>
                    <a:pt x="18824" y="1778"/>
                  </a:lnTo>
                  <a:lnTo>
                    <a:pt x="18666" y="1699"/>
                  </a:lnTo>
                  <a:lnTo>
                    <a:pt x="18508" y="1620"/>
                  </a:lnTo>
                  <a:lnTo>
                    <a:pt x="18212" y="1482"/>
                  </a:lnTo>
                  <a:lnTo>
                    <a:pt x="18113" y="1423"/>
                  </a:lnTo>
                  <a:lnTo>
                    <a:pt x="18094" y="1403"/>
                  </a:lnTo>
                  <a:lnTo>
                    <a:pt x="18094" y="1363"/>
                  </a:lnTo>
                  <a:lnTo>
                    <a:pt x="17916" y="1324"/>
                  </a:lnTo>
                  <a:lnTo>
                    <a:pt x="17639" y="1245"/>
                  </a:lnTo>
                  <a:lnTo>
                    <a:pt x="17304" y="1166"/>
                  </a:lnTo>
                  <a:lnTo>
                    <a:pt x="17165" y="1146"/>
                  </a:lnTo>
                  <a:lnTo>
                    <a:pt x="17047" y="1146"/>
                  </a:lnTo>
                  <a:lnTo>
                    <a:pt x="17047" y="1126"/>
                  </a:lnTo>
                  <a:lnTo>
                    <a:pt x="17086" y="1107"/>
                  </a:lnTo>
                  <a:lnTo>
                    <a:pt x="17225" y="1126"/>
                  </a:lnTo>
                  <a:lnTo>
                    <a:pt x="17363" y="1146"/>
                  </a:lnTo>
                  <a:lnTo>
                    <a:pt x="17442" y="1146"/>
                  </a:lnTo>
                  <a:lnTo>
                    <a:pt x="17106" y="1087"/>
                  </a:lnTo>
                  <a:lnTo>
                    <a:pt x="17126" y="1047"/>
                  </a:lnTo>
                  <a:lnTo>
                    <a:pt x="16908" y="988"/>
                  </a:lnTo>
                  <a:lnTo>
                    <a:pt x="16474" y="988"/>
                  </a:lnTo>
                  <a:lnTo>
                    <a:pt x="16257" y="1047"/>
                  </a:lnTo>
                  <a:lnTo>
                    <a:pt x="16138" y="1067"/>
                  </a:lnTo>
                  <a:lnTo>
                    <a:pt x="16020" y="1087"/>
                  </a:lnTo>
                  <a:lnTo>
                    <a:pt x="16020" y="1067"/>
                  </a:lnTo>
                  <a:lnTo>
                    <a:pt x="15783" y="1087"/>
                  </a:lnTo>
                  <a:lnTo>
                    <a:pt x="16079" y="968"/>
                  </a:lnTo>
                  <a:lnTo>
                    <a:pt x="15921" y="968"/>
                  </a:lnTo>
                  <a:lnTo>
                    <a:pt x="15802" y="988"/>
                  </a:lnTo>
                  <a:lnTo>
                    <a:pt x="15605" y="1047"/>
                  </a:lnTo>
                  <a:lnTo>
                    <a:pt x="15427" y="1087"/>
                  </a:lnTo>
                  <a:lnTo>
                    <a:pt x="15328" y="1107"/>
                  </a:lnTo>
                  <a:lnTo>
                    <a:pt x="15249" y="1107"/>
                  </a:lnTo>
                  <a:lnTo>
                    <a:pt x="15230" y="1067"/>
                  </a:lnTo>
                  <a:lnTo>
                    <a:pt x="15111" y="1067"/>
                  </a:lnTo>
                  <a:lnTo>
                    <a:pt x="15111" y="1047"/>
                  </a:lnTo>
                  <a:lnTo>
                    <a:pt x="15032" y="1067"/>
                  </a:lnTo>
                  <a:lnTo>
                    <a:pt x="14953" y="1047"/>
                  </a:lnTo>
                  <a:lnTo>
                    <a:pt x="14736" y="1008"/>
                  </a:lnTo>
                  <a:lnTo>
                    <a:pt x="14518" y="909"/>
                  </a:lnTo>
                  <a:lnTo>
                    <a:pt x="14400" y="889"/>
                  </a:lnTo>
                  <a:lnTo>
                    <a:pt x="14301" y="870"/>
                  </a:lnTo>
                  <a:lnTo>
                    <a:pt x="14222" y="791"/>
                  </a:lnTo>
                  <a:lnTo>
                    <a:pt x="14123" y="712"/>
                  </a:lnTo>
                  <a:lnTo>
                    <a:pt x="14064" y="672"/>
                  </a:lnTo>
                  <a:lnTo>
                    <a:pt x="14005" y="633"/>
                  </a:lnTo>
                  <a:lnTo>
                    <a:pt x="13926" y="613"/>
                  </a:lnTo>
                  <a:lnTo>
                    <a:pt x="13847" y="613"/>
                  </a:lnTo>
                  <a:lnTo>
                    <a:pt x="13946" y="494"/>
                  </a:lnTo>
                  <a:lnTo>
                    <a:pt x="14104" y="554"/>
                  </a:lnTo>
                  <a:lnTo>
                    <a:pt x="14202" y="613"/>
                  </a:lnTo>
                  <a:lnTo>
                    <a:pt x="14281" y="672"/>
                  </a:lnTo>
                  <a:lnTo>
                    <a:pt x="14380" y="751"/>
                  </a:lnTo>
                  <a:lnTo>
                    <a:pt x="14637" y="850"/>
                  </a:lnTo>
                  <a:lnTo>
                    <a:pt x="14499" y="731"/>
                  </a:lnTo>
                  <a:lnTo>
                    <a:pt x="14281" y="573"/>
                  </a:lnTo>
                  <a:lnTo>
                    <a:pt x="14005" y="435"/>
                  </a:lnTo>
                  <a:lnTo>
                    <a:pt x="13689" y="297"/>
                  </a:lnTo>
                  <a:lnTo>
                    <a:pt x="13333" y="178"/>
                  </a:lnTo>
                  <a:lnTo>
                    <a:pt x="12978" y="99"/>
                  </a:lnTo>
                  <a:lnTo>
                    <a:pt x="12622" y="40"/>
                  </a:lnTo>
                  <a:lnTo>
                    <a:pt x="1230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1" name="Google Shape;8861;p34"/>
            <p:cNvSpPr/>
            <p:nvPr/>
          </p:nvSpPr>
          <p:spPr>
            <a:xfrm>
              <a:off x="8680593" y="1151476"/>
              <a:ext cx="1519" cy="2223"/>
            </a:xfrm>
            <a:custGeom>
              <a:rect b="b" l="l" r="r" t="t"/>
              <a:pathLst>
                <a:path extrusionOk="0" h="60" w="41">
                  <a:moveTo>
                    <a:pt x="1" y="0"/>
                  </a:moveTo>
                  <a:lnTo>
                    <a:pt x="14" y="20"/>
                  </a:lnTo>
                  <a:lnTo>
                    <a:pt x="21" y="20"/>
                  </a:lnTo>
                  <a:lnTo>
                    <a:pt x="1" y="0"/>
                  </a:lnTo>
                  <a:close/>
                  <a:moveTo>
                    <a:pt x="1" y="20"/>
                  </a:moveTo>
                  <a:lnTo>
                    <a:pt x="40" y="59"/>
                  </a:lnTo>
                  <a:lnTo>
                    <a:pt x="14" y="2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2" name="Google Shape;8862;p34"/>
            <p:cNvSpPr/>
            <p:nvPr/>
          </p:nvSpPr>
          <p:spPr>
            <a:xfrm>
              <a:off x="9476745" y="995586"/>
              <a:ext cx="1482" cy="2260"/>
            </a:xfrm>
            <a:custGeom>
              <a:rect b="b" l="l" r="r" t="t"/>
              <a:pathLst>
                <a:path extrusionOk="0" h="61" w="40">
                  <a:moveTo>
                    <a:pt x="0" y="1"/>
                  </a:moveTo>
                  <a:lnTo>
                    <a:pt x="20" y="40"/>
                  </a:lnTo>
                  <a:lnTo>
                    <a:pt x="40" y="6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3" name="Google Shape;8863;p34"/>
            <p:cNvSpPr/>
            <p:nvPr/>
          </p:nvSpPr>
          <p:spPr>
            <a:xfrm>
              <a:off x="9435773" y="1221715"/>
              <a:ext cx="741" cy="741"/>
            </a:xfrm>
            <a:custGeom>
              <a:rect b="b" l="l" r="r" t="t"/>
              <a:pathLst>
                <a:path extrusionOk="0" h="20" w="20">
                  <a:moveTo>
                    <a:pt x="0" y="0"/>
                  </a:move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4" name="Google Shape;8864;p34"/>
            <p:cNvSpPr/>
            <p:nvPr/>
          </p:nvSpPr>
          <p:spPr>
            <a:xfrm>
              <a:off x="8691596" y="1119986"/>
              <a:ext cx="2964" cy="2964"/>
            </a:xfrm>
            <a:custGeom>
              <a:rect b="b" l="l" r="r" t="t"/>
              <a:pathLst>
                <a:path extrusionOk="0" h="80" w="80">
                  <a:moveTo>
                    <a:pt x="79" y="80"/>
                  </a:moveTo>
                  <a:lnTo>
                    <a:pt x="79" y="80"/>
                  </a:lnTo>
                  <a:lnTo>
                    <a:pt x="40" y="40"/>
                  </a:lnTo>
                  <a:lnTo>
                    <a:pt x="0" y="1"/>
                  </a:lnTo>
                  <a:lnTo>
                    <a:pt x="79" y="80"/>
                  </a:lnTo>
                  <a:close/>
                </a:path>
              </a:pathLst>
            </a:custGeom>
            <a:solidFill>
              <a:srgbClr val="97B0E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5" name="Google Shape;8865;p34"/>
            <p:cNvSpPr/>
            <p:nvPr/>
          </p:nvSpPr>
          <p:spPr>
            <a:xfrm>
              <a:off x="8625728" y="576298"/>
              <a:ext cx="900786" cy="900786"/>
            </a:xfrm>
            <a:custGeom>
              <a:rect b="b" l="l" r="r" t="t"/>
              <a:pathLst>
                <a:path extrusionOk="0" h="24316" w="24316">
                  <a:moveTo>
                    <a:pt x="10351" y="1"/>
                  </a:moveTo>
                  <a:lnTo>
                    <a:pt x="9857" y="40"/>
                  </a:lnTo>
                  <a:lnTo>
                    <a:pt x="9363" y="100"/>
                  </a:lnTo>
                  <a:lnTo>
                    <a:pt x="8869" y="198"/>
                  </a:lnTo>
                  <a:lnTo>
                    <a:pt x="8356" y="297"/>
                  </a:lnTo>
                  <a:lnTo>
                    <a:pt x="7862" y="435"/>
                  </a:lnTo>
                  <a:lnTo>
                    <a:pt x="7368" y="593"/>
                  </a:lnTo>
                  <a:lnTo>
                    <a:pt x="6894" y="751"/>
                  </a:lnTo>
                  <a:lnTo>
                    <a:pt x="6440" y="949"/>
                  </a:lnTo>
                  <a:lnTo>
                    <a:pt x="5985" y="1147"/>
                  </a:lnTo>
                  <a:lnTo>
                    <a:pt x="5571" y="1364"/>
                  </a:lnTo>
                  <a:lnTo>
                    <a:pt x="5195" y="1601"/>
                  </a:lnTo>
                  <a:lnTo>
                    <a:pt x="4840" y="1838"/>
                  </a:lnTo>
                  <a:lnTo>
                    <a:pt x="4524" y="2095"/>
                  </a:lnTo>
                  <a:lnTo>
                    <a:pt x="4247" y="2351"/>
                  </a:lnTo>
                  <a:lnTo>
                    <a:pt x="4010" y="2628"/>
                  </a:lnTo>
                  <a:lnTo>
                    <a:pt x="3813" y="2885"/>
                  </a:lnTo>
                  <a:lnTo>
                    <a:pt x="3655" y="3161"/>
                  </a:lnTo>
                  <a:lnTo>
                    <a:pt x="3516" y="3438"/>
                  </a:lnTo>
                  <a:lnTo>
                    <a:pt x="3398" y="3714"/>
                  </a:lnTo>
                  <a:lnTo>
                    <a:pt x="3319" y="3991"/>
                  </a:lnTo>
                  <a:lnTo>
                    <a:pt x="3260" y="4248"/>
                  </a:lnTo>
                  <a:lnTo>
                    <a:pt x="3220" y="4485"/>
                  </a:lnTo>
                  <a:lnTo>
                    <a:pt x="3181" y="4722"/>
                  </a:lnTo>
                  <a:lnTo>
                    <a:pt x="3181" y="4919"/>
                  </a:lnTo>
                  <a:lnTo>
                    <a:pt x="3181" y="5255"/>
                  </a:lnTo>
                  <a:lnTo>
                    <a:pt x="3200" y="5492"/>
                  </a:lnTo>
                  <a:lnTo>
                    <a:pt x="3200" y="5571"/>
                  </a:lnTo>
                  <a:lnTo>
                    <a:pt x="3102" y="5630"/>
                  </a:lnTo>
                  <a:lnTo>
                    <a:pt x="2746" y="5867"/>
                  </a:lnTo>
                  <a:lnTo>
                    <a:pt x="2470" y="6065"/>
                  </a:lnTo>
                  <a:lnTo>
                    <a:pt x="2134" y="6341"/>
                  </a:lnTo>
                  <a:lnTo>
                    <a:pt x="1699" y="6697"/>
                  </a:lnTo>
                  <a:lnTo>
                    <a:pt x="1186" y="7151"/>
                  </a:lnTo>
                  <a:lnTo>
                    <a:pt x="929" y="7408"/>
                  </a:lnTo>
                  <a:lnTo>
                    <a:pt x="692" y="7684"/>
                  </a:lnTo>
                  <a:lnTo>
                    <a:pt x="514" y="7981"/>
                  </a:lnTo>
                  <a:lnTo>
                    <a:pt x="356" y="8297"/>
                  </a:lnTo>
                  <a:lnTo>
                    <a:pt x="218" y="8613"/>
                  </a:lnTo>
                  <a:lnTo>
                    <a:pt x="139" y="8949"/>
                  </a:lnTo>
                  <a:lnTo>
                    <a:pt x="60" y="9304"/>
                  </a:lnTo>
                  <a:lnTo>
                    <a:pt x="20" y="9679"/>
                  </a:lnTo>
                  <a:lnTo>
                    <a:pt x="1" y="10055"/>
                  </a:lnTo>
                  <a:lnTo>
                    <a:pt x="20" y="10450"/>
                  </a:lnTo>
                  <a:lnTo>
                    <a:pt x="40" y="10865"/>
                  </a:lnTo>
                  <a:lnTo>
                    <a:pt x="80" y="11279"/>
                  </a:lnTo>
                  <a:lnTo>
                    <a:pt x="139" y="11714"/>
                  </a:lnTo>
                  <a:lnTo>
                    <a:pt x="218" y="12148"/>
                  </a:lnTo>
                  <a:lnTo>
                    <a:pt x="415" y="13077"/>
                  </a:lnTo>
                  <a:lnTo>
                    <a:pt x="534" y="13531"/>
                  </a:lnTo>
                  <a:lnTo>
                    <a:pt x="672" y="13926"/>
                  </a:lnTo>
                  <a:lnTo>
                    <a:pt x="810" y="14301"/>
                  </a:lnTo>
                  <a:lnTo>
                    <a:pt x="968" y="14637"/>
                  </a:lnTo>
                  <a:lnTo>
                    <a:pt x="1126" y="14933"/>
                  </a:lnTo>
                  <a:lnTo>
                    <a:pt x="1265" y="15190"/>
                  </a:lnTo>
                  <a:lnTo>
                    <a:pt x="1423" y="15427"/>
                  </a:lnTo>
                  <a:lnTo>
                    <a:pt x="1581" y="15625"/>
                  </a:lnTo>
                  <a:lnTo>
                    <a:pt x="1719" y="15803"/>
                  </a:lnTo>
                  <a:lnTo>
                    <a:pt x="1857" y="15941"/>
                  </a:lnTo>
                  <a:lnTo>
                    <a:pt x="2075" y="16158"/>
                  </a:lnTo>
                  <a:lnTo>
                    <a:pt x="2233" y="16277"/>
                  </a:lnTo>
                  <a:lnTo>
                    <a:pt x="2292" y="16316"/>
                  </a:lnTo>
                  <a:lnTo>
                    <a:pt x="2272" y="16415"/>
                  </a:lnTo>
                  <a:lnTo>
                    <a:pt x="2272" y="16731"/>
                  </a:lnTo>
                  <a:lnTo>
                    <a:pt x="2292" y="16948"/>
                  </a:lnTo>
                  <a:lnTo>
                    <a:pt x="2312" y="17225"/>
                  </a:lnTo>
                  <a:lnTo>
                    <a:pt x="2371" y="17521"/>
                  </a:lnTo>
                  <a:lnTo>
                    <a:pt x="2450" y="17857"/>
                  </a:lnTo>
                  <a:lnTo>
                    <a:pt x="2549" y="18212"/>
                  </a:lnTo>
                  <a:lnTo>
                    <a:pt x="2707" y="18607"/>
                  </a:lnTo>
                  <a:lnTo>
                    <a:pt x="2884" y="19022"/>
                  </a:lnTo>
                  <a:lnTo>
                    <a:pt x="3121" y="19457"/>
                  </a:lnTo>
                  <a:lnTo>
                    <a:pt x="3418" y="19911"/>
                  </a:lnTo>
                  <a:lnTo>
                    <a:pt x="3753" y="20385"/>
                  </a:lnTo>
                  <a:lnTo>
                    <a:pt x="4148" y="20859"/>
                  </a:lnTo>
                  <a:lnTo>
                    <a:pt x="4623" y="21353"/>
                  </a:lnTo>
                  <a:lnTo>
                    <a:pt x="5116" y="21807"/>
                  </a:lnTo>
                  <a:lnTo>
                    <a:pt x="5590" y="22183"/>
                  </a:lnTo>
                  <a:lnTo>
                    <a:pt x="6045" y="22499"/>
                  </a:lnTo>
                  <a:lnTo>
                    <a:pt x="6479" y="22736"/>
                  </a:lnTo>
                  <a:lnTo>
                    <a:pt x="6894" y="22933"/>
                  </a:lnTo>
                  <a:lnTo>
                    <a:pt x="7289" y="23091"/>
                  </a:lnTo>
                  <a:lnTo>
                    <a:pt x="7664" y="23190"/>
                  </a:lnTo>
                  <a:lnTo>
                    <a:pt x="7980" y="23269"/>
                  </a:lnTo>
                  <a:lnTo>
                    <a:pt x="8296" y="23308"/>
                  </a:lnTo>
                  <a:lnTo>
                    <a:pt x="8553" y="23328"/>
                  </a:lnTo>
                  <a:lnTo>
                    <a:pt x="8790" y="23328"/>
                  </a:lnTo>
                  <a:lnTo>
                    <a:pt x="8988" y="23308"/>
                  </a:lnTo>
                  <a:lnTo>
                    <a:pt x="9264" y="23249"/>
                  </a:lnTo>
                  <a:lnTo>
                    <a:pt x="9343" y="23229"/>
                  </a:lnTo>
                  <a:lnTo>
                    <a:pt x="9501" y="23368"/>
                  </a:lnTo>
                  <a:lnTo>
                    <a:pt x="9659" y="23506"/>
                  </a:lnTo>
                  <a:lnTo>
                    <a:pt x="9857" y="23624"/>
                  </a:lnTo>
                  <a:lnTo>
                    <a:pt x="10035" y="23723"/>
                  </a:lnTo>
                  <a:lnTo>
                    <a:pt x="10252" y="23822"/>
                  </a:lnTo>
                  <a:lnTo>
                    <a:pt x="10469" y="23921"/>
                  </a:lnTo>
                  <a:lnTo>
                    <a:pt x="10686" y="24000"/>
                  </a:lnTo>
                  <a:lnTo>
                    <a:pt x="10923" y="24079"/>
                  </a:lnTo>
                  <a:lnTo>
                    <a:pt x="11417" y="24197"/>
                  </a:lnTo>
                  <a:lnTo>
                    <a:pt x="11951" y="24276"/>
                  </a:lnTo>
                  <a:lnTo>
                    <a:pt x="12504" y="24316"/>
                  </a:lnTo>
                  <a:lnTo>
                    <a:pt x="13057" y="24316"/>
                  </a:lnTo>
                  <a:lnTo>
                    <a:pt x="13649" y="24276"/>
                  </a:lnTo>
                  <a:lnTo>
                    <a:pt x="14222" y="24197"/>
                  </a:lnTo>
                  <a:lnTo>
                    <a:pt x="14795" y="24079"/>
                  </a:lnTo>
                  <a:lnTo>
                    <a:pt x="15368" y="23921"/>
                  </a:lnTo>
                  <a:lnTo>
                    <a:pt x="15940" y="23723"/>
                  </a:lnTo>
                  <a:lnTo>
                    <a:pt x="16474" y="23486"/>
                  </a:lnTo>
                  <a:lnTo>
                    <a:pt x="16731" y="23368"/>
                  </a:lnTo>
                  <a:lnTo>
                    <a:pt x="16968" y="23229"/>
                  </a:lnTo>
                  <a:lnTo>
                    <a:pt x="17224" y="23071"/>
                  </a:lnTo>
                  <a:lnTo>
                    <a:pt x="17442" y="22913"/>
                  </a:lnTo>
                  <a:lnTo>
                    <a:pt x="17896" y="22578"/>
                  </a:lnTo>
                  <a:lnTo>
                    <a:pt x="18311" y="22222"/>
                  </a:lnTo>
                  <a:lnTo>
                    <a:pt x="18686" y="21886"/>
                  </a:lnTo>
                  <a:lnTo>
                    <a:pt x="19041" y="21531"/>
                  </a:lnTo>
                  <a:lnTo>
                    <a:pt x="19377" y="21195"/>
                  </a:lnTo>
                  <a:lnTo>
                    <a:pt x="19693" y="20879"/>
                  </a:lnTo>
                  <a:lnTo>
                    <a:pt x="20207" y="20247"/>
                  </a:lnTo>
                  <a:lnTo>
                    <a:pt x="20602" y="19713"/>
                  </a:lnTo>
                  <a:lnTo>
                    <a:pt x="20898" y="19299"/>
                  </a:lnTo>
                  <a:lnTo>
                    <a:pt x="21135" y="18923"/>
                  </a:lnTo>
                  <a:lnTo>
                    <a:pt x="21175" y="18904"/>
                  </a:lnTo>
                  <a:lnTo>
                    <a:pt x="21293" y="18864"/>
                  </a:lnTo>
                  <a:lnTo>
                    <a:pt x="21471" y="18765"/>
                  </a:lnTo>
                  <a:lnTo>
                    <a:pt x="21708" y="18588"/>
                  </a:lnTo>
                  <a:lnTo>
                    <a:pt x="22004" y="18331"/>
                  </a:lnTo>
                  <a:lnTo>
                    <a:pt x="22360" y="17975"/>
                  </a:lnTo>
                  <a:lnTo>
                    <a:pt x="22557" y="17738"/>
                  </a:lnTo>
                  <a:lnTo>
                    <a:pt x="22755" y="17482"/>
                  </a:lnTo>
                  <a:lnTo>
                    <a:pt x="22972" y="17205"/>
                  </a:lnTo>
                  <a:lnTo>
                    <a:pt x="23209" y="16869"/>
                  </a:lnTo>
                  <a:lnTo>
                    <a:pt x="23426" y="16533"/>
                  </a:lnTo>
                  <a:lnTo>
                    <a:pt x="23604" y="16198"/>
                  </a:lnTo>
                  <a:lnTo>
                    <a:pt x="23782" y="15882"/>
                  </a:lnTo>
                  <a:lnTo>
                    <a:pt x="23920" y="15585"/>
                  </a:lnTo>
                  <a:lnTo>
                    <a:pt x="24039" y="15289"/>
                  </a:lnTo>
                  <a:lnTo>
                    <a:pt x="24138" y="14973"/>
                  </a:lnTo>
                  <a:lnTo>
                    <a:pt x="24217" y="14677"/>
                  </a:lnTo>
                  <a:lnTo>
                    <a:pt x="24256" y="14361"/>
                  </a:lnTo>
                  <a:lnTo>
                    <a:pt x="24296" y="14025"/>
                  </a:lnTo>
                  <a:lnTo>
                    <a:pt x="24315" y="13669"/>
                  </a:lnTo>
                  <a:lnTo>
                    <a:pt x="24296" y="13314"/>
                  </a:lnTo>
                  <a:lnTo>
                    <a:pt x="24276" y="12919"/>
                  </a:lnTo>
                  <a:lnTo>
                    <a:pt x="24236" y="12484"/>
                  </a:lnTo>
                  <a:lnTo>
                    <a:pt x="24177" y="12030"/>
                  </a:lnTo>
                  <a:lnTo>
                    <a:pt x="23999" y="11003"/>
                  </a:lnTo>
                  <a:lnTo>
                    <a:pt x="23881" y="10470"/>
                  </a:lnTo>
                  <a:lnTo>
                    <a:pt x="23723" y="9995"/>
                  </a:lnTo>
                  <a:lnTo>
                    <a:pt x="23545" y="9561"/>
                  </a:lnTo>
                  <a:lnTo>
                    <a:pt x="23347" y="9186"/>
                  </a:lnTo>
                  <a:lnTo>
                    <a:pt x="23130" y="8850"/>
                  </a:lnTo>
                  <a:lnTo>
                    <a:pt x="22913" y="8534"/>
                  </a:lnTo>
                  <a:lnTo>
                    <a:pt x="22696" y="8277"/>
                  </a:lnTo>
                  <a:lnTo>
                    <a:pt x="22459" y="8060"/>
                  </a:lnTo>
                  <a:lnTo>
                    <a:pt x="22241" y="7862"/>
                  </a:lnTo>
                  <a:lnTo>
                    <a:pt x="22024" y="7724"/>
                  </a:lnTo>
                  <a:lnTo>
                    <a:pt x="21846" y="7586"/>
                  </a:lnTo>
                  <a:lnTo>
                    <a:pt x="21669" y="7487"/>
                  </a:lnTo>
                  <a:lnTo>
                    <a:pt x="21412" y="7368"/>
                  </a:lnTo>
                  <a:lnTo>
                    <a:pt x="21333" y="7329"/>
                  </a:lnTo>
                  <a:lnTo>
                    <a:pt x="21333" y="7210"/>
                  </a:lnTo>
                  <a:lnTo>
                    <a:pt x="21313" y="7052"/>
                  </a:lnTo>
                  <a:lnTo>
                    <a:pt x="21293" y="6835"/>
                  </a:lnTo>
                  <a:lnTo>
                    <a:pt x="21214" y="6559"/>
                  </a:lnTo>
                  <a:lnTo>
                    <a:pt x="21115" y="6223"/>
                  </a:lnTo>
                  <a:lnTo>
                    <a:pt x="20957" y="5828"/>
                  </a:lnTo>
                  <a:lnTo>
                    <a:pt x="20740" y="5354"/>
                  </a:lnTo>
                  <a:lnTo>
                    <a:pt x="20523" y="4899"/>
                  </a:lnTo>
                  <a:lnTo>
                    <a:pt x="20345" y="4504"/>
                  </a:lnTo>
                  <a:lnTo>
                    <a:pt x="20167" y="4129"/>
                  </a:lnTo>
                  <a:lnTo>
                    <a:pt x="19990" y="3754"/>
                  </a:lnTo>
                  <a:lnTo>
                    <a:pt x="19871" y="3576"/>
                  </a:lnTo>
                  <a:lnTo>
                    <a:pt x="19753" y="3379"/>
                  </a:lnTo>
                  <a:lnTo>
                    <a:pt x="19595" y="3181"/>
                  </a:lnTo>
                  <a:lnTo>
                    <a:pt x="19417" y="2964"/>
                  </a:lnTo>
                  <a:lnTo>
                    <a:pt x="19200" y="2727"/>
                  </a:lnTo>
                  <a:lnTo>
                    <a:pt x="18943" y="2490"/>
                  </a:lnTo>
                  <a:lnTo>
                    <a:pt x="18666" y="2233"/>
                  </a:lnTo>
                  <a:lnTo>
                    <a:pt x="18330" y="1956"/>
                  </a:lnTo>
                  <a:lnTo>
                    <a:pt x="17975" y="1700"/>
                  </a:lnTo>
                  <a:lnTo>
                    <a:pt x="17619" y="1482"/>
                  </a:lnTo>
                  <a:lnTo>
                    <a:pt x="17264" y="1305"/>
                  </a:lnTo>
                  <a:lnTo>
                    <a:pt x="16928" y="1186"/>
                  </a:lnTo>
                  <a:lnTo>
                    <a:pt x="16612" y="1087"/>
                  </a:lnTo>
                  <a:lnTo>
                    <a:pt x="16296" y="1028"/>
                  </a:lnTo>
                  <a:lnTo>
                    <a:pt x="16000" y="1008"/>
                  </a:lnTo>
                  <a:lnTo>
                    <a:pt x="15447" y="1008"/>
                  </a:lnTo>
                  <a:lnTo>
                    <a:pt x="15229" y="1048"/>
                  </a:lnTo>
                  <a:lnTo>
                    <a:pt x="14854" y="1107"/>
                  </a:lnTo>
                  <a:lnTo>
                    <a:pt x="14597" y="1186"/>
                  </a:lnTo>
                  <a:lnTo>
                    <a:pt x="14518" y="1206"/>
                  </a:lnTo>
                  <a:lnTo>
                    <a:pt x="14479" y="1166"/>
                  </a:lnTo>
                  <a:lnTo>
                    <a:pt x="14341" y="1048"/>
                  </a:lnTo>
                  <a:lnTo>
                    <a:pt x="14123" y="890"/>
                  </a:lnTo>
                  <a:lnTo>
                    <a:pt x="13807" y="672"/>
                  </a:lnTo>
                  <a:lnTo>
                    <a:pt x="13590" y="574"/>
                  </a:lnTo>
                  <a:lnTo>
                    <a:pt x="13353" y="475"/>
                  </a:lnTo>
                  <a:lnTo>
                    <a:pt x="13096" y="376"/>
                  </a:lnTo>
                  <a:lnTo>
                    <a:pt x="12800" y="277"/>
                  </a:lnTo>
                  <a:lnTo>
                    <a:pt x="12464" y="198"/>
                  </a:lnTo>
                  <a:lnTo>
                    <a:pt x="12109" y="119"/>
                  </a:lnTo>
                  <a:lnTo>
                    <a:pt x="11713" y="60"/>
                  </a:lnTo>
                  <a:lnTo>
                    <a:pt x="11279" y="21"/>
                  </a:lnTo>
                  <a:lnTo>
                    <a:pt x="108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6" name="Google Shape;8866;p34"/>
            <p:cNvSpPr/>
            <p:nvPr/>
          </p:nvSpPr>
          <p:spPr>
            <a:xfrm>
              <a:off x="8903054" y="782645"/>
              <a:ext cx="328589" cy="451542"/>
            </a:xfrm>
            <a:custGeom>
              <a:rect b="b" l="l" r="r" t="t"/>
              <a:pathLst>
                <a:path extrusionOk="0" h="12189" w="8870">
                  <a:moveTo>
                    <a:pt x="5274" y="1"/>
                  </a:moveTo>
                  <a:lnTo>
                    <a:pt x="4820" y="21"/>
                  </a:lnTo>
                  <a:lnTo>
                    <a:pt x="4326" y="80"/>
                  </a:lnTo>
                  <a:lnTo>
                    <a:pt x="3852" y="199"/>
                  </a:lnTo>
                  <a:lnTo>
                    <a:pt x="3358" y="337"/>
                  </a:lnTo>
                  <a:lnTo>
                    <a:pt x="3121" y="436"/>
                  </a:lnTo>
                  <a:lnTo>
                    <a:pt x="2884" y="534"/>
                  </a:lnTo>
                  <a:lnTo>
                    <a:pt x="2667" y="653"/>
                  </a:lnTo>
                  <a:lnTo>
                    <a:pt x="2430" y="791"/>
                  </a:lnTo>
                  <a:lnTo>
                    <a:pt x="2213" y="929"/>
                  </a:lnTo>
                  <a:lnTo>
                    <a:pt x="1996" y="1087"/>
                  </a:lnTo>
                  <a:lnTo>
                    <a:pt x="1778" y="1245"/>
                  </a:lnTo>
                  <a:lnTo>
                    <a:pt x="1581" y="1423"/>
                  </a:lnTo>
                  <a:lnTo>
                    <a:pt x="1383" y="1621"/>
                  </a:lnTo>
                  <a:lnTo>
                    <a:pt x="1205" y="1838"/>
                  </a:lnTo>
                  <a:lnTo>
                    <a:pt x="1028" y="2055"/>
                  </a:lnTo>
                  <a:lnTo>
                    <a:pt x="870" y="2292"/>
                  </a:lnTo>
                  <a:lnTo>
                    <a:pt x="573" y="2766"/>
                  </a:lnTo>
                  <a:lnTo>
                    <a:pt x="356" y="3221"/>
                  </a:lnTo>
                  <a:lnTo>
                    <a:pt x="198" y="3655"/>
                  </a:lnTo>
                  <a:lnTo>
                    <a:pt x="80" y="4070"/>
                  </a:lnTo>
                  <a:lnTo>
                    <a:pt x="20" y="4504"/>
                  </a:lnTo>
                  <a:lnTo>
                    <a:pt x="1" y="4900"/>
                  </a:lnTo>
                  <a:lnTo>
                    <a:pt x="1" y="5314"/>
                  </a:lnTo>
                  <a:lnTo>
                    <a:pt x="40" y="5709"/>
                  </a:lnTo>
                  <a:lnTo>
                    <a:pt x="80" y="6104"/>
                  </a:lnTo>
                  <a:lnTo>
                    <a:pt x="159" y="6519"/>
                  </a:lnTo>
                  <a:lnTo>
                    <a:pt x="336" y="7349"/>
                  </a:lnTo>
                  <a:lnTo>
                    <a:pt x="494" y="8218"/>
                  </a:lnTo>
                  <a:lnTo>
                    <a:pt x="573" y="8672"/>
                  </a:lnTo>
                  <a:lnTo>
                    <a:pt x="633" y="9166"/>
                  </a:lnTo>
                  <a:lnTo>
                    <a:pt x="672" y="9541"/>
                  </a:lnTo>
                  <a:lnTo>
                    <a:pt x="731" y="9877"/>
                  </a:lnTo>
                  <a:lnTo>
                    <a:pt x="810" y="10213"/>
                  </a:lnTo>
                  <a:lnTo>
                    <a:pt x="909" y="10489"/>
                  </a:lnTo>
                  <a:lnTo>
                    <a:pt x="1028" y="10766"/>
                  </a:lnTo>
                  <a:lnTo>
                    <a:pt x="1166" y="11003"/>
                  </a:lnTo>
                  <a:lnTo>
                    <a:pt x="1304" y="11240"/>
                  </a:lnTo>
                  <a:lnTo>
                    <a:pt x="1482" y="11418"/>
                  </a:lnTo>
                  <a:lnTo>
                    <a:pt x="1660" y="11595"/>
                  </a:lnTo>
                  <a:lnTo>
                    <a:pt x="1857" y="11753"/>
                  </a:lnTo>
                  <a:lnTo>
                    <a:pt x="2094" y="11872"/>
                  </a:lnTo>
                  <a:lnTo>
                    <a:pt x="2331" y="11971"/>
                  </a:lnTo>
                  <a:lnTo>
                    <a:pt x="2588" y="12050"/>
                  </a:lnTo>
                  <a:lnTo>
                    <a:pt x="2865" y="12129"/>
                  </a:lnTo>
                  <a:lnTo>
                    <a:pt x="3141" y="12168"/>
                  </a:lnTo>
                  <a:lnTo>
                    <a:pt x="3457" y="12188"/>
                  </a:lnTo>
                  <a:lnTo>
                    <a:pt x="3793" y="12188"/>
                  </a:lnTo>
                  <a:lnTo>
                    <a:pt x="4148" y="12168"/>
                  </a:lnTo>
                  <a:lnTo>
                    <a:pt x="4524" y="12129"/>
                  </a:lnTo>
                  <a:lnTo>
                    <a:pt x="4919" y="12089"/>
                  </a:lnTo>
                  <a:lnTo>
                    <a:pt x="5156" y="12030"/>
                  </a:lnTo>
                  <a:lnTo>
                    <a:pt x="5373" y="11971"/>
                  </a:lnTo>
                  <a:lnTo>
                    <a:pt x="5610" y="11872"/>
                  </a:lnTo>
                  <a:lnTo>
                    <a:pt x="5827" y="11773"/>
                  </a:lnTo>
                  <a:lnTo>
                    <a:pt x="6025" y="11674"/>
                  </a:lnTo>
                  <a:lnTo>
                    <a:pt x="6242" y="11536"/>
                  </a:lnTo>
                  <a:lnTo>
                    <a:pt x="6420" y="11398"/>
                  </a:lnTo>
                  <a:lnTo>
                    <a:pt x="6617" y="11240"/>
                  </a:lnTo>
                  <a:lnTo>
                    <a:pt x="6795" y="11062"/>
                  </a:lnTo>
                  <a:lnTo>
                    <a:pt x="6953" y="10884"/>
                  </a:lnTo>
                  <a:lnTo>
                    <a:pt x="7131" y="10687"/>
                  </a:lnTo>
                  <a:lnTo>
                    <a:pt x="7269" y="10470"/>
                  </a:lnTo>
                  <a:lnTo>
                    <a:pt x="7427" y="10272"/>
                  </a:lnTo>
                  <a:lnTo>
                    <a:pt x="7566" y="10035"/>
                  </a:lnTo>
                  <a:lnTo>
                    <a:pt x="7803" y="9581"/>
                  </a:lnTo>
                  <a:lnTo>
                    <a:pt x="8020" y="9087"/>
                  </a:lnTo>
                  <a:lnTo>
                    <a:pt x="8178" y="8573"/>
                  </a:lnTo>
                  <a:lnTo>
                    <a:pt x="8316" y="8060"/>
                  </a:lnTo>
                  <a:lnTo>
                    <a:pt x="8415" y="7546"/>
                  </a:lnTo>
                  <a:lnTo>
                    <a:pt x="8474" y="7013"/>
                  </a:lnTo>
                  <a:lnTo>
                    <a:pt x="8514" y="6499"/>
                  </a:lnTo>
                  <a:lnTo>
                    <a:pt x="8474" y="6006"/>
                  </a:lnTo>
                  <a:lnTo>
                    <a:pt x="8415" y="5532"/>
                  </a:lnTo>
                  <a:lnTo>
                    <a:pt x="8375" y="5295"/>
                  </a:lnTo>
                  <a:lnTo>
                    <a:pt x="8316" y="5077"/>
                  </a:lnTo>
                  <a:lnTo>
                    <a:pt x="8257" y="4880"/>
                  </a:lnTo>
                  <a:lnTo>
                    <a:pt x="8158" y="4682"/>
                  </a:lnTo>
                  <a:lnTo>
                    <a:pt x="8079" y="4485"/>
                  </a:lnTo>
                  <a:lnTo>
                    <a:pt x="7980" y="4307"/>
                  </a:lnTo>
                  <a:lnTo>
                    <a:pt x="7862" y="4149"/>
                  </a:lnTo>
                  <a:lnTo>
                    <a:pt x="7743" y="3991"/>
                  </a:lnTo>
                  <a:lnTo>
                    <a:pt x="7625" y="3833"/>
                  </a:lnTo>
                  <a:lnTo>
                    <a:pt x="7487" y="3695"/>
                  </a:lnTo>
                  <a:lnTo>
                    <a:pt x="7348" y="3576"/>
                  </a:lnTo>
                  <a:lnTo>
                    <a:pt x="7190" y="3477"/>
                  </a:lnTo>
                  <a:lnTo>
                    <a:pt x="7032" y="3379"/>
                  </a:lnTo>
                  <a:lnTo>
                    <a:pt x="6874" y="3280"/>
                  </a:lnTo>
                  <a:lnTo>
                    <a:pt x="6696" y="3221"/>
                  </a:lnTo>
                  <a:lnTo>
                    <a:pt x="6538" y="3161"/>
                  </a:lnTo>
                  <a:lnTo>
                    <a:pt x="6361" y="3102"/>
                  </a:lnTo>
                  <a:lnTo>
                    <a:pt x="6163" y="3082"/>
                  </a:lnTo>
                  <a:lnTo>
                    <a:pt x="5985" y="3063"/>
                  </a:lnTo>
                  <a:lnTo>
                    <a:pt x="5788" y="3043"/>
                  </a:lnTo>
                  <a:lnTo>
                    <a:pt x="5590" y="3063"/>
                  </a:lnTo>
                  <a:lnTo>
                    <a:pt x="5393" y="3082"/>
                  </a:lnTo>
                  <a:lnTo>
                    <a:pt x="5195" y="3122"/>
                  </a:lnTo>
                  <a:lnTo>
                    <a:pt x="4998" y="3181"/>
                  </a:lnTo>
                  <a:lnTo>
                    <a:pt x="4800" y="3240"/>
                  </a:lnTo>
                  <a:lnTo>
                    <a:pt x="4603" y="3319"/>
                  </a:lnTo>
                  <a:lnTo>
                    <a:pt x="4405" y="3438"/>
                  </a:lnTo>
                  <a:lnTo>
                    <a:pt x="4188" y="3556"/>
                  </a:lnTo>
                  <a:lnTo>
                    <a:pt x="3990" y="3675"/>
                  </a:lnTo>
                  <a:lnTo>
                    <a:pt x="3793" y="3833"/>
                  </a:lnTo>
                  <a:lnTo>
                    <a:pt x="3595" y="3991"/>
                  </a:lnTo>
                  <a:lnTo>
                    <a:pt x="3398" y="4188"/>
                  </a:lnTo>
                  <a:lnTo>
                    <a:pt x="3023" y="4564"/>
                  </a:lnTo>
                  <a:lnTo>
                    <a:pt x="2707" y="4939"/>
                  </a:lnTo>
                  <a:lnTo>
                    <a:pt x="2430" y="5314"/>
                  </a:lnTo>
                  <a:lnTo>
                    <a:pt x="2213" y="5670"/>
                  </a:lnTo>
                  <a:lnTo>
                    <a:pt x="2035" y="6006"/>
                  </a:lnTo>
                  <a:lnTo>
                    <a:pt x="1897" y="6341"/>
                  </a:lnTo>
                  <a:lnTo>
                    <a:pt x="1798" y="6657"/>
                  </a:lnTo>
                  <a:lnTo>
                    <a:pt x="1739" y="6954"/>
                  </a:lnTo>
                  <a:lnTo>
                    <a:pt x="1739" y="7230"/>
                  </a:lnTo>
                  <a:lnTo>
                    <a:pt x="1758" y="7507"/>
                  </a:lnTo>
                  <a:lnTo>
                    <a:pt x="1837" y="7764"/>
                  </a:lnTo>
                  <a:lnTo>
                    <a:pt x="1936" y="7981"/>
                  </a:lnTo>
                  <a:lnTo>
                    <a:pt x="2075" y="8198"/>
                  </a:lnTo>
                  <a:lnTo>
                    <a:pt x="2252" y="8376"/>
                  </a:lnTo>
                  <a:lnTo>
                    <a:pt x="2450" y="8554"/>
                  </a:lnTo>
                  <a:lnTo>
                    <a:pt x="2687" y="8692"/>
                  </a:lnTo>
                  <a:lnTo>
                    <a:pt x="2825" y="8751"/>
                  </a:lnTo>
                  <a:lnTo>
                    <a:pt x="2963" y="8771"/>
                  </a:lnTo>
                  <a:lnTo>
                    <a:pt x="3102" y="8791"/>
                  </a:lnTo>
                  <a:lnTo>
                    <a:pt x="3260" y="8771"/>
                  </a:lnTo>
                  <a:lnTo>
                    <a:pt x="3418" y="8751"/>
                  </a:lnTo>
                  <a:lnTo>
                    <a:pt x="3576" y="8712"/>
                  </a:lnTo>
                  <a:lnTo>
                    <a:pt x="3734" y="8633"/>
                  </a:lnTo>
                  <a:lnTo>
                    <a:pt x="3892" y="8554"/>
                  </a:lnTo>
                  <a:lnTo>
                    <a:pt x="4227" y="8356"/>
                  </a:lnTo>
                  <a:lnTo>
                    <a:pt x="4563" y="8119"/>
                  </a:lnTo>
                  <a:lnTo>
                    <a:pt x="4879" y="7843"/>
                  </a:lnTo>
                  <a:lnTo>
                    <a:pt x="5156" y="7527"/>
                  </a:lnTo>
                  <a:lnTo>
                    <a:pt x="5432" y="7211"/>
                  </a:lnTo>
                  <a:lnTo>
                    <a:pt x="5669" y="6875"/>
                  </a:lnTo>
                  <a:lnTo>
                    <a:pt x="5847" y="6539"/>
                  </a:lnTo>
                  <a:lnTo>
                    <a:pt x="5985" y="6223"/>
                  </a:lnTo>
                  <a:lnTo>
                    <a:pt x="6025" y="6065"/>
                  </a:lnTo>
                  <a:lnTo>
                    <a:pt x="6064" y="5907"/>
                  </a:lnTo>
                  <a:lnTo>
                    <a:pt x="6084" y="5769"/>
                  </a:lnTo>
                  <a:lnTo>
                    <a:pt x="6064" y="5650"/>
                  </a:lnTo>
                  <a:lnTo>
                    <a:pt x="6045" y="5532"/>
                  </a:lnTo>
                  <a:lnTo>
                    <a:pt x="6005" y="5413"/>
                  </a:lnTo>
                  <a:lnTo>
                    <a:pt x="5946" y="5314"/>
                  </a:lnTo>
                  <a:lnTo>
                    <a:pt x="5867" y="5235"/>
                  </a:lnTo>
                  <a:lnTo>
                    <a:pt x="5768" y="5176"/>
                  </a:lnTo>
                  <a:lnTo>
                    <a:pt x="5669" y="5117"/>
                  </a:lnTo>
                  <a:lnTo>
                    <a:pt x="5571" y="5077"/>
                  </a:lnTo>
                  <a:lnTo>
                    <a:pt x="5472" y="5058"/>
                  </a:lnTo>
                  <a:lnTo>
                    <a:pt x="5274" y="5058"/>
                  </a:lnTo>
                  <a:lnTo>
                    <a:pt x="5077" y="5097"/>
                  </a:lnTo>
                  <a:lnTo>
                    <a:pt x="4879" y="5176"/>
                  </a:lnTo>
                  <a:lnTo>
                    <a:pt x="4702" y="5275"/>
                  </a:lnTo>
                  <a:lnTo>
                    <a:pt x="4524" y="5413"/>
                  </a:lnTo>
                  <a:lnTo>
                    <a:pt x="4366" y="5571"/>
                  </a:lnTo>
                  <a:lnTo>
                    <a:pt x="4208" y="5729"/>
                  </a:lnTo>
                  <a:lnTo>
                    <a:pt x="4069" y="5887"/>
                  </a:lnTo>
                  <a:lnTo>
                    <a:pt x="3832" y="6183"/>
                  </a:lnTo>
                  <a:lnTo>
                    <a:pt x="3674" y="6420"/>
                  </a:lnTo>
                  <a:lnTo>
                    <a:pt x="3635" y="6499"/>
                  </a:lnTo>
                  <a:lnTo>
                    <a:pt x="3911" y="6262"/>
                  </a:lnTo>
                  <a:lnTo>
                    <a:pt x="4208" y="6065"/>
                  </a:lnTo>
                  <a:lnTo>
                    <a:pt x="4504" y="5907"/>
                  </a:lnTo>
                  <a:lnTo>
                    <a:pt x="4781" y="5808"/>
                  </a:lnTo>
                  <a:lnTo>
                    <a:pt x="4899" y="5769"/>
                  </a:lnTo>
                  <a:lnTo>
                    <a:pt x="5018" y="5749"/>
                  </a:lnTo>
                  <a:lnTo>
                    <a:pt x="5136" y="5749"/>
                  </a:lnTo>
                  <a:lnTo>
                    <a:pt x="5215" y="5769"/>
                  </a:lnTo>
                  <a:lnTo>
                    <a:pt x="5314" y="5788"/>
                  </a:lnTo>
                  <a:lnTo>
                    <a:pt x="5373" y="5848"/>
                  </a:lnTo>
                  <a:lnTo>
                    <a:pt x="5432" y="5907"/>
                  </a:lnTo>
                  <a:lnTo>
                    <a:pt x="5472" y="5986"/>
                  </a:lnTo>
                  <a:lnTo>
                    <a:pt x="5472" y="6085"/>
                  </a:lnTo>
                  <a:lnTo>
                    <a:pt x="5472" y="6203"/>
                  </a:lnTo>
                  <a:lnTo>
                    <a:pt x="5452" y="6322"/>
                  </a:lnTo>
                  <a:lnTo>
                    <a:pt x="5413" y="6460"/>
                  </a:lnTo>
                  <a:lnTo>
                    <a:pt x="5294" y="6736"/>
                  </a:lnTo>
                  <a:lnTo>
                    <a:pt x="5116" y="7013"/>
                  </a:lnTo>
                  <a:lnTo>
                    <a:pt x="4919" y="7290"/>
                  </a:lnTo>
                  <a:lnTo>
                    <a:pt x="4702" y="7527"/>
                  </a:lnTo>
                  <a:lnTo>
                    <a:pt x="4465" y="7744"/>
                  </a:lnTo>
                  <a:lnTo>
                    <a:pt x="4346" y="7823"/>
                  </a:lnTo>
                  <a:lnTo>
                    <a:pt x="4227" y="7882"/>
                  </a:lnTo>
                  <a:lnTo>
                    <a:pt x="3990" y="7981"/>
                  </a:lnTo>
                  <a:lnTo>
                    <a:pt x="3753" y="8080"/>
                  </a:lnTo>
                  <a:lnTo>
                    <a:pt x="3497" y="8159"/>
                  </a:lnTo>
                  <a:lnTo>
                    <a:pt x="3240" y="8198"/>
                  </a:lnTo>
                  <a:lnTo>
                    <a:pt x="2884" y="8198"/>
                  </a:lnTo>
                  <a:lnTo>
                    <a:pt x="2766" y="8159"/>
                  </a:lnTo>
                  <a:lnTo>
                    <a:pt x="2647" y="8119"/>
                  </a:lnTo>
                  <a:lnTo>
                    <a:pt x="2549" y="8060"/>
                  </a:lnTo>
                  <a:lnTo>
                    <a:pt x="2470" y="8001"/>
                  </a:lnTo>
                  <a:lnTo>
                    <a:pt x="2371" y="7922"/>
                  </a:lnTo>
                  <a:lnTo>
                    <a:pt x="2312" y="7803"/>
                  </a:lnTo>
                  <a:lnTo>
                    <a:pt x="2252" y="7704"/>
                  </a:lnTo>
                  <a:lnTo>
                    <a:pt x="2213" y="7566"/>
                  </a:lnTo>
                  <a:lnTo>
                    <a:pt x="2193" y="7428"/>
                  </a:lnTo>
                  <a:lnTo>
                    <a:pt x="2193" y="7270"/>
                  </a:lnTo>
                  <a:lnTo>
                    <a:pt x="2193" y="7112"/>
                  </a:lnTo>
                  <a:lnTo>
                    <a:pt x="2233" y="6954"/>
                  </a:lnTo>
                  <a:lnTo>
                    <a:pt x="2272" y="6776"/>
                  </a:lnTo>
                  <a:lnTo>
                    <a:pt x="2371" y="6401"/>
                  </a:lnTo>
                  <a:lnTo>
                    <a:pt x="2549" y="6025"/>
                  </a:lnTo>
                  <a:lnTo>
                    <a:pt x="2746" y="5630"/>
                  </a:lnTo>
                  <a:lnTo>
                    <a:pt x="3003" y="5235"/>
                  </a:lnTo>
                  <a:lnTo>
                    <a:pt x="3121" y="5038"/>
                  </a:lnTo>
                  <a:lnTo>
                    <a:pt x="3279" y="4860"/>
                  </a:lnTo>
                  <a:lnTo>
                    <a:pt x="3418" y="4702"/>
                  </a:lnTo>
                  <a:lnTo>
                    <a:pt x="3576" y="4544"/>
                  </a:lnTo>
                  <a:lnTo>
                    <a:pt x="3753" y="4406"/>
                  </a:lnTo>
                  <a:lnTo>
                    <a:pt x="3911" y="4267"/>
                  </a:lnTo>
                  <a:lnTo>
                    <a:pt x="4267" y="4030"/>
                  </a:lnTo>
                  <a:lnTo>
                    <a:pt x="4623" y="3853"/>
                  </a:lnTo>
                  <a:lnTo>
                    <a:pt x="4978" y="3714"/>
                  </a:lnTo>
                  <a:lnTo>
                    <a:pt x="5334" y="3635"/>
                  </a:lnTo>
                  <a:lnTo>
                    <a:pt x="5669" y="3576"/>
                  </a:lnTo>
                  <a:lnTo>
                    <a:pt x="5966" y="3576"/>
                  </a:lnTo>
                  <a:lnTo>
                    <a:pt x="6242" y="3596"/>
                  </a:lnTo>
                  <a:lnTo>
                    <a:pt x="6499" y="3655"/>
                  </a:lnTo>
                  <a:lnTo>
                    <a:pt x="6736" y="3754"/>
                  </a:lnTo>
                  <a:lnTo>
                    <a:pt x="6855" y="3813"/>
                  </a:lnTo>
                  <a:lnTo>
                    <a:pt x="6953" y="3892"/>
                  </a:lnTo>
                  <a:lnTo>
                    <a:pt x="7171" y="4090"/>
                  </a:lnTo>
                  <a:lnTo>
                    <a:pt x="7348" y="4327"/>
                  </a:lnTo>
                  <a:lnTo>
                    <a:pt x="7546" y="4623"/>
                  </a:lnTo>
                  <a:lnTo>
                    <a:pt x="7704" y="4959"/>
                  </a:lnTo>
                  <a:lnTo>
                    <a:pt x="7822" y="5255"/>
                  </a:lnTo>
                  <a:lnTo>
                    <a:pt x="7941" y="5571"/>
                  </a:lnTo>
                  <a:lnTo>
                    <a:pt x="8000" y="5867"/>
                  </a:lnTo>
                  <a:lnTo>
                    <a:pt x="8040" y="6183"/>
                  </a:lnTo>
                  <a:lnTo>
                    <a:pt x="8040" y="6499"/>
                  </a:lnTo>
                  <a:lnTo>
                    <a:pt x="8020" y="6855"/>
                  </a:lnTo>
                  <a:lnTo>
                    <a:pt x="7941" y="7230"/>
                  </a:lnTo>
                  <a:lnTo>
                    <a:pt x="7842" y="7645"/>
                  </a:lnTo>
                  <a:lnTo>
                    <a:pt x="7684" y="8159"/>
                  </a:lnTo>
                  <a:lnTo>
                    <a:pt x="7506" y="8692"/>
                  </a:lnTo>
                  <a:lnTo>
                    <a:pt x="7289" y="9245"/>
                  </a:lnTo>
                  <a:lnTo>
                    <a:pt x="7052" y="9759"/>
                  </a:lnTo>
                  <a:lnTo>
                    <a:pt x="6795" y="10233"/>
                  </a:lnTo>
                  <a:lnTo>
                    <a:pt x="6677" y="10430"/>
                  </a:lnTo>
                  <a:lnTo>
                    <a:pt x="6538" y="10608"/>
                  </a:lnTo>
                  <a:lnTo>
                    <a:pt x="6420" y="10766"/>
                  </a:lnTo>
                  <a:lnTo>
                    <a:pt x="6301" y="10884"/>
                  </a:lnTo>
                  <a:lnTo>
                    <a:pt x="6163" y="10963"/>
                  </a:lnTo>
                  <a:lnTo>
                    <a:pt x="6025" y="11062"/>
                  </a:lnTo>
                  <a:lnTo>
                    <a:pt x="5689" y="11240"/>
                  </a:lnTo>
                  <a:lnTo>
                    <a:pt x="5294" y="11378"/>
                  </a:lnTo>
                  <a:lnTo>
                    <a:pt x="4899" y="11497"/>
                  </a:lnTo>
                  <a:lnTo>
                    <a:pt x="4484" y="11576"/>
                  </a:lnTo>
                  <a:lnTo>
                    <a:pt x="4069" y="11635"/>
                  </a:lnTo>
                  <a:lnTo>
                    <a:pt x="3674" y="11655"/>
                  </a:lnTo>
                  <a:lnTo>
                    <a:pt x="3339" y="11635"/>
                  </a:lnTo>
                  <a:lnTo>
                    <a:pt x="3003" y="11576"/>
                  </a:lnTo>
                  <a:lnTo>
                    <a:pt x="2687" y="11477"/>
                  </a:lnTo>
                  <a:lnTo>
                    <a:pt x="2371" y="11339"/>
                  </a:lnTo>
                  <a:lnTo>
                    <a:pt x="2094" y="11181"/>
                  </a:lnTo>
                  <a:lnTo>
                    <a:pt x="1837" y="11003"/>
                  </a:lnTo>
                  <a:lnTo>
                    <a:pt x="1719" y="10884"/>
                  </a:lnTo>
                  <a:lnTo>
                    <a:pt x="1620" y="10786"/>
                  </a:lnTo>
                  <a:lnTo>
                    <a:pt x="1541" y="10667"/>
                  </a:lnTo>
                  <a:lnTo>
                    <a:pt x="1462" y="10529"/>
                  </a:lnTo>
                  <a:lnTo>
                    <a:pt x="1403" y="10410"/>
                  </a:lnTo>
                  <a:lnTo>
                    <a:pt x="1344" y="10272"/>
                  </a:lnTo>
                  <a:lnTo>
                    <a:pt x="1205" y="9640"/>
                  </a:lnTo>
                  <a:lnTo>
                    <a:pt x="1067" y="8909"/>
                  </a:lnTo>
                  <a:lnTo>
                    <a:pt x="850" y="7527"/>
                  </a:lnTo>
                  <a:lnTo>
                    <a:pt x="771" y="7171"/>
                  </a:lnTo>
                  <a:lnTo>
                    <a:pt x="672" y="6736"/>
                  </a:lnTo>
                  <a:lnTo>
                    <a:pt x="573" y="6223"/>
                  </a:lnTo>
                  <a:lnTo>
                    <a:pt x="475" y="5690"/>
                  </a:lnTo>
                  <a:lnTo>
                    <a:pt x="455" y="5413"/>
                  </a:lnTo>
                  <a:lnTo>
                    <a:pt x="435" y="5137"/>
                  </a:lnTo>
                  <a:lnTo>
                    <a:pt x="415" y="4860"/>
                  </a:lnTo>
                  <a:lnTo>
                    <a:pt x="435" y="4603"/>
                  </a:lnTo>
                  <a:lnTo>
                    <a:pt x="455" y="4346"/>
                  </a:lnTo>
                  <a:lnTo>
                    <a:pt x="514" y="4109"/>
                  </a:lnTo>
                  <a:lnTo>
                    <a:pt x="593" y="3872"/>
                  </a:lnTo>
                  <a:lnTo>
                    <a:pt x="692" y="3675"/>
                  </a:lnTo>
                  <a:lnTo>
                    <a:pt x="929" y="3319"/>
                  </a:lnTo>
                  <a:lnTo>
                    <a:pt x="1166" y="2964"/>
                  </a:lnTo>
                  <a:lnTo>
                    <a:pt x="1423" y="2628"/>
                  </a:lnTo>
                  <a:lnTo>
                    <a:pt x="1679" y="2312"/>
                  </a:lnTo>
                  <a:lnTo>
                    <a:pt x="1956" y="2016"/>
                  </a:lnTo>
                  <a:lnTo>
                    <a:pt x="2272" y="1739"/>
                  </a:lnTo>
                  <a:lnTo>
                    <a:pt x="2588" y="1463"/>
                  </a:lnTo>
                  <a:lnTo>
                    <a:pt x="2944" y="1226"/>
                  </a:lnTo>
                  <a:lnTo>
                    <a:pt x="3121" y="1107"/>
                  </a:lnTo>
                  <a:lnTo>
                    <a:pt x="3339" y="1008"/>
                  </a:lnTo>
                  <a:lnTo>
                    <a:pt x="3576" y="910"/>
                  </a:lnTo>
                  <a:lnTo>
                    <a:pt x="3813" y="831"/>
                  </a:lnTo>
                  <a:lnTo>
                    <a:pt x="4069" y="771"/>
                  </a:lnTo>
                  <a:lnTo>
                    <a:pt x="4326" y="712"/>
                  </a:lnTo>
                  <a:lnTo>
                    <a:pt x="4879" y="613"/>
                  </a:lnTo>
                  <a:lnTo>
                    <a:pt x="5432" y="574"/>
                  </a:lnTo>
                  <a:lnTo>
                    <a:pt x="5946" y="574"/>
                  </a:lnTo>
                  <a:lnTo>
                    <a:pt x="6203" y="594"/>
                  </a:lnTo>
                  <a:lnTo>
                    <a:pt x="6440" y="633"/>
                  </a:lnTo>
                  <a:lnTo>
                    <a:pt x="6657" y="673"/>
                  </a:lnTo>
                  <a:lnTo>
                    <a:pt x="6855" y="732"/>
                  </a:lnTo>
                  <a:lnTo>
                    <a:pt x="7052" y="811"/>
                  </a:lnTo>
                  <a:lnTo>
                    <a:pt x="7230" y="929"/>
                  </a:lnTo>
                  <a:lnTo>
                    <a:pt x="7408" y="1068"/>
                  </a:lnTo>
                  <a:lnTo>
                    <a:pt x="7605" y="1226"/>
                  </a:lnTo>
                  <a:lnTo>
                    <a:pt x="7763" y="1423"/>
                  </a:lnTo>
                  <a:lnTo>
                    <a:pt x="7941" y="1621"/>
                  </a:lnTo>
                  <a:lnTo>
                    <a:pt x="8237" y="2016"/>
                  </a:lnTo>
                  <a:lnTo>
                    <a:pt x="8494" y="2411"/>
                  </a:lnTo>
                  <a:lnTo>
                    <a:pt x="8711" y="2747"/>
                  </a:lnTo>
                  <a:lnTo>
                    <a:pt x="8869" y="3063"/>
                  </a:lnTo>
                  <a:lnTo>
                    <a:pt x="8810" y="2845"/>
                  </a:lnTo>
                  <a:lnTo>
                    <a:pt x="8711" y="2608"/>
                  </a:lnTo>
                  <a:lnTo>
                    <a:pt x="8573" y="2292"/>
                  </a:lnTo>
                  <a:lnTo>
                    <a:pt x="8375" y="1917"/>
                  </a:lnTo>
                  <a:lnTo>
                    <a:pt x="8119" y="1522"/>
                  </a:lnTo>
                  <a:lnTo>
                    <a:pt x="7961" y="1305"/>
                  </a:lnTo>
                  <a:lnTo>
                    <a:pt x="7803" y="1087"/>
                  </a:lnTo>
                  <a:lnTo>
                    <a:pt x="7605" y="870"/>
                  </a:lnTo>
                  <a:lnTo>
                    <a:pt x="7408" y="673"/>
                  </a:lnTo>
                  <a:lnTo>
                    <a:pt x="7289" y="554"/>
                  </a:lnTo>
                  <a:lnTo>
                    <a:pt x="7171" y="475"/>
                  </a:lnTo>
                  <a:lnTo>
                    <a:pt x="7032" y="376"/>
                  </a:lnTo>
                  <a:lnTo>
                    <a:pt x="6874" y="297"/>
                  </a:lnTo>
                  <a:lnTo>
                    <a:pt x="6696" y="238"/>
                  </a:lnTo>
                  <a:lnTo>
                    <a:pt x="6519" y="179"/>
                  </a:lnTo>
                  <a:lnTo>
                    <a:pt x="6143" y="80"/>
                  </a:lnTo>
                  <a:lnTo>
                    <a:pt x="5729" y="21"/>
                  </a:lnTo>
                  <a:lnTo>
                    <a:pt x="527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7" name="Google Shape;8867;p34"/>
            <p:cNvSpPr/>
            <p:nvPr/>
          </p:nvSpPr>
          <p:spPr>
            <a:xfrm>
              <a:off x="8686447" y="798760"/>
              <a:ext cx="232754" cy="353446"/>
            </a:xfrm>
            <a:custGeom>
              <a:rect b="b" l="l" r="r" t="t"/>
              <a:pathLst>
                <a:path extrusionOk="0" h="9541" w="6283">
                  <a:moveTo>
                    <a:pt x="3675" y="1"/>
                  </a:moveTo>
                  <a:lnTo>
                    <a:pt x="3497" y="20"/>
                  </a:lnTo>
                  <a:lnTo>
                    <a:pt x="3319" y="80"/>
                  </a:lnTo>
                  <a:lnTo>
                    <a:pt x="3142" y="139"/>
                  </a:lnTo>
                  <a:lnTo>
                    <a:pt x="2964" y="238"/>
                  </a:lnTo>
                  <a:lnTo>
                    <a:pt x="2786" y="336"/>
                  </a:lnTo>
                  <a:lnTo>
                    <a:pt x="2430" y="593"/>
                  </a:lnTo>
                  <a:lnTo>
                    <a:pt x="2095" y="870"/>
                  </a:lnTo>
                  <a:lnTo>
                    <a:pt x="1798" y="1186"/>
                  </a:lnTo>
                  <a:lnTo>
                    <a:pt x="1542" y="1482"/>
                  </a:lnTo>
                  <a:lnTo>
                    <a:pt x="1008" y="2134"/>
                  </a:lnTo>
                  <a:lnTo>
                    <a:pt x="732" y="2489"/>
                  </a:lnTo>
                  <a:lnTo>
                    <a:pt x="475" y="2845"/>
                  </a:lnTo>
                  <a:lnTo>
                    <a:pt x="356" y="3042"/>
                  </a:lnTo>
                  <a:lnTo>
                    <a:pt x="258" y="3240"/>
                  </a:lnTo>
                  <a:lnTo>
                    <a:pt x="159" y="3437"/>
                  </a:lnTo>
                  <a:lnTo>
                    <a:pt x="100" y="3655"/>
                  </a:lnTo>
                  <a:lnTo>
                    <a:pt x="40" y="3872"/>
                  </a:lnTo>
                  <a:lnTo>
                    <a:pt x="1" y="4089"/>
                  </a:lnTo>
                  <a:lnTo>
                    <a:pt x="1" y="4326"/>
                  </a:lnTo>
                  <a:lnTo>
                    <a:pt x="21" y="4563"/>
                  </a:lnTo>
                  <a:lnTo>
                    <a:pt x="100" y="5018"/>
                  </a:lnTo>
                  <a:lnTo>
                    <a:pt x="198" y="5472"/>
                  </a:lnTo>
                  <a:lnTo>
                    <a:pt x="317" y="5906"/>
                  </a:lnTo>
                  <a:lnTo>
                    <a:pt x="455" y="6301"/>
                  </a:lnTo>
                  <a:lnTo>
                    <a:pt x="574" y="6697"/>
                  </a:lnTo>
                  <a:lnTo>
                    <a:pt x="732" y="7032"/>
                  </a:lnTo>
                  <a:lnTo>
                    <a:pt x="989" y="7645"/>
                  </a:lnTo>
                  <a:lnTo>
                    <a:pt x="1127" y="7921"/>
                  </a:lnTo>
                  <a:lnTo>
                    <a:pt x="1285" y="8198"/>
                  </a:lnTo>
                  <a:lnTo>
                    <a:pt x="1482" y="8474"/>
                  </a:lnTo>
                  <a:lnTo>
                    <a:pt x="1700" y="8731"/>
                  </a:lnTo>
                  <a:lnTo>
                    <a:pt x="1956" y="8988"/>
                  </a:lnTo>
                  <a:lnTo>
                    <a:pt x="2095" y="9087"/>
                  </a:lnTo>
                  <a:lnTo>
                    <a:pt x="2253" y="9185"/>
                  </a:lnTo>
                  <a:lnTo>
                    <a:pt x="2411" y="9284"/>
                  </a:lnTo>
                  <a:lnTo>
                    <a:pt x="2569" y="9363"/>
                  </a:lnTo>
                  <a:lnTo>
                    <a:pt x="2746" y="9442"/>
                  </a:lnTo>
                  <a:lnTo>
                    <a:pt x="2924" y="9501"/>
                  </a:lnTo>
                  <a:lnTo>
                    <a:pt x="3122" y="9541"/>
                  </a:lnTo>
                  <a:lnTo>
                    <a:pt x="3497" y="9541"/>
                  </a:lnTo>
                  <a:lnTo>
                    <a:pt x="3675" y="9501"/>
                  </a:lnTo>
                  <a:lnTo>
                    <a:pt x="3853" y="9462"/>
                  </a:lnTo>
                  <a:lnTo>
                    <a:pt x="4011" y="9383"/>
                  </a:lnTo>
                  <a:lnTo>
                    <a:pt x="4188" y="9304"/>
                  </a:lnTo>
                  <a:lnTo>
                    <a:pt x="4346" y="9185"/>
                  </a:lnTo>
                  <a:lnTo>
                    <a:pt x="4485" y="9067"/>
                  </a:lnTo>
                  <a:lnTo>
                    <a:pt x="4623" y="8928"/>
                  </a:lnTo>
                  <a:lnTo>
                    <a:pt x="4741" y="8770"/>
                  </a:lnTo>
                  <a:lnTo>
                    <a:pt x="4860" y="8593"/>
                  </a:lnTo>
                  <a:lnTo>
                    <a:pt x="4959" y="8415"/>
                  </a:lnTo>
                  <a:lnTo>
                    <a:pt x="5038" y="8217"/>
                  </a:lnTo>
                  <a:lnTo>
                    <a:pt x="5097" y="8020"/>
                  </a:lnTo>
                  <a:lnTo>
                    <a:pt x="5156" y="7803"/>
                  </a:lnTo>
                  <a:lnTo>
                    <a:pt x="5215" y="7368"/>
                  </a:lnTo>
                  <a:lnTo>
                    <a:pt x="5255" y="6914"/>
                  </a:lnTo>
                  <a:lnTo>
                    <a:pt x="5255" y="6459"/>
                  </a:lnTo>
                  <a:lnTo>
                    <a:pt x="5255" y="6005"/>
                  </a:lnTo>
                  <a:lnTo>
                    <a:pt x="5215" y="5551"/>
                  </a:lnTo>
                  <a:lnTo>
                    <a:pt x="5176" y="5136"/>
                  </a:lnTo>
                  <a:lnTo>
                    <a:pt x="5097" y="4721"/>
                  </a:lnTo>
                  <a:lnTo>
                    <a:pt x="4998" y="4366"/>
                  </a:lnTo>
                  <a:lnTo>
                    <a:pt x="4880" y="4030"/>
                  </a:lnTo>
                  <a:lnTo>
                    <a:pt x="4722" y="3734"/>
                  </a:lnTo>
                  <a:lnTo>
                    <a:pt x="4544" y="3497"/>
                  </a:lnTo>
                  <a:lnTo>
                    <a:pt x="4346" y="3279"/>
                  </a:lnTo>
                  <a:lnTo>
                    <a:pt x="4149" y="3082"/>
                  </a:lnTo>
                  <a:lnTo>
                    <a:pt x="3932" y="2924"/>
                  </a:lnTo>
                  <a:lnTo>
                    <a:pt x="3714" y="2786"/>
                  </a:lnTo>
                  <a:lnTo>
                    <a:pt x="3497" y="2667"/>
                  </a:lnTo>
                  <a:lnTo>
                    <a:pt x="3379" y="2628"/>
                  </a:lnTo>
                  <a:lnTo>
                    <a:pt x="3280" y="2588"/>
                  </a:lnTo>
                  <a:lnTo>
                    <a:pt x="3023" y="2588"/>
                  </a:lnTo>
                  <a:lnTo>
                    <a:pt x="2905" y="2608"/>
                  </a:lnTo>
                  <a:lnTo>
                    <a:pt x="2766" y="2628"/>
                  </a:lnTo>
                  <a:lnTo>
                    <a:pt x="2509" y="2726"/>
                  </a:lnTo>
                  <a:lnTo>
                    <a:pt x="2253" y="2845"/>
                  </a:lnTo>
                  <a:lnTo>
                    <a:pt x="1996" y="3023"/>
                  </a:lnTo>
                  <a:lnTo>
                    <a:pt x="1798" y="3200"/>
                  </a:lnTo>
                  <a:lnTo>
                    <a:pt x="1601" y="3418"/>
                  </a:lnTo>
                  <a:lnTo>
                    <a:pt x="1463" y="3635"/>
                  </a:lnTo>
                  <a:lnTo>
                    <a:pt x="1324" y="3852"/>
                  </a:lnTo>
                  <a:lnTo>
                    <a:pt x="1206" y="4109"/>
                  </a:lnTo>
                  <a:lnTo>
                    <a:pt x="1127" y="4346"/>
                  </a:lnTo>
                  <a:lnTo>
                    <a:pt x="1087" y="4623"/>
                  </a:lnTo>
                  <a:lnTo>
                    <a:pt x="1087" y="4761"/>
                  </a:lnTo>
                  <a:lnTo>
                    <a:pt x="1107" y="4899"/>
                  </a:lnTo>
                  <a:lnTo>
                    <a:pt x="1127" y="5057"/>
                  </a:lnTo>
                  <a:lnTo>
                    <a:pt x="1147" y="5195"/>
                  </a:lnTo>
                  <a:lnTo>
                    <a:pt x="1206" y="5353"/>
                  </a:lnTo>
                  <a:lnTo>
                    <a:pt x="1265" y="5511"/>
                  </a:lnTo>
                  <a:lnTo>
                    <a:pt x="1423" y="5827"/>
                  </a:lnTo>
                  <a:lnTo>
                    <a:pt x="1621" y="6104"/>
                  </a:lnTo>
                  <a:lnTo>
                    <a:pt x="1798" y="6361"/>
                  </a:lnTo>
                  <a:lnTo>
                    <a:pt x="1917" y="6459"/>
                  </a:lnTo>
                  <a:lnTo>
                    <a:pt x="2016" y="6538"/>
                  </a:lnTo>
                  <a:lnTo>
                    <a:pt x="2114" y="6617"/>
                  </a:lnTo>
                  <a:lnTo>
                    <a:pt x="2233" y="6677"/>
                  </a:lnTo>
                  <a:lnTo>
                    <a:pt x="2351" y="6697"/>
                  </a:lnTo>
                  <a:lnTo>
                    <a:pt x="2470" y="6716"/>
                  </a:lnTo>
                  <a:lnTo>
                    <a:pt x="2588" y="6697"/>
                  </a:lnTo>
                  <a:lnTo>
                    <a:pt x="2707" y="6657"/>
                  </a:lnTo>
                  <a:lnTo>
                    <a:pt x="2825" y="6598"/>
                  </a:lnTo>
                  <a:lnTo>
                    <a:pt x="2944" y="6499"/>
                  </a:lnTo>
                  <a:lnTo>
                    <a:pt x="3043" y="6380"/>
                  </a:lnTo>
                  <a:lnTo>
                    <a:pt x="3122" y="6242"/>
                  </a:lnTo>
                  <a:lnTo>
                    <a:pt x="3181" y="6104"/>
                  </a:lnTo>
                  <a:lnTo>
                    <a:pt x="3221" y="5946"/>
                  </a:lnTo>
                  <a:lnTo>
                    <a:pt x="3240" y="5788"/>
                  </a:lnTo>
                  <a:lnTo>
                    <a:pt x="3260" y="5610"/>
                  </a:lnTo>
                  <a:lnTo>
                    <a:pt x="3240" y="5432"/>
                  </a:lnTo>
                  <a:lnTo>
                    <a:pt x="3221" y="5255"/>
                  </a:lnTo>
                  <a:lnTo>
                    <a:pt x="3142" y="4919"/>
                  </a:lnTo>
                  <a:lnTo>
                    <a:pt x="3043" y="4603"/>
                  </a:lnTo>
                  <a:lnTo>
                    <a:pt x="2924" y="4346"/>
                  </a:lnTo>
                  <a:lnTo>
                    <a:pt x="2806" y="4148"/>
                  </a:lnTo>
                  <a:lnTo>
                    <a:pt x="2746" y="4069"/>
                  </a:lnTo>
                  <a:lnTo>
                    <a:pt x="2707" y="4010"/>
                  </a:lnTo>
                  <a:lnTo>
                    <a:pt x="2628" y="3971"/>
                  </a:lnTo>
                  <a:lnTo>
                    <a:pt x="2569" y="3951"/>
                  </a:lnTo>
                  <a:lnTo>
                    <a:pt x="2450" y="3951"/>
                  </a:lnTo>
                  <a:lnTo>
                    <a:pt x="2312" y="3990"/>
                  </a:lnTo>
                  <a:lnTo>
                    <a:pt x="2193" y="4089"/>
                  </a:lnTo>
                  <a:lnTo>
                    <a:pt x="2095" y="4208"/>
                  </a:lnTo>
                  <a:lnTo>
                    <a:pt x="2016" y="4366"/>
                  </a:lnTo>
                  <a:lnTo>
                    <a:pt x="1956" y="4544"/>
                  </a:lnTo>
                  <a:lnTo>
                    <a:pt x="1917" y="4702"/>
                  </a:lnTo>
                  <a:lnTo>
                    <a:pt x="1917" y="4860"/>
                  </a:lnTo>
                  <a:lnTo>
                    <a:pt x="1956" y="4998"/>
                  </a:lnTo>
                  <a:lnTo>
                    <a:pt x="1996" y="5116"/>
                  </a:lnTo>
                  <a:lnTo>
                    <a:pt x="2035" y="5176"/>
                  </a:lnTo>
                  <a:lnTo>
                    <a:pt x="2095" y="5215"/>
                  </a:lnTo>
                  <a:lnTo>
                    <a:pt x="2174" y="5215"/>
                  </a:lnTo>
                  <a:lnTo>
                    <a:pt x="2233" y="5156"/>
                  </a:lnTo>
                  <a:lnTo>
                    <a:pt x="2272" y="5057"/>
                  </a:lnTo>
                  <a:lnTo>
                    <a:pt x="2312" y="4939"/>
                  </a:lnTo>
                  <a:lnTo>
                    <a:pt x="2371" y="4702"/>
                  </a:lnTo>
                  <a:lnTo>
                    <a:pt x="2411" y="4623"/>
                  </a:lnTo>
                  <a:lnTo>
                    <a:pt x="2450" y="4563"/>
                  </a:lnTo>
                  <a:lnTo>
                    <a:pt x="2509" y="4563"/>
                  </a:lnTo>
                  <a:lnTo>
                    <a:pt x="2608" y="4642"/>
                  </a:lnTo>
                  <a:lnTo>
                    <a:pt x="2707" y="4860"/>
                  </a:lnTo>
                  <a:lnTo>
                    <a:pt x="2766" y="5097"/>
                  </a:lnTo>
                  <a:lnTo>
                    <a:pt x="2825" y="5353"/>
                  </a:lnTo>
                  <a:lnTo>
                    <a:pt x="2845" y="5492"/>
                  </a:lnTo>
                  <a:lnTo>
                    <a:pt x="2845" y="5610"/>
                  </a:lnTo>
                  <a:lnTo>
                    <a:pt x="2845" y="5729"/>
                  </a:lnTo>
                  <a:lnTo>
                    <a:pt x="2806" y="5827"/>
                  </a:lnTo>
                  <a:lnTo>
                    <a:pt x="2766" y="5926"/>
                  </a:lnTo>
                  <a:lnTo>
                    <a:pt x="2687" y="5985"/>
                  </a:lnTo>
                  <a:lnTo>
                    <a:pt x="2569" y="6025"/>
                  </a:lnTo>
                  <a:lnTo>
                    <a:pt x="2430" y="6025"/>
                  </a:lnTo>
                  <a:lnTo>
                    <a:pt x="2292" y="6005"/>
                  </a:lnTo>
                  <a:lnTo>
                    <a:pt x="2154" y="5966"/>
                  </a:lnTo>
                  <a:lnTo>
                    <a:pt x="2016" y="5926"/>
                  </a:lnTo>
                  <a:lnTo>
                    <a:pt x="1897" y="5847"/>
                  </a:lnTo>
                  <a:lnTo>
                    <a:pt x="1798" y="5748"/>
                  </a:lnTo>
                  <a:lnTo>
                    <a:pt x="1719" y="5650"/>
                  </a:lnTo>
                  <a:lnTo>
                    <a:pt x="1640" y="5511"/>
                  </a:lnTo>
                  <a:lnTo>
                    <a:pt x="1581" y="5393"/>
                  </a:lnTo>
                  <a:lnTo>
                    <a:pt x="1542" y="5235"/>
                  </a:lnTo>
                  <a:lnTo>
                    <a:pt x="1502" y="5077"/>
                  </a:lnTo>
                  <a:lnTo>
                    <a:pt x="1502" y="4899"/>
                  </a:lnTo>
                  <a:lnTo>
                    <a:pt x="1502" y="4721"/>
                  </a:lnTo>
                  <a:lnTo>
                    <a:pt x="1542" y="4544"/>
                  </a:lnTo>
                  <a:lnTo>
                    <a:pt x="1581" y="4326"/>
                  </a:lnTo>
                  <a:lnTo>
                    <a:pt x="1660" y="4129"/>
                  </a:lnTo>
                  <a:lnTo>
                    <a:pt x="1739" y="3911"/>
                  </a:lnTo>
                  <a:lnTo>
                    <a:pt x="1858" y="3714"/>
                  </a:lnTo>
                  <a:lnTo>
                    <a:pt x="1976" y="3536"/>
                  </a:lnTo>
                  <a:lnTo>
                    <a:pt x="2134" y="3378"/>
                  </a:lnTo>
                  <a:lnTo>
                    <a:pt x="2292" y="3260"/>
                  </a:lnTo>
                  <a:lnTo>
                    <a:pt x="2470" y="3161"/>
                  </a:lnTo>
                  <a:lnTo>
                    <a:pt x="2648" y="3082"/>
                  </a:lnTo>
                  <a:lnTo>
                    <a:pt x="2845" y="3042"/>
                  </a:lnTo>
                  <a:lnTo>
                    <a:pt x="3043" y="3023"/>
                  </a:lnTo>
                  <a:lnTo>
                    <a:pt x="3240" y="3042"/>
                  </a:lnTo>
                  <a:lnTo>
                    <a:pt x="3438" y="3082"/>
                  </a:lnTo>
                  <a:lnTo>
                    <a:pt x="3635" y="3161"/>
                  </a:lnTo>
                  <a:lnTo>
                    <a:pt x="3833" y="3279"/>
                  </a:lnTo>
                  <a:lnTo>
                    <a:pt x="4030" y="3418"/>
                  </a:lnTo>
                  <a:lnTo>
                    <a:pt x="4188" y="3595"/>
                  </a:lnTo>
                  <a:lnTo>
                    <a:pt x="4366" y="3813"/>
                  </a:lnTo>
                  <a:lnTo>
                    <a:pt x="4524" y="4069"/>
                  </a:lnTo>
                  <a:lnTo>
                    <a:pt x="4643" y="4366"/>
                  </a:lnTo>
                  <a:lnTo>
                    <a:pt x="4761" y="4662"/>
                  </a:lnTo>
                  <a:lnTo>
                    <a:pt x="4840" y="4958"/>
                  </a:lnTo>
                  <a:lnTo>
                    <a:pt x="4919" y="5274"/>
                  </a:lnTo>
                  <a:lnTo>
                    <a:pt x="4959" y="5590"/>
                  </a:lnTo>
                  <a:lnTo>
                    <a:pt x="4998" y="5906"/>
                  </a:lnTo>
                  <a:lnTo>
                    <a:pt x="4998" y="6242"/>
                  </a:lnTo>
                  <a:lnTo>
                    <a:pt x="4978" y="6558"/>
                  </a:lnTo>
                  <a:lnTo>
                    <a:pt x="4959" y="6855"/>
                  </a:lnTo>
                  <a:lnTo>
                    <a:pt x="4899" y="7171"/>
                  </a:lnTo>
                  <a:lnTo>
                    <a:pt x="4840" y="7467"/>
                  </a:lnTo>
                  <a:lnTo>
                    <a:pt x="4761" y="7743"/>
                  </a:lnTo>
                  <a:lnTo>
                    <a:pt x="4662" y="8000"/>
                  </a:lnTo>
                  <a:lnTo>
                    <a:pt x="4544" y="8257"/>
                  </a:lnTo>
                  <a:lnTo>
                    <a:pt x="4425" y="8474"/>
                  </a:lnTo>
                  <a:lnTo>
                    <a:pt x="4267" y="8691"/>
                  </a:lnTo>
                  <a:lnTo>
                    <a:pt x="4109" y="8849"/>
                  </a:lnTo>
                  <a:lnTo>
                    <a:pt x="3932" y="8988"/>
                  </a:lnTo>
                  <a:lnTo>
                    <a:pt x="3714" y="9067"/>
                  </a:lnTo>
                  <a:lnTo>
                    <a:pt x="3497" y="9106"/>
                  </a:lnTo>
                  <a:lnTo>
                    <a:pt x="3280" y="9126"/>
                  </a:lnTo>
                  <a:lnTo>
                    <a:pt x="3043" y="9087"/>
                  </a:lnTo>
                  <a:lnTo>
                    <a:pt x="2806" y="9027"/>
                  </a:lnTo>
                  <a:lnTo>
                    <a:pt x="2569" y="8909"/>
                  </a:lnTo>
                  <a:lnTo>
                    <a:pt x="2312" y="8770"/>
                  </a:lnTo>
                  <a:lnTo>
                    <a:pt x="2095" y="8612"/>
                  </a:lnTo>
                  <a:lnTo>
                    <a:pt x="1858" y="8415"/>
                  </a:lnTo>
                  <a:lnTo>
                    <a:pt x="1660" y="8178"/>
                  </a:lnTo>
                  <a:lnTo>
                    <a:pt x="1463" y="7921"/>
                  </a:lnTo>
                  <a:lnTo>
                    <a:pt x="1265" y="7625"/>
                  </a:lnTo>
                  <a:lnTo>
                    <a:pt x="1127" y="7329"/>
                  </a:lnTo>
                  <a:lnTo>
                    <a:pt x="989" y="6993"/>
                  </a:lnTo>
                  <a:lnTo>
                    <a:pt x="771" y="6321"/>
                  </a:lnTo>
                  <a:lnTo>
                    <a:pt x="594" y="5748"/>
                  </a:lnTo>
                  <a:lnTo>
                    <a:pt x="534" y="5472"/>
                  </a:lnTo>
                  <a:lnTo>
                    <a:pt x="475" y="5215"/>
                  </a:lnTo>
                  <a:lnTo>
                    <a:pt x="455" y="4958"/>
                  </a:lnTo>
                  <a:lnTo>
                    <a:pt x="436" y="4702"/>
                  </a:lnTo>
                  <a:lnTo>
                    <a:pt x="436" y="4465"/>
                  </a:lnTo>
                  <a:lnTo>
                    <a:pt x="475" y="4208"/>
                  </a:lnTo>
                  <a:lnTo>
                    <a:pt x="515" y="3971"/>
                  </a:lnTo>
                  <a:lnTo>
                    <a:pt x="594" y="3714"/>
                  </a:lnTo>
                  <a:lnTo>
                    <a:pt x="692" y="3457"/>
                  </a:lnTo>
                  <a:lnTo>
                    <a:pt x="831" y="3181"/>
                  </a:lnTo>
                  <a:lnTo>
                    <a:pt x="989" y="2904"/>
                  </a:lnTo>
                  <a:lnTo>
                    <a:pt x="1186" y="2608"/>
                  </a:lnTo>
                  <a:lnTo>
                    <a:pt x="1384" y="2312"/>
                  </a:lnTo>
                  <a:lnTo>
                    <a:pt x="1601" y="2035"/>
                  </a:lnTo>
                  <a:lnTo>
                    <a:pt x="1818" y="1778"/>
                  </a:lnTo>
                  <a:lnTo>
                    <a:pt x="2016" y="1541"/>
                  </a:lnTo>
                  <a:lnTo>
                    <a:pt x="2233" y="1344"/>
                  </a:lnTo>
                  <a:lnTo>
                    <a:pt x="2450" y="1146"/>
                  </a:lnTo>
                  <a:lnTo>
                    <a:pt x="2648" y="988"/>
                  </a:lnTo>
                  <a:lnTo>
                    <a:pt x="2845" y="850"/>
                  </a:lnTo>
                  <a:lnTo>
                    <a:pt x="3063" y="731"/>
                  </a:lnTo>
                  <a:lnTo>
                    <a:pt x="3240" y="652"/>
                  </a:lnTo>
                  <a:lnTo>
                    <a:pt x="3438" y="613"/>
                  </a:lnTo>
                  <a:lnTo>
                    <a:pt x="3616" y="593"/>
                  </a:lnTo>
                  <a:lnTo>
                    <a:pt x="3793" y="613"/>
                  </a:lnTo>
                  <a:lnTo>
                    <a:pt x="3971" y="652"/>
                  </a:lnTo>
                  <a:lnTo>
                    <a:pt x="4129" y="751"/>
                  </a:lnTo>
                  <a:lnTo>
                    <a:pt x="4287" y="870"/>
                  </a:lnTo>
                  <a:lnTo>
                    <a:pt x="4425" y="1028"/>
                  </a:lnTo>
                  <a:lnTo>
                    <a:pt x="4544" y="1186"/>
                  </a:lnTo>
                  <a:lnTo>
                    <a:pt x="4643" y="1363"/>
                  </a:lnTo>
                  <a:lnTo>
                    <a:pt x="4741" y="1541"/>
                  </a:lnTo>
                  <a:lnTo>
                    <a:pt x="4820" y="1719"/>
                  </a:lnTo>
                  <a:lnTo>
                    <a:pt x="4880" y="1916"/>
                  </a:lnTo>
                  <a:lnTo>
                    <a:pt x="4978" y="2331"/>
                  </a:lnTo>
                  <a:lnTo>
                    <a:pt x="5136" y="3161"/>
                  </a:lnTo>
                  <a:lnTo>
                    <a:pt x="5215" y="3576"/>
                  </a:lnTo>
                  <a:lnTo>
                    <a:pt x="5314" y="3951"/>
                  </a:lnTo>
                  <a:lnTo>
                    <a:pt x="5453" y="4326"/>
                  </a:lnTo>
                  <a:lnTo>
                    <a:pt x="5611" y="4702"/>
                  </a:lnTo>
                  <a:lnTo>
                    <a:pt x="5927" y="5432"/>
                  </a:lnTo>
                  <a:lnTo>
                    <a:pt x="6282" y="6183"/>
                  </a:lnTo>
                  <a:lnTo>
                    <a:pt x="6183" y="5867"/>
                  </a:lnTo>
                  <a:lnTo>
                    <a:pt x="6085" y="5551"/>
                  </a:lnTo>
                  <a:lnTo>
                    <a:pt x="5986" y="5136"/>
                  </a:lnTo>
                  <a:lnTo>
                    <a:pt x="5887" y="4702"/>
                  </a:lnTo>
                  <a:lnTo>
                    <a:pt x="5808" y="4247"/>
                  </a:lnTo>
                  <a:lnTo>
                    <a:pt x="5769" y="3813"/>
                  </a:lnTo>
                  <a:lnTo>
                    <a:pt x="5769" y="3615"/>
                  </a:lnTo>
                  <a:lnTo>
                    <a:pt x="5788" y="3457"/>
                  </a:lnTo>
                  <a:lnTo>
                    <a:pt x="5788" y="3279"/>
                  </a:lnTo>
                  <a:lnTo>
                    <a:pt x="5788" y="3062"/>
                  </a:lnTo>
                  <a:lnTo>
                    <a:pt x="5749" y="2845"/>
                  </a:lnTo>
                  <a:lnTo>
                    <a:pt x="5690" y="2608"/>
                  </a:lnTo>
                  <a:lnTo>
                    <a:pt x="5630" y="2351"/>
                  </a:lnTo>
                  <a:lnTo>
                    <a:pt x="5532" y="2094"/>
                  </a:lnTo>
                  <a:lnTo>
                    <a:pt x="5433" y="1818"/>
                  </a:lnTo>
                  <a:lnTo>
                    <a:pt x="5314" y="1561"/>
                  </a:lnTo>
                  <a:lnTo>
                    <a:pt x="5196" y="1304"/>
                  </a:lnTo>
                  <a:lnTo>
                    <a:pt x="5057" y="1067"/>
                  </a:lnTo>
                  <a:lnTo>
                    <a:pt x="4919" y="830"/>
                  </a:lnTo>
                  <a:lnTo>
                    <a:pt x="4781" y="613"/>
                  </a:lnTo>
                  <a:lnTo>
                    <a:pt x="4623" y="435"/>
                  </a:lnTo>
                  <a:lnTo>
                    <a:pt x="4465" y="277"/>
                  </a:lnTo>
                  <a:lnTo>
                    <a:pt x="4307" y="159"/>
                  </a:lnTo>
                  <a:lnTo>
                    <a:pt x="4149" y="60"/>
                  </a:lnTo>
                  <a:lnTo>
                    <a:pt x="3991" y="20"/>
                  </a:lnTo>
                  <a:lnTo>
                    <a:pt x="38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8" name="Google Shape;8868;p34"/>
            <p:cNvSpPr/>
            <p:nvPr/>
          </p:nvSpPr>
          <p:spPr>
            <a:xfrm>
              <a:off x="8758908" y="1149994"/>
              <a:ext cx="335146" cy="270762"/>
            </a:xfrm>
            <a:custGeom>
              <a:rect b="b" l="l" r="r" t="t"/>
              <a:pathLst>
                <a:path extrusionOk="0" h="7309" w="9047">
                  <a:moveTo>
                    <a:pt x="2272" y="1"/>
                  </a:moveTo>
                  <a:lnTo>
                    <a:pt x="1956" y="40"/>
                  </a:lnTo>
                  <a:lnTo>
                    <a:pt x="1640" y="119"/>
                  </a:lnTo>
                  <a:lnTo>
                    <a:pt x="1304" y="218"/>
                  </a:lnTo>
                  <a:lnTo>
                    <a:pt x="1146" y="297"/>
                  </a:lnTo>
                  <a:lnTo>
                    <a:pt x="988" y="376"/>
                  </a:lnTo>
                  <a:lnTo>
                    <a:pt x="850" y="475"/>
                  </a:lnTo>
                  <a:lnTo>
                    <a:pt x="692" y="573"/>
                  </a:lnTo>
                  <a:lnTo>
                    <a:pt x="573" y="692"/>
                  </a:lnTo>
                  <a:lnTo>
                    <a:pt x="435" y="830"/>
                  </a:lnTo>
                  <a:lnTo>
                    <a:pt x="336" y="988"/>
                  </a:lnTo>
                  <a:lnTo>
                    <a:pt x="237" y="1166"/>
                  </a:lnTo>
                  <a:lnTo>
                    <a:pt x="158" y="1344"/>
                  </a:lnTo>
                  <a:lnTo>
                    <a:pt x="99" y="1521"/>
                  </a:lnTo>
                  <a:lnTo>
                    <a:pt x="60" y="1719"/>
                  </a:lnTo>
                  <a:lnTo>
                    <a:pt x="20" y="1897"/>
                  </a:lnTo>
                  <a:lnTo>
                    <a:pt x="0" y="2094"/>
                  </a:lnTo>
                  <a:lnTo>
                    <a:pt x="0" y="2292"/>
                  </a:lnTo>
                  <a:lnTo>
                    <a:pt x="20" y="2687"/>
                  </a:lnTo>
                  <a:lnTo>
                    <a:pt x="99" y="3062"/>
                  </a:lnTo>
                  <a:lnTo>
                    <a:pt x="198" y="3418"/>
                  </a:lnTo>
                  <a:lnTo>
                    <a:pt x="316" y="3753"/>
                  </a:lnTo>
                  <a:lnTo>
                    <a:pt x="474" y="4069"/>
                  </a:lnTo>
                  <a:lnTo>
                    <a:pt x="652" y="4366"/>
                  </a:lnTo>
                  <a:lnTo>
                    <a:pt x="889" y="4702"/>
                  </a:lnTo>
                  <a:lnTo>
                    <a:pt x="1146" y="5037"/>
                  </a:lnTo>
                  <a:lnTo>
                    <a:pt x="1462" y="5373"/>
                  </a:lnTo>
                  <a:lnTo>
                    <a:pt x="1778" y="5689"/>
                  </a:lnTo>
                  <a:lnTo>
                    <a:pt x="2114" y="6005"/>
                  </a:lnTo>
                  <a:lnTo>
                    <a:pt x="2450" y="6301"/>
                  </a:lnTo>
                  <a:lnTo>
                    <a:pt x="2785" y="6558"/>
                  </a:lnTo>
                  <a:lnTo>
                    <a:pt x="2963" y="6657"/>
                  </a:lnTo>
                  <a:lnTo>
                    <a:pt x="3141" y="6756"/>
                  </a:lnTo>
                  <a:lnTo>
                    <a:pt x="3339" y="6855"/>
                  </a:lnTo>
                  <a:lnTo>
                    <a:pt x="3556" y="6934"/>
                  </a:lnTo>
                  <a:lnTo>
                    <a:pt x="4030" y="7072"/>
                  </a:lnTo>
                  <a:lnTo>
                    <a:pt x="4504" y="7171"/>
                  </a:lnTo>
                  <a:lnTo>
                    <a:pt x="5017" y="7250"/>
                  </a:lnTo>
                  <a:lnTo>
                    <a:pt x="5491" y="7289"/>
                  </a:lnTo>
                  <a:lnTo>
                    <a:pt x="5966" y="7309"/>
                  </a:lnTo>
                  <a:lnTo>
                    <a:pt x="6380" y="7309"/>
                  </a:lnTo>
                  <a:lnTo>
                    <a:pt x="6578" y="7289"/>
                  </a:lnTo>
                  <a:lnTo>
                    <a:pt x="6775" y="7250"/>
                  </a:lnTo>
                  <a:lnTo>
                    <a:pt x="6973" y="7190"/>
                  </a:lnTo>
                  <a:lnTo>
                    <a:pt x="7170" y="7131"/>
                  </a:lnTo>
                  <a:lnTo>
                    <a:pt x="7368" y="7052"/>
                  </a:lnTo>
                  <a:lnTo>
                    <a:pt x="7546" y="6953"/>
                  </a:lnTo>
                  <a:lnTo>
                    <a:pt x="7723" y="6855"/>
                  </a:lnTo>
                  <a:lnTo>
                    <a:pt x="7901" y="6736"/>
                  </a:lnTo>
                  <a:lnTo>
                    <a:pt x="8059" y="6598"/>
                  </a:lnTo>
                  <a:lnTo>
                    <a:pt x="8217" y="6459"/>
                  </a:lnTo>
                  <a:lnTo>
                    <a:pt x="8375" y="6301"/>
                  </a:lnTo>
                  <a:lnTo>
                    <a:pt x="8494" y="6163"/>
                  </a:lnTo>
                  <a:lnTo>
                    <a:pt x="8612" y="5985"/>
                  </a:lnTo>
                  <a:lnTo>
                    <a:pt x="8731" y="5827"/>
                  </a:lnTo>
                  <a:lnTo>
                    <a:pt x="8810" y="5650"/>
                  </a:lnTo>
                  <a:lnTo>
                    <a:pt x="8889" y="5472"/>
                  </a:lnTo>
                  <a:lnTo>
                    <a:pt x="8948" y="5274"/>
                  </a:lnTo>
                  <a:lnTo>
                    <a:pt x="8988" y="5097"/>
                  </a:lnTo>
                  <a:lnTo>
                    <a:pt x="9027" y="4919"/>
                  </a:lnTo>
                  <a:lnTo>
                    <a:pt x="9047" y="4741"/>
                  </a:lnTo>
                  <a:lnTo>
                    <a:pt x="9047" y="4386"/>
                  </a:lnTo>
                  <a:lnTo>
                    <a:pt x="9007" y="4030"/>
                  </a:lnTo>
                  <a:lnTo>
                    <a:pt x="8928" y="3714"/>
                  </a:lnTo>
                  <a:lnTo>
                    <a:pt x="8810" y="3437"/>
                  </a:lnTo>
                  <a:lnTo>
                    <a:pt x="8751" y="3299"/>
                  </a:lnTo>
                  <a:lnTo>
                    <a:pt x="8672" y="3181"/>
                  </a:lnTo>
                  <a:lnTo>
                    <a:pt x="8573" y="3062"/>
                  </a:lnTo>
                  <a:lnTo>
                    <a:pt x="8494" y="2963"/>
                  </a:lnTo>
                  <a:lnTo>
                    <a:pt x="8237" y="2766"/>
                  </a:lnTo>
                  <a:lnTo>
                    <a:pt x="7881" y="2529"/>
                  </a:lnTo>
                  <a:lnTo>
                    <a:pt x="7447" y="2292"/>
                  </a:lnTo>
                  <a:lnTo>
                    <a:pt x="7012" y="2055"/>
                  </a:lnTo>
                  <a:lnTo>
                    <a:pt x="6578" y="1837"/>
                  </a:lnTo>
                  <a:lnTo>
                    <a:pt x="6183" y="1640"/>
                  </a:lnTo>
                  <a:lnTo>
                    <a:pt x="5867" y="1521"/>
                  </a:lnTo>
                  <a:lnTo>
                    <a:pt x="5669" y="1442"/>
                  </a:lnTo>
                  <a:lnTo>
                    <a:pt x="5254" y="1344"/>
                  </a:lnTo>
                  <a:lnTo>
                    <a:pt x="4622" y="1186"/>
                  </a:lnTo>
                  <a:lnTo>
                    <a:pt x="4287" y="1126"/>
                  </a:lnTo>
                  <a:lnTo>
                    <a:pt x="3951" y="1087"/>
                  </a:lnTo>
                  <a:lnTo>
                    <a:pt x="3635" y="1067"/>
                  </a:lnTo>
                  <a:lnTo>
                    <a:pt x="3477" y="1067"/>
                  </a:lnTo>
                  <a:lnTo>
                    <a:pt x="3358" y="1087"/>
                  </a:lnTo>
                  <a:lnTo>
                    <a:pt x="3101" y="1166"/>
                  </a:lnTo>
                  <a:lnTo>
                    <a:pt x="2825" y="1284"/>
                  </a:lnTo>
                  <a:lnTo>
                    <a:pt x="2706" y="1363"/>
                  </a:lnTo>
                  <a:lnTo>
                    <a:pt x="2588" y="1442"/>
                  </a:lnTo>
                  <a:lnTo>
                    <a:pt x="2469" y="1541"/>
                  </a:lnTo>
                  <a:lnTo>
                    <a:pt x="2351" y="1660"/>
                  </a:lnTo>
                  <a:lnTo>
                    <a:pt x="2252" y="1798"/>
                  </a:lnTo>
                  <a:lnTo>
                    <a:pt x="2173" y="1956"/>
                  </a:lnTo>
                  <a:lnTo>
                    <a:pt x="2114" y="2114"/>
                  </a:lnTo>
                  <a:lnTo>
                    <a:pt x="2055" y="2292"/>
                  </a:lnTo>
                  <a:lnTo>
                    <a:pt x="2035" y="2489"/>
                  </a:lnTo>
                  <a:lnTo>
                    <a:pt x="2035" y="2707"/>
                  </a:lnTo>
                  <a:lnTo>
                    <a:pt x="2055" y="2944"/>
                  </a:lnTo>
                  <a:lnTo>
                    <a:pt x="2114" y="3181"/>
                  </a:lnTo>
                  <a:lnTo>
                    <a:pt x="2193" y="3437"/>
                  </a:lnTo>
                  <a:lnTo>
                    <a:pt x="2292" y="3694"/>
                  </a:lnTo>
                  <a:lnTo>
                    <a:pt x="2410" y="3931"/>
                  </a:lnTo>
                  <a:lnTo>
                    <a:pt x="2548" y="4168"/>
                  </a:lnTo>
                  <a:lnTo>
                    <a:pt x="2706" y="4386"/>
                  </a:lnTo>
                  <a:lnTo>
                    <a:pt x="2884" y="4583"/>
                  </a:lnTo>
                  <a:lnTo>
                    <a:pt x="3062" y="4781"/>
                  </a:lnTo>
                  <a:lnTo>
                    <a:pt x="3240" y="4958"/>
                  </a:lnTo>
                  <a:lnTo>
                    <a:pt x="3437" y="5116"/>
                  </a:lnTo>
                  <a:lnTo>
                    <a:pt x="3655" y="5274"/>
                  </a:lnTo>
                  <a:lnTo>
                    <a:pt x="3872" y="5393"/>
                  </a:lnTo>
                  <a:lnTo>
                    <a:pt x="4069" y="5511"/>
                  </a:lnTo>
                  <a:lnTo>
                    <a:pt x="4287" y="5590"/>
                  </a:lnTo>
                  <a:lnTo>
                    <a:pt x="4504" y="5669"/>
                  </a:lnTo>
                  <a:lnTo>
                    <a:pt x="4721" y="5709"/>
                  </a:lnTo>
                  <a:lnTo>
                    <a:pt x="4919" y="5748"/>
                  </a:lnTo>
                  <a:lnTo>
                    <a:pt x="5314" y="5748"/>
                  </a:lnTo>
                  <a:lnTo>
                    <a:pt x="5511" y="5729"/>
                  </a:lnTo>
                  <a:lnTo>
                    <a:pt x="5689" y="5709"/>
                  </a:lnTo>
                  <a:lnTo>
                    <a:pt x="5847" y="5669"/>
                  </a:lnTo>
                  <a:lnTo>
                    <a:pt x="6005" y="5630"/>
                  </a:lnTo>
                  <a:lnTo>
                    <a:pt x="6163" y="5571"/>
                  </a:lnTo>
                  <a:lnTo>
                    <a:pt x="6282" y="5492"/>
                  </a:lnTo>
                  <a:lnTo>
                    <a:pt x="6400" y="5413"/>
                  </a:lnTo>
                  <a:lnTo>
                    <a:pt x="6519" y="5314"/>
                  </a:lnTo>
                  <a:lnTo>
                    <a:pt x="6598" y="5195"/>
                  </a:lnTo>
                  <a:lnTo>
                    <a:pt x="6657" y="5057"/>
                  </a:lnTo>
                  <a:lnTo>
                    <a:pt x="6716" y="4919"/>
                  </a:lnTo>
                  <a:lnTo>
                    <a:pt x="6756" y="4761"/>
                  </a:lnTo>
                  <a:lnTo>
                    <a:pt x="6756" y="4583"/>
                  </a:lnTo>
                  <a:lnTo>
                    <a:pt x="6756" y="4386"/>
                  </a:lnTo>
                  <a:lnTo>
                    <a:pt x="6716" y="4208"/>
                  </a:lnTo>
                  <a:lnTo>
                    <a:pt x="6677" y="4010"/>
                  </a:lnTo>
                  <a:lnTo>
                    <a:pt x="6598" y="3852"/>
                  </a:lnTo>
                  <a:lnTo>
                    <a:pt x="6499" y="3694"/>
                  </a:lnTo>
                  <a:lnTo>
                    <a:pt x="6380" y="3536"/>
                  </a:lnTo>
                  <a:lnTo>
                    <a:pt x="6262" y="3398"/>
                  </a:lnTo>
                  <a:lnTo>
                    <a:pt x="6124" y="3279"/>
                  </a:lnTo>
                  <a:lnTo>
                    <a:pt x="5985" y="3161"/>
                  </a:lnTo>
                  <a:lnTo>
                    <a:pt x="5689" y="2963"/>
                  </a:lnTo>
                  <a:lnTo>
                    <a:pt x="5373" y="2805"/>
                  </a:lnTo>
                  <a:lnTo>
                    <a:pt x="5096" y="2687"/>
                  </a:lnTo>
                  <a:lnTo>
                    <a:pt x="4840" y="2588"/>
                  </a:lnTo>
                  <a:lnTo>
                    <a:pt x="4721" y="2568"/>
                  </a:lnTo>
                  <a:lnTo>
                    <a:pt x="4603" y="2549"/>
                  </a:lnTo>
                  <a:lnTo>
                    <a:pt x="4346" y="2549"/>
                  </a:lnTo>
                  <a:lnTo>
                    <a:pt x="4129" y="2588"/>
                  </a:lnTo>
                  <a:lnTo>
                    <a:pt x="3911" y="2687"/>
                  </a:lnTo>
                  <a:lnTo>
                    <a:pt x="3813" y="2746"/>
                  </a:lnTo>
                  <a:lnTo>
                    <a:pt x="3734" y="2805"/>
                  </a:lnTo>
                  <a:lnTo>
                    <a:pt x="3655" y="2884"/>
                  </a:lnTo>
                  <a:lnTo>
                    <a:pt x="3595" y="2963"/>
                  </a:lnTo>
                  <a:lnTo>
                    <a:pt x="3556" y="3062"/>
                  </a:lnTo>
                  <a:lnTo>
                    <a:pt x="3516" y="3141"/>
                  </a:lnTo>
                  <a:lnTo>
                    <a:pt x="3497" y="3260"/>
                  </a:lnTo>
                  <a:lnTo>
                    <a:pt x="3516" y="3358"/>
                  </a:lnTo>
                  <a:lnTo>
                    <a:pt x="3556" y="3576"/>
                  </a:lnTo>
                  <a:lnTo>
                    <a:pt x="3635" y="3773"/>
                  </a:lnTo>
                  <a:lnTo>
                    <a:pt x="3734" y="3971"/>
                  </a:lnTo>
                  <a:lnTo>
                    <a:pt x="3852" y="4148"/>
                  </a:lnTo>
                  <a:lnTo>
                    <a:pt x="3990" y="4307"/>
                  </a:lnTo>
                  <a:lnTo>
                    <a:pt x="4168" y="4425"/>
                  </a:lnTo>
                  <a:lnTo>
                    <a:pt x="4346" y="4504"/>
                  </a:lnTo>
                  <a:lnTo>
                    <a:pt x="4543" y="4563"/>
                  </a:lnTo>
                  <a:lnTo>
                    <a:pt x="4741" y="4583"/>
                  </a:lnTo>
                  <a:lnTo>
                    <a:pt x="4899" y="4563"/>
                  </a:lnTo>
                  <a:lnTo>
                    <a:pt x="5017" y="4524"/>
                  </a:lnTo>
                  <a:lnTo>
                    <a:pt x="5116" y="4465"/>
                  </a:lnTo>
                  <a:lnTo>
                    <a:pt x="5175" y="4386"/>
                  </a:lnTo>
                  <a:lnTo>
                    <a:pt x="5195" y="4307"/>
                  </a:lnTo>
                  <a:lnTo>
                    <a:pt x="5195" y="4247"/>
                  </a:lnTo>
                  <a:lnTo>
                    <a:pt x="5136" y="4168"/>
                  </a:lnTo>
                  <a:lnTo>
                    <a:pt x="5057" y="4129"/>
                  </a:lnTo>
                  <a:lnTo>
                    <a:pt x="4978" y="4109"/>
                  </a:lnTo>
                  <a:lnTo>
                    <a:pt x="4919" y="4129"/>
                  </a:lnTo>
                  <a:lnTo>
                    <a:pt x="4859" y="4148"/>
                  </a:lnTo>
                  <a:lnTo>
                    <a:pt x="4761" y="4208"/>
                  </a:lnTo>
                  <a:lnTo>
                    <a:pt x="4721" y="4247"/>
                  </a:lnTo>
                  <a:lnTo>
                    <a:pt x="4583" y="4188"/>
                  </a:lnTo>
                  <a:lnTo>
                    <a:pt x="4464" y="4148"/>
                  </a:lnTo>
                  <a:lnTo>
                    <a:pt x="4306" y="4050"/>
                  </a:lnTo>
                  <a:lnTo>
                    <a:pt x="4148" y="3951"/>
                  </a:lnTo>
                  <a:lnTo>
                    <a:pt x="4089" y="3872"/>
                  </a:lnTo>
                  <a:lnTo>
                    <a:pt x="4030" y="3813"/>
                  </a:lnTo>
                  <a:lnTo>
                    <a:pt x="3990" y="3714"/>
                  </a:lnTo>
                  <a:lnTo>
                    <a:pt x="3951" y="3635"/>
                  </a:lnTo>
                  <a:lnTo>
                    <a:pt x="3931" y="3536"/>
                  </a:lnTo>
                  <a:lnTo>
                    <a:pt x="3951" y="3418"/>
                  </a:lnTo>
                  <a:lnTo>
                    <a:pt x="3971" y="3319"/>
                  </a:lnTo>
                  <a:lnTo>
                    <a:pt x="4030" y="3220"/>
                  </a:lnTo>
                  <a:lnTo>
                    <a:pt x="4089" y="3121"/>
                  </a:lnTo>
                  <a:lnTo>
                    <a:pt x="4188" y="3062"/>
                  </a:lnTo>
                  <a:lnTo>
                    <a:pt x="4287" y="3003"/>
                  </a:lnTo>
                  <a:lnTo>
                    <a:pt x="4425" y="2963"/>
                  </a:lnTo>
                  <a:lnTo>
                    <a:pt x="4543" y="2944"/>
                  </a:lnTo>
                  <a:lnTo>
                    <a:pt x="4701" y="2944"/>
                  </a:lnTo>
                  <a:lnTo>
                    <a:pt x="4859" y="2963"/>
                  </a:lnTo>
                  <a:lnTo>
                    <a:pt x="5017" y="3003"/>
                  </a:lnTo>
                  <a:lnTo>
                    <a:pt x="5175" y="3062"/>
                  </a:lnTo>
                  <a:lnTo>
                    <a:pt x="5353" y="3141"/>
                  </a:lnTo>
                  <a:lnTo>
                    <a:pt x="5531" y="3260"/>
                  </a:lnTo>
                  <a:lnTo>
                    <a:pt x="5709" y="3398"/>
                  </a:lnTo>
                  <a:lnTo>
                    <a:pt x="5887" y="3576"/>
                  </a:lnTo>
                  <a:lnTo>
                    <a:pt x="6045" y="3773"/>
                  </a:lnTo>
                  <a:lnTo>
                    <a:pt x="6183" y="3971"/>
                  </a:lnTo>
                  <a:lnTo>
                    <a:pt x="6282" y="4168"/>
                  </a:lnTo>
                  <a:lnTo>
                    <a:pt x="6341" y="4366"/>
                  </a:lnTo>
                  <a:lnTo>
                    <a:pt x="6341" y="4544"/>
                  </a:lnTo>
                  <a:lnTo>
                    <a:pt x="6321" y="4702"/>
                  </a:lnTo>
                  <a:lnTo>
                    <a:pt x="6262" y="4840"/>
                  </a:lnTo>
                  <a:lnTo>
                    <a:pt x="6183" y="4978"/>
                  </a:lnTo>
                  <a:lnTo>
                    <a:pt x="6064" y="5077"/>
                  </a:lnTo>
                  <a:lnTo>
                    <a:pt x="5926" y="5176"/>
                  </a:lnTo>
                  <a:lnTo>
                    <a:pt x="5768" y="5255"/>
                  </a:lnTo>
                  <a:lnTo>
                    <a:pt x="5610" y="5314"/>
                  </a:lnTo>
                  <a:lnTo>
                    <a:pt x="5432" y="5353"/>
                  </a:lnTo>
                  <a:lnTo>
                    <a:pt x="5235" y="5373"/>
                  </a:lnTo>
                  <a:lnTo>
                    <a:pt x="5057" y="5373"/>
                  </a:lnTo>
                  <a:lnTo>
                    <a:pt x="4859" y="5353"/>
                  </a:lnTo>
                  <a:lnTo>
                    <a:pt x="4682" y="5314"/>
                  </a:lnTo>
                  <a:lnTo>
                    <a:pt x="4504" y="5235"/>
                  </a:lnTo>
                  <a:lnTo>
                    <a:pt x="4326" y="5156"/>
                  </a:lnTo>
                  <a:lnTo>
                    <a:pt x="4148" y="5057"/>
                  </a:lnTo>
                  <a:lnTo>
                    <a:pt x="3971" y="4958"/>
                  </a:lnTo>
                  <a:lnTo>
                    <a:pt x="3793" y="4820"/>
                  </a:lnTo>
                  <a:lnTo>
                    <a:pt x="3615" y="4702"/>
                  </a:lnTo>
                  <a:lnTo>
                    <a:pt x="3457" y="4544"/>
                  </a:lnTo>
                  <a:lnTo>
                    <a:pt x="3299" y="4386"/>
                  </a:lnTo>
                  <a:lnTo>
                    <a:pt x="3141" y="4227"/>
                  </a:lnTo>
                  <a:lnTo>
                    <a:pt x="3022" y="4050"/>
                  </a:lnTo>
                  <a:lnTo>
                    <a:pt x="2884" y="3872"/>
                  </a:lnTo>
                  <a:lnTo>
                    <a:pt x="2785" y="3674"/>
                  </a:lnTo>
                  <a:lnTo>
                    <a:pt x="2687" y="3477"/>
                  </a:lnTo>
                  <a:lnTo>
                    <a:pt x="2608" y="3260"/>
                  </a:lnTo>
                  <a:lnTo>
                    <a:pt x="2548" y="3042"/>
                  </a:lnTo>
                  <a:lnTo>
                    <a:pt x="2509" y="2825"/>
                  </a:lnTo>
                  <a:lnTo>
                    <a:pt x="2509" y="2608"/>
                  </a:lnTo>
                  <a:lnTo>
                    <a:pt x="2529" y="2410"/>
                  </a:lnTo>
                  <a:lnTo>
                    <a:pt x="2568" y="2213"/>
                  </a:lnTo>
                  <a:lnTo>
                    <a:pt x="2627" y="2055"/>
                  </a:lnTo>
                  <a:lnTo>
                    <a:pt x="2726" y="1897"/>
                  </a:lnTo>
                  <a:lnTo>
                    <a:pt x="2825" y="1758"/>
                  </a:lnTo>
                  <a:lnTo>
                    <a:pt x="2963" y="1640"/>
                  </a:lnTo>
                  <a:lnTo>
                    <a:pt x="3101" y="1561"/>
                  </a:lnTo>
                  <a:lnTo>
                    <a:pt x="3279" y="1482"/>
                  </a:lnTo>
                  <a:lnTo>
                    <a:pt x="3457" y="1423"/>
                  </a:lnTo>
                  <a:lnTo>
                    <a:pt x="3635" y="1403"/>
                  </a:lnTo>
                  <a:lnTo>
                    <a:pt x="3832" y="1383"/>
                  </a:lnTo>
                  <a:lnTo>
                    <a:pt x="4030" y="1403"/>
                  </a:lnTo>
                  <a:lnTo>
                    <a:pt x="4247" y="1442"/>
                  </a:lnTo>
                  <a:lnTo>
                    <a:pt x="4464" y="1502"/>
                  </a:lnTo>
                  <a:lnTo>
                    <a:pt x="4682" y="1600"/>
                  </a:lnTo>
                  <a:lnTo>
                    <a:pt x="4899" y="1699"/>
                  </a:lnTo>
                  <a:lnTo>
                    <a:pt x="5136" y="1798"/>
                  </a:lnTo>
                  <a:lnTo>
                    <a:pt x="5649" y="1976"/>
                  </a:lnTo>
                  <a:lnTo>
                    <a:pt x="6163" y="2154"/>
                  </a:lnTo>
                  <a:lnTo>
                    <a:pt x="6677" y="2331"/>
                  </a:lnTo>
                  <a:lnTo>
                    <a:pt x="6914" y="2430"/>
                  </a:lnTo>
                  <a:lnTo>
                    <a:pt x="7170" y="2549"/>
                  </a:lnTo>
                  <a:lnTo>
                    <a:pt x="7388" y="2687"/>
                  </a:lnTo>
                  <a:lnTo>
                    <a:pt x="7605" y="2825"/>
                  </a:lnTo>
                  <a:lnTo>
                    <a:pt x="7822" y="2983"/>
                  </a:lnTo>
                  <a:lnTo>
                    <a:pt x="8000" y="3181"/>
                  </a:lnTo>
                  <a:lnTo>
                    <a:pt x="8178" y="3378"/>
                  </a:lnTo>
                  <a:lnTo>
                    <a:pt x="8316" y="3615"/>
                  </a:lnTo>
                  <a:lnTo>
                    <a:pt x="8435" y="3872"/>
                  </a:lnTo>
                  <a:lnTo>
                    <a:pt x="8514" y="4129"/>
                  </a:lnTo>
                  <a:lnTo>
                    <a:pt x="8553" y="4386"/>
                  </a:lnTo>
                  <a:lnTo>
                    <a:pt x="8553" y="4642"/>
                  </a:lnTo>
                  <a:lnTo>
                    <a:pt x="8533" y="4899"/>
                  </a:lnTo>
                  <a:lnTo>
                    <a:pt x="8474" y="5156"/>
                  </a:lnTo>
                  <a:lnTo>
                    <a:pt x="8395" y="5413"/>
                  </a:lnTo>
                  <a:lnTo>
                    <a:pt x="8296" y="5650"/>
                  </a:lnTo>
                  <a:lnTo>
                    <a:pt x="8158" y="5867"/>
                  </a:lnTo>
                  <a:lnTo>
                    <a:pt x="8000" y="6084"/>
                  </a:lnTo>
                  <a:lnTo>
                    <a:pt x="7822" y="6282"/>
                  </a:lnTo>
                  <a:lnTo>
                    <a:pt x="7625" y="6459"/>
                  </a:lnTo>
                  <a:lnTo>
                    <a:pt x="7407" y="6598"/>
                  </a:lnTo>
                  <a:lnTo>
                    <a:pt x="7170" y="6716"/>
                  </a:lnTo>
                  <a:lnTo>
                    <a:pt x="6914" y="6815"/>
                  </a:lnTo>
                  <a:lnTo>
                    <a:pt x="6657" y="6874"/>
                  </a:lnTo>
                  <a:lnTo>
                    <a:pt x="6380" y="6914"/>
                  </a:lnTo>
                  <a:lnTo>
                    <a:pt x="6104" y="6934"/>
                  </a:lnTo>
                  <a:lnTo>
                    <a:pt x="5808" y="6953"/>
                  </a:lnTo>
                  <a:lnTo>
                    <a:pt x="5531" y="6953"/>
                  </a:lnTo>
                  <a:lnTo>
                    <a:pt x="5235" y="6934"/>
                  </a:lnTo>
                  <a:lnTo>
                    <a:pt x="4938" y="6894"/>
                  </a:lnTo>
                  <a:lnTo>
                    <a:pt x="4642" y="6835"/>
                  </a:lnTo>
                  <a:lnTo>
                    <a:pt x="4346" y="6776"/>
                  </a:lnTo>
                  <a:lnTo>
                    <a:pt x="4050" y="6697"/>
                  </a:lnTo>
                  <a:lnTo>
                    <a:pt x="3753" y="6598"/>
                  </a:lnTo>
                  <a:lnTo>
                    <a:pt x="3477" y="6479"/>
                  </a:lnTo>
                  <a:lnTo>
                    <a:pt x="3220" y="6341"/>
                  </a:lnTo>
                  <a:lnTo>
                    <a:pt x="2943" y="6203"/>
                  </a:lnTo>
                  <a:lnTo>
                    <a:pt x="2706" y="6045"/>
                  </a:lnTo>
                  <a:lnTo>
                    <a:pt x="2469" y="5867"/>
                  </a:lnTo>
                  <a:lnTo>
                    <a:pt x="2252" y="5669"/>
                  </a:lnTo>
                  <a:lnTo>
                    <a:pt x="1837" y="5255"/>
                  </a:lnTo>
                  <a:lnTo>
                    <a:pt x="1462" y="4820"/>
                  </a:lnTo>
                  <a:lnTo>
                    <a:pt x="1126" y="4386"/>
                  </a:lnTo>
                  <a:lnTo>
                    <a:pt x="830" y="3971"/>
                  </a:lnTo>
                  <a:lnTo>
                    <a:pt x="692" y="3753"/>
                  </a:lnTo>
                  <a:lnTo>
                    <a:pt x="593" y="3536"/>
                  </a:lnTo>
                  <a:lnTo>
                    <a:pt x="494" y="3319"/>
                  </a:lnTo>
                  <a:lnTo>
                    <a:pt x="415" y="3102"/>
                  </a:lnTo>
                  <a:lnTo>
                    <a:pt x="356" y="2904"/>
                  </a:lnTo>
                  <a:lnTo>
                    <a:pt x="336" y="2687"/>
                  </a:lnTo>
                  <a:lnTo>
                    <a:pt x="316" y="2489"/>
                  </a:lnTo>
                  <a:lnTo>
                    <a:pt x="336" y="2272"/>
                  </a:lnTo>
                  <a:lnTo>
                    <a:pt x="356" y="2075"/>
                  </a:lnTo>
                  <a:lnTo>
                    <a:pt x="415" y="1897"/>
                  </a:lnTo>
                  <a:lnTo>
                    <a:pt x="474" y="1719"/>
                  </a:lnTo>
                  <a:lnTo>
                    <a:pt x="534" y="1541"/>
                  </a:lnTo>
                  <a:lnTo>
                    <a:pt x="613" y="1383"/>
                  </a:lnTo>
                  <a:lnTo>
                    <a:pt x="711" y="1225"/>
                  </a:lnTo>
                  <a:lnTo>
                    <a:pt x="810" y="1087"/>
                  </a:lnTo>
                  <a:lnTo>
                    <a:pt x="929" y="968"/>
                  </a:lnTo>
                  <a:lnTo>
                    <a:pt x="1067" y="850"/>
                  </a:lnTo>
                  <a:lnTo>
                    <a:pt x="1205" y="731"/>
                  </a:lnTo>
                  <a:lnTo>
                    <a:pt x="1363" y="652"/>
                  </a:lnTo>
                  <a:lnTo>
                    <a:pt x="1521" y="573"/>
                  </a:lnTo>
                  <a:lnTo>
                    <a:pt x="1699" y="514"/>
                  </a:lnTo>
                  <a:lnTo>
                    <a:pt x="1877" y="455"/>
                  </a:lnTo>
                  <a:lnTo>
                    <a:pt x="2074" y="435"/>
                  </a:lnTo>
                  <a:lnTo>
                    <a:pt x="2272" y="415"/>
                  </a:lnTo>
                  <a:lnTo>
                    <a:pt x="2706" y="415"/>
                  </a:lnTo>
                  <a:lnTo>
                    <a:pt x="3141" y="455"/>
                  </a:lnTo>
                  <a:lnTo>
                    <a:pt x="3595" y="514"/>
                  </a:lnTo>
                  <a:lnTo>
                    <a:pt x="3990" y="573"/>
                  </a:lnTo>
                  <a:lnTo>
                    <a:pt x="4366" y="652"/>
                  </a:lnTo>
                  <a:lnTo>
                    <a:pt x="4662" y="731"/>
                  </a:lnTo>
                  <a:lnTo>
                    <a:pt x="4879" y="810"/>
                  </a:lnTo>
                  <a:lnTo>
                    <a:pt x="4978" y="870"/>
                  </a:lnTo>
                  <a:lnTo>
                    <a:pt x="4978" y="870"/>
                  </a:lnTo>
                  <a:lnTo>
                    <a:pt x="4899" y="376"/>
                  </a:lnTo>
                  <a:lnTo>
                    <a:pt x="4642" y="317"/>
                  </a:lnTo>
                  <a:lnTo>
                    <a:pt x="3990" y="178"/>
                  </a:lnTo>
                  <a:lnTo>
                    <a:pt x="3200" y="60"/>
                  </a:lnTo>
                  <a:lnTo>
                    <a:pt x="284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9" name="Google Shape;8869;p34"/>
            <p:cNvSpPr/>
            <p:nvPr/>
          </p:nvSpPr>
          <p:spPr>
            <a:xfrm>
              <a:off x="8802808" y="592413"/>
              <a:ext cx="362967" cy="286136"/>
            </a:xfrm>
            <a:custGeom>
              <a:rect b="b" l="l" r="r" t="t"/>
              <a:pathLst>
                <a:path extrusionOk="0" h="7724" w="9798">
                  <a:moveTo>
                    <a:pt x="5472" y="0"/>
                  </a:moveTo>
                  <a:lnTo>
                    <a:pt x="5215" y="20"/>
                  </a:lnTo>
                  <a:lnTo>
                    <a:pt x="4919" y="20"/>
                  </a:lnTo>
                  <a:lnTo>
                    <a:pt x="4623" y="60"/>
                  </a:lnTo>
                  <a:lnTo>
                    <a:pt x="4010" y="158"/>
                  </a:lnTo>
                  <a:lnTo>
                    <a:pt x="3378" y="297"/>
                  </a:lnTo>
                  <a:lnTo>
                    <a:pt x="2766" y="474"/>
                  </a:lnTo>
                  <a:lnTo>
                    <a:pt x="2193" y="672"/>
                  </a:lnTo>
                  <a:lnTo>
                    <a:pt x="1679" y="870"/>
                  </a:lnTo>
                  <a:lnTo>
                    <a:pt x="1245" y="1087"/>
                  </a:lnTo>
                  <a:lnTo>
                    <a:pt x="1067" y="1205"/>
                  </a:lnTo>
                  <a:lnTo>
                    <a:pt x="889" y="1324"/>
                  </a:lnTo>
                  <a:lnTo>
                    <a:pt x="731" y="1462"/>
                  </a:lnTo>
                  <a:lnTo>
                    <a:pt x="573" y="1600"/>
                  </a:lnTo>
                  <a:lnTo>
                    <a:pt x="435" y="1758"/>
                  </a:lnTo>
                  <a:lnTo>
                    <a:pt x="317" y="1916"/>
                  </a:lnTo>
                  <a:lnTo>
                    <a:pt x="218" y="2094"/>
                  </a:lnTo>
                  <a:lnTo>
                    <a:pt x="139" y="2252"/>
                  </a:lnTo>
                  <a:lnTo>
                    <a:pt x="60" y="2430"/>
                  </a:lnTo>
                  <a:lnTo>
                    <a:pt x="20" y="2627"/>
                  </a:lnTo>
                  <a:lnTo>
                    <a:pt x="1" y="2805"/>
                  </a:lnTo>
                  <a:lnTo>
                    <a:pt x="1" y="3003"/>
                  </a:lnTo>
                  <a:lnTo>
                    <a:pt x="20" y="3200"/>
                  </a:lnTo>
                  <a:lnTo>
                    <a:pt x="60" y="3378"/>
                  </a:lnTo>
                  <a:lnTo>
                    <a:pt x="139" y="3576"/>
                  </a:lnTo>
                  <a:lnTo>
                    <a:pt x="238" y="3773"/>
                  </a:lnTo>
                  <a:lnTo>
                    <a:pt x="356" y="3951"/>
                  </a:lnTo>
                  <a:lnTo>
                    <a:pt x="475" y="4129"/>
                  </a:lnTo>
                  <a:lnTo>
                    <a:pt x="613" y="4287"/>
                  </a:lnTo>
                  <a:lnTo>
                    <a:pt x="751" y="4405"/>
                  </a:lnTo>
                  <a:lnTo>
                    <a:pt x="889" y="4543"/>
                  </a:lnTo>
                  <a:lnTo>
                    <a:pt x="1028" y="4642"/>
                  </a:lnTo>
                  <a:lnTo>
                    <a:pt x="1186" y="4721"/>
                  </a:lnTo>
                  <a:lnTo>
                    <a:pt x="1344" y="4800"/>
                  </a:lnTo>
                  <a:lnTo>
                    <a:pt x="1521" y="4859"/>
                  </a:lnTo>
                  <a:lnTo>
                    <a:pt x="1719" y="4899"/>
                  </a:lnTo>
                  <a:lnTo>
                    <a:pt x="1916" y="4919"/>
                  </a:lnTo>
                  <a:lnTo>
                    <a:pt x="2114" y="4938"/>
                  </a:lnTo>
                  <a:lnTo>
                    <a:pt x="2351" y="4919"/>
                  </a:lnTo>
                  <a:lnTo>
                    <a:pt x="2588" y="4899"/>
                  </a:lnTo>
                  <a:lnTo>
                    <a:pt x="2825" y="4859"/>
                  </a:lnTo>
                  <a:lnTo>
                    <a:pt x="3102" y="4820"/>
                  </a:lnTo>
                  <a:lnTo>
                    <a:pt x="3378" y="4761"/>
                  </a:lnTo>
                  <a:lnTo>
                    <a:pt x="3655" y="4721"/>
                  </a:lnTo>
                  <a:lnTo>
                    <a:pt x="4227" y="4682"/>
                  </a:lnTo>
                  <a:lnTo>
                    <a:pt x="5373" y="4642"/>
                  </a:lnTo>
                  <a:lnTo>
                    <a:pt x="5926" y="4603"/>
                  </a:lnTo>
                  <a:lnTo>
                    <a:pt x="6203" y="4563"/>
                  </a:lnTo>
                  <a:lnTo>
                    <a:pt x="6479" y="4504"/>
                  </a:lnTo>
                  <a:lnTo>
                    <a:pt x="6756" y="4425"/>
                  </a:lnTo>
                  <a:lnTo>
                    <a:pt x="7013" y="4326"/>
                  </a:lnTo>
                  <a:lnTo>
                    <a:pt x="7269" y="4188"/>
                  </a:lnTo>
                  <a:lnTo>
                    <a:pt x="7526" y="4030"/>
                  </a:lnTo>
                  <a:lnTo>
                    <a:pt x="7743" y="3852"/>
                  </a:lnTo>
                  <a:lnTo>
                    <a:pt x="7921" y="3674"/>
                  </a:lnTo>
                  <a:lnTo>
                    <a:pt x="8059" y="3477"/>
                  </a:lnTo>
                  <a:lnTo>
                    <a:pt x="8138" y="3299"/>
                  </a:lnTo>
                  <a:lnTo>
                    <a:pt x="8178" y="3082"/>
                  </a:lnTo>
                  <a:lnTo>
                    <a:pt x="8198" y="2884"/>
                  </a:lnTo>
                  <a:lnTo>
                    <a:pt x="8158" y="2687"/>
                  </a:lnTo>
                  <a:lnTo>
                    <a:pt x="8099" y="2489"/>
                  </a:lnTo>
                  <a:lnTo>
                    <a:pt x="8020" y="2272"/>
                  </a:lnTo>
                  <a:lnTo>
                    <a:pt x="7901" y="2074"/>
                  </a:lnTo>
                  <a:lnTo>
                    <a:pt x="7763" y="1877"/>
                  </a:lnTo>
                  <a:lnTo>
                    <a:pt x="7585" y="1699"/>
                  </a:lnTo>
                  <a:lnTo>
                    <a:pt x="7408" y="1521"/>
                  </a:lnTo>
                  <a:lnTo>
                    <a:pt x="7210" y="1344"/>
                  </a:lnTo>
                  <a:lnTo>
                    <a:pt x="7013" y="1166"/>
                  </a:lnTo>
                  <a:lnTo>
                    <a:pt x="6775" y="1028"/>
                  </a:lnTo>
                  <a:lnTo>
                    <a:pt x="6558" y="889"/>
                  </a:lnTo>
                  <a:lnTo>
                    <a:pt x="6301" y="771"/>
                  </a:lnTo>
                  <a:lnTo>
                    <a:pt x="6064" y="692"/>
                  </a:lnTo>
                  <a:lnTo>
                    <a:pt x="5808" y="633"/>
                  </a:lnTo>
                  <a:lnTo>
                    <a:pt x="5531" y="593"/>
                  </a:lnTo>
                  <a:lnTo>
                    <a:pt x="5274" y="554"/>
                  </a:lnTo>
                  <a:lnTo>
                    <a:pt x="5018" y="554"/>
                  </a:lnTo>
                  <a:lnTo>
                    <a:pt x="4761" y="573"/>
                  </a:lnTo>
                  <a:lnTo>
                    <a:pt x="4504" y="613"/>
                  </a:lnTo>
                  <a:lnTo>
                    <a:pt x="4267" y="652"/>
                  </a:lnTo>
                  <a:lnTo>
                    <a:pt x="4030" y="712"/>
                  </a:lnTo>
                  <a:lnTo>
                    <a:pt x="3793" y="771"/>
                  </a:lnTo>
                  <a:lnTo>
                    <a:pt x="3576" y="850"/>
                  </a:lnTo>
                  <a:lnTo>
                    <a:pt x="3398" y="949"/>
                  </a:lnTo>
                  <a:lnTo>
                    <a:pt x="3220" y="1028"/>
                  </a:lnTo>
                  <a:lnTo>
                    <a:pt x="3062" y="1146"/>
                  </a:lnTo>
                  <a:lnTo>
                    <a:pt x="2766" y="1363"/>
                  </a:lnTo>
                  <a:lnTo>
                    <a:pt x="2509" y="1600"/>
                  </a:lnTo>
                  <a:lnTo>
                    <a:pt x="2272" y="1857"/>
                  </a:lnTo>
                  <a:lnTo>
                    <a:pt x="2173" y="1995"/>
                  </a:lnTo>
                  <a:lnTo>
                    <a:pt x="2094" y="2134"/>
                  </a:lnTo>
                  <a:lnTo>
                    <a:pt x="2035" y="2272"/>
                  </a:lnTo>
                  <a:lnTo>
                    <a:pt x="1976" y="2410"/>
                  </a:lnTo>
                  <a:lnTo>
                    <a:pt x="1956" y="2548"/>
                  </a:lnTo>
                  <a:lnTo>
                    <a:pt x="1956" y="2687"/>
                  </a:lnTo>
                  <a:lnTo>
                    <a:pt x="1976" y="2825"/>
                  </a:lnTo>
                  <a:lnTo>
                    <a:pt x="2015" y="2963"/>
                  </a:lnTo>
                  <a:lnTo>
                    <a:pt x="2094" y="3102"/>
                  </a:lnTo>
                  <a:lnTo>
                    <a:pt x="2213" y="3220"/>
                  </a:lnTo>
                  <a:lnTo>
                    <a:pt x="2331" y="3358"/>
                  </a:lnTo>
                  <a:lnTo>
                    <a:pt x="2489" y="3457"/>
                  </a:lnTo>
                  <a:lnTo>
                    <a:pt x="2647" y="3556"/>
                  </a:lnTo>
                  <a:lnTo>
                    <a:pt x="2825" y="3615"/>
                  </a:lnTo>
                  <a:lnTo>
                    <a:pt x="3003" y="3674"/>
                  </a:lnTo>
                  <a:lnTo>
                    <a:pt x="3200" y="3734"/>
                  </a:lnTo>
                  <a:lnTo>
                    <a:pt x="3418" y="3753"/>
                  </a:lnTo>
                  <a:lnTo>
                    <a:pt x="3615" y="3773"/>
                  </a:lnTo>
                  <a:lnTo>
                    <a:pt x="4050" y="3773"/>
                  </a:lnTo>
                  <a:lnTo>
                    <a:pt x="4484" y="3714"/>
                  </a:lnTo>
                  <a:lnTo>
                    <a:pt x="4919" y="3635"/>
                  </a:lnTo>
                  <a:lnTo>
                    <a:pt x="5334" y="3497"/>
                  </a:lnTo>
                  <a:lnTo>
                    <a:pt x="5531" y="3418"/>
                  </a:lnTo>
                  <a:lnTo>
                    <a:pt x="5689" y="3299"/>
                  </a:lnTo>
                  <a:lnTo>
                    <a:pt x="5827" y="3181"/>
                  </a:lnTo>
                  <a:lnTo>
                    <a:pt x="5946" y="3062"/>
                  </a:lnTo>
                  <a:lnTo>
                    <a:pt x="6045" y="2924"/>
                  </a:lnTo>
                  <a:lnTo>
                    <a:pt x="6104" y="2766"/>
                  </a:lnTo>
                  <a:lnTo>
                    <a:pt x="6143" y="2608"/>
                  </a:lnTo>
                  <a:lnTo>
                    <a:pt x="6163" y="2450"/>
                  </a:lnTo>
                  <a:lnTo>
                    <a:pt x="6163" y="2311"/>
                  </a:lnTo>
                  <a:lnTo>
                    <a:pt x="6124" y="2153"/>
                  </a:lnTo>
                  <a:lnTo>
                    <a:pt x="6064" y="1995"/>
                  </a:lnTo>
                  <a:lnTo>
                    <a:pt x="5985" y="1857"/>
                  </a:lnTo>
                  <a:lnTo>
                    <a:pt x="5867" y="1739"/>
                  </a:lnTo>
                  <a:lnTo>
                    <a:pt x="5729" y="1620"/>
                  </a:lnTo>
                  <a:lnTo>
                    <a:pt x="5571" y="1521"/>
                  </a:lnTo>
                  <a:lnTo>
                    <a:pt x="5373" y="1442"/>
                  </a:lnTo>
                  <a:lnTo>
                    <a:pt x="5176" y="1383"/>
                  </a:lnTo>
                  <a:lnTo>
                    <a:pt x="4998" y="1344"/>
                  </a:lnTo>
                  <a:lnTo>
                    <a:pt x="4820" y="1344"/>
                  </a:lnTo>
                  <a:lnTo>
                    <a:pt x="4642" y="1363"/>
                  </a:lnTo>
                  <a:lnTo>
                    <a:pt x="4484" y="1383"/>
                  </a:lnTo>
                  <a:lnTo>
                    <a:pt x="4346" y="1423"/>
                  </a:lnTo>
                  <a:lnTo>
                    <a:pt x="4208" y="1482"/>
                  </a:lnTo>
                  <a:lnTo>
                    <a:pt x="4089" y="1561"/>
                  </a:lnTo>
                  <a:lnTo>
                    <a:pt x="3990" y="1640"/>
                  </a:lnTo>
                  <a:lnTo>
                    <a:pt x="3892" y="1719"/>
                  </a:lnTo>
                  <a:lnTo>
                    <a:pt x="3813" y="1818"/>
                  </a:lnTo>
                  <a:lnTo>
                    <a:pt x="3753" y="1916"/>
                  </a:lnTo>
                  <a:lnTo>
                    <a:pt x="3714" y="2015"/>
                  </a:lnTo>
                  <a:lnTo>
                    <a:pt x="3694" y="2114"/>
                  </a:lnTo>
                  <a:lnTo>
                    <a:pt x="3694" y="2193"/>
                  </a:lnTo>
                  <a:lnTo>
                    <a:pt x="3714" y="2292"/>
                  </a:lnTo>
                  <a:lnTo>
                    <a:pt x="3753" y="2371"/>
                  </a:lnTo>
                  <a:lnTo>
                    <a:pt x="3793" y="2430"/>
                  </a:lnTo>
                  <a:lnTo>
                    <a:pt x="3832" y="2469"/>
                  </a:lnTo>
                  <a:lnTo>
                    <a:pt x="3892" y="2509"/>
                  </a:lnTo>
                  <a:lnTo>
                    <a:pt x="4010" y="2568"/>
                  </a:lnTo>
                  <a:lnTo>
                    <a:pt x="4148" y="2588"/>
                  </a:lnTo>
                  <a:lnTo>
                    <a:pt x="4267" y="2568"/>
                  </a:lnTo>
                  <a:lnTo>
                    <a:pt x="4366" y="2568"/>
                  </a:lnTo>
                  <a:lnTo>
                    <a:pt x="4464" y="2529"/>
                  </a:lnTo>
                  <a:lnTo>
                    <a:pt x="4583" y="2410"/>
                  </a:lnTo>
                  <a:lnTo>
                    <a:pt x="4524" y="2390"/>
                  </a:lnTo>
                  <a:lnTo>
                    <a:pt x="4464" y="2351"/>
                  </a:lnTo>
                  <a:lnTo>
                    <a:pt x="4405" y="2311"/>
                  </a:lnTo>
                  <a:lnTo>
                    <a:pt x="4346" y="2232"/>
                  </a:lnTo>
                  <a:lnTo>
                    <a:pt x="4306" y="2134"/>
                  </a:lnTo>
                  <a:lnTo>
                    <a:pt x="4287" y="2015"/>
                  </a:lnTo>
                  <a:lnTo>
                    <a:pt x="4306" y="1837"/>
                  </a:lnTo>
                  <a:lnTo>
                    <a:pt x="4346" y="1758"/>
                  </a:lnTo>
                  <a:lnTo>
                    <a:pt x="4385" y="1699"/>
                  </a:lnTo>
                  <a:lnTo>
                    <a:pt x="4445" y="1660"/>
                  </a:lnTo>
                  <a:lnTo>
                    <a:pt x="4524" y="1620"/>
                  </a:lnTo>
                  <a:lnTo>
                    <a:pt x="4603" y="1600"/>
                  </a:lnTo>
                  <a:lnTo>
                    <a:pt x="4682" y="1600"/>
                  </a:lnTo>
                  <a:lnTo>
                    <a:pt x="4879" y="1640"/>
                  </a:lnTo>
                  <a:lnTo>
                    <a:pt x="5077" y="1699"/>
                  </a:lnTo>
                  <a:lnTo>
                    <a:pt x="5274" y="1798"/>
                  </a:lnTo>
                  <a:lnTo>
                    <a:pt x="5472" y="1916"/>
                  </a:lnTo>
                  <a:lnTo>
                    <a:pt x="5650" y="2055"/>
                  </a:lnTo>
                  <a:lnTo>
                    <a:pt x="5709" y="2134"/>
                  </a:lnTo>
                  <a:lnTo>
                    <a:pt x="5768" y="2213"/>
                  </a:lnTo>
                  <a:lnTo>
                    <a:pt x="5788" y="2272"/>
                  </a:lnTo>
                  <a:lnTo>
                    <a:pt x="5808" y="2351"/>
                  </a:lnTo>
                  <a:lnTo>
                    <a:pt x="5827" y="2430"/>
                  </a:lnTo>
                  <a:lnTo>
                    <a:pt x="5808" y="2509"/>
                  </a:lnTo>
                  <a:lnTo>
                    <a:pt x="5788" y="2568"/>
                  </a:lnTo>
                  <a:lnTo>
                    <a:pt x="5768" y="2647"/>
                  </a:lnTo>
                  <a:lnTo>
                    <a:pt x="5650" y="2805"/>
                  </a:lnTo>
                  <a:lnTo>
                    <a:pt x="5492" y="2944"/>
                  </a:lnTo>
                  <a:lnTo>
                    <a:pt x="5274" y="3082"/>
                  </a:lnTo>
                  <a:lnTo>
                    <a:pt x="5018" y="3220"/>
                  </a:lnTo>
                  <a:lnTo>
                    <a:pt x="4860" y="3279"/>
                  </a:lnTo>
                  <a:lnTo>
                    <a:pt x="4702" y="3339"/>
                  </a:lnTo>
                  <a:lnTo>
                    <a:pt x="4346" y="3418"/>
                  </a:lnTo>
                  <a:lnTo>
                    <a:pt x="3971" y="3457"/>
                  </a:lnTo>
                  <a:lnTo>
                    <a:pt x="3595" y="3477"/>
                  </a:lnTo>
                  <a:lnTo>
                    <a:pt x="3398" y="3457"/>
                  </a:lnTo>
                  <a:lnTo>
                    <a:pt x="3220" y="3437"/>
                  </a:lnTo>
                  <a:lnTo>
                    <a:pt x="3062" y="3398"/>
                  </a:lnTo>
                  <a:lnTo>
                    <a:pt x="2904" y="3358"/>
                  </a:lnTo>
                  <a:lnTo>
                    <a:pt x="2746" y="3299"/>
                  </a:lnTo>
                  <a:lnTo>
                    <a:pt x="2628" y="3220"/>
                  </a:lnTo>
                  <a:lnTo>
                    <a:pt x="2509" y="3141"/>
                  </a:lnTo>
                  <a:lnTo>
                    <a:pt x="2430" y="3042"/>
                  </a:lnTo>
                  <a:lnTo>
                    <a:pt x="2351" y="2924"/>
                  </a:lnTo>
                  <a:lnTo>
                    <a:pt x="2312" y="2825"/>
                  </a:lnTo>
                  <a:lnTo>
                    <a:pt x="2292" y="2706"/>
                  </a:lnTo>
                  <a:lnTo>
                    <a:pt x="2292" y="2608"/>
                  </a:lnTo>
                  <a:lnTo>
                    <a:pt x="2331" y="2489"/>
                  </a:lnTo>
                  <a:lnTo>
                    <a:pt x="2371" y="2371"/>
                  </a:lnTo>
                  <a:lnTo>
                    <a:pt x="2430" y="2272"/>
                  </a:lnTo>
                  <a:lnTo>
                    <a:pt x="2509" y="2153"/>
                  </a:lnTo>
                  <a:lnTo>
                    <a:pt x="2726" y="1916"/>
                  </a:lnTo>
                  <a:lnTo>
                    <a:pt x="2983" y="1699"/>
                  </a:lnTo>
                  <a:lnTo>
                    <a:pt x="3279" y="1482"/>
                  </a:lnTo>
                  <a:lnTo>
                    <a:pt x="3635" y="1265"/>
                  </a:lnTo>
                  <a:lnTo>
                    <a:pt x="3813" y="1146"/>
                  </a:lnTo>
                  <a:lnTo>
                    <a:pt x="3990" y="1067"/>
                  </a:lnTo>
                  <a:lnTo>
                    <a:pt x="4168" y="988"/>
                  </a:lnTo>
                  <a:lnTo>
                    <a:pt x="4346" y="929"/>
                  </a:lnTo>
                  <a:lnTo>
                    <a:pt x="4543" y="889"/>
                  </a:lnTo>
                  <a:lnTo>
                    <a:pt x="4721" y="850"/>
                  </a:lnTo>
                  <a:lnTo>
                    <a:pt x="4899" y="830"/>
                  </a:lnTo>
                  <a:lnTo>
                    <a:pt x="5097" y="830"/>
                  </a:lnTo>
                  <a:lnTo>
                    <a:pt x="5274" y="850"/>
                  </a:lnTo>
                  <a:lnTo>
                    <a:pt x="5472" y="870"/>
                  </a:lnTo>
                  <a:lnTo>
                    <a:pt x="5669" y="909"/>
                  </a:lnTo>
                  <a:lnTo>
                    <a:pt x="5867" y="968"/>
                  </a:lnTo>
                  <a:lnTo>
                    <a:pt x="6064" y="1047"/>
                  </a:lnTo>
                  <a:lnTo>
                    <a:pt x="6262" y="1126"/>
                  </a:lnTo>
                  <a:lnTo>
                    <a:pt x="6459" y="1225"/>
                  </a:lnTo>
                  <a:lnTo>
                    <a:pt x="6657" y="1344"/>
                  </a:lnTo>
                  <a:lnTo>
                    <a:pt x="7032" y="1600"/>
                  </a:lnTo>
                  <a:lnTo>
                    <a:pt x="7190" y="1739"/>
                  </a:lnTo>
                  <a:lnTo>
                    <a:pt x="7329" y="1857"/>
                  </a:lnTo>
                  <a:lnTo>
                    <a:pt x="7447" y="1995"/>
                  </a:lnTo>
                  <a:lnTo>
                    <a:pt x="7546" y="2114"/>
                  </a:lnTo>
                  <a:lnTo>
                    <a:pt x="7645" y="2252"/>
                  </a:lnTo>
                  <a:lnTo>
                    <a:pt x="7704" y="2371"/>
                  </a:lnTo>
                  <a:lnTo>
                    <a:pt x="7763" y="2509"/>
                  </a:lnTo>
                  <a:lnTo>
                    <a:pt x="7803" y="2627"/>
                  </a:lnTo>
                  <a:lnTo>
                    <a:pt x="7822" y="2766"/>
                  </a:lnTo>
                  <a:lnTo>
                    <a:pt x="7822" y="2884"/>
                  </a:lnTo>
                  <a:lnTo>
                    <a:pt x="7803" y="3003"/>
                  </a:lnTo>
                  <a:lnTo>
                    <a:pt x="7763" y="3141"/>
                  </a:lnTo>
                  <a:lnTo>
                    <a:pt x="7704" y="3260"/>
                  </a:lnTo>
                  <a:lnTo>
                    <a:pt x="7645" y="3378"/>
                  </a:lnTo>
                  <a:lnTo>
                    <a:pt x="7546" y="3497"/>
                  </a:lnTo>
                  <a:lnTo>
                    <a:pt x="7447" y="3595"/>
                  </a:lnTo>
                  <a:lnTo>
                    <a:pt x="7329" y="3694"/>
                  </a:lnTo>
                  <a:lnTo>
                    <a:pt x="7190" y="3773"/>
                  </a:lnTo>
                  <a:lnTo>
                    <a:pt x="6914" y="3911"/>
                  </a:lnTo>
                  <a:lnTo>
                    <a:pt x="6598" y="4030"/>
                  </a:lnTo>
                  <a:lnTo>
                    <a:pt x="6262" y="4109"/>
                  </a:lnTo>
                  <a:lnTo>
                    <a:pt x="5926" y="4168"/>
                  </a:lnTo>
                  <a:lnTo>
                    <a:pt x="5610" y="4188"/>
                  </a:lnTo>
                  <a:lnTo>
                    <a:pt x="5294" y="4168"/>
                  </a:lnTo>
                  <a:lnTo>
                    <a:pt x="4958" y="4168"/>
                  </a:lnTo>
                  <a:lnTo>
                    <a:pt x="4563" y="4188"/>
                  </a:lnTo>
                  <a:lnTo>
                    <a:pt x="4129" y="4227"/>
                  </a:lnTo>
                  <a:lnTo>
                    <a:pt x="3674" y="4287"/>
                  </a:lnTo>
                  <a:lnTo>
                    <a:pt x="2786" y="4385"/>
                  </a:lnTo>
                  <a:lnTo>
                    <a:pt x="2410" y="4425"/>
                  </a:lnTo>
                  <a:lnTo>
                    <a:pt x="2094" y="4425"/>
                  </a:lnTo>
                  <a:lnTo>
                    <a:pt x="1837" y="4405"/>
                  </a:lnTo>
                  <a:lnTo>
                    <a:pt x="1581" y="4366"/>
                  </a:lnTo>
                  <a:lnTo>
                    <a:pt x="1324" y="4306"/>
                  </a:lnTo>
                  <a:lnTo>
                    <a:pt x="1087" y="4188"/>
                  </a:lnTo>
                  <a:lnTo>
                    <a:pt x="988" y="4129"/>
                  </a:lnTo>
                  <a:lnTo>
                    <a:pt x="870" y="4050"/>
                  </a:lnTo>
                  <a:lnTo>
                    <a:pt x="771" y="3951"/>
                  </a:lnTo>
                  <a:lnTo>
                    <a:pt x="692" y="3852"/>
                  </a:lnTo>
                  <a:lnTo>
                    <a:pt x="613" y="3734"/>
                  </a:lnTo>
                  <a:lnTo>
                    <a:pt x="534" y="3595"/>
                  </a:lnTo>
                  <a:lnTo>
                    <a:pt x="455" y="3437"/>
                  </a:lnTo>
                  <a:lnTo>
                    <a:pt x="415" y="3279"/>
                  </a:lnTo>
                  <a:lnTo>
                    <a:pt x="376" y="3102"/>
                  </a:lnTo>
                  <a:lnTo>
                    <a:pt x="356" y="2924"/>
                  </a:lnTo>
                  <a:lnTo>
                    <a:pt x="356" y="2746"/>
                  </a:lnTo>
                  <a:lnTo>
                    <a:pt x="396" y="2588"/>
                  </a:lnTo>
                  <a:lnTo>
                    <a:pt x="455" y="2430"/>
                  </a:lnTo>
                  <a:lnTo>
                    <a:pt x="514" y="2272"/>
                  </a:lnTo>
                  <a:lnTo>
                    <a:pt x="593" y="2114"/>
                  </a:lnTo>
                  <a:lnTo>
                    <a:pt x="692" y="1976"/>
                  </a:lnTo>
                  <a:lnTo>
                    <a:pt x="889" y="1719"/>
                  </a:lnTo>
                  <a:lnTo>
                    <a:pt x="1107" y="1502"/>
                  </a:lnTo>
                  <a:lnTo>
                    <a:pt x="1324" y="1324"/>
                  </a:lnTo>
                  <a:lnTo>
                    <a:pt x="1521" y="1205"/>
                  </a:lnTo>
                  <a:lnTo>
                    <a:pt x="1758" y="1107"/>
                  </a:lnTo>
                  <a:lnTo>
                    <a:pt x="2074" y="1008"/>
                  </a:lnTo>
                  <a:lnTo>
                    <a:pt x="2450" y="889"/>
                  </a:lnTo>
                  <a:lnTo>
                    <a:pt x="2884" y="791"/>
                  </a:lnTo>
                  <a:lnTo>
                    <a:pt x="3793" y="573"/>
                  </a:lnTo>
                  <a:lnTo>
                    <a:pt x="4603" y="415"/>
                  </a:lnTo>
                  <a:lnTo>
                    <a:pt x="4978" y="376"/>
                  </a:lnTo>
                  <a:lnTo>
                    <a:pt x="5334" y="356"/>
                  </a:lnTo>
                  <a:lnTo>
                    <a:pt x="5709" y="376"/>
                  </a:lnTo>
                  <a:lnTo>
                    <a:pt x="6045" y="415"/>
                  </a:lnTo>
                  <a:lnTo>
                    <a:pt x="6380" y="474"/>
                  </a:lnTo>
                  <a:lnTo>
                    <a:pt x="6677" y="573"/>
                  </a:lnTo>
                  <a:lnTo>
                    <a:pt x="6933" y="672"/>
                  </a:lnTo>
                  <a:lnTo>
                    <a:pt x="7171" y="771"/>
                  </a:lnTo>
                  <a:lnTo>
                    <a:pt x="7388" y="909"/>
                  </a:lnTo>
                  <a:lnTo>
                    <a:pt x="7664" y="1107"/>
                  </a:lnTo>
                  <a:lnTo>
                    <a:pt x="7961" y="1344"/>
                  </a:lnTo>
                  <a:lnTo>
                    <a:pt x="8257" y="1600"/>
                  </a:lnTo>
                  <a:lnTo>
                    <a:pt x="8553" y="1897"/>
                  </a:lnTo>
                  <a:lnTo>
                    <a:pt x="8810" y="2173"/>
                  </a:lnTo>
                  <a:lnTo>
                    <a:pt x="9047" y="2450"/>
                  </a:lnTo>
                  <a:lnTo>
                    <a:pt x="9205" y="2687"/>
                  </a:lnTo>
                  <a:lnTo>
                    <a:pt x="9323" y="2924"/>
                  </a:lnTo>
                  <a:lnTo>
                    <a:pt x="9383" y="3141"/>
                  </a:lnTo>
                  <a:lnTo>
                    <a:pt x="9402" y="3358"/>
                  </a:lnTo>
                  <a:lnTo>
                    <a:pt x="9383" y="3556"/>
                  </a:lnTo>
                  <a:lnTo>
                    <a:pt x="9323" y="3753"/>
                  </a:lnTo>
                  <a:lnTo>
                    <a:pt x="9244" y="3931"/>
                  </a:lnTo>
                  <a:lnTo>
                    <a:pt x="9126" y="4089"/>
                  </a:lnTo>
                  <a:lnTo>
                    <a:pt x="8988" y="4227"/>
                  </a:lnTo>
                  <a:lnTo>
                    <a:pt x="8790" y="4346"/>
                  </a:lnTo>
                  <a:lnTo>
                    <a:pt x="8573" y="4445"/>
                  </a:lnTo>
                  <a:lnTo>
                    <a:pt x="8316" y="4543"/>
                  </a:lnTo>
                  <a:lnTo>
                    <a:pt x="8040" y="4622"/>
                  </a:lnTo>
                  <a:lnTo>
                    <a:pt x="7743" y="4701"/>
                  </a:lnTo>
                  <a:lnTo>
                    <a:pt x="7427" y="4761"/>
                  </a:lnTo>
                  <a:lnTo>
                    <a:pt x="6795" y="4859"/>
                  </a:lnTo>
                  <a:lnTo>
                    <a:pt x="6440" y="4919"/>
                  </a:lnTo>
                  <a:lnTo>
                    <a:pt x="6045" y="4998"/>
                  </a:lnTo>
                  <a:lnTo>
                    <a:pt x="5630" y="5096"/>
                  </a:lnTo>
                  <a:lnTo>
                    <a:pt x="5195" y="5215"/>
                  </a:lnTo>
                  <a:lnTo>
                    <a:pt x="4761" y="5334"/>
                  </a:lnTo>
                  <a:lnTo>
                    <a:pt x="4346" y="5492"/>
                  </a:lnTo>
                  <a:lnTo>
                    <a:pt x="3951" y="5650"/>
                  </a:lnTo>
                  <a:lnTo>
                    <a:pt x="3595" y="5808"/>
                  </a:lnTo>
                  <a:lnTo>
                    <a:pt x="3279" y="6025"/>
                  </a:lnTo>
                  <a:lnTo>
                    <a:pt x="2983" y="6242"/>
                  </a:lnTo>
                  <a:lnTo>
                    <a:pt x="2726" y="6499"/>
                  </a:lnTo>
                  <a:lnTo>
                    <a:pt x="2489" y="6736"/>
                  </a:lnTo>
                  <a:lnTo>
                    <a:pt x="2312" y="6953"/>
                  </a:lnTo>
                  <a:lnTo>
                    <a:pt x="2173" y="7111"/>
                  </a:lnTo>
                  <a:lnTo>
                    <a:pt x="2055" y="7289"/>
                  </a:lnTo>
                  <a:lnTo>
                    <a:pt x="2193" y="7724"/>
                  </a:lnTo>
                  <a:lnTo>
                    <a:pt x="2371" y="7506"/>
                  </a:lnTo>
                  <a:lnTo>
                    <a:pt x="2588" y="7289"/>
                  </a:lnTo>
                  <a:lnTo>
                    <a:pt x="2884" y="6993"/>
                  </a:lnTo>
                  <a:lnTo>
                    <a:pt x="3240" y="6677"/>
                  </a:lnTo>
                  <a:lnTo>
                    <a:pt x="3635" y="6361"/>
                  </a:lnTo>
                  <a:lnTo>
                    <a:pt x="3852" y="6222"/>
                  </a:lnTo>
                  <a:lnTo>
                    <a:pt x="4069" y="6084"/>
                  </a:lnTo>
                  <a:lnTo>
                    <a:pt x="4306" y="5946"/>
                  </a:lnTo>
                  <a:lnTo>
                    <a:pt x="4563" y="5827"/>
                  </a:lnTo>
                  <a:lnTo>
                    <a:pt x="4800" y="5748"/>
                  </a:lnTo>
                  <a:lnTo>
                    <a:pt x="5037" y="5650"/>
                  </a:lnTo>
                  <a:lnTo>
                    <a:pt x="5274" y="5590"/>
                  </a:lnTo>
                  <a:lnTo>
                    <a:pt x="5511" y="5531"/>
                  </a:lnTo>
                  <a:lnTo>
                    <a:pt x="5966" y="5472"/>
                  </a:lnTo>
                  <a:lnTo>
                    <a:pt x="6420" y="5413"/>
                  </a:lnTo>
                  <a:lnTo>
                    <a:pt x="7250" y="5353"/>
                  </a:lnTo>
                  <a:lnTo>
                    <a:pt x="7625" y="5294"/>
                  </a:lnTo>
                  <a:lnTo>
                    <a:pt x="8000" y="5215"/>
                  </a:lnTo>
                  <a:lnTo>
                    <a:pt x="8356" y="5096"/>
                  </a:lnTo>
                  <a:lnTo>
                    <a:pt x="8711" y="4919"/>
                  </a:lnTo>
                  <a:lnTo>
                    <a:pt x="8869" y="4820"/>
                  </a:lnTo>
                  <a:lnTo>
                    <a:pt x="9027" y="4721"/>
                  </a:lnTo>
                  <a:lnTo>
                    <a:pt x="9165" y="4603"/>
                  </a:lnTo>
                  <a:lnTo>
                    <a:pt x="9304" y="4464"/>
                  </a:lnTo>
                  <a:lnTo>
                    <a:pt x="9442" y="4306"/>
                  </a:lnTo>
                  <a:lnTo>
                    <a:pt x="9541" y="4148"/>
                  </a:lnTo>
                  <a:lnTo>
                    <a:pt x="9640" y="3971"/>
                  </a:lnTo>
                  <a:lnTo>
                    <a:pt x="9699" y="3793"/>
                  </a:lnTo>
                  <a:lnTo>
                    <a:pt x="9758" y="3576"/>
                  </a:lnTo>
                  <a:lnTo>
                    <a:pt x="9778" y="3358"/>
                  </a:lnTo>
                  <a:lnTo>
                    <a:pt x="9798" y="3121"/>
                  </a:lnTo>
                  <a:lnTo>
                    <a:pt x="9778" y="2865"/>
                  </a:lnTo>
                  <a:lnTo>
                    <a:pt x="9738" y="2726"/>
                  </a:lnTo>
                  <a:lnTo>
                    <a:pt x="9719" y="2608"/>
                  </a:lnTo>
                  <a:lnTo>
                    <a:pt x="9600" y="2351"/>
                  </a:lnTo>
                  <a:lnTo>
                    <a:pt x="9442" y="2094"/>
                  </a:lnTo>
                  <a:lnTo>
                    <a:pt x="9244" y="1837"/>
                  </a:lnTo>
                  <a:lnTo>
                    <a:pt x="9027" y="1600"/>
                  </a:lnTo>
                  <a:lnTo>
                    <a:pt x="8751" y="1383"/>
                  </a:lnTo>
                  <a:lnTo>
                    <a:pt x="8474" y="1166"/>
                  </a:lnTo>
                  <a:lnTo>
                    <a:pt x="8178" y="968"/>
                  </a:lnTo>
                  <a:lnTo>
                    <a:pt x="7862" y="771"/>
                  </a:lnTo>
                  <a:lnTo>
                    <a:pt x="7546" y="613"/>
                  </a:lnTo>
                  <a:lnTo>
                    <a:pt x="7210" y="455"/>
                  </a:lnTo>
                  <a:lnTo>
                    <a:pt x="6894" y="316"/>
                  </a:lnTo>
                  <a:lnTo>
                    <a:pt x="6578" y="218"/>
                  </a:lnTo>
                  <a:lnTo>
                    <a:pt x="6282" y="119"/>
                  </a:lnTo>
                  <a:lnTo>
                    <a:pt x="6005" y="60"/>
                  </a:lnTo>
                  <a:lnTo>
                    <a:pt x="5729" y="20"/>
                  </a:lnTo>
                  <a:lnTo>
                    <a:pt x="54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0" name="Google Shape;8870;p34"/>
            <p:cNvSpPr/>
            <p:nvPr/>
          </p:nvSpPr>
          <p:spPr>
            <a:xfrm>
              <a:off x="9134998" y="994141"/>
              <a:ext cx="333701" cy="342481"/>
            </a:xfrm>
            <a:custGeom>
              <a:rect b="b" l="l" r="r" t="t"/>
              <a:pathLst>
                <a:path extrusionOk="0" h="9245" w="9008">
                  <a:moveTo>
                    <a:pt x="5038" y="0"/>
                  </a:moveTo>
                  <a:lnTo>
                    <a:pt x="4722" y="60"/>
                  </a:lnTo>
                  <a:lnTo>
                    <a:pt x="4425" y="158"/>
                  </a:lnTo>
                  <a:lnTo>
                    <a:pt x="4307" y="198"/>
                  </a:lnTo>
                  <a:lnTo>
                    <a:pt x="4188" y="277"/>
                  </a:lnTo>
                  <a:lnTo>
                    <a:pt x="3971" y="435"/>
                  </a:lnTo>
                  <a:lnTo>
                    <a:pt x="3774" y="613"/>
                  </a:lnTo>
                  <a:lnTo>
                    <a:pt x="3576" y="810"/>
                  </a:lnTo>
                  <a:lnTo>
                    <a:pt x="3398" y="1047"/>
                  </a:lnTo>
                  <a:lnTo>
                    <a:pt x="3240" y="1284"/>
                  </a:lnTo>
                  <a:lnTo>
                    <a:pt x="3082" y="1521"/>
                  </a:lnTo>
                  <a:lnTo>
                    <a:pt x="2944" y="1778"/>
                  </a:lnTo>
                  <a:lnTo>
                    <a:pt x="2806" y="2035"/>
                  </a:lnTo>
                  <a:lnTo>
                    <a:pt x="2569" y="2568"/>
                  </a:lnTo>
                  <a:lnTo>
                    <a:pt x="2371" y="3062"/>
                  </a:lnTo>
                  <a:lnTo>
                    <a:pt x="2233" y="3516"/>
                  </a:lnTo>
                  <a:lnTo>
                    <a:pt x="2114" y="3892"/>
                  </a:lnTo>
                  <a:lnTo>
                    <a:pt x="2055" y="4069"/>
                  </a:lnTo>
                  <a:lnTo>
                    <a:pt x="1956" y="4267"/>
                  </a:lnTo>
                  <a:lnTo>
                    <a:pt x="1818" y="4464"/>
                  </a:lnTo>
                  <a:lnTo>
                    <a:pt x="1680" y="4682"/>
                  </a:lnTo>
                  <a:lnTo>
                    <a:pt x="1324" y="5136"/>
                  </a:lnTo>
                  <a:lnTo>
                    <a:pt x="949" y="5610"/>
                  </a:lnTo>
                  <a:lnTo>
                    <a:pt x="594" y="6084"/>
                  </a:lnTo>
                  <a:lnTo>
                    <a:pt x="435" y="6321"/>
                  </a:lnTo>
                  <a:lnTo>
                    <a:pt x="277" y="6558"/>
                  </a:lnTo>
                  <a:lnTo>
                    <a:pt x="159" y="6795"/>
                  </a:lnTo>
                  <a:lnTo>
                    <a:pt x="80" y="7032"/>
                  </a:lnTo>
                  <a:lnTo>
                    <a:pt x="21" y="7249"/>
                  </a:lnTo>
                  <a:lnTo>
                    <a:pt x="1" y="7467"/>
                  </a:lnTo>
                  <a:lnTo>
                    <a:pt x="21" y="7664"/>
                  </a:lnTo>
                  <a:lnTo>
                    <a:pt x="60" y="7842"/>
                  </a:lnTo>
                  <a:lnTo>
                    <a:pt x="119" y="8020"/>
                  </a:lnTo>
                  <a:lnTo>
                    <a:pt x="179" y="8178"/>
                  </a:lnTo>
                  <a:lnTo>
                    <a:pt x="277" y="8336"/>
                  </a:lnTo>
                  <a:lnTo>
                    <a:pt x="396" y="8474"/>
                  </a:lnTo>
                  <a:lnTo>
                    <a:pt x="515" y="8593"/>
                  </a:lnTo>
                  <a:lnTo>
                    <a:pt x="673" y="8711"/>
                  </a:lnTo>
                  <a:lnTo>
                    <a:pt x="831" y="8810"/>
                  </a:lnTo>
                  <a:lnTo>
                    <a:pt x="1028" y="8889"/>
                  </a:lnTo>
                  <a:lnTo>
                    <a:pt x="1226" y="8988"/>
                  </a:lnTo>
                  <a:lnTo>
                    <a:pt x="1443" y="9047"/>
                  </a:lnTo>
                  <a:lnTo>
                    <a:pt x="1680" y="9106"/>
                  </a:lnTo>
                  <a:lnTo>
                    <a:pt x="1937" y="9165"/>
                  </a:lnTo>
                  <a:lnTo>
                    <a:pt x="2490" y="9225"/>
                  </a:lnTo>
                  <a:lnTo>
                    <a:pt x="2806" y="9244"/>
                  </a:lnTo>
                  <a:lnTo>
                    <a:pt x="3102" y="9225"/>
                  </a:lnTo>
                  <a:lnTo>
                    <a:pt x="3418" y="9165"/>
                  </a:lnTo>
                  <a:lnTo>
                    <a:pt x="3734" y="9086"/>
                  </a:lnTo>
                  <a:lnTo>
                    <a:pt x="4050" y="8988"/>
                  </a:lnTo>
                  <a:lnTo>
                    <a:pt x="4386" y="8849"/>
                  </a:lnTo>
                  <a:lnTo>
                    <a:pt x="4702" y="8691"/>
                  </a:lnTo>
                  <a:lnTo>
                    <a:pt x="4998" y="8514"/>
                  </a:lnTo>
                  <a:lnTo>
                    <a:pt x="5314" y="8296"/>
                  </a:lnTo>
                  <a:lnTo>
                    <a:pt x="5611" y="8079"/>
                  </a:lnTo>
                  <a:lnTo>
                    <a:pt x="5887" y="7842"/>
                  </a:lnTo>
                  <a:lnTo>
                    <a:pt x="6144" y="7585"/>
                  </a:lnTo>
                  <a:lnTo>
                    <a:pt x="6401" y="7328"/>
                  </a:lnTo>
                  <a:lnTo>
                    <a:pt x="6638" y="7032"/>
                  </a:lnTo>
                  <a:lnTo>
                    <a:pt x="6855" y="6756"/>
                  </a:lnTo>
                  <a:lnTo>
                    <a:pt x="7052" y="6459"/>
                  </a:lnTo>
                  <a:lnTo>
                    <a:pt x="7210" y="6143"/>
                  </a:lnTo>
                  <a:lnTo>
                    <a:pt x="7349" y="5847"/>
                  </a:lnTo>
                  <a:lnTo>
                    <a:pt x="7467" y="5551"/>
                  </a:lnTo>
                  <a:lnTo>
                    <a:pt x="7566" y="5274"/>
                  </a:lnTo>
                  <a:lnTo>
                    <a:pt x="7625" y="4978"/>
                  </a:lnTo>
                  <a:lnTo>
                    <a:pt x="7665" y="4701"/>
                  </a:lnTo>
                  <a:lnTo>
                    <a:pt x="7665" y="4425"/>
                  </a:lnTo>
                  <a:lnTo>
                    <a:pt x="7665" y="4148"/>
                  </a:lnTo>
                  <a:lnTo>
                    <a:pt x="7605" y="3892"/>
                  </a:lnTo>
                  <a:lnTo>
                    <a:pt x="7526" y="3635"/>
                  </a:lnTo>
                  <a:lnTo>
                    <a:pt x="7428" y="3378"/>
                  </a:lnTo>
                  <a:lnTo>
                    <a:pt x="7289" y="3121"/>
                  </a:lnTo>
                  <a:lnTo>
                    <a:pt x="7131" y="2884"/>
                  </a:lnTo>
                  <a:lnTo>
                    <a:pt x="6954" y="2647"/>
                  </a:lnTo>
                  <a:lnTo>
                    <a:pt x="6717" y="2410"/>
                  </a:lnTo>
                  <a:lnTo>
                    <a:pt x="6480" y="2173"/>
                  </a:lnTo>
                  <a:lnTo>
                    <a:pt x="6203" y="1995"/>
                  </a:lnTo>
                  <a:lnTo>
                    <a:pt x="5946" y="1837"/>
                  </a:lnTo>
                  <a:lnTo>
                    <a:pt x="5709" y="1739"/>
                  </a:lnTo>
                  <a:lnTo>
                    <a:pt x="5453" y="1679"/>
                  </a:lnTo>
                  <a:lnTo>
                    <a:pt x="5235" y="1660"/>
                  </a:lnTo>
                  <a:lnTo>
                    <a:pt x="4998" y="1699"/>
                  </a:lnTo>
                  <a:lnTo>
                    <a:pt x="4781" y="1739"/>
                  </a:lnTo>
                  <a:lnTo>
                    <a:pt x="4564" y="1837"/>
                  </a:lnTo>
                  <a:lnTo>
                    <a:pt x="4366" y="1956"/>
                  </a:lnTo>
                  <a:lnTo>
                    <a:pt x="4188" y="2094"/>
                  </a:lnTo>
                  <a:lnTo>
                    <a:pt x="4011" y="2252"/>
                  </a:lnTo>
                  <a:lnTo>
                    <a:pt x="3833" y="2430"/>
                  </a:lnTo>
                  <a:lnTo>
                    <a:pt x="3675" y="2627"/>
                  </a:lnTo>
                  <a:lnTo>
                    <a:pt x="3537" y="2825"/>
                  </a:lnTo>
                  <a:lnTo>
                    <a:pt x="3398" y="3022"/>
                  </a:lnTo>
                  <a:lnTo>
                    <a:pt x="3260" y="3240"/>
                  </a:lnTo>
                  <a:lnTo>
                    <a:pt x="3023" y="3654"/>
                  </a:lnTo>
                  <a:lnTo>
                    <a:pt x="2806" y="4030"/>
                  </a:lnTo>
                  <a:lnTo>
                    <a:pt x="2351" y="4721"/>
                  </a:lnTo>
                  <a:lnTo>
                    <a:pt x="2174" y="5037"/>
                  </a:lnTo>
                  <a:lnTo>
                    <a:pt x="1996" y="5373"/>
                  </a:lnTo>
                  <a:lnTo>
                    <a:pt x="1877" y="5689"/>
                  </a:lnTo>
                  <a:lnTo>
                    <a:pt x="1838" y="5867"/>
                  </a:lnTo>
                  <a:lnTo>
                    <a:pt x="1798" y="6044"/>
                  </a:lnTo>
                  <a:lnTo>
                    <a:pt x="1759" y="6222"/>
                  </a:lnTo>
                  <a:lnTo>
                    <a:pt x="1759" y="6380"/>
                  </a:lnTo>
                  <a:lnTo>
                    <a:pt x="1779" y="6538"/>
                  </a:lnTo>
                  <a:lnTo>
                    <a:pt x="1798" y="6677"/>
                  </a:lnTo>
                  <a:lnTo>
                    <a:pt x="1838" y="6815"/>
                  </a:lnTo>
                  <a:lnTo>
                    <a:pt x="1897" y="6933"/>
                  </a:lnTo>
                  <a:lnTo>
                    <a:pt x="1976" y="7052"/>
                  </a:lnTo>
                  <a:lnTo>
                    <a:pt x="2055" y="7151"/>
                  </a:lnTo>
                  <a:lnTo>
                    <a:pt x="2174" y="7249"/>
                  </a:lnTo>
                  <a:lnTo>
                    <a:pt x="2292" y="7328"/>
                  </a:lnTo>
                  <a:lnTo>
                    <a:pt x="2430" y="7407"/>
                  </a:lnTo>
                  <a:lnTo>
                    <a:pt x="2588" y="7447"/>
                  </a:lnTo>
                  <a:lnTo>
                    <a:pt x="2746" y="7486"/>
                  </a:lnTo>
                  <a:lnTo>
                    <a:pt x="2944" y="7526"/>
                  </a:lnTo>
                  <a:lnTo>
                    <a:pt x="3359" y="7526"/>
                  </a:lnTo>
                  <a:lnTo>
                    <a:pt x="3596" y="7506"/>
                  </a:lnTo>
                  <a:lnTo>
                    <a:pt x="3853" y="7427"/>
                  </a:lnTo>
                  <a:lnTo>
                    <a:pt x="4109" y="7289"/>
                  </a:lnTo>
                  <a:lnTo>
                    <a:pt x="4386" y="7131"/>
                  </a:lnTo>
                  <a:lnTo>
                    <a:pt x="4643" y="6953"/>
                  </a:lnTo>
                  <a:lnTo>
                    <a:pt x="4919" y="6736"/>
                  </a:lnTo>
                  <a:lnTo>
                    <a:pt x="5176" y="6499"/>
                  </a:lnTo>
                  <a:lnTo>
                    <a:pt x="5393" y="6222"/>
                  </a:lnTo>
                  <a:lnTo>
                    <a:pt x="5611" y="5965"/>
                  </a:lnTo>
                  <a:lnTo>
                    <a:pt x="5808" y="5669"/>
                  </a:lnTo>
                  <a:lnTo>
                    <a:pt x="5946" y="5393"/>
                  </a:lnTo>
                  <a:lnTo>
                    <a:pt x="6065" y="5096"/>
                  </a:lnTo>
                  <a:lnTo>
                    <a:pt x="6124" y="4800"/>
                  </a:lnTo>
                  <a:lnTo>
                    <a:pt x="6144" y="4662"/>
                  </a:lnTo>
                  <a:lnTo>
                    <a:pt x="6144" y="4524"/>
                  </a:lnTo>
                  <a:lnTo>
                    <a:pt x="6124" y="4405"/>
                  </a:lnTo>
                  <a:lnTo>
                    <a:pt x="6104" y="4267"/>
                  </a:lnTo>
                  <a:lnTo>
                    <a:pt x="6065" y="4148"/>
                  </a:lnTo>
                  <a:lnTo>
                    <a:pt x="6006" y="4030"/>
                  </a:lnTo>
                  <a:lnTo>
                    <a:pt x="5848" y="3813"/>
                  </a:lnTo>
                  <a:lnTo>
                    <a:pt x="5690" y="3654"/>
                  </a:lnTo>
                  <a:lnTo>
                    <a:pt x="5532" y="3516"/>
                  </a:lnTo>
                  <a:lnTo>
                    <a:pt x="5354" y="3437"/>
                  </a:lnTo>
                  <a:lnTo>
                    <a:pt x="5156" y="3398"/>
                  </a:lnTo>
                  <a:lnTo>
                    <a:pt x="4978" y="3378"/>
                  </a:lnTo>
                  <a:lnTo>
                    <a:pt x="4781" y="3398"/>
                  </a:lnTo>
                  <a:lnTo>
                    <a:pt x="4603" y="3457"/>
                  </a:lnTo>
                  <a:lnTo>
                    <a:pt x="4406" y="3536"/>
                  </a:lnTo>
                  <a:lnTo>
                    <a:pt x="4228" y="3635"/>
                  </a:lnTo>
                  <a:lnTo>
                    <a:pt x="4070" y="3753"/>
                  </a:lnTo>
                  <a:lnTo>
                    <a:pt x="3912" y="3892"/>
                  </a:lnTo>
                  <a:lnTo>
                    <a:pt x="3774" y="4050"/>
                  </a:lnTo>
                  <a:lnTo>
                    <a:pt x="3655" y="4227"/>
                  </a:lnTo>
                  <a:lnTo>
                    <a:pt x="3537" y="4405"/>
                  </a:lnTo>
                  <a:lnTo>
                    <a:pt x="3458" y="4603"/>
                  </a:lnTo>
                  <a:lnTo>
                    <a:pt x="3319" y="4958"/>
                  </a:lnTo>
                  <a:lnTo>
                    <a:pt x="3161" y="5274"/>
                  </a:lnTo>
                  <a:lnTo>
                    <a:pt x="2904" y="5748"/>
                  </a:lnTo>
                  <a:lnTo>
                    <a:pt x="2845" y="5946"/>
                  </a:lnTo>
                  <a:lnTo>
                    <a:pt x="2825" y="6005"/>
                  </a:lnTo>
                  <a:lnTo>
                    <a:pt x="2825" y="6084"/>
                  </a:lnTo>
                  <a:lnTo>
                    <a:pt x="2865" y="6143"/>
                  </a:lnTo>
                  <a:lnTo>
                    <a:pt x="2904" y="6203"/>
                  </a:lnTo>
                  <a:lnTo>
                    <a:pt x="2984" y="6242"/>
                  </a:lnTo>
                  <a:lnTo>
                    <a:pt x="3082" y="6282"/>
                  </a:lnTo>
                  <a:lnTo>
                    <a:pt x="3201" y="6301"/>
                  </a:lnTo>
                  <a:lnTo>
                    <a:pt x="3319" y="6282"/>
                  </a:lnTo>
                  <a:lnTo>
                    <a:pt x="3438" y="6242"/>
                  </a:lnTo>
                  <a:lnTo>
                    <a:pt x="3537" y="6183"/>
                  </a:lnTo>
                  <a:lnTo>
                    <a:pt x="3655" y="6104"/>
                  </a:lnTo>
                  <a:lnTo>
                    <a:pt x="3754" y="6005"/>
                  </a:lnTo>
                  <a:lnTo>
                    <a:pt x="3932" y="5788"/>
                  </a:lnTo>
                  <a:lnTo>
                    <a:pt x="4090" y="5570"/>
                  </a:lnTo>
                  <a:lnTo>
                    <a:pt x="4228" y="5373"/>
                  </a:lnTo>
                  <a:lnTo>
                    <a:pt x="4327" y="5175"/>
                  </a:lnTo>
                  <a:lnTo>
                    <a:pt x="4287" y="5156"/>
                  </a:lnTo>
                  <a:lnTo>
                    <a:pt x="4248" y="5156"/>
                  </a:lnTo>
                  <a:lnTo>
                    <a:pt x="4169" y="5175"/>
                  </a:lnTo>
                  <a:lnTo>
                    <a:pt x="4109" y="5215"/>
                  </a:lnTo>
                  <a:lnTo>
                    <a:pt x="3951" y="5353"/>
                  </a:lnTo>
                  <a:lnTo>
                    <a:pt x="3774" y="5511"/>
                  </a:lnTo>
                  <a:lnTo>
                    <a:pt x="3616" y="5649"/>
                  </a:lnTo>
                  <a:lnTo>
                    <a:pt x="3477" y="5768"/>
                  </a:lnTo>
                  <a:lnTo>
                    <a:pt x="3418" y="5807"/>
                  </a:lnTo>
                  <a:lnTo>
                    <a:pt x="3359" y="5827"/>
                  </a:lnTo>
                  <a:lnTo>
                    <a:pt x="3319" y="5827"/>
                  </a:lnTo>
                  <a:lnTo>
                    <a:pt x="3300" y="5788"/>
                  </a:lnTo>
                  <a:lnTo>
                    <a:pt x="3300" y="5689"/>
                  </a:lnTo>
                  <a:lnTo>
                    <a:pt x="3319" y="5551"/>
                  </a:lnTo>
                  <a:lnTo>
                    <a:pt x="3379" y="5393"/>
                  </a:lnTo>
                  <a:lnTo>
                    <a:pt x="3458" y="5235"/>
                  </a:lnTo>
                  <a:lnTo>
                    <a:pt x="3655" y="4899"/>
                  </a:lnTo>
                  <a:lnTo>
                    <a:pt x="3853" y="4583"/>
                  </a:lnTo>
                  <a:lnTo>
                    <a:pt x="3971" y="4445"/>
                  </a:lnTo>
                  <a:lnTo>
                    <a:pt x="4090" y="4306"/>
                  </a:lnTo>
                  <a:lnTo>
                    <a:pt x="4248" y="4148"/>
                  </a:lnTo>
                  <a:lnTo>
                    <a:pt x="4406" y="4030"/>
                  </a:lnTo>
                  <a:lnTo>
                    <a:pt x="4583" y="3911"/>
                  </a:lnTo>
                  <a:lnTo>
                    <a:pt x="4761" y="3832"/>
                  </a:lnTo>
                  <a:lnTo>
                    <a:pt x="4939" y="3773"/>
                  </a:lnTo>
                  <a:lnTo>
                    <a:pt x="5097" y="3773"/>
                  </a:lnTo>
                  <a:lnTo>
                    <a:pt x="5255" y="3813"/>
                  </a:lnTo>
                  <a:lnTo>
                    <a:pt x="5413" y="3892"/>
                  </a:lnTo>
                  <a:lnTo>
                    <a:pt x="5551" y="3990"/>
                  </a:lnTo>
                  <a:lnTo>
                    <a:pt x="5650" y="4129"/>
                  </a:lnTo>
                  <a:lnTo>
                    <a:pt x="5729" y="4306"/>
                  </a:lnTo>
                  <a:lnTo>
                    <a:pt x="5769" y="4405"/>
                  </a:lnTo>
                  <a:lnTo>
                    <a:pt x="5769" y="4504"/>
                  </a:lnTo>
                  <a:lnTo>
                    <a:pt x="5788" y="4622"/>
                  </a:lnTo>
                  <a:lnTo>
                    <a:pt x="5769" y="4741"/>
                  </a:lnTo>
                  <a:lnTo>
                    <a:pt x="5749" y="4859"/>
                  </a:lnTo>
                  <a:lnTo>
                    <a:pt x="5709" y="4998"/>
                  </a:lnTo>
                  <a:lnTo>
                    <a:pt x="5591" y="5274"/>
                  </a:lnTo>
                  <a:lnTo>
                    <a:pt x="5453" y="5531"/>
                  </a:lnTo>
                  <a:lnTo>
                    <a:pt x="5275" y="5768"/>
                  </a:lnTo>
                  <a:lnTo>
                    <a:pt x="5077" y="6005"/>
                  </a:lnTo>
                  <a:lnTo>
                    <a:pt x="4860" y="6203"/>
                  </a:lnTo>
                  <a:lnTo>
                    <a:pt x="4662" y="6400"/>
                  </a:lnTo>
                  <a:lnTo>
                    <a:pt x="4267" y="6736"/>
                  </a:lnTo>
                  <a:lnTo>
                    <a:pt x="4090" y="6874"/>
                  </a:lnTo>
                  <a:lnTo>
                    <a:pt x="3872" y="6993"/>
                  </a:lnTo>
                  <a:lnTo>
                    <a:pt x="3635" y="7072"/>
                  </a:lnTo>
                  <a:lnTo>
                    <a:pt x="3418" y="7131"/>
                  </a:lnTo>
                  <a:lnTo>
                    <a:pt x="3181" y="7151"/>
                  </a:lnTo>
                  <a:lnTo>
                    <a:pt x="2964" y="7111"/>
                  </a:lnTo>
                  <a:lnTo>
                    <a:pt x="2845" y="7091"/>
                  </a:lnTo>
                  <a:lnTo>
                    <a:pt x="2746" y="7032"/>
                  </a:lnTo>
                  <a:lnTo>
                    <a:pt x="2648" y="6993"/>
                  </a:lnTo>
                  <a:lnTo>
                    <a:pt x="2569" y="6914"/>
                  </a:lnTo>
                  <a:lnTo>
                    <a:pt x="2411" y="6775"/>
                  </a:lnTo>
                  <a:lnTo>
                    <a:pt x="2312" y="6637"/>
                  </a:lnTo>
                  <a:lnTo>
                    <a:pt x="2253" y="6479"/>
                  </a:lnTo>
                  <a:lnTo>
                    <a:pt x="2213" y="6341"/>
                  </a:lnTo>
                  <a:lnTo>
                    <a:pt x="2213" y="6183"/>
                  </a:lnTo>
                  <a:lnTo>
                    <a:pt x="2233" y="6005"/>
                  </a:lnTo>
                  <a:lnTo>
                    <a:pt x="2312" y="5649"/>
                  </a:lnTo>
                  <a:lnTo>
                    <a:pt x="2391" y="5412"/>
                  </a:lnTo>
                  <a:lnTo>
                    <a:pt x="2509" y="5156"/>
                  </a:lnTo>
                  <a:lnTo>
                    <a:pt x="2667" y="4859"/>
                  </a:lnTo>
                  <a:lnTo>
                    <a:pt x="2845" y="4543"/>
                  </a:lnTo>
                  <a:lnTo>
                    <a:pt x="3221" y="3892"/>
                  </a:lnTo>
                  <a:lnTo>
                    <a:pt x="3596" y="3279"/>
                  </a:lnTo>
                  <a:lnTo>
                    <a:pt x="3774" y="3022"/>
                  </a:lnTo>
                  <a:lnTo>
                    <a:pt x="3991" y="2785"/>
                  </a:lnTo>
                  <a:lnTo>
                    <a:pt x="4228" y="2568"/>
                  </a:lnTo>
                  <a:lnTo>
                    <a:pt x="4465" y="2390"/>
                  </a:lnTo>
                  <a:lnTo>
                    <a:pt x="4722" y="2272"/>
                  </a:lnTo>
                  <a:lnTo>
                    <a:pt x="4978" y="2173"/>
                  </a:lnTo>
                  <a:lnTo>
                    <a:pt x="5215" y="2114"/>
                  </a:lnTo>
                  <a:lnTo>
                    <a:pt x="5453" y="2114"/>
                  </a:lnTo>
                  <a:lnTo>
                    <a:pt x="5551" y="2134"/>
                  </a:lnTo>
                  <a:lnTo>
                    <a:pt x="5670" y="2173"/>
                  </a:lnTo>
                  <a:lnTo>
                    <a:pt x="5907" y="2272"/>
                  </a:lnTo>
                  <a:lnTo>
                    <a:pt x="6144" y="2390"/>
                  </a:lnTo>
                  <a:lnTo>
                    <a:pt x="6361" y="2568"/>
                  </a:lnTo>
                  <a:lnTo>
                    <a:pt x="6578" y="2766"/>
                  </a:lnTo>
                  <a:lnTo>
                    <a:pt x="6776" y="2983"/>
                  </a:lnTo>
                  <a:lnTo>
                    <a:pt x="6954" y="3220"/>
                  </a:lnTo>
                  <a:lnTo>
                    <a:pt x="7072" y="3477"/>
                  </a:lnTo>
                  <a:lnTo>
                    <a:pt x="7171" y="3733"/>
                  </a:lnTo>
                  <a:lnTo>
                    <a:pt x="7230" y="3990"/>
                  </a:lnTo>
                  <a:lnTo>
                    <a:pt x="7250" y="4287"/>
                  </a:lnTo>
                  <a:lnTo>
                    <a:pt x="7250" y="4583"/>
                  </a:lnTo>
                  <a:lnTo>
                    <a:pt x="7210" y="4919"/>
                  </a:lnTo>
                  <a:lnTo>
                    <a:pt x="7131" y="5254"/>
                  </a:lnTo>
                  <a:lnTo>
                    <a:pt x="7013" y="5610"/>
                  </a:lnTo>
                  <a:lnTo>
                    <a:pt x="6835" y="5985"/>
                  </a:lnTo>
                  <a:lnTo>
                    <a:pt x="6736" y="6183"/>
                  </a:lnTo>
                  <a:lnTo>
                    <a:pt x="6618" y="6380"/>
                  </a:lnTo>
                  <a:lnTo>
                    <a:pt x="6341" y="6775"/>
                  </a:lnTo>
                  <a:lnTo>
                    <a:pt x="6006" y="7170"/>
                  </a:lnTo>
                  <a:lnTo>
                    <a:pt x="5630" y="7546"/>
                  </a:lnTo>
                  <a:lnTo>
                    <a:pt x="5215" y="7901"/>
                  </a:lnTo>
                  <a:lnTo>
                    <a:pt x="4801" y="8217"/>
                  </a:lnTo>
                  <a:lnTo>
                    <a:pt x="4583" y="8355"/>
                  </a:lnTo>
                  <a:lnTo>
                    <a:pt x="4386" y="8474"/>
                  </a:lnTo>
                  <a:lnTo>
                    <a:pt x="4169" y="8573"/>
                  </a:lnTo>
                  <a:lnTo>
                    <a:pt x="3951" y="8672"/>
                  </a:lnTo>
                  <a:lnTo>
                    <a:pt x="3754" y="8751"/>
                  </a:lnTo>
                  <a:lnTo>
                    <a:pt x="3537" y="8790"/>
                  </a:lnTo>
                  <a:lnTo>
                    <a:pt x="3300" y="8849"/>
                  </a:lnTo>
                  <a:lnTo>
                    <a:pt x="3063" y="8869"/>
                  </a:lnTo>
                  <a:lnTo>
                    <a:pt x="2845" y="8889"/>
                  </a:lnTo>
                  <a:lnTo>
                    <a:pt x="2608" y="8889"/>
                  </a:lnTo>
                  <a:lnTo>
                    <a:pt x="2174" y="8869"/>
                  </a:lnTo>
                  <a:lnTo>
                    <a:pt x="1759" y="8810"/>
                  </a:lnTo>
                  <a:lnTo>
                    <a:pt x="1384" y="8711"/>
                  </a:lnTo>
                  <a:lnTo>
                    <a:pt x="1245" y="8652"/>
                  </a:lnTo>
                  <a:lnTo>
                    <a:pt x="1107" y="8593"/>
                  </a:lnTo>
                  <a:lnTo>
                    <a:pt x="989" y="8514"/>
                  </a:lnTo>
                  <a:lnTo>
                    <a:pt x="910" y="8454"/>
                  </a:lnTo>
                  <a:lnTo>
                    <a:pt x="752" y="8296"/>
                  </a:lnTo>
                  <a:lnTo>
                    <a:pt x="633" y="8138"/>
                  </a:lnTo>
                  <a:lnTo>
                    <a:pt x="534" y="7960"/>
                  </a:lnTo>
                  <a:lnTo>
                    <a:pt x="455" y="7783"/>
                  </a:lnTo>
                  <a:lnTo>
                    <a:pt x="396" y="7585"/>
                  </a:lnTo>
                  <a:lnTo>
                    <a:pt x="376" y="7388"/>
                  </a:lnTo>
                  <a:lnTo>
                    <a:pt x="376" y="7190"/>
                  </a:lnTo>
                  <a:lnTo>
                    <a:pt x="435" y="6973"/>
                  </a:lnTo>
                  <a:lnTo>
                    <a:pt x="475" y="6874"/>
                  </a:lnTo>
                  <a:lnTo>
                    <a:pt x="554" y="6736"/>
                  </a:lnTo>
                  <a:lnTo>
                    <a:pt x="752" y="6400"/>
                  </a:lnTo>
                  <a:lnTo>
                    <a:pt x="1008" y="6025"/>
                  </a:lnTo>
                  <a:lnTo>
                    <a:pt x="1324" y="5630"/>
                  </a:lnTo>
                  <a:lnTo>
                    <a:pt x="1937" y="4840"/>
                  </a:lnTo>
                  <a:lnTo>
                    <a:pt x="2411" y="4208"/>
                  </a:lnTo>
                  <a:lnTo>
                    <a:pt x="2490" y="4069"/>
                  </a:lnTo>
                  <a:lnTo>
                    <a:pt x="2588" y="3911"/>
                  </a:lnTo>
                  <a:lnTo>
                    <a:pt x="2727" y="3516"/>
                  </a:lnTo>
                  <a:lnTo>
                    <a:pt x="2885" y="3082"/>
                  </a:lnTo>
                  <a:lnTo>
                    <a:pt x="3023" y="2627"/>
                  </a:lnTo>
                  <a:lnTo>
                    <a:pt x="3181" y="2153"/>
                  </a:lnTo>
                  <a:lnTo>
                    <a:pt x="3359" y="1719"/>
                  </a:lnTo>
                  <a:lnTo>
                    <a:pt x="3438" y="1521"/>
                  </a:lnTo>
                  <a:lnTo>
                    <a:pt x="3537" y="1343"/>
                  </a:lnTo>
                  <a:lnTo>
                    <a:pt x="3635" y="1185"/>
                  </a:lnTo>
                  <a:lnTo>
                    <a:pt x="3754" y="1047"/>
                  </a:lnTo>
                  <a:lnTo>
                    <a:pt x="3872" y="929"/>
                  </a:lnTo>
                  <a:lnTo>
                    <a:pt x="4011" y="830"/>
                  </a:lnTo>
                  <a:lnTo>
                    <a:pt x="4129" y="731"/>
                  </a:lnTo>
                  <a:lnTo>
                    <a:pt x="4267" y="632"/>
                  </a:lnTo>
                  <a:lnTo>
                    <a:pt x="4425" y="553"/>
                  </a:lnTo>
                  <a:lnTo>
                    <a:pt x="4583" y="494"/>
                  </a:lnTo>
                  <a:lnTo>
                    <a:pt x="4741" y="435"/>
                  </a:lnTo>
                  <a:lnTo>
                    <a:pt x="4919" y="395"/>
                  </a:lnTo>
                  <a:lnTo>
                    <a:pt x="5077" y="356"/>
                  </a:lnTo>
                  <a:lnTo>
                    <a:pt x="5275" y="336"/>
                  </a:lnTo>
                  <a:lnTo>
                    <a:pt x="5650" y="336"/>
                  </a:lnTo>
                  <a:lnTo>
                    <a:pt x="5848" y="356"/>
                  </a:lnTo>
                  <a:lnTo>
                    <a:pt x="6045" y="395"/>
                  </a:lnTo>
                  <a:lnTo>
                    <a:pt x="6243" y="455"/>
                  </a:lnTo>
                  <a:lnTo>
                    <a:pt x="6460" y="514"/>
                  </a:lnTo>
                  <a:lnTo>
                    <a:pt x="6855" y="672"/>
                  </a:lnTo>
                  <a:lnTo>
                    <a:pt x="7210" y="850"/>
                  </a:lnTo>
                  <a:lnTo>
                    <a:pt x="7368" y="948"/>
                  </a:lnTo>
                  <a:lnTo>
                    <a:pt x="7507" y="1067"/>
                  </a:lnTo>
                  <a:lnTo>
                    <a:pt x="7645" y="1166"/>
                  </a:lnTo>
                  <a:lnTo>
                    <a:pt x="7763" y="1284"/>
                  </a:lnTo>
                  <a:lnTo>
                    <a:pt x="7981" y="1561"/>
                  </a:lnTo>
                  <a:lnTo>
                    <a:pt x="8178" y="1837"/>
                  </a:lnTo>
                  <a:lnTo>
                    <a:pt x="8336" y="2153"/>
                  </a:lnTo>
                  <a:lnTo>
                    <a:pt x="8475" y="2509"/>
                  </a:lnTo>
                  <a:lnTo>
                    <a:pt x="8514" y="2687"/>
                  </a:lnTo>
                  <a:lnTo>
                    <a:pt x="8554" y="2884"/>
                  </a:lnTo>
                  <a:lnTo>
                    <a:pt x="8593" y="3082"/>
                  </a:lnTo>
                  <a:lnTo>
                    <a:pt x="8613" y="3279"/>
                  </a:lnTo>
                  <a:lnTo>
                    <a:pt x="8613" y="3694"/>
                  </a:lnTo>
                  <a:lnTo>
                    <a:pt x="8573" y="4089"/>
                  </a:lnTo>
                  <a:lnTo>
                    <a:pt x="8534" y="4484"/>
                  </a:lnTo>
                  <a:lnTo>
                    <a:pt x="8455" y="4840"/>
                  </a:lnTo>
                  <a:lnTo>
                    <a:pt x="8376" y="5156"/>
                  </a:lnTo>
                  <a:lnTo>
                    <a:pt x="8297" y="5432"/>
                  </a:lnTo>
                  <a:lnTo>
                    <a:pt x="8218" y="5709"/>
                  </a:lnTo>
                  <a:lnTo>
                    <a:pt x="8080" y="6025"/>
                  </a:lnTo>
                  <a:lnTo>
                    <a:pt x="7783" y="6775"/>
                  </a:lnTo>
                  <a:lnTo>
                    <a:pt x="7388" y="7644"/>
                  </a:lnTo>
                  <a:lnTo>
                    <a:pt x="7388" y="7644"/>
                  </a:lnTo>
                  <a:lnTo>
                    <a:pt x="7447" y="7605"/>
                  </a:lnTo>
                  <a:lnTo>
                    <a:pt x="7625" y="7447"/>
                  </a:lnTo>
                  <a:lnTo>
                    <a:pt x="7724" y="7309"/>
                  </a:lnTo>
                  <a:lnTo>
                    <a:pt x="7862" y="7131"/>
                  </a:lnTo>
                  <a:lnTo>
                    <a:pt x="8020" y="6914"/>
                  </a:lnTo>
                  <a:lnTo>
                    <a:pt x="8159" y="6657"/>
                  </a:lnTo>
                  <a:lnTo>
                    <a:pt x="8336" y="6341"/>
                  </a:lnTo>
                  <a:lnTo>
                    <a:pt x="8514" y="5965"/>
                  </a:lnTo>
                  <a:lnTo>
                    <a:pt x="8692" y="5531"/>
                  </a:lnTo>
                  <a:lnTo>
                    <a:pt x="8771" y="5294"/>
                  </a:lnTo>
                  <a:lnTo>
                    <a:pt x="8830" y="5057"/>
                  </a:lnTo>
                  <a:lnTo>
                    <a:pt x="8889" y="4780"/>
                  </a:lnTo>
                  <a:lnTo>
                    <a:pt x="8949" y="4504"/>
                  </a:lnTo>
                  <a:lnTo>
                    <a:pt x="8988" y="4208"/>
                  </a:lnTo>
                  <a:lnTo>
                    <a:pt x="9008" y="3892"/>
                  </a:lnTo>
                  <a:lnTo>
                    <a:pt x="9008" y="3556"/>
                  </a:lnTo>
                  <a:lnTo>
                    <a:pt x="9008" y="3200"/>
                  </a:lnTo>
                  <a:lnTo>
                    <a:pt x="8968" y="2845"/>
                  </a:lnTo>
                  <a:lnTo>
                    <a:pt x="8929" y="2450"/>
                  </a:lnTo>
                  <a:lnTo>
                    <a:pt x="8889" y="2252"/>
                  </a:lnTo>
                  <a:lnTo>
                    <a:pt x="8830" y="2074"/>
                  </a:lnTo>
                  <a:lnTo>
                    <a:pt x="8751" y="1897"/>
                  </a:lnTo>
                  <a:lnTo>
                    <a:pt x="8672" y="1719"/>
                  </a:lnTo>
                  <a:lnTo>
                    <a:pt x="8573" y="1561"/>
                  </a:lnTo>
                  <a:lnTo>
                    <a:pt x="8455" y="1403"/>
                  </a:lnTo>
                  <a:lnTo>
                    <a:pt x="8336" y="1264"/>
                  </a:lnTo>
                  <a:lnTo>
                    <a:pt x="8198" y="1126"/>
                  </a:lnTo>
                  <a:lnTo>
                    <a:pt x="8060" y="988"/>
                  </a:lnTo>
                  <a:lnTo>
                    <a:pt x="7902" y="869"/>
                  </a:lnTo>
                  <a:lnTo>
                    <a:pt x="7586" y="632"/>
                  </a:lnTo>
                  <a:lnTo>
                    <a:pt x="7230" y="455"/>
                  </a:lnTo>
                  <a:lnTo>
                    <a:pt x="6875" y="297"/>
                  </a:lnTo>
                  <a:lnTo>
                    <a:pt x="6499" y="158"/>
                  </a:lnTo>
                  <a:lnTo>
                    <a:pt x="6104" y="79"/>
                  </a:lnTo>
                  <a:lnTo>
                    <a:pt x="5729" y="20"/>
                  </a:lnTo>
                  <a:lnTo>
                    <a:pt x="53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1" name="Google Shape;8871;p34"/>
            <p:cNvSpPr/>
            <p:nvPr/>
          </p:nvSpPr>
          <p:spPr>
            <a:xfrm>
              <a:off x="9178193" y="683880"/>
              <a:ext cx="242237" cy="318328"/>
            </a:xfrm>
            <a:custGeom>
              <a:rect b="b" l="l" r="r" t="t"/>
              <a:pathLst>
                <a:path extrusionOk="0" h="8593" w="6539">
                  <a:moveTo>
                    <a:pt x="1600" y="0"/>
                  </a:moveTo>
                  <a:lnTo>
                    <a:pt x="1383" y="20"/>
                  </a:lnTo>
                  <a:lnTo>
                    <a:pt x="1185" y="79"/>
                  </a:lnTo>
                  <a:lnTo>
                    <a:pt x="1106" y="119"/>
                  </a:lnTo>
                  <a:lnTo>
                    <a:pt x="1027" y="178"/>
                  </a:lnTo>
                  <a:lnTo>
                    <a:pt x="889" y="297"/>
                  </a:lnTo>
                  <a:lnTo>
                    <a:pt x="751" y="415"/>
                  </a:lnTo>
                  <a:lnTo>
                    <a:pt x="632" y="573"/>
                  </a:lnTo>
                  <a:lnTo>
                    <a:pt x="514" y="712"/>
                  </a:lnTo>
                  <a:lnTo>
                    <a:pt x="395" y="870"/>
                  </a:lnTo>
                  <a:lnTo>
                    <a:pt x="297" y="1047"/>
                  </a:lnTo>
                  <a:lnTo>
                    <a:pt x="218" y="1225"/>
                  </a:lnTo>
                  <a:lnTo>
                    <a:pt x="139" y="1403"/>
                  </a:lnTo>
                  <a:lnTo>
                    <a:pt x="79" y="1581"/>
                  </a:lnTo>
                  <a:lnTo>
                    <a:pt x="40" y="1758"/>
                  </a:lnTo>
                  <a:lnTo>
                    <a:pt x="0" y="1936"/>
                  </a:lnTo>
                  <a:lnTo>
                    <a:pt x="0" y="2114"/>
                  </a:lnTo>
                  <a:lnTo>
                    <a:pt x="0" y="2292"/>
                  </a:lnTo>
                  <a:lnTo>
                    <a:pt x="20" y="2469"/>
                  </a:lnTo>
                  <a:lnTo>
                    <a:pt x="60" y="2627"/>
                  </a:lnTo>
                  <a:lnTo>
                    <a:pt x="119" y="2786"/>
                  </a:lnTo>
                  <a:lnTo>
                    <a:pt x="277" y="3102"/>
                  </a:lnTo>
                  <a:lnTo>
                    <a:pt x="455" y="3418"/>
                  </a:lnTo>
                  <a:lnTo>
                    <a:pt x="810" y="4069"/>
                  </a:lnTo>
                  <a:lnTo>
                    <a:pt x="1146" y="4682"/>
                  </a:lnTo>
                  <a:lnTo>
                    <a:pt x="1284" y="4978"/>
                  </a:lnTo>
                  <a:lnTo>
                    <a:pt x="1403" y="5274"/>
                  </a:lnTo>
                  <a:lnTo>
                    <a:pt x="1442" y="5413"/>
                  </a:lnTo>
                  <a:lnTo>
                    <a:pt x="1521" y="5571"/>
                  </a:lnTo>
                  <a:lnTo>
                    <a:pt x="1719" y="5887"/>
                  </a:lnTo>
                  <a:lnTo>
                    <a:pt x="1976" y="6203"/>
                  </a:lnTo>
                  <a:lnTo>
                    <a:pt x="2292" y="6538"/>
                  </a:lnTo>
                  <a:lnTo>
                    <a:pt x="2647" y="6835"/>
                  </a:lnTo>
                  <a:lnTo>
                    <a:pt x="2825" y="6973"/>
                  </a:lnTo>
                  <a:lnTo>
                    <a:pt x="3003" y="7091"/>
                  </a:lnTo>
                  <a:lnTo>
                    <a:pt x="3200" y="7190"/>
                  </a:lnTo>
                  <a:lnTo>
                    <a:pt x="3398" y="7289"/>
                  </a:lnTo>
                  <a:lnTo>
                    <a:pt x="3595" y="7348"/>
                  </a:lnTo>
                  <a:lnTo>
                    <a:pt x="3793" y="7407"/>
                  </a:lnTo>
                  <a:lnTo>
                    <a:pt x="3990" y="7427"/>
                  </a:lnTo>
                  <a:lnTo>
                    <a:pt x="4168" y="7407"/>
                  </a:lnTo>
                  <a:lnTo>
                    <a:pt x="4366" y="7368"/>
                  </a:lnTo>
                  <a:lnTo>
                    <a:pt x="4563" y="7289"/>
                  </a:lnTo>
                  <a:lnTo>
                    <a:pt x="4741" y="7190"/>
                  </a:lnTo>
                  <a:lnTo>
                    <a:pt x="4919" y="7052"/>
                  </a:lnTo>
                  <a:lnTo>
                    <a:pt x="5077" y="6894"/>
                  </a:lnTo>
                  <a:lnTo>
                    <a:pt x="5215" y="6716"/>
                  </a:lnTo>
                  <a:lnTo>
                    <a:pt x="5353" y="6538"/>
                  </a:lnTo>
                  <a:lnTo>
                    <a:pt x="5452" y="6321"/>
                  </a:lnTo>
                  <a:lnTo>
                    <a:pt x="5531" y="6084"/>
                  </a:lnTo>
                  <a:lnTo>
                    <a:pt x="5590" y="5847"/>
                  </a:lnTo>
                  <a:lnTo>
                    <a:pt x="5610" y="5610"/>
                  </a:lnTo>
                  <a:lnTo>
                    <a:pt x="5590" y="5353"/>
                  </a:lnTo>
                  <a:lnTo>
                    <a:pt x="5551" y="5097"/>
                  </a:lnTo>
                  <a:lnTo>
                    <a:pt x="5452" y="4840"/>
                  </a:lnTo>
                  <a:lnTo>
                    <a:pt x="5235" y="4287"/>
                  </a:lnTo>
                  <a:lnTo>
                    <a:pt x="4998" y="3753"/>
                  </a:lnTo>
                  <a:lnTo>
                    <a:pt x="4721" y="3240"/>
                  </a:lnTo>
                  <a:lnTo>
                    <a:pt x="4583" y="2983"/>
                  </a:lnTo>
                  <a:lnTo>
                    <a:pt x="4445" y="2766"/>
                  </a:lnTo>
                  <a:lnTo>
                    <a:pt x="4287" y="2548"/>
                  </a:lnTo>
                  <a:lnTo>
                    <a:pt x="4128" y="2351"/>
                  </a:lnTo>
                  <a:lnTo>
                    <a:pt x="3951" y="2193"/>
                  </a:lnTo>
                  <a:lnTo>
                    <a:pt x="3753" y="2035"/>
                  </a:lnTo>
                  <a:lnTo>
                    <a:pt x="3575" y="1936"/>
                  </a:lnTo>
                  <a:lnTo>
                    <a:pt x="3358" y="1857"/>
                  </a:lnTo>
                  <a:lnTo>
                    <a:pt x="3161" y="1798"/>
                  </a:lnTo>
                  <a:lnTo>
                    <a:pt x="2924" y="1798"/>
                  </a:lnTo>
                  <a:lnTo>
                    <a:pt x="2706" y="1818"/>
                  </a:lnTo>
                  <a:lnTo>
                    <a:pt x="2509" y="1857"/>
                  </a:lnTo>
                  <a:lnTo>
                    <a:pt x="2351" y="1916"/>
                  </a:lnTo>
                  <a:lnTo>
                    <a:pt x="2193" y="1995"/>
                  </a:lnTo>
                  <a:lnTo>
                    <a:pt x="2074" y="2094"/>
                  </a:lnTo>
                  <a:lnTo>
                    <a:pt x="1976" y="2193"/>
                  </a:lnTo>
                  <a:lnTo>
                    <a:pt x="1877" y="2311"/>
                  </a:lnTo>
                  <a:lnTo>
                    <a:pt x="1818" y="2430"/>
                  </a:lnTo>
                  <a:lnTo>
                    <a:pt x="1778" y="2568"/>
                  </a:lnTo>
                  <a:lnTo>
                    <a:pt x="1758" y="2706"/>
                  </a:lnTo>
                  <a:lnTo>
                    <a:pt x="1738" y="2865"/>
                  </a:lnTo>
                  <a:lnTo>
                    <a:pt x="1758" y="3023"/>
                  </a:lnTo>
                  <a:lnTo>
                    <a:pt x="1778" y="3181"/>
                  </a:lnTo>
                  <a:lnTo>
                    <a:pt x="1818" y="3339"/>
                  </a:lnTo>
                  <a:lnTo>
                    <a:pt x="1877" y="3516"/>
                  </a:lnTo>
                  <a:lnTo>
                    <a:pt x="1936" y="3674"/>
                  </a:lnTo>
                  <a:lnTo>
                    <a:pt x="2173" y="4267"/>
                  </a:lnTo>
                  <a:lnTo>
                    <a:pt x="2351" y="4721"/>
                  </a:lnTo>
                  <a:lnTo>
                    <a:pt x="2450" y="4919"/>
                  </a:lnTo>
                  <a:lnTo>
                    <a:pt x="2548" y="5077"/>
                  </a:lnTo>
                  <a:lnTo>
                    <a:pt x="2687" y="5235"/>
                  </a:lnTo>
                  <a:lnTo>
                    <a:pt x="2845" y="5353"/>
                  </a:lnTo>
                  <a:lnTo>
                    <a:pt x="2924" y="5413"/>
                  </a:lnTo>
                  <a:lnTo>
                    <a:pt x="3022" y="5452"/>
                  </a:lnTo>
                  <a:lnTo>
                    <a:pt x="3141" y="5472"/>
                  </a:lnTo>
                  <a:lnTo>
                    <a:pt x="3358" y="5472"/>
                  </a:lnTo>
                  <a:lnTo>
                    <a:pt x="3477" y="5452"/>
                  </a:lnTo>
                  <a:lnTo>
                    <a:pt x="3575" y="5413"/>
                  </a:lnTo>
                  <a:lnTo>
                    <a:pt x="3674" y="5353"/>
                  </a:lnTo>
                  <a:lnTo>
                    <a:pt x="3773" y="5294"/>
                  </a:lnTo>
                  <a:lnTo>
                    <a:pt x="3852" y="5215"/>
                  </a:lnTo>
                  <a:lnTo>
                    <a:pt x="3931" y="5116"/>
                  </a:lnTo>
                  <a:lnTo>
                    <a:pt x="3990" y="4998"/>
                  </a:lnTo>
                  <a:lnTo>
                    <a:pt x="4049" y="4879"/>
                  </a:lnTo>
                  <a:lnTo>
                    <a:pt x="4069" y="4761"/>
                  </a:lnTo>
                  <a:lnTo>
                    <a:pt x="4089" y="4603"/>
                  </a:lnTo>
                  <a:lnTo>
                    <a:pt x="4069" y="4445"/>
                  </a:lnTo>
                  <a:lnTo>
                    <a:pt x="4049" y="4287"/>
                  </a:lnTo>
                  <a:lnTo>
                    <a:pt x="4010" y="4148"/>
                  </a:lnTo>
                  <a:lnTo>
                    <a:pt x="3951" y="4010"/>
                  </a:lnTo>
                  <a:lnTo>
                    <a:pt x="3891" y="3872"/>
                  </a:lnTo>
                  <a:lnTo>
                    <a:pt x="3812" y="3734"/>
                  </a:lnTo>
                  <a:lnTo>
                    <a:pt x="3733" y="3635"/>
                  </a:lnTo>
                  <a:lnTo>
                    <a:pt x="3654" y="3536"/>
                  </a:lnTo>
                  <a:lnTo>
                    <a:pt x="3556" y="3437"/>
                  </a:lnTo>
                  <a:lnTo>
                    <a:pt x="3457" y="3378"/>
                  </a:lnTo>
                  <a:lnTo>
                    <a:pt x="3378" y="3319"/>
                  </a:lnTo>
                  <a:lnTo>
                    <a:pt x="3279" y="3279"/>
                  </a:lnTo>
                  <a:lnTo>
                    <a:pt x="3180" y="3260"/>
                  </a:lnTo>
                  <a:lnTo>
                    <a:pt x="3022" y="3260"/>
                  </a:lnTo>
                  <a:lnTo>
                    <a:pt x="2943" y="3299"/>
                  </a:lnTo>
                  <a:lnTo>
                    <a:pt x="2864" y="3358"/>
                  </a:lnTo>
                  <a:lnTo>
                    <a:pt x="2805" y="3437"/>
                  </a:lnTo>
                  <a:lnTo>
                    <a:pt x="2785" y="3516"/>
                  </a:lnTo>
                  <a:lnTo>
                    <a:pt x="2766" y="3595"/>
                  </a:lnTo>
                  <a:lnTo>
                    <a:pt x="2766" y="3674"/>
                  </a:lnTo>
                  <a:lnTo>
                    <a:pt x="2805" y="3852"/>
                  </a:lnTo>
                  <a:lnTo>
                    <a:pt x="2864" y="4010"/>
                  </a:lnTo>
                  <a:lnTo>
                    <a:pt x="2963" y="4148"/>
                  </a:lnTo>
                  <a:lnTo>
                    <a:pt x="3042" y="4267"/>
                  </a:lnTo>
                  <a:lnTo>
                    <a:pt x="3141" y="4385"/>
                  </a:lnTo>
                  <a:lnTo>
                    <a:pt x="3180" y="4366"/>
                  </a:lnTo>
                  <a:lnTo>
                    <a:pt x="3200" y="4366"/>
                  </a:lnTo>
                  <a:lnTo>
                    <a:pt x="3220" y="4346"/>
                  </a:lnTo>
                  <a:lnTo>
                    <a:pt x="3240" y="4306"/>
                  </a:lnTo>
                  <a:lnTo>
                    <a:pt x="3220" y="4227"/>
                  </a:lnTo>
                  <a:lnTo>
                    <a:pt x="3200" y="4129"/>
                  </a:lnTo>
                  <a:lnTo>
                    <a:pt x="3141" y="3911"/>
                  </a:lnTo>
                  <a:lnTo>
                    <a:pt x="3121" y="3793"/>
                  </a:lnTo>
                  <a:lnTo>
                    <a:pt x="3121" y="3694"/>
                  </a:lnTo>
                  <a:lnTo>
                    <a:pt x="3141" y="3655"/>
                  </a:lnTo>
                  <a:lnTo>
                    <a:pt x="3180" y="3615"/>
                  </a:lnTo>
                  <a:lnTo>
                    <a:pt x="3220" y="3595"/>
                  </a:lnTo>
                  <a:lnTo>
                    <a:pt x="3259" y="3595"/>
                  </a:lnTo>
                  <a:lnTo>
                    <a:pt x="3358" y="3635"/>
                  </a:lnTo>
                  <a:lnTo>
                    <a:pt x="3457" y="3694"/>
                  </a:lnTo>
                  <a:lnTo>
                    <a:pt x="3556" y="3793"/>
                  </a:lnTo>
                  <a:lnTo>
                    <a:pt x="3635" y="3931"/>
                  </a:lnTo>
                  <a:lnTo>
                    <a:pt x="3694" y="4089"/>
                  </a:lnTo>
                  <a:lnTo>
                    <a:pt x="3714" y="4287"/>
                  </a:lnTo>
                  <a:lnTo>
                    <a:pt x="3714" y="4484"/>
                  </a:lnTo>
                  <a:lnTo>
                    <a:pt x="3694" y="4662"/>
                  </a:lnTo>
                  <a:lnTo>
                    <a:pt x="3654" y="4820"/>
                  </a:lnTo>
                  <a:lnTo>
                    <a:pt x="3575" y="4958"/>
                  </a:lnTo>
                  <a:lnTo>
                    <a:pt x="3496" y="5057"/>
                  </a:lnTo>
                  <a:lnTo>
                    <a:pt x="3398" y="5136"/>
                  </a:lnTo>
                  <a:lnTo>
                    <a:pt x="3259" y="5176"/>
                  </a:lnTo>
                  <a:lnTo>
                    <a:pt x="3121" y="5176"/>
                  </a:lnTo>
                  <a:lnTo>
                    <a:pt x="3042" y="5156"/>
                  </a:lnTo>
                  <a:lnTo>
                    <a:pt x="2943" y="5097"/>
                  </a:lnTo>
                  <a:lnTo>
                    <a:pt x="2864" y="5037"/>
                  </a:lnTo>
                  <a:lnTo>
                    <a:pt x="2766" y="4938"/>
                  </a:lnTo>
                  <a:lnTo>
                    <a:pt x="2588" y="4701"/>
                  </a:lnTo>
                  <a:lnTo>
                    <a:pt x="2410" y="4405"/>
                  </a:lnTo>
                  <a:lnTo>
                    <a:pt x="2272" y="4089"/>
                  </a:lnTo>
                  <a:lnTo>
                    <a:pt x="2153" y="3753"/>
                  </a:lnTo>
                  <a:lnTo>
                    <a:pt x="2074" y="3437"/>
                  </a:lnTo>
                  <a:lnTo>
                    <a:pt x="2055" y="3299"/>
                  </a:lnTo>
                  <a:lnTo>
                    <a:pt x="2035" y="3161"/>
                  </a:lnTo>
                  <a:lnTo>
                    <a:pt x="2055" y="2924"/>
                  </a:lnTo>
                  <a:lnTo>
                    <a:pt x="2114" y="2706"/>
                  </a:lnTo>
                  <a:lnTo>
                    <a:pt x="2213" y="2529"/>
                  </a:lnTo>
                  <a:lnTo>
                    <a:pt x="2311" y="2371"/>
                  </a:lnTo>
                  <a:lnTo>
                    <a:pt x="2469" y="2252"/>
                  </a:lnTo>
                  <a:lnTo>
                    <a:pt x="2627" y="2173"/>
                  </a:lnTo>
                  <a:lnTo>
                    <a:pt x="2805" y="2114"/>
                  </a:lnTo>
                  <a:lnTo>
                    <a:pt x="2983" y="2114"/>
                  </a:lnTo>
                  <a:lnTo>
                    <a:pt x="3161" y="2134"/>
                  </a:lnTo>
                  <a:lnTo>
                    <a:pt x="3338" y="2193"/>
                  </a:lnTo>
                  <a:lnTo>
                    <a:pt x="3516" y="2292"/>
                  </a:lnTo>
                  <a:lnTo>
                    <a:pt x="3674" y="2430"/>
                  </a:lnTo>
                  <a:lnTo>
                    <a:pt x="3852" y="2608"/>
                  </a:lnTo>
                  <a:lnTo>
                    <a:pt x="4010" y="2786"/>
                  </a:lnTo>
                  <a:lnTo>
                    <a:pt x="4366" y="3220"/>
                  </a:lnTo>
                  <a:lnTo>
                    <a:pt x="4524" y="3477"/>
                  </a:lnTo>
                  <a:lnTo>
                    <a:pt x="4682" y="3773"/>
                  </a:lnTo>
                  <a:lnTo>
                    <a:pt x="4820" y="4089"/>
                  </a:lnTo>
                  <a:lnTo>
                    <a:pt x="4919" y="4405"/>
                  </a:lnTo>
                  <a:lnTo>
                    <a:pt x="5017" y="4721"/>
                  </a:lnTo>
                  <a:lnTo>
                    <a:pt x="5096" y="5037"/>
                  </a:lnTo>
                  <a:lnTo>
                    <a:pt x="5156" y="5334"/>
                  </a:lnTo>
                  <a:lnTo>
                    <a:pt x="5175" y="5610"/>
                  </a:lnTo>
                  <a:lnTo>
                    <a:pt x="5175" y="5729"/>
                  </a:lnTo>
                  <a:lnTo>
                    <a:pt x="5156" y="5867"/>
                  </a:lnTo>
                  <a:lnTo>
                    <a:pt x="5096" y="6124"/>
                  </a:lnTo>
                  <a:lnTo>
                    <a:pt x="4998" y="6361"/>
                  </a:lnTo>
                  <a:lnTo>
                    <a:pt x="4859" y="6598"/>
                  </a:lnTo>
                  <a:lnTo>
                    <a:pt x="4682" y="6795"/>
                  </a:lnTo>
                  <a:lnTo>
                    <a:pt x="4583" y="6874"/>
                  </a:lnTo>
                  <a:lnTo>
                    <a:pt x="4484" y="6953"/>
                  </a:lnTo>
                  <a:lnTo>
                    <a:pt x="4366" y="7012"/>
                  </a:lnTo>
                  <a:lnTo>
                    <a:pt x="4267" y="7052"/>
                  </a:lnTo>
                  <a:lnTo>
                    <a:pt x="4148" y="7091"/>
                  </a:lnTo>
                  <a:lnTo>
                    <a:pt x="3911" y="7091"/>
                  </a:lnTo>
                  <a:lnTo>
                    <a:pt x="3773" y="7052"/>
                  </a:lnTo>
                  <a:lnTo>
                    <a:pt x="3635" y="7012"/>
                  </a:lnTo>
                  <a:lnTo>
                    <a:pt x="3496" y="6953"/>
                  </a:lnTo>
                  <a:lnTo>
                    <a:pt x="3180" y="6775"/>
                  </a:lnTo>
                  <a:lnTo>
                    <a:pt x="2884" y="6558"/>
                  </a:lnTo>
                  <a:lnTo>
                    <a:pt x="2608" y="6321"/>
                  </a:lnTo>
                  <a:lnTo>
                    <a:pt x="2371" y="6084"/>
                  </a:lnTo>
                  <a:lnTo>
                    <a:pt x="2153" y="5867"/>
                  </a:lnTo>
                  <a:lnTo>
                    <a:pt x="2015" y="5689"/>
                  </a:lnTo>
                  <a:lnTo>
                    <a:pt x="1699" y="5156"/>
                  </a:lnTo>
                  <a:lnTo>
                    <a:pt x="1245" y="4326"/>
                  </a:lnTo>
                  <a:lnTo>
                    <a:pt x="790" y="3457"/>
                  </a:lnTo>
                  <a:lnTo>
                    <a:pt x="613" y="3102"/>
                  </a:lnTo>
                  <a:lnTo>
                    <a:pt x="474" y="2805"/>
                  </a:lnTo>
                  <a:lnTo>
                    <a:pt x="395" y="2568"/>
                  </a:lnTo>
                  <a:lnTo>
                    <a:pt x="336" y="2292"/>
                  </a:lnTo>
                  <a:lnTo>
                    <a:pt x="316" y="2015"/>
                  </a:lnTo>
                  <a:lnTo>
                    <a:pt x="336" y="1739"/>
                  </a:lnTo>
                  <a:lnTo>
                    <a:pt x="376" y="1462"/>
                  </a:lnTo>
                  <a:lnTo>
                    <a:pt x="455" y="1205"/>
                  </a:lnTo>
                  <a:lnTo>
                    <a:pt x="573" y="968"/>
                  </a:lnTo>
                  <a:lnTo>
                    <a:pt x="632" y="870"/>
                  </a:lnTo>
                  <a:lnTo>
                    <a:pt x="731" y="771"/>
                  </a:lnTo>
                  <a:lnTo>
                    <a:pt x="810" y="692"/>
                  </a:lnTo>
                  <a:lnTo>
                    <a:pt x="909" y="613"/>
                  </a:lnTo>
                  <a:lnTo>
                    <a:pt x="1106" y="475"/>
                  </a:lnTo>
                  <a:lnTo>
                    <a:pt x="1343" y="396"/>
                  </a:lnTo>
                  <a:lnTo>
                    <a:pt x="1580" y="336"/>
                  </a:lnTo>
                  <a:lnTo>
                    <a:pt x="1798" y="316"/>
                  </a:lnTo>
                  <a:lnTo>
                    <a:pt x="2035" y="316"/>
                  </a:lnTo>
                  <a:lnTo>
                    <a:pt x="2252" y="356"/>
                  </a:lnTo>
                  <a:lnTo>
                    <a:pt x="2469" y="415"/>
                  </a:lnTo>
                  <a:lnTo>
                    <a:pt x="2687" y="514"/>
                  </a:lnTo>
                  <a:lnTo>
                    <a:pt x="2924" y="633"/>
                  </a:lnTo>
                  <a:lnTo>
                    <a:pt x="3180" y="791"/>
                  </a:lnTo>
                  <a:lnTo>
                    <a:pt x="3457" y="988"/>
                  </a:lnTo>
                  <a:lnTo>
                    <a:pt x="3733" y="1186"/>
                  </a:lnTo>
                  <a:lnTo>
                    <a:pt x="3990" y="1423"/>
                  </a:lnTo>
                  <a:lnTo>
                    <a:pt x="4227" y="1660"/>
                  </a:lnTo>
                  <a:lnTo>
                    <a:pt x="4425" y="1897"/>
                  </a:lnTo>
                  <a:lnTo>
                    <a:pt x="4899" y="2568"/>
                  </a:lnTo>
                  <a:lnTo>
                    <a:pt x="5432" y="3437"/>
                  </a:lnTo>
                  <a:lnTo>
                    <a:pt x="5689" y="3872"/>
                  </a:lnTo>
                  <a:lnTo>
                    <a:pt x="5926" y="4287"/>
                  </a:lnTo>
                  <a:lnTo>
                    <a:pt x="6084" y="4642"/>
                  </a:lnTo>
                  <a:lnTo>
                    <a:pt x="6123" y="4800"/>
                  </a:lnTo>
                  <a:lnTo>
                    <a:pt x="6163" y="4919"/>
                  </a:lnTo>
                  <a:lnTo>
                    <a:pt x="6183" y="5176"/>
                  </a:lnTo>
                  <a:lnTo>
                    <a:pt x="6183" y="5511"/>
                  </a:lnTo>
                  <a:lnTo>
                    <a:pt x="6163" y="5906"/>
                  </a:lnTo>
                  <a:lnTo>
                    <a:pt x="6143" y="6301"/>
                  </a:lnTo>
                  <a:lnTo>
                    <a:pt x="6084" y="6696"/>
                  </a:lnTo>
                  <a:lnTo>
                    <a:pt x="6005" y="7072"/>
                  </a:lnTo>
                  <a:lnTo>
                    <a:pt x="5906" y="7368"/>
                  </a:lnTo>
                  <a:lnTo>
                    <a:pt x="5847" y="7487"/>
                  </a:lnTo>
                  <a:lnTo>
                    <a:pt x="5788" y="7585"/>
                  </a:lnTo>
                  <a:lnTo>
                    <a:pt x="5610" y="7743"/>
                  </a:lnTo>
                  <a:lnTo>
                    <a:pt x="5432" y="7921"/>
                  </a:lnTo>
                  <a:lnTo>
                    <a:pt x="5215" y="8079"/>
                  </a:lnTo>
                  <a:lnTo>
                    <a:pt x="4998" y="8217"/>
                  </a:lnTo>
                  <a:lnTo>
                    <a:pt x="4622" y="8454"/>
                  </a:lnTo>
                  <a:lnTo>
                    <a:pt x="4484" y="8533"/>
                  </a:lnTo>
                  <a:lnTo>
                    <a:pt x="4998" y="8593"/>
                  </a:lnTo>
                  <a:lnTo>
                    <a:pt x="5116" y="8533"/>
                  </a:lnTo>
                  <a:lnTo>
                    <a:pt x="5393" y="8375"/>
                  </a:lnTo>
                  <a:lnTo>
                    <a:pt x="5570" y="8277"/>
                  </a:lnTo>
                  <a:lnTo>
                    <a:pt x="5728" y="8138"/>
                  </a:lnTo>
                  <a:lnTo>
                    <a:pt x="5906" y="8000"/>
                  </a:lnTo>
                  <a:lnTo>
                    <a:pt x="6044" y="7842"/>
                  </a:lnTo>
                  <a:lnTo>
                    <a:pt x="6183" y="7664"/>
                  </a:lnTo>
                  <a:lnTo>
                    <a:pt x="6281" y="7447"/>
                  </a:lnTo>
                  <a:lnTo>
                    <a:pt x="6380" y="7170"/>
                  </a:lnTo>
                  <a:lnTo>
                    <a:pt x="6439" y="6874"/>
                  </a:lnTo>
                  <a:lnTo>
                    <a:pt x="6499" y="6519"/>
                  </a:lnTo>
                  <a:lnTo>
                    <a:pt x="6518" y="6104"/>
                  </a:lnTo>
                  <a:lnTo>
                    <a:pt x="6538" y="5669"/>
                  </a:lnTo>
                  <a:lnTo>
                    <a:pt x="6518" y="5176"/>
                  </a:lnTo>
                  <a:lnTo>
                    <a:pt x="6499" y="4919"/>
                  </a:lnTo>
                  <a:lnTo>
                    <a:pt x="6439" y="4662"/>
                  </a:lnTo>
                  <a:lnTo>
                    <a:pt x="6360" y="4405"/>
                  </a:lnTo>
                  <a:lnTo>
                    <a:pt x="6262" y="4148"/>
                  </a:lnTo>
                  <a:lnTo>
                    <a:pt x="6143" y="3911"/>
                  </a:lnTo>
                  <a:lnTo>
                    <a:pt x="6025" y="3674"/>
                  </a:lnTo>
                  <a:lnTo>
                    <a:pt x="5748" y="3200"/>
                  </a:lnTo>
                  <a:lnTo>
                    <a:pt x="5432" y="2766"/>
                  </a:lnTo>
                  <a:lnTo>
                    <a:pt x="5136" y="2331"/>
                  </a:lnTo>
                  <a:lnTo>
                    <a:pt x="4859" y="1936"/>
                  </a:lnTo>
                  <a:lnTo>
                    <a:pt x="4642" y="1561"/>
                  </a:lnTo>
                  <a:lnTo>
                    <a:pt x="4543" y="1383"/>
                  </a:lnTo>
                  <a:lnTo>
                    <a:pt x="4385" y="1205"/>
                  </a:lnTo>
                  <a:lnTo>
                    <a:pt x="4188" y="1028"/>
                  </a:lnTo>
                  <a:lnTo>
                    <a:pt x="3990" y="850"/>
                  </a:lnTo>
                  <a:lnTo>
                    <a:pt x="3733" y="692"/>
                  </a:lnTo>
                  <a:lnTo>
                    <a:pt x="3477" y="534"/>
                  </a:lnTo>
                  <a:lnTo>
                    <a:pt x="3220" y="396"/>
                  </a:lnTo>
                  <a:lnTo>
                    <a:pt x="2943" y="277"/>
                  </a:lnTo>
                  <a:lnTo>
                    <a:pt x="2647" y="178"/>
                  </a:lnTo>
                  <a:lnTo>
                    <a:pt x="2371" y="99"/>
                  </a:lnTo>
                  <a:lnTo>
                    <a:pt x="2094" y="40"/>
                  </a:lnTo>
                  <a:lnTo>
                    <a:pt x="1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2" name="Google Shape;8872;p34"/>
            <p:cNvSpPr/>
            <p:nvPr/>
          </p:nvSpPr>
          <p:spPr>
            <a:xfrm>
              <a:off x="9045754" y="1328556"/>
              <a:ext cx="229049" cy="130991"/>
            </a:xfrm>
            <a:custGeom>
              <a:rect b="b" l="l" r="r" t="t"/>
              <a:pathLst>
                <a:path extrusionOk="0" h="3536" w="6183">
                  <a:moveTo>
                    <a:pt x="2943" y="0"/>
                  </a:moveTo>
                  <a:lnTo>
                    <a:pt x="2489" y="20"/>
                  </a:lnTo>
                  <a:lnTo>
                    <a:pt x="2114" y="40"/>
                  </a:lnTo>
                  <a:lnTo>
                    <a:pt x="1857" y="79"/>
                  </a:lnTo>
                  <a:lnTo>
                    <a:pt x="1659" y="158"/>
                  </a:lnTo>
                  <a:lnTo>
                    <a:pt x="1383" y="296"/>
                  </a:lnTo>
                  <a:lnTo>
                    <a:pt x="1087" y="494"/>
                  </a:lnTo>
                  <a:lnTo>
                    <a:pt x="790" y="731"/>
                  </a:lnTo>
                  <a:lnTo>
                    <a:pt x="514" y="1007"/>
                  </a:lnTo>
                  <a:lnTo>
                    <a:pt x="395" y="1146"/>
                  </a:lnTo>
                  <a:lnTo>
                    <a:pt x="277" y="1304"/>
                  </a:lnTo>
                  <a:lnTo>
                    <a:pt x="178" y="1462"/>
                  </a:lnTo>
                  <a:lnTo>
                    <a:pt x="99" y="1620"/>
                  </a:lnTo>
                  <a:lnTo>
                    <a:pt x="40" y="1778"/>
                  </a:lnTo>
                  <a:lnTo>
                    <a:pt x="20" y="1936"/>
                  </a:lnTo>
                  <a:lnTo>
                    <a:pt x="0" y="2094"/>
                  </a:lnTo>
                  <a:lnTo>
                    <a:pt x="20" y="2232"/>
                  </a:lnTo>
                  <a:lnTo>
                    <a:pt x="40" y="2370"/>
                  </a:lnTo>
                  <a:lnTo>
                    <a:pt x="79" y="2509"/>
                  </a:lnTo>
                  <a:lnTo>
                    <a:pt x="138" y="2627"/>
                  </a:lnTo>
                  <a:lnTo>
                    <a:pt x="198" y="2746"/>
                  </a:lnTo>
                  <a:lnTo>
                    <a:pt x="277" y="2864"/>
                  </a:lnTo>
                  <a:lnTo>
                    <a:pt x="356" y="2963"/>
                  </a:lnTo>
                  <a:lnTo>
                    <a:pt x="553" y="3141"/>
                  </a:lnTo>
                  <a:lnTo>
                    <a:pt x="771" y="3279"/>
                  </a:lnTo>
                  <a:lnTo>
                    <a:pt x="988" y="3397"/>
                  </a:lnTo>
                  <a:lnTo>
                    <a:pt x="1225" y="3457"/>
                  </a:lnTo>
                  <a:lnTo>
                    <a:pt x="1462" y="3516"/>
                  </a:lnTo>
                  <a:lnTo>
                    <a:pt x="1758" y="3536"/>
                  </a:lnTo>
                  <a:lnTo>
                    <a:pt x="2094" y="3516"/>
                  </a:lnTo>
                  <a:lnTo>
                    <a:pt x="2449" y="3496"/>
                  </a:lnTo>
                  <a:lnTo>
                    <a:pt x="2805" y="3437"/>
                  </a:lnTo>
                  <a:lnTo>
                    <a:pt x="3180" y="3338"/>
                  </a:lnTo>
                  <a:lnTo>
                    <a:pt x="3536" y="3220"/>
                  </a:lnTo>
                  <a:lnTo>
                    <a:pt x="3872" y="3062"/>
                  </a:lnTo>
                  <a:lnTo>
                    <a:pt x="4168" y="2884"/>
                  </a:lnTo>
                  <a:lnTo>
                    <a:pt x="4405" y="2706"/>
                  </a:lnTo>
                  <a:lnTo>
                    <a:pt x="4602" y="2489"/>
                  </a:lnTo>
                  <a:lnTo>
                    <a:pt x="4681" y="2390"/>
                  </a:lnTo>
                  <a:lnTo>
                    <a:pt x="4741" y="2291"/>
                  </a:lnTo>
                  <a:lnTo>
                    <a:pt x="4800" y="2193"/>
                  </a:lnTo>
                  <a:lnTo>
                    <a:pt x="4839" y="2074"/>
                  </a:lnTo>
                  <a:lnTo>
                    <a:pt x="4859" y="1975"/>
                  </a:lnTo>
                  <a:lnTo>
                    <a:pt x="4859" y="1857"/>
                  </a:lnTo>
                  <a:lnTo>
                    <a:pt x="4859" y="1758"/>
                  </a:lnTo>
                  <a:lnTo>
                    <a:pt x="4820" y="1639"/>
                  </a:lnTo>
                  <a:lnTo>
                    <a:pt x="4780" y="1521"/>
                  </a:lnTo>
                  <a:lnTo>
                    <a:pt x="4721" y="1422"/>
                  </a:lnTo>
                  <a:lnTo>
                    <a:pt x="4622" y="1304"/>
                  </a:lnTo>
                  <a:lnTo>
                    <a:pt x="4523" y="1225"/>
                  </a:lnTo>
                  <a:lnTo>
                    <a:pt x="4405" y="1146"/>
                  </a:lnTo>
                  <a:lnTo>
                    <a:pt x="4267" y="1067"/>
                  </a:lnTo>
                  <a:lnTo>
                    <a:pt x="3970" y="948"/>
                  </a:lnTo>
                  <a:lnTo>
                    <a:pt x="3654" y="849"/>
                  </a:lnTo>
                  <a:lnTo>
                    <a:pt x="3338" y="770"/>
                  </a:lnTo>
                  <a:lnTo>
                    <a:pt x="3042" y="731"/>
                  </a:lnTo>
                  <a:lnTo>
                    <a:pt x="2607" y="672"/>
                  </a:lnTo>
                  <a:lnTo>
                    <a:pt x="2430" y="672"/>
                  </a:lnTo>
                  <a:lnTo>
                    <a:pt x="2232" y="691"/>
                  </a:lnTo>
                  <a:lnTo>
                    <a:pt x="1995" y="731"/>
                  </a:lnTo>
                  <a:lnTo>
                    <a:pt x="1778" y="810"/>
                  </a:lnTo>
                  <a:lnTo>
                    <a:pt x="1659" y="869"/>
                  </a:lnTo>
                  <a:lnTo>
                    <a:pt x="1561" y="928"/>
                  </a:lnTo>
                  <a:lnTo>
                    <a:pt x="1482" y="1007"/>
                  </a:lnTo>
                  <a:lnTo>
                    <a:pt x="1403" y="1086"/>
                  </a:lnTo>
                  <a:lnTo>
                    <a:pt x="1343" y="1185"/>
                  </a:lnTo>
                  <a:lnTo>
                    <a:pt x="1304" y="1284"/>
                  </a:lnTo>
                  <a:lnTo>
                    <a:pt x="1284" y="1402"/>
                  </a:lnTo>
                  <a:lnTo>
                    <a:pt x="1284" y="1541"/>
                  </a:lnTo>
                  <a:lnTo>
                    <a:pt x="1324" y="1679"/>
                  </a:lnTo>
                  <a:lnTo>
                    <a:pt x="1383" y="1797"/>
                  </a:lnTo>
                  <a:lnTo>
                    <a:pt x="1462" y="1896"/>
                  </a:lnTo>
                  <a:lnTo>
                    <a:pt x="1561" y="1995"/>
                  </a:lnTo>
                  <a:lnTo>
                    <a:pt x="1679" y="2094"/>
                  </a:lnTo>
                  <a:lnTo>
                    <a:pt x="1817" y="2173"/>
                  </a:lnTo>
                  <a:lnTo>
                    <a:pt x="2074" y="2291"/>
                  </a:lnTo>
                  <a:lnTo>
                    <a:pt x="2351" y="2370"/>
                  </a:lnTo>
                  <a:lnTo>
                    <a:pt x="2568" y="2390"/>
                  </a:lnTo>
                  <a:lnTo>
                    <a:pt x="2706" y="2390"/>
                  </a:lnTo>
                  <a:lnTo>
                    <a:pt x="2746" y="2351"/>
                  </a:lnTo>
                  <a:lnTo>
                    <a:pt x="2746" y="2311"/>
                  </a:lnTo>
                  <a:lnTo>
                    <a:pt x="2509" y="2212"/>
                  </a:lnTo>
                  <a:lnTo>
                    <a:pt x="2291" y="2114"/>
                  </a:lnTo>
                  <a:lnTo>
                    <a:pt x="2054" y="1975"/>
                  </a:lnTo>
                  <a:lnTo>
                    <a:pt x="1936" y="1877"/>
                  </a:lnTo>
                  <a:lnTo>
                    <a:pt x="1857" y="1797"/>
                  </a:lnTo>
                  <a:lnTo>
                    <a:pt x="1778" y="1699"/>
                  </a:lnTo>
                  <a:lnTo>
                    <a:pt x="1719" y="1600"/>
                  </a:lnTo>
                  <a:lnTo>
                    <a:pt x="1719" y="1501"/>
                  </a:lnTo>
                  <a:lnTo>
                    <a:pt x="1738" y="1402"/>
                  </a:lnTo>
                  <a:lnTo>
                    <a:pt x="1798" y="1304"/>
                  </a:lnTo>
                  <a:lnTo>
                    <a:pt x="1896" y="1185"/>
                  </a:lnTo>
                  <a:lnTo>
                    <a:pt x="2054" y="1086"/>
                  </a:lnTo>
                  <a:lnTo>
                    <a:pt x="2212" y="1027"/>
                  </a:lnTo>
                  <a:lnTo>
                    <a:pt x="2410" y="968"/>
                  </a:lnTo>
                  <a:lnTo>
                    <a:pt x="2607" y="948"/>
                  </a:lnTo>
                  <a:lnTo>
                    <a:pt x="2805" y="928"/>
                  </a:lnTo>
                  <a:lnTo>
                    <a:pt x="3022" y="948"/>
                  </a:lnTo>
                  <a:lnTo>
                    <a:pt x="3240" y="968"/>
                  </a:lnTo>
                  <a:lnTo>
                    <a:pt x="3437" y="1027"/>
                  </a:lnTo>
                  <a:lnTo>
                    <a:pt x="3635" y="1086"/>
                  </a:lnTo>
                  <a:lnTo>
                    <a:pt x="3832" y="1165"/>
                  </a:lnTo>
                  <a:lnTo>
                    <a:pt x="3990" y="1264"/>
                  </a:lnTo>
                  <a:lnTo>
                    <a:pt x="4128" y="1363"/>
                  </a:lnTo>
                  <a:lnTo>
                    <a:pt x="4227" y="1481"/>
                  </a:lnTo>
                  <a:lnTo>
                    <a:pt x="4306" y="1620"/>
                  </a:lnTo>
                  <a:lnTo>
                    <a:pt x="4346" y="1758"/>
                  </a:lnTo>
                  <a:lnTo>
                    <a:pt x="4346" y="1916"/>
                  </a:lnTo>
                  <a:lnTo>
                    <a:pt x="4306" y="2054"/>
                  </a:lnTo>
                  <a:lnTo>
                    <a:pt x="4247" y="2212"/>
                  </a:lnTo>
                  <a:lnTo>
                    <a:pt x="4148" y="2351"/>
                  </a:lnTo>
                  <a:lnTo>
                    <a:pt x="4030" y="2489"/>
                  </a:lnTo>
                  <a:lnTo>
                    <a:pt x="3911" y="2627"/>
                  </a:lnTo>
                  <a:lnTo>
                    <a:pt x="3753" y="2746"/>
                  </a:lnTo>
                  <a:lnTo>
                    <a:pt x="3595" y="2844"/>
                  </a:lnTo>
                  <a:lnTo>
                    <a:pt x="3417" y="2943"/>
                  </a:lnTo>
                  <a:lnTo>
                    <a:pt x="3220" y="3022"/>
                  </a:lnTo>
                  <a:lnTo>
                    <a:pt x="3022" y="3101"/>
                  </a:lnTo>
                  <a:lnTo>
                    <a:pt x="2805" y="3160"/>
                  </a:lnTo>
                  <a:lnTo>
                    <a:pt x="2588" y="3220"/>
                  </a:lnTo>
                  <a:lnTo>
                    <a:pt x="2351" y="3239"/>
                  </a:lnTo>
                  <a:lnTo>
                    <a:pt x="2114" y="3259"/>
                  </a:lnTo>
                  <a:lnTo>
                    <a:pt x="1896" y="3239"/>
                  </a:lnTo>
                  <a:lnTo>
                    <a:pt x="1659" y="3220"/>
                  </a:lnTo>
                  <a:lnTo>
                    <a:pt x="1422" y="3180"/>
                  </a:lnTo>
                  <a:lnTo>
                    <a:pt x="1225" y="3121"/>
                  </a:lnTo>
                  <a:lnTo>
                    <a:pt x="1067" y="3042"/>
                  </a:lnTo>
                  <a:lnTo>
                    <a:pt x="909" y="2943"/>
                  </a:lnTo>
                  <a:lnTo>
                    <a:pt x="790" y="2844"/>
                  </a:lnTo>
                  <a:lnTo>
                    <a:pt x="692" y="2726"/>
                  </a:lnTo>
                  <a:lnTo>
                    <a:pt x="613" y="2588"/>
                  </a:lnTo>
                  <a:lnTo>
                    <a:pt x="553" y="2449"/>
                  </a:lnTo>
                  <a:lnTo>
                    <a:pt x="514" y="2291"/>
                  </a:lnTo>
                  <a:lnTo>
                    <a:pt x="494" y="2133"/>
                  </a:lnTo>
                  <a:lnTo>
                    <a:pt x="514" y="1975"/>
                  </a:lnTo>
                  <a:lnTo>
                    <a:pt x="553" y="1817"/>
                  </a:lnTo>
                  <a:lnTo>
                    <a:pt x="593" y="1639"/>
                  </a:lnTo>
                  <a:lnTo>
                    <a:pt x="672" y="1481"/>
                  </a:lnTo>
                  <a:lnTo>
                    <a:pt x="771" y="1323"/>
                  </a:lnTo>
                  <a:lnTo>
                    <a:pt x="889" y="1165"/>
                  </a:lnTo>
                  <a:lnTo>
                    <a:pt x="1027" y="1007"/>
                  </a:lnTo>
                  <a:lnTo>
                    <a:pt x="1205" y="869"/>
                  </a:lnTo>
                  <a:lnTo>
                    <a:pt x="1383" y="751"/>
                  </a:lnTo>
                  <a:lnTo>
                    <a:pt x="1600" y="652"/>
                  </a:lnTo>
                  <a:lnTo>
                    <a:pt x="1817" y="553"/>
                  </a:lnTo>
                  <a:lnTo>
                    <a:pt x="2074" y="494"/>
                  </a:lnTo>
                  <a:lnTo>
                    <a:pt x="2311" y="435"/>
                  </a:lnTo>
                  <a:lnTo>
                    <a:pt x="2568" y="375"/>
                  </a:lnTo>
                  <a:lnTo>
                    <a:pt x="2825" y="336"/>
                  </a:lnTo>
                  <a:lnTo>
                    <a:pt x="3082" y="316"/>
                  </a:lnTo>
                  <a:lnTo>
                    <a:pt x="3358" y="316"/>
                  </a:lnTo>
                  <a:lnTo>
                    <a:pt x="3595" y="336"/>
                  </a:lnTo>
                  <a:lnTo>
                    <a:pt x="3852" y="336"/>
                  </a:lnTo>
                  <a:lnTo>
                    <a:pt x="4069" y="375"/>
                  </a:lnTo>
                  <a:lnTo>
                    <a:pt x="4286" y="415"/>
                  </a:lnTo>
                  <a:lnTo>
                    <a:pt x="4484" y="474"/>
                  </a:lnTo>
                  <a:lnTo>
                    <a:pt x="4839" y="612"/>
                  </a:lnTo>
                  <a:lnTo>
                    <a:pt x="5136" y="751"/>
                  </a:lnTo>
                  <a:lnTo>
                    <a:pt x="5373" y="909"/>
                  </a:lnTo>
                  <a:lnTo>
                    <a:pt x="5570" y="1086"/>
                  </a:lnTo>
                  <a:lnTo>
                    <a:pt x="5630" y="1185"/>
                  </a:lnTo>
                  <a:lnTo>
                    <a:pt x="5689" y="1264"/>
                  </a:lnTo>
                  <a:lnTo>
                    <a:pt x="5748" y="1363"/>
                  </a:lnTo>
                  <a:lnTo>
                    <a:pt x="5768" y="1462"/>
                  </a:lnTo>
                  <a:lnTo>
                    <a:pt x="5788" y="1560"/>
                  </a:lnTo>
                  <a:lnTo>
                    <a:pt x="5788" y="1659"/>
                  </a:lnTo>
                  <a:lnTo>
                    <a:pt x="5788" y="1778"/>
                  </a:lnTo>
                  <a:lnTo>
                    <a:pt x="5748" y="1877"/>
                  </a:lnTo>
                  <a:lnTo>
                    <a:pt x="5709" y="1975"/>
                  </a:lnTo>
                  <a:lnTo>
                    <a:pt x="5649" y="2094"/>
                  </a:lnTo>
                  <a:lnTo>
                    <a:pt x="5511" y="2291"/>
                  </a:lnTo>
                  <a:lnTo>
                    <a:pt x="5333" y="2509"/>
                  </a:lnTo>
                  <a:lnTo>
                    <a:pt x="5136" y="2686"/>
                  </a:lnTo>
                  <a:lnTo>
                    <a:pt x="4820" y="2963"/>
                  </a:lnTo>
                  <a:lnTo>
                    <a:pt x="4662" y="3081"/>
                  </a:lnTo>
                  <a:lnTo>
                    <a:pt x="4859" y="3002"/>
                  </a:lnTo>
                  <a:lnTo>
                    <a:pt x="5057" y="2884"/>
                  </a:lnTo>
                  <a:lnTo>
                    <a:pt x="5294" y="2746"/>
                  </a:lnTo>
                  <a:lnTo>
                    <a:pt x="5551" y="2568"/>
                  </a:lnTo>
                  <a:lnTo>
                    <a:pt x="5788" y="2370"/>
                  </a:lnTo>
                  <a:lnTo>
                    <a:pt x="5886" y="2252"/>
                  </a:lnTo>
                  <a:lnTo>
                    <a:pt x="5985" y="2133"/>
                  </a:lnTo>
                  <a:lnTo>
                    <a:pt x="6084" y="1995"/>
                  </a:lnTo>
                  <a:lnTo>
                    <a:pt x="6143" y="1857"/>
                  </a:lnTo>
                  <a:lnTo>
                    <a:pt x="6183" y="1718"/>
                  </a:lnTo>
                  <a:lnTo>
                    <a:pt x="6183" y="1600"/>
                  </a:lnTo>
                  <a:lnTo>
                    <a:pt x="6163" y="1462"/>
                  </a:lnTo>
                  <a:lnTo>
                    <a:pt x="6123" y="1323"/>
                  </a:lnTo>
                  <a:lnTo>
                    <a:pt x="6044" y="1205"/>
                  </a:lnTo>
                  <a:lnTo>
                    <a:pt x="5965" y="1086"/>
                  </a:lnTo>
                  <a:lnTo>
                    <a:pt x="5867" y="968"/>
                  </a:lnTo>
                  <a:lnTo>
                    <a:pt x="5748" y="849"/>
                  </a:lnTo>
                  <a:lnTo>
                    <a:pt x="5511" y="632"/>
                  </a:lnTo>
                  <a:lnTo>
                    <a:pt x="5274" y="454"/>
                  </a:lnTo>
                  <a:lnTo>
                    <a:pt x="4899" y="198"/>
                  </a:lnTo>
                  <a:lnTo>
                    <a:pt x="4820" y="158"/>
                  </a:lnTo>
                  <a:lnTo>
                    <a:pt x="4701" y="119"/>
                  </a:lnTo>
                  <a:lnTo>
                    <a:pt x="4365" y="59"/>
                  </a:lnTo>
                  <a:lnTo>
                    <a:pt x="3931" y="20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3" name="Google Shape;8873;p34"/>
            <p:cNvSpPr/>
            <p:nvPr/>
          </p:nvSpPr>
          <p:spPr>
            <a:xfrm>
              <a:off x="9398430" y="921679"/>
              <a:ext cx="109060" cy="182261"/>
            </a:xfrm>
            <a:custGeom>
              <a:rect b="b" l="l" r="r" t="t"/>
              <a:pathLst>
                <a:path extrusionOk="0" h="4920" w="2944">
                  <a:moveTo>
                    <a:pt x="1383" y="1"/>
                  </a:moveTo>
                  <a:lnTo>
                    <a:pt x="1304" y="21"/>
                  </a:lnTo>
                  <a:lnTo>
                    <a:pt x="1225" y="80"/>
                  </a:lnTo>
                  <a:lnTo>
                    <a:pt x="1146" y="139"/>
                  </a:lnTo>
                  <a:lnTo>
                    <a:pt x="1067" y="258"/>
                  </a:lnTo>
                  <a:lnTo>
                    <a:pt x="1008" y="396"/>
                  </a:lnTo>
                  <a:lnTo>
                    <a:pt x="969" y="534"/>
                  </a:lnTo>
                  <a:lnTo>
                    <a:pt x="929" y="712"/>
                  </a:lnTo>
                  <a:lnTo>
                    <a:pt x="929" y="890"/>
                  </a:lnTo>
                  <a:lnTo>
                    <a:pt x="949" y="1068"/>
                  </a:lnTo>
                  <a:lnTo>
                    <a:pt x="969" y="1245"/>
                  </a:lnTo>
                  <a:lnTo>
                    <a:pt x="1067" y="1621"/>
                  </a:lnTo>
                  <a:lnTo>
                    <a:pt x="1186" y="1976"/>
                  </a:lnTo>
                  <a:lnTo>
                    <a:pt x="1324" y="2272"/>
                  </a:lnTo>
                  <a:lnTo>
                    <a:pt x="1403" y="2391"/>
                  </a:lnTo>
                  <a:lnTo>
                    <a:pt x="1482" y="2490"/>
                  </a:lnTo>
                  <a:lnTo>
                    <a:pt x="1561" y="2569"/>
                  </a:lnTo>
                  <a:lnTo>
                    <a:pt x="1620" y="2608"/>
                  </a:lnTo>
                  <a:lnTo>
                    <a:pt x="1739" y="2648"/>
                  </a:lnTo>
                  <a:lnTo>
                    <a:pt x="1857" y="2667"/>
                  </a:lnTo>
                  <a:lnTo>
                    <a:pt x="1936" y="2628"/>
                  </a:lnTo>
                  <a:lnTo>
                    <a:pt x="2015" y="2569"/>
                  </a:lnTo>
                  <a:lnTo>
                    <a:pt x="2055" y="2450"/>
                  </a:lnTo>
                  <a:lnTo>
                    <a:pt x="2094" y="2312"/>
                  </a:lnTo>
                  <a:lnTo>
                    <a:pt x="2094" y="2134"/>
                  </a:lnTo>
                  <a:lnTo>
                    <a:pt x="2055" y="1917"/>
                  </a:lnTo>
                  <a:lnTo>
                    <a:pt x="2015" y="1719"/>
                  </a:lnTo>
                  <a:lnTo>
                    <a:pt x="1976" y="1561"/>
                  </a:lnTo>
                  <a:lnTo>
                    <a:pt x="1917" y="1443"/>
                  </a:lnTo>
                  <a:lnTo>
                    <a:pt x="1857" y="1384"/>
                  </a:lnTo>
                  <a:lnTo>
                    <a:pt x="1798" y="1344"/>
                  </a:lnTo>
                  <a:lnTo>
                    <a:pt x="1759" y="1324"/>
                  </a:lnTo>
                  <a:lnTo>
                    <a:pt x="1699" y="1324"/>
                  </a:lnTo>
                  <a:lnTo>
                    <a:pt x="1640" y="1364"/>
                  </a:lnTo>
                  <a:lnTo>
                    <a:pt x="1699" y="1542"/>
                  </a:lnTo>
                  <a:lnTo>
                    <a:pt x="1798" y="1917"/>
                  </a:lnTo>
                  <a:lnTo>
                    <a:pt x="1818" y="2095"/>
                  </a:lnTo>
                  <a:lnTo>
                    <a:pt x="1818" y="2154"/>
                  </a:lnTo>
                  <a:lnTo>
                    <a:pt x="1798" y="2213"/>
                  </a:lnTo>
                  <a:lnTo>
                    <a:pt x="1778" y="2253"/>
                  </a:lnTo>
                  <a:lnTo>
                    <a:pt x="1739" y="2253"/>
                  </a:lnTo>
                  <a:lnTo>
                    <a:pt x="1699" y="2213"/>
                  </a:lnTo>
                  <a:lnTo>
                    <a:pt x="1620" y="2154"/>
                  </a:lnTo>
                  <a:lnTo>
                    <a:pt x="1482" y="1976"/>
                  </a:lnTo>
                  <a:lnTo>
                    <a:pt x="1344" y="1779"/>
                  </a:lnTo>
                  <a:lnTo>
                    <a:pt x="1245" y="1542"/>
                  </a:lnTo>
                  <a:lnTo>
                    <a:pt x="1186" y="1305"/>
                  </a:lnTo>
                  <a:lnTo>
                    <a:pt x="1146" y="1068"/>
                  </a:lnTo>
                  <a:lnTo>
                    <a:pt x="1146" y="969"/>
                  </a:lnTo>
                  <a:lnTo>
                    <a:pt x="1166" y="870"/>
                  </a:lnTo>
                  <a:lnTo>
                    <a:pt x="1206" y="771"/>
                  </a:lnTo>
                  <a:lnTo>
                    <a:pt x="1245" y="692"/>
                  </a:lnTo>
                  <a:lnTo>
                    <a:pt x="1285" y="613"/>
                  </a:lnTo>
                  <a:lnTo>
                    <a:pt x="1364" y="554"/>
                  </a:lnTo>
                  <a:lnTo>
                    <a:pt x="1443" y="514"/>
                  </a:lnTo>
                  <a:lnTo>
                    <a:pt x="1541" y="534"/>
                  </a:lnTo>
                  <a:lnTo>
                    <a:pt x="1640" y="554"/>
                  </a:lnTo>
                  <a:lnTo>
                    <a:pt x="1739" y="613"/>
                  </a:lnTo>
                  <a:lnTo>
                    <a:pt x="1857" y="712"/>
                  </a:lnTo>
                  <a:lnTo>
                    <a:pt x="1956" y="811"/>
                  </a:lnTo>
                  <a:lnTo>
                    <a:pt x="2075" y="949"/>
                  </a:lnTo>
                  <a:lnTo>
                    <a:pt x="2173" y="1107"/>
                  </a:lnTo>
                  <a:lnTo>
                    <a:pt x="2272" y="1265"/>
                  </a:lnTo>
                  <a:lnTo>
                    <a:pt x="2371" y="1443"/>
                  </a:lnTo>
                  <a:lnTo>
                    <a:pt x="2450" y="1640"/>
                  </a:lnTo>
                  <a:lnTo>
                    <a:pt x="2509" y="1838"/>
                  </a:lnTo>
                  <a:lnTo>
                    <a:pt x="2568" y="2055"/>
                  </a:lnTo>
                  <a:lnTo>
                    <a:pt x="2628" y="2253"/>
                  </a:lnTo>
                  <a:lnTo>
                    <a:pt x="2647" y="2470"/>
                  </a:lnTo>
                  <a:lnTo>
                    <a:pt x="2647" y="2667"/>
                  </a:lnTo>
                  <a:lnTo>
                    <a:pt x="2628" y="3062"/>
                  </a:lnTo>
                  <a:lnTo>
                    <a:pt x="2588" y="3398"/>
                  </a:lnTo>
                  <a:lnTo>
                    <a:pt x="2529" y="3675"/>
                  </a:lnTo>
                  <a:lnTo>
                    <a:pt x="2450" y="3912"/>
                  </a:lnTo>
                  <a:lnTo>
                    <a:pt x="2410" y="3991"/>
                  </a:lnTo>
                  <a:lnTo>
                    <a:pt x="2351" y="4050"/>
                  </a:lnTo>
                  <a:lnTo>
                    <a:pt x="2292" y="4109"/>
                  </a:lnTo>
                  <a:lnTo>
                    <a:pt x="2233" y="4149"/>
                  </a:lnTo>
                  <a:lnTo>
                    <a:pt x="2094" y="4149"/>
                  </a:lnTo>
                  <a:lnTo>
                    <a:pt x="2015" y="4129"/>
                  </a:lnTo>
                  <a:lnTo>
                    <a:pt x="1936" y="4070"/>
                  </a:lnTo>
                  <a:lnTo>
                    <a:pt x="1857" y="4011"/>
                  </a:lnTo>
                  <a:lnTo>
                    <a:pt x="1778" y="3932"/>
                  </a:lnTo>
                  <a:lnTo>
                    <a:pt x="1620" y="3734"/>
                  </a:lnTo>
                  <a:lnTo>
                    <a:pt x="1462" y="3477"/>
                  </a:lnTo>
                  <a:lnTo>
                    <a:pt x="1304" y="3181"/>
                  </a:lnTo>
                  <a:lnTo>
                    <a:pt x="969" y="2569"/>
                  </a:lnTo>
                  <a:lnTo>
                    <a:pt x="811" y="2253"/>
                  </a:lnTo>
                  <a:lnTo>
                    <a:pt x="652" y="1956"/>
                  </a:lnTo>
                  <a:lnTo>
                    <a:pt x="514" y="1700"/>
                  </a:lnTo>
                  <a:lnTo>
                    <a:pt x="396" y="1443"/>
                  </a:lnTo>
                  <a:lnTo>
                    <a:pt x="336" y="1226"/>
                  </a:lnTo>
                  <a:lnTo>
                    <a:pt x="297" y="1008"/>
                  </a:lnTo>
                  <a:lnTo>
                    <a:pt x="297" y="791"/>
                  </a:lnTo>
                  <a:lnTo>
                    <a:pt x="317" y="593"/>
                  </a:lnTo>
                  <a:lnTo>
                    <a:pt x="336" y="396"/>
                  </a:lnTo>
                  <a:lnTo>
                    <a:pt x="396" y="198"/>
                  </a:lnTo>
                  <a:lnTo>
                    <a:pt x="415" y="119"/>
                  </a:lnTo>
                  <a:lnTo>
                    <a:pt x="415" y="100"/>
                  </a:lnTo>
                  <a:lnTo>
                    <a:pt x="396" y="100"/>
                  </a:lnTo>
                  <a:lnTo>
                    <a:pt x="356" y="139"/>
                  </a:lnTo>
                  <a:lnTo>
                    <a:pt x="277" y="297"/>
                  </a:lnTo>
                  <a:lnTo>
                    <a:pt x="178" y="554"/>
                  </a:lnTo>
                  <a:lnTo>
                    <a:pt x="80" y="850"/>
                  </a:lnTo>
                  <a:lnTo>
                    <a:pt x="20" y="1186"/>
                  </a:lnTo>
                  <a:lnTo>
                    <a:pt x="1" y="1344"/>
                  </a:lnTo>
                  <a:lnTo>
                    <a:pt x="1" y="1482"/>
                  </a:lnTo>
                  <a:lnTo>
                    <a:pt x="20" y="1621"/>
                  </a:lnTo>
                  <a:lnTo>
                    <a:pt x="60" y="1759"/>
                  </a:lnTo>
                  <a:lnTo>
                    <a:pt x="791" y="3161"/>
                  </a:lnTo>
                  <a:lnTo>
                    <a:pt x="1561" y="4564"/>
                  </a:lnTo>
                  <a:lnTo>
                    <a:pt x="1640" y="4682"/>
                  </a:lnTo>
                  <a:lnTo>
                    <a:pt x="1719" y="4761"/>
                  </a:lnTo>
                  <a:lnTo>
                    <a:pt x="1798" y="4820"/>
                  </a:lnTo>
                  <a:lnTo>
                    <a:pt x="1897" y="4880"/>
                  </a:lnTo>
                  <a:lnTo>
                    <a:pt x="1996" y="4899"/>
                  </a:lnTo>
                  <a:lnTo>
                    <a:pt x="2094" y="4919"/>
                  </a:lnTo>
                  <a:lnTo>
                    <a:pt x="2193" y="4899"/>
                  </a:lnTo>
                  <a:lnTo>
                    <a:pt x="2272" y="4880"/>
                  </a:lnTo>
                  <a:lnTo>
                    <a:pt x="2371" y="4860"/>
                  </a:lnTo>
                  <a:lnTo>
                    <a:pt x="2470" y="4801"/>
                  </a:lnTo>
                  <a:lnTo>
                    <a:pt x="2549" y="4741"/>
                  </a:lnTo>
                  <a:lnTo>
                    <a:pt x="2628" y="4662"/>
                  </a:lnTo>
                  <a:lnTo>
                    <a:pt x="2687" y="4564"/>
                  </a:lnTo>
                  <a:lnTo>
                    <a:pt x="2746" y="4465"/>
                  </a:lnTo>
                  <a:lnTo>
                    <a:pt x="2805" y="4366"/>
                  </a:lnTo>
                  <a:lnTo>
                    <a:pt x="2825" y="4228"/>
                  </a:lnTo>
                  <a:lnTo>
                    <a:pt x="2884" y="3951"/>
                  </a:lnTo>
                  <a:lnTo>
                    <a:pt x="2924" y="3616"/>
                  </a:lnTo>
                  <a:lnTo>
                    <a:pt x="2944" y="3240"/>
                  </a:lnTo>
                  <a:lnTo>
                    <a:pt x="2924" y="2845"/>
                  </a:lnTo>
                  <a:lnTo>
                    <a:pt x="2884" y="2450"/>
                  </a:lnTo>
                  <a:lnTo>
                    <a:pt x="2805" y="2035"/>
                  </a:lnTo>
                  <a:lnTo>
                    <a:pt x="2766" y="1838"/>
                  </a:lnTo>
                  <a:lnTo>
                    <a:pt x="2687" y="1640"/>
                  </a:lnTo>
                  <a:lnTo>
                    <a:pt x="2608" y="1463"/>
                  </a:lnTo>
                  <a:lnTo>
                    <a:pt x="2529" y="1285"/>
                  </a:lnTo>
                  <a:lnTo>
                    <a:pt x="2331" y="929"/>
                  </a:lnTo>
                  <a:lnTo>
                    <a:pt x="2134" y="633"/>
                  </a:lnTo>
                  <a:lnTo>
                    <a:pt x="1936" y="356"/>
                  </a:lnTo>
                  <a:lnTo>
                    <a:pt x="1759" y="159"/>
                  </a:lnTo>
                  <a:lnTo>
                    <a:pt x="1660" y="100"/>
                  </a:lnTo>
                  <a:lnTo>
                    <a:pt x="1561" y="40"/>
                  </a:lnTo>
                  <a:lnTo>
                    <a:pt x="148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4" name="Google Shape;8874;p34"/>
            <p:cNvSpPr/>
            <p:nvPr/>
          </p:nvSpPr>
          <p:spPr>
            <a:xfrm>
              <a:off x="8739867" y="785608"/>
              <a:ext cx="159553" cy="164665"/>
            </a:xfrm>
            <a:custGeom>
              <a:rect b="b" l="l" r="r" t="t"/>
              <a:pathLst>
                <a:path extrusionOk="0" h="4445" w="4307">
                  <a:moveTo>
                    <a:pt x="1956" y="0"/>
                  </a:moveTo>
                  <a:lnTo>
                    <a:pt x="1739" y="40"/>
                  </a:lnTo>
                  <a:lnTo>
                    <a:pt x="1502" y="79"/>
                  </a:lnTo>
                  <a:lnTo>
                    <a:pt x="1285" y="178"/>
                  </a:lnTo>
                  <a:lnTo>
                    <a:pt x="1067" y="296"/>
                  </a:lnTo>
                  <a:lnTo>
                    <a:pt x="850" y="435"/>
                  </a:lnTo>
                  <a:lnTo>
                    <a:pt x="672" y="632"/>
                  </a:lnTo>
                  <a:lnTo>
                    <a:pt x="495" y="849"/>
                  </a:lnTo>
                  <a:lnTo>
                    <a:pt x="337" y="1067"/>
                  </a:lnTo>
                  <a:lnTo>
                    <a:pt x="218" y="1323"/>
                  </a:lnTo>
                  <a:lnTo>
                    <a:pt x="119" y="1560"/>
                  </a:lnTo>
                  <a:lnTo>
                    <a:pt x="40" y="1817"/>
                  </a:lnTo>
                  <a:lnTo>
                    <a:pt x="1" y="2054"/>
                  </a:lnTo>
                  <a:lnTo>
                    <a:pt x="1" y="2311"/>
                  </a:lnTo>
                  <a:lnTo>
                    <a:pt x="21" y="2548"/>
                  </a:lnTo>
                  <a:lnTo>
                    <a:pt x="60" y="2785"/>
                  </a:lnTo>
                  <a:lnTo>
                    <a:pt x="139" y="3022"/>
                  </a:lnTo>
                  <a:lnTo>
                    <a:pt x="238" y="3239"/>
                  </a:lnTo>
                  <a:lnTo>
                    <a:pt x="376" y="3457"/>
                  </a:lnTo>
                  <a:lnTo>
                    <a:pt x="534" y="3654"/>
                  </a:lnTo>
                  <a:lnTo>
                    <a:pt x="732" y="3852"/>
                  </a:lnTo>
                  <a:lnTo>
                    <a:pt x="949" y="4010"/>
                  </a:lnTo>
                  <a:lnTo>
                    <a:pt x="1206" y="4168"/>
                  </a:lnTo>
                  <a:lnTo>
                    <a:pt x="1482" y="4286"/>
                  </a:lnTo>
                  <a:lnTo>
                    <a:pt x="1779" y="4385"/>
                  </a:lnTo>
                  <a:lnTo>
                    <a:pt x="2035" y="4424"/>
                  </a:lnTo>
                  <a:lnTo>
                    <a:pt x="2292" y="4444"/>
                  </a:lnTo>
                  <a:lnTo>
                    <a:pt x="2549" y="4424"/>
                  </a:lnTo>
                  <a:lnTo>
                    <a:pt x="2766" y="4365"/>
                  </a:lnTo>
                  <a:lnTo>
                    <a:pt x="2983" y="4286"/>
                  </a:lnTo>
                  <a:lnTo>
                    <a:pt x="3181" y="4187"/>
                  </a:lnTo>
                  <a:lnTo>
                    <a:pt x="3359" y="4089"/>
                  </a:lnTo>
                  <a:lnTo>
                    <a:pt x="3517" y="3970"/>
                  </a:lnTo>
                  <a:lnTo>
                    <a:pt x="3655" y="3852"/>
                  </a:lnTo>
                  <a:lnTo>
                    <a:pt x="3872" y="3634"/>
                  </a:lnTo>
                  <a:lnTo>
                    <a:pt x="3991" y="3476"/>
                  </a:lnTo>
                  <a:lnTo>
                    <a:pt x="4050" y="3417"/>
                  </a:lnTo>
                  <a:lnTo>
                    <a:pt x="4090" y="3358"/>
                  </a:lnTo>
                  <a:lnTo>
                    <a:pt x="4149" y="3279"/>
                  </a:lnTo>
                  <a:lnTo>
                    <a:pt x="4228" y="3062"/>
                  </a:lnTo>
                  <a:lnTo>
                    <a:pt x="4287" y="2785"/>
                  </a:lnTo>
                  <a:lnTo>
                    <a:pt x="4307" y="2489"/>
                  </a:lnTo>
                  <a:lnTo>
                    <a:pt x="4287" y="2311"/>
                  </a:lnTo>
                  <a:lnTo>
                    <a:pt x="4267" y="2133"/>
                  </a:lnTo>
                  <a:lnTo>
                    <a:pt x="4228" y="1936"/>
                  </a:lnTo>
                  <a:lnTo>
                    <a:pt x="4188" y="1758"/>
                  </a:lnTo>
                  <a:lnTo>
                    <a:pt x="4109" y="1541"/>
                  </a:lnTo>
                  <a:lnTo>
                    <a:pt x="4030" y="1343"/>
                  </a:lnTo>
                  <a:lnTo>
                    <a:pt x="3912" y="1146"/>
                  </a:lnTo>
                  <a:lnTo>
                    <a:pt x="3793" y="928"/>
                  </a:lnTo>
                  <a:lnTo>
                    <a:pt x="3635" y="731"/>
                  </a:lnTo>
                  <a:lnTo>
                    <a:pt x="3477" y="553"/>
                  </a:lnTo>
                  <a:lnTo>
                    <a:pt x="3280" y="395"/>
                  </a:lnTo>
                  <a:lnTo>
                    <a:pt x="3082" y="277"/>
                  </a:lnTo>
                  <a:lnTo>
                    <a:pt x="2885" y="158"/>
                  </a:lnTo>
                  <a:lnTo>
                    <a:pt x="2648" y="79"/>
                  </a:lnTo>
                  <a:lnTo>
                    <a:pt x="2430" y="20"/>
                  </a:lnTo>
                  <a:lnTo>
                    <a:pt x="21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5" name="Google Shape;8875;p34"/>
            <p:cNvSpPr/>
            <p:nvPr/>
          </p:nvSpPr>
          <p:spPr>
            <a:xfrm>
              <a:off x="9074279" y="661208"/>
              <a:ext cx="172741" cy="170518"/>
            </a:xfrm>
            <a:custGeom>
              <a:rect b="b" l="l" r="r" t="t"/>
              <a:pathLst>
                <a:path extrusionOk="0" h="4603" w="4663">
                  <a:moveTo>
                    <a:pt x="2015" y="0"/>
                  </a:moveTo>
                  <a:lnTo>
                    <a:pt x="1758" y="40"/>
                  </a:lnTo>
                  <a:lnTo>
                    <a:pt x="1521" y="119"/>
                  </a:lnTo>
                  <a:lnTo>
                    <a:pt x="1284" y="217"/>
                  </a:lnTo>
                  <a:lnTo>
                    <a:pt x="1047" y="356"/>
                  </a:lnTo>
                  <a:lnTo>
                    <a:pt x="830" y="514"/>
                  </a:lnTo>
                  <a:lnTo>
                    <a:pt x="652" y="691"/>
                  </a:lnTo>
                  <a:lnTo>
                    <a:pt x="475" y="909"/>
                  </a:lnTo>
                  <a:lnTo>
                    <a:pt x="317" y="1146"/>
                  </a:lnTo>
                  <a:lnTo>
                    <a:pt x="198" y="1383"/>
                  </a:lnTo>
                  <a:lnTo>
                    <a:pt x="119" y="1620"/>
                  </a:lnTo>
                  <a:lnTo>
                    <a:pt x="40" y="1877"/>
                  </a:lnTo>
                  <a:lnTo>
                    <a:pt x="20" y="2114"/>
                  </a:lnTo>
                  <a:lnTo>
                    <a:pt x="1" y="2351"/>
                  </a:lnTo>
                  <a:lnTo>
                    <a:pt x="20" y="2588"/>
                  </a:lnTo>
                  <a:lnTo>
                    <a:pt x="80" y="2825"/>
                  </a:lnTo>
                  <a:lnTo>
                    <a:pt x="159" y="3062"/>
                  </a:lnTo>
                  <a:lnTo>
                    <a:pt x="257" y="3279"/>
                  </a:lnTo>
                  <a:lnTo>
                    <a:pt x="415" y="3496"/>
                  </a:lnTo>
                  <a:lnTo>
                    <a:pt x="573" y="3694"/>
                  </a:lnTo>
                  <a:lnTo>
                    <a:pt x="771" y="3891"/>
                  </a:lnTo>
                  <a:lnTo>
                    <a:pt x="1008" y="4069"/>
                  </a:lnTo>
                  <a:lnTo>
                    <a:pt x="1265" y="4227"/>
                  </a:lnTo>
                  <a:lnTo>
                    <a:pt x="1561" y="4365"/>
                  </a:lnTo>
                  <a:lnTo>
                    <a:pt x="1877" y="4484"/>
                  </a:lnTo>
                  <a:lnTo>
                    <a:pt x="2154" y="4563"/>
                  </a:lnTo>
                  <a:lnTo>
                    <a:pt x="2430" y="4602"/>
                  </a:lnTo>
                  <a:lnTo>
                    <a:pt x="2687" y="4602"/>
                  </a:lnTo>
                  <a:lnTo>
                    <a:pt x="2924" y="4563"/>
                  </a:lnTo>
                  <a:lnTo>
                    <a:pt x="3141" y="4523"/>
                  </a:lnTo>
                  <a:lnTo>
                    <a:pt x="3339" y="4444"/>
                  </a:lnTo>
                  <a:lnTo>
                    <a:pt x="3516" y="4365"/>
                  </a:lnTo>
                  <a:lnTo>
                    <a:pt x="3694" y="4267"/>
                  </a:lnTo>
                  <a:lnTo>
                    <a:pt x="3832" y="4188"/>
                  </a:lnTo>
                  <a:lnTo>
                    <a:pt x="4050" y="3990"/>
                  </a:lnTo>
                  <a:lnTo>
                    <a:pt x="4188" y="3852"/>
                  </a:lnTo>
                  <a:lnTo>
                    <a:pt x="4227" y="3793"/>
                  </a:lnTo>
                  <a:lnTo>
                    <a:pt x="4326" y="3674"/>
                  </a:lnTo>
                  <a:lnTo>
                    <a:pt x="4405" y="3556"/>
                  </a:lnTo>
                  <a:lnTo>
                    <a:pt x="4484" y="3417"/>
                  </a:lnTo>
                  <a:lnTo>
                    <a:pt x="4543" y="3279"/>
                  </a:lnTo>
                  <a:lnTo>
                    <a:pt x="4603" y="3141"/>
                  </a:lnTo>
                  <a:lnTo>
                    <a:pt x="4642" y="2983"/>
                  </a:lnTo>
                  <a:lnTo>
                    <a:pt x="4662" y="2825"/>
                  </a:lnTo>
                  <a:lnTo>
                    <a:pt x="4662" y="2647"/>
                  </a:lnTo>
                  <a:lnTo>
                    <a:pt x="4662" y="2469"/>
                  </a:lnTo>
                  <a:lnTo>
                    <a:pt x="4623" y="2291"/>
                  </a:lnTo>
                  <a:lnTo>
                    <a:pt x="4583" y="2094"/>
                  </a:lnTo>
                  <a:lnTo>
                    <a:pt x="4524" y="1877"/>
                  </a:lnTo>
                  <a:lnTo>
                    <a:pt x="4425" y="1679"/>
                  </a:lnTo>
                  <a:lnTo>
                    <a:pt x="4326" y="1442"/>
                  </a:lnTo>
                  <a:lnTo>
                    <a:pt x="4208" y="1225"/>
                  </a:lnTo>
                  <a:lnTo>
                    <a:pt x="4050" y="968"/>
                  </a:lnTo>
                  <a:lnTo>
                    <a:pt x="3872" y="751"/>
                  </a:lnTo>
                  <a:lnTo>
                    <a:pt x="3694" y="553"/>
                  </a:lnTo>
                  <a:lnTo>
                    <a:pt x="3477" y="375"/>
                  </a:lnTo>
                  <a:lnTo>
                    <a:pt x="3260" y="237"/>
                  </a:lnTo>
                  <a:lnTo>
                    <a:pt x="3023" y="138"/>
                  </a:lnTo>
                  <a:lnTo>
                    <a:pt x="2766" y="59"/>
                  </a:lnTo>
                  <a:lnTo>
                    <a:pt x="2529" y="20"/>
                  </a:lnTo>
                  <a:lnTo>
                    <a:pt x="22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6" name="Google Shape;8876;p34"/>
            <p:cNvSpPr/>
            <p:nvPr/>
          </p:nvSpPr>
          <p:spPr>
            <a:xfrm>
              <a:off x="8780136" y="1158033"/>
              <a:ext cx="170518" cy="170555"/>
            </a:xfrm>
            <a:custGeom>
              <a:rect b="b" l="l" r="r" t="t"/>
              <a:pathLst>
                <a:path extrusionOk="0" h="4604" w="4603">
                  <a:moveTo>
                    <a:pt x="2232" y="1"/>
                  </a:moveTo>
                  <a:lnTo>
                    <a:pt x="1975" y="21"/>
                  </a:lnTo>
                  <a:lnTo>
                    <a:pt x="1738" y="40"/>
                  </a:lnTo>
                  <a:lnTo>
                    <a:pt x="1501" y="119"/>
                  </a:lnTo>
                  <a:lnTo>
                    <a:pt x="1264" y="218"/>
                  </a:lnTo>
                  <a:lnTo>
                    <a:pt x="1047" y="337"/>
                  </a:lnTo>
                  <a:lnTo>
                    <a:pt x="850" y="495"/>
                  </a:lnTo>
                  <a:lnTo>
                    <a:pt x="672" y="672"/>
                  </a:lnTo>
                  <a:lnTo>
                    <a:pt x="494" y="850"/>
                  </a:lnTo>
                  <a:lnTo>
                    <a:pt x="356" y="1028"/>
                  </a:lnTo>
                  <a:lnTo>
                    <a:pt x="237" y="1206"/>
                  </a:lnTo>
                  <a:lnTo>
                    <a:pt x="138" y="1403"/>
                  </a:lnTo>
                  <a:lnTo>
                    <a:pt x="79" y="1581"/>
                  </a:lnTo>
                  <a:lnTo>
                    <a:pt x="20" y="1779"/>
                  </a:lnTo>
                  <a:lnTo>
                    <a:pt x="0" y="1996"/>
                  </a:lnTo>
                  <a:lnTo>
                    <a:pt x="0" y="2193"/>
                  </a:lnTo>
                  <a:lnTo>
                    <a:pt x="20" y="2411"/>
                  </a:lnTo>
                  <a:lnTo>
                    <a:pt x="59" y="2608"/>
                  </a:lnTo>
                  <a:lnTo>
                    <a:pt x="138" y="2825"/>
                  </a:lnTo>
                  <a:lnTo>
                    <a:pt x="237" y="3062"/>
                  </a:lnTo>
                  <a:lnTo>
                    <a:pt x="356" y="3280"/>
                  </a:lnTo>
                  <a:lnTo>
                    <a:pt x="494" y="3517"/>
                  </a:lnTo>
                  <a:lnTo>
                    <a:pt x="672" y="3754"/>
                  </a:lnTo>
                  <a:lnTo>
                    <a:pt x="869" y="3971"/>
                  </a:lnTo>
                  <a:lnTo>
                    <a:pt x="1067" y="4149"/>
                  </a:lnTo>
                  <a:lnTo>
                    <a:pt x="1264" y="4287"/>
                  </a:lnTo>
                  <a:lnTo>
                    <a:pt x="1462" y="4406"/>
                  </a:lnTo>
                  <a:lnTo>
                    <a:pt x="1659" y="4485"/>
                  </a:lnTo>
                  <a:lnTo>
                    <a:pt x="1857" y="4544"/>
                  </a:lnTo>
                  <a:lnTo>
                    <a:pt x="2035" y="4583"/>
                  </a:lnTo>
                  <a:lnTo>
                    <a:pt x="2212" y="4583"/>
                  </a:lnTo>
                  <a:lnTo>
                    <a:pt x="2370" y="4603"/>
                  </a:lnTo>
                  <a:lnTo>
                    <a:pt x="2509" y="4583"/>
                  </a:lnTo>
                  <a:lnTo>
                    <a:pt x="2766" y="4544"/>
                  </a:lnTo>
                  <a:lnTo>
                    <a:pt x="2924" y="4504"/>
                  </a:lnTo>
                  <a:lnTo>
                    <a:pt x="2983" y="4485"/>
                  </a:lnTo>
                  <a:lnTo>
                    <a:pt x="3161" y="4406"/>
                  </a:lnTo>
                  <a:lnTo>
                    <a:pt x="3338" y="4327"/>
                  </a:lnTo>
                  <a:lnTo>
                    <a:pt x="3516" y="4208"/>
                  </a:lnTo>
                  <a:lnTo>
                    <a:pt x="3694" y="4090"/>
                  </a:lnTo>
                  <a:lnTo>
                    <a:pt x="3872" y="3931"/>
                  </a:lnTo>
                  <a:lnTo>
                    <a:pt x="4030" y="3773"/>
                  </a:lnTo>
                  <a:lnTo>
                    <a:pt x="4168" y="3596"/>
                  </a:lnTo>
                  <a:lnTo>
                    <a:pt x="4306" y="3398"/>
                  </a:lnTo>
                  <a:lnTo>
                    <a:pt x="4405" y="3181"/>
                  </a:lnTo>
                  <a:lnTo>
                    <a:pt x="4504" y="2964"/>
                  </a:lnTo>
                  <a:lnTo>
                    <a:pt x="4563" y="2746"/>
                  </a:lnTo>
                  <a:lnTo>
                    <a:pt x="4602" y="2490"/>
                  </a:lnTo>
                  <a:lnTo>
                    <a:pt x="4602" y="2253"/>
                  </a:lnTo>
                  <a:lnTo>
                    <a:pt x="4563" y="1976"/>
                  </a:lnTo>
                  <a:lnTo>
                    <a:pt x="4484" y="1719"/>
                  </a:lnTo>
                  <a:lnTo>
                    <a:pt x="4385" y="1443"/>
                  </a:lnTo>
                  <a:lnTo>
                    <a:pt x="4227" y="1186"/>
                  </a:lnTo>
                  <a:lnTo>
                    <a:pt x="4069" y="949"/>
                  </a:lnTo>
                  <a:lnTo>
                    <a:pt x="3872" y="732"/>
                  </a:lnTo>
                  <a:lnTo>
                    <a:pt x="3674" y="554"/>
                  </a:lnTo>
                  <a:lnTo>
                    <a:pt x="3457" y="396"/>
                  </a:lnTo>
                  <a:lnTo>
                    <a:pt x="3220" y="258"/>
                  </a:lnTo>
                  <a:lnTo>
                    <a:pt x="2983" y="159"/>
                  </a:lnTo>
                  <a:lnTo>
                    <a:pt x="2726" y="80"/>
                  </a:lnTo>
                  <a:lnTo>
                    <a:pt x="2469" y="21"/>
                  </a:lnTo>
                  <a:lnTo>
                    <a:pt x="223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7" name="Google Shape;8877;p34"/>
            <p:cNvSpPr/>
            <p:nvPr/>
          </p:nvSpPr>
          <p:spPr>
            <a:xfrm>
              <a:off x="8977701" y="994141"/>
              <a:ext cx="173445" cy="171259"/>
            </a:xfrm>
            <a:custGeom>
              <a:rect b="b" l="l" r="r" t="t"/>
              <a:pathLst>
                <a:path extrusionOk="0" h="4623" w="4682">
                  <a:moveTo>
                    <a:pt x="2035" y="0"/>
                  </a:moveTo>
                  <a:lnTo>
                    <a:pt x="1817" y="20"/>
                  </a:lnTo>
                  <a:lnTo>
                    <a:pt x="1620" y="79"/>
                  </a:lnTo>
                  <a:lnTo>
                    <a:pt x="1403" y="139"/>
                  </a:lnTo>
                  <a:lnTo>
                    <a:pt x="1205" y="218"/>
                  </a:lnTo>
                  <a:lnTo>
                    <a:pt x="1008" y="336"/>
                  </a:lnTo>
                  <a:lnTo>
                    <a:pt x="830" y="455"/>
                  </a:lnTo>
                  <a:lnTo>
                    <a:pt x="652" y="593"/>
                  </a:lnTo>
                  <a:lnTo>
                    <a:pt x="494" y="771"/>
                  </a:lnTo>
                  <a:lnTo>
                    <a:pt x="356" y="948"/>
                  </a:lnTo>
                  <a:lnTo>
                    <a:pt x="237" y="1126"/>
                  </a:lnTo>
                  <a:lnTo>
                    <a:pt x="139" y="1343"/>
                  </a:lnTo>
                  <a:lnTo>
                    <a:pt x="60" y="1561"/>
                  </a:lnTo>
                  <a:lnTo>
                    <a:pt x="20" y="1798"/>
                  </a:lnTo>
                  <a:lnTo>
                    <a:pt x="0" y="2035"/>
                  </a:lnTo>
                  <a:lnTo>
                    <a:pt x="0" y="2272"/>
                  </a:lnTo>
                  <a:lnTo>
                    <a:pt x="40" y="2529"/>
                  </a:lnTo>
                  <a:lnTo>
                    <a:pt x="99" y="2785"/>
                  </a:lnTo>
                  <a:lnTo>
                    <a:pt x="198" y="3042"/>
                  </a:lnTo>
                  <a:lnTo>
                    <a:pt x="336" y="3299"/>
                  </a:lnTo>
                  <a:lnTo>
                    <a:pt x="514" y="3556"/>
                  </a:lnTo>
                  <a:lnTo>
                    <a:pt x="731" y="3813"/>
                  </a:lnTo>
                  <a:lnTo>
                    <a:pt x="948" y="4050"/>
                  </a:lnTo>
                  <a:lnTo>
                    <a:pt x="1185" y="4227"/>
                  </a:lnTo>
                  <a:lnTo>
                    <a:pt x="1422" y="4366"/>
                  </a:lnTo>
                  <a:lnTo>
                    <a:pt x="1659" y="4484"/>
                  </a:lnTo>
                  <a:lnTo>
                    <a:pt x="1877" y="4543"/>
                  </a:lnTo>
                  <a:lnTo>
                    <a:pt x="2094" y="4603"/>
                  </a:lnTo>
                  <a:lnTo>
                    <a:pt x="2292" y="4622"/>
                  </a:lnTo>
                  <a:lnTo>
                    <a:pt x="2489" y="4622"/>
                  </a:lnTo>
                  <a:lnTo>
                    <a:pt x="2667" y="4603"/>
                  </a:lnTo>
                  <a:lnTo>
                    <a:pt x="2845" y="4563"/>
                  </a:lnTo>
                  <a:lnTo>
                    <a:pt x="3101" y="4504"/>
                  </a:lnTo>
                  <a:lnTo>
                    <a:pt x="3279" y="4425"/>
                  </a:lnTo>
                  <a:lnTo>
                    <a:pt x="3338" y="4405"/>
                  </a:lnTo>
                  <a:lnTo>
                    <a:pt x="3635" y="4267"/>
                  </a:lnTo>
                  <a:lnTo>
                    <a:pt x="3891" y="4109"/>
                  </a:lnTo>
                  <a:lnTo>
                    <a:pt x="4109" y="3931"/>
                  </a:lnTo>
                  <a:lnTo>
                    <a:pt x="4286" y="3733"/>
                  </a:lnTo>
                  <a:lnTo>
                    <a:pt x="4425" y="3536"/>
                  </a:lnTo>
                  <a:lnTo>
                    <a:pt x="4523" y="3338"/>
                  </a:lnTo>
                  <a:lnTo>
                    <a:pt x="4602" y="3121"/>
                  </a:lnTo>
                  <a:lnTo>
                    <a:pt x="4662" y="2884"/>
                  </a:lnTo>
                  <a:lnTo>
                    <a:pt x="4681" y="2667"/>
                  </a:lnTo>
                  <a:lnTo>
                    <a:pt x="4662" y="2430"/>
                  </a:lnTo>
                  <a:lnTo>
                    <a:pt x="4622" y="2193"/>
                  </a:lnTo>
                  <a:lnTo>
                    <a:pt x="4563" y="1956"/>
                  </a:lnTo>
                  <a:lnTo>
                    <a:pt x="4484" y="1719"/>
                  </a:lnTo>
                  <a:lnTo>
                    <a:pt x="4385" y="1502"/>
                  </a:lnTo>
                  <a:lnTo>
                    <a:pt x="4267" y="1264"/>
                  </a:lnTo>
                  <a:lnTo>
                    <a:pt x="4128" y="1047"/>
                  </a:lnTo>
                  <a:lnTo>
                    <a:pt x="3970" y="850"/>
                  </a:lnTo>
                  <a:lnTo>
                    <a:pt x="3793" y="672"/>
                  </a:lnTo>
                  <a:lnTo>
                    <a:pt x="3635" y="514"/>
                  </a:lnTo>
                  <a:lnTo>
                    <a:pt x="3437" y="376"/>
                  </a:lnTo>
                  <a:lnTo>
                    <a:pt x="3259" y="257"/>
                  </a:lnTo>
                  <a:lnTo>
                    <a:pt x="3062" y="178"/>
                  </a:lnTo>
                  <a:lnTo>
                    <a:pt x="2864" y="99"/>
                  </a:lnTo>
                  <a:lnTo>
                    <a:pt x="2667" y="40"/>
                  </a:lnTo>
                  <a:lnTo>
                    <a:pt x="24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8" name="Google Shape;8878;p34"/>
            <p:cNvSpPr/>
            <p:nvPr/>
          </p:nvSpPr>
          <p:spPr>
            <a:xfrm>
              <a:off x="9181120" y="1207786"/>
              <a:ext cx="172000" cy="170555"/>
            </a:xfrm>
            <a:custGeom>
              <a:rect b="b" l="l" r="r" t="t"/>
              <a:pathLst>
                <a:path extrusionOk="0" h="4604" w="4643">
                  <a:moveTo>
                    <a:pt x="2292" y="1"/>
                  </a:moveTo>
                  <a:lnTo>
                    <a:pt x="2074" y="40"/>
                  </a:lnTo>
                  <a:lnTo>
                    <a:pt x="1857" y="80"/>
                  </a:lnTo>
                  <a:lnTo>
                    <a:pt x="1659" y="159"/>
                  </a:lnTo>
                  <a:lnTo>
                    <a:pt x="1462" y="258"/>
                  </a:lnTo>
                  <a:lnTo>
                    <a:pt x="1264" y="356"/>
                  </a:lnTo>
                  <a:lnTo>
                    <a:pt x="1106" y="475"/>
                  </a:lnTo>
                  <a:lnTo>
                    <a:pt x="948" y="613"/>
                  </a:lnTo>
                  <a:lnTo>
                    <a:pt x="790" y="752"/>
                  </a:lnTo>
                  <a:lnTo>
                    <a:pt x="534" y="1028"/>
                  </a:lnTo>
                  <a:lnTo>
                    <a:pt x="336" y="1305"/>
                  </a:lnTo>
                  <a:lnTo>
                    <a:pt x="237" y="1463"/>
                  </a:lnTo>
                  <a:lnTo>
                    <a:pt x="158" y="1621"/>
                  </a:lnTo>
                  <a:lnTo>
                    <a:pt x="99" y="1779"/>
                  </a:lnTo>
                  <a:lnTo>
                    <a:pt x="40" y="1937"/>
                  </a:lnTo>
                  <a:lnTo>
                    <a:pt x="20" y="2114"/>
                  </a:lnTo>
                  <a:lnTo>
                    <a:pt x="0" y="2292"/>
                  </a:lnTo>
                  <a:lnTo>
                    <a:pt x="0" y="2470"/>
                  </a:lnTo>
                  <a:lnTo>
                    <a:pt x="20" y="2667"/>
                  </a:lnTo>
                  <a:lnTo>
                    <a:pt x="60" y="2865"/>
                  </a:lnTo>
                  <a:lnTo>
                    <a:pt x="139" y="3063"/>
                  </a:lnTo>
                  <a:lnTo>
                    <a:pt x="237" y="3260"/>
                  </a:lnTo>
                  <a:lnTo>
                    <a:pt x="356" y="3458"/>
                  </a:lnTo>
                  <a:lnTo>
                    <a:pt x="514" y="3675"/>
                  </a:lnTo>
                  <a:lnTo>
                    <a:pt x="692" y="3872"/>
                  </a:lnTo>
                  <a:lnTo>
                    <a:pt x="909" y="4070"/>
                  </a:lnTo>
                  <a:lnTo>
                    <a:pt x="1106" y="4228"/>
                  </a:lnTo>
                  <a:lnTo>
                    <a:pt x="1304" y="4366"/>
                  </a:lnTo>
                  <a:lnTo>
                    <a:pt x="1501" y="4445"/>
                  </a:lnTo>
                  <a:lnTo>
                    <a:pt x="1679" y="4524"/>
                  </a:lnTo>
                  <a:lnTo>
                    <a:pt x="1857" y="4564"/>
                  </a:lnTo>
                  <a:lnTo>
                    <a:pt x="2035" y="4603"/>
                  </a:lnTo>
                  <a:lnTo>
                    <a:pt x="2469" y="4603"/>
                  </a:lnTo>
                  <a:lnTo>
                    <a:pt x="2687" y="4564"/>
                  </a:lnTo>
                  <a:lnTo>
                    <a:pt x="2825" y="4504"/>
                  </a:lnTo>
                  <a:lnTo>
                    <a:pt x="2884" y="4485"/>
                  </a:lnTo>
                  <a:lnTo>
                    <a:pt x="3240" y="4346"/>
                  </a:lnTo>
                  <a:lnTo>
                    <a:pt x="3536" y="4169"/>
                  </a:lnTo>
                  <a:lnTo>
                    <a:pt x="3812" y="3971"/>
                  </a:lnTo>
                  <a:lnTo>
                    <a:pt x="4049" y="3734"/>
                  </a:lnTo>
                  <a:lnTo>
                    <a:pt x="4247" y="3497"/>
                  </a:lnTo>
                  <a:lnTo>
                    <a:pt x="4405" y="3221"/>
                  </a:lnTo>
                  <a:lnTo>
                    <a:pt x="4524" y="2964"/>
                  </a:lnTo>
                  <a:lnTo>
                    <a:pt x="4603" y="2667"/>
                  </a:lnTo>
                  <a:lnTo>
                    <a:pt x="4642" y="2391"/>
                  </a:lnTo>
                  <a:lnTo>
                    <a:pt x="4622" y="2095"/>
                  </a:lnTo>
                  <a:lnTo>
                    <a:pt x="4583" y="1818"/>
                  </a:lnTo>
                  <a:lnTo>
                    <a:pt x="4504" y="1542"/>
                  </a:lnTo>
                  <a:lnTo>
                    <a:pt x="4385" y="1265"/>
                  </a:lnTo>
                  <a:lnTo>
                    <a:pt x="4227" y="1008"/>
                  </a:lnTo>
                  <a:lnTo>
                    <a:pt x="4030" y="771"/>
                  </a:lnTo>
                  <a:lnTo>
                    <a:pt x="3773" y="534"/>
                  </a:lnTo>
                  <a:lnTo>
                    <a:pt x="3516" y="356"/>
                  </a:lnTo>
                  <a:lnTo>
                    <a:pt x="3259" y="198"/>
                  </a:lnTo>
                  <a:lnTo>
                    <a:pt x="3022" y="100"/>
                  </a:lnTo>
                  <a:lnTo>
                    <a:pt x="2766" y="40"/>
                  </a:lnTo>
                  <a:lnTo>
                    <a:pt x="252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9" name="Google Shape;8879;p34"/>
            <p:cNvSpPr/>
            <p:nvPr/>
          </p:nvSpPr>
          <p:spPr>
            <a:xfrm>
              <a:off x="9287960" y="920234"/>
              <a:ext cx="166851" cy="173445"/>
            </a:xfrm>
            <a:custGeom>
              <a:rect b="b" l="l" r="r" t="t"/>
              <a:pathLst>
                <a:path extrusionOk="0" h="4682" w="4504">
                  <a:moveTo>
                    <a:pt x="1975" y="0"/>
                  </a:moveTo>
                  <a:lnTo>
                    <a:pt x="1738" y="20"/>
                  </a:lnTo>
                  <a:lnTo>
                    <a:pt x="1521" y="79"/>
                  </a:lnTo>
                  <a:lnTo>
                    <a:pt x="1304" y="158"/>
                  </a:lnTo>
                  <a:lnTo>
                    <a:pt x="1106" y="277"/>
                  </a:lnTo>
                  <a:lnTo>
                    <a:pt x="909" y="395"/>
                  </a:lnTo>
                  <a:lnTo>
                    <a:pt x="751" y="534"/>
                  </a:lnTo>
                  <a:lnTo>
                    <a:pt x="593" y="692"/>
                  </a:lnTo>
                  <a:lnTo>
                    <a:pt x="435" y="850"/>
                  </a:lnTo>
                  <a:lnTo>
                    <a:pt x="316" y="1027"/>
                  </a:lnTo>
                  <a:lnTo>
                    <a:pt x="198" y="1205"/>
                  </a:lnTo>
                  <a:lnTo>
                    <a:pt x="119" y="1383"/>
                  </a:lnTo>
                  <a:lnTo>
                    <a:pt x="59" y="1581"/>
                  </a:lnTo>
                  <a:lnTo>
                    <a:pt x="20" y="1798"/>
                  </a:lnTo>
                  <a:lnTo>
                    <a:pt x="0" y="2015"/>
                  </a:lnTo>
                  <a:lnTo>
                    <a:pt x="20" y="2232"/>
                  </a:lnTo>
                  <a:lnTo>
                    <a:pt x="59" y="2469"/>
                  </a:lnTo>
                  <a:lnTo>
                    <a:pt x="138" y="2726"/>
                  </a:lnTo>
                  <a:lnTo>
                    <a:pt x="257" y="2963"/>
                  </a:lnTo>
                  <a:lnTo>
                    <a:pt x="395" y="3240"/>
                  </a:lnTo>
                  <a:lnTo>
                    <a:pt x="593" y="3497"/>
                  </a:lnTo>
                  <a:lnTo>
                    <a:pt x="790" y="3753"/>
                  </a:lnTo>
                  <a:lnTo>
                    <a:pt x="988" y="3971"/>
                  </a:lnTo>
                  <a:lnTo>
                    <a:pt x="1205" y="4148"/>
                  </a:lnTo>
                  <a:lnTo>
                    <a:pt x="1403" y="4306"/>
                  </a:lnTo>
                  <a:lnTo>
                    <a:pt x="1600" y="4425"/>
                  </a:lnTo>
                  <a:lnTo>
                    <a:pt x="1778" y="4504"/>
                  </a:lnTo>
                  <a:lnTo>
                    <a:pt x="1956" y="4583"/>
                  </a:lnTo>
                  <a:lnTo>
                    <a:pt x="2133" y="4622"/>
                  </a:lnTo>
                  <a:lnTo>
                    <a:pt x="2291" y="4662"/>
                  </a:lnTo>
                  <a:lnTo>
                    <a:pt x="2430" y="4682"/>
                  </a:lnTo>
                  <a:lnTo>
                    <a:pt x="2647" y="4682"/>
                  </a:lnTo>
                  <a:lnTo>
                    <a:pt x="2805" y="4662"/>
                  </a:lnTo>
                  <a:lnTo>
                    <a:pt x="2844" y="4642"/>
                  </a:lnTo>
                  <a:lnTo>
                    <a:pt x="3022" y="4603"/>
                  </a:lnTo>
                  <a:lnTo>
                    <a:pt x="3220" y="4543"/>
                  </a:lnTo>
                  <a:lnTo>
                    <a:pt x="3378" y="4464"/>
                  </a:lnTo>
                  <a:lnTo>
                    <a:pt x="3555" y="4366"/>
                  </a:lnTo>
                  <a:lnTo>
                    <a:pt x="3733" y="4247"/>
                  </a:lnTo>
                  <a:lnTo>
                    <a:pt x="3891" y="4109"/>
                  </a:lnTo>
                  <a:lnTo>
                    <a:pt x="4030" y="3951"/>
                  </a:lnTo>
                  <a:lnTo>
                    <a:pt x="4148" y="3773"/>
                  </a:lnTo>
                  <a:lnTo>
                    <a:pt x="4267" y="3576"/>
                  </a:lnTo>
                  <a:lnTo>
                    <a:pt x="4365" y="3358"/>
                  </a:lnTo>
                  <a:lnTo>
                    <a:pt x="4444" y="3141"/>
                  </a:lnTo>
                  <a:lnTo>
                    <a:pt x="4484" y="2904"/>
                  </a:lnTo>
                  <a:lnTo>
                    <a:pt x="4504" y="2647"/>
                  </a:lnTo>
                  <a:lnTo>
                    <a:pt x="4504" y="2371"/>
                  </a:lnTo>
                  <a:lnTo>
                    <a:pt x="4464" y="2094"/>
                  </a:lnTo>
                  <a:lnTo>
                    <a:pt x="4405" y="1798"/>
                  </a:lnTo>
                  <a:lnTo>
                    <a:pt x="4306" y="1502"/>
                  </a:lnTo>
                  <a:lnTo>
                    <a:pt x="4168" y="1245"/>
                  </a:lnTo>
                  <a:lnTo>
                    <a:pt x="4010" y="988"/>
                  </a:lnTo>
                  <a:lnTo>
                    <a:pt x="3832" y="790"/>
                  </a:lnTo>
                  <a:lnTo>
                    <a:pt x="3634" y="593"/>
                  </a:lnTo>
                  <a:lnTo>
                    <a:pt x="3417" y="435"/>
                  </a:lnTo>
                  <a:lnTo>
                    <a:pt x="3200" y="297"/>
                  </a:lnTo>
                  <a:lnTo>
                    <a:pt x="2963" y="178"/>
                  </a:lnTo>
                  <a:lnTo>
                    <a:pt x="2706" y="99"/>
                  </a:lnTo>
                  <a:lnTo>
                    <a:pt x="2469" y="40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880" name="Google Shape;8880;p34"/>
          <p:cNvGrpSpPr/>
          <p:nvPr/>
        </p:nvGrpSpPr>
        <p:grpSpPr>
          <a:xfrm>
            <a:off x="-184950" y="4376725"/>
            <a:ext cx="898165" cy="766770"/>
            <a:chOff x="-252625" y="2918525"/>
            <a:chExt cx="898165" cy="766770"/>
          </a:xfrm>
        </p:grpSpPr>
        <p:sp>
          <p:nvSpPr>
            <p:cNvPr id="8881" name="Google Shape;8881;p34"/>
            <p:cNvSpPr/>
            <p:nvPr/>
          </p:nvSpPr>
          <p:spPr>
            <a:xfrm>
              <a:off x="-186914" y="2918525"/>
              <a:ext cx="788423" cy="766770"/>
            </a:xfrm>
            <a:custGeom>
              <a:rect b="b" l="l" r="r" t="t"/>
              <a:pathLst>
                <a:path extrusionOk="0" h="24435" w="25125">
                  <a:moveTo>
                    <a:pt x="12622" y="1"/>
                  </a:moveTo>
                  <a:lnTo>
                    <a:pt x="12187" y="20"/>
                  </a:lnTo>
                  <a:lnTo>
                    <a:pt x="11753" y="40"/>
                  </a:lnTo>
                  <a:lnTo>
                    <a:pt x="11298" y="99"/>
                  </a:lnTo>
                  <a:lnTo>
                    <a:pt x="10844" y="159"/>
                  </a:lnTo>
                  <a:lnTo>
                    <a:pt x="10054" y="297"/>
                  </a:lnTo>
                  <a:lnTo>
                    <a:pt x="9303" y="435"/>
                  </a:lnTo>
                  <a:lnTo>
                    <a:pt x="8592" y="633"/>
                  </a:lnTo>
                  <a:lnTo>
                    <a:pt x="7901" y="830"/>
                  </a:lnTo>
                  <a:lnTo>
                    <a:pt x="7269" y="1067"/>
                  </a:lnTo>
                  <a:lnTo>
                    <a:pt x="6676" y="1304"/>
                  </a:lnTo>
                  <a:lnTo>
                    <a:pt x="6104" y="1581"/>
                  </a:lnTo>
                  <a:lnTo>
                    <a:pt x="5570" y="1857"/>
                  </a:lnTo>
                  <a:lnTo>
                    <a:pt x="5057" y="2154"/>
                  </a:lnTo>
                  <a:lnTo>
                    <a:pt x="4602" y="2470"/>
                  </a:lnTo>
                  <a:lnTo>
                    <a:pt x="4168" y="2806"/>
                  </a:lnTo>
                  <a:lnTo>
                    <a:pt x="3753" y="3161"/>
                  </a:lnTo>
                  <a:lnTo>
                    <a:pt x="3378" y="3517"/>
                  </a:lnTo>
                  <a:lnTo>
                    <a:pt x="3022" y="3892"/>
                  </a:lnTo>
                  <a:lnTo>
                    <a:pt x="2686" y="4267"/>
                  </a:lnTo>
                  <a:lnTo>
                    <a:pt x="2390" y="4642"/>
                  </a:lnTo>
                  <a:lnTo>
                    <a:pt x="2114" y="5037"/>
                  </a:lnTo>
                  <a:lnTo>
                    <a:pt x="1857" y="5452"/>
                  </a:lnTo>
                  <a:lnTo>
                    <a:pt x="1620" y="5847"/>
                  </a:lnTo>
                  <a:lnTo>
                    <a:pt x="1403" y="6262"/>
                  </a:lnTo>
                  <a:lnTo>
                    <a:pt x="1225" y="6677"/>
                  </a:lnTo>
                  <a:lnTo>
                    <a:pt x="1047" y="7092"/>
                  </a:lnTo>
                  <a:lnTo>
                    <a:pt x="889" y="7507"/>
                  </a:lnTo>
                  <a:lnTo>
                    <a:pt x="751" y="7921"/>
                  </a:lnTo>
                  <a:lnTo>
                    <a:pt x="632" y="8316"/>
                  </a:lnTo>
                  <a:lnTo>
                    <a:pt x="514" y="8731"/>
                  </a:lnTo>
                  <a:lnTo>
                    <a:pt x="336" y="9521"/>
                  </a:lnTo>
                  <a:lnTo>
                    <a:pt x="198" y="10292"/>
                  </a:lnTo>
                  <a:lnTo>
                    <a:pt x="79" y="11022"/>
                  </a:lnTo>
                  <a:lnTo>
                    <a:pt x="20" y="11615"/>
                  </a:lnTo>
                  <a:lnTo>
                    <a:pt x="0" y="12227"/>
                  </a:lnTo>
                  <a:lnTo>
                    <a:pt x="0" y="12840"/>
                  </a:lnTo>
                  <a:lnTo>
                    <a:pt x="20" y="13452"/>
                  </a:lnTo>
                  <a:lnTo>
                    <a:pt x="79" y="14064"/>
                  </a:lnTo>
                  <a:lnTo>
                    <a:pt x="158" y="14677"/>
                  </a:lnTo>
                  <a:lnTo>
                    <a:pt x="277" y="15289"/>
                  </a:lnTo>
                  <a:lnTo>
                    <a:pt x="415" y="15901"/>
                  </a:lnTo>
                  <a:lnTo>
                    <a:pt x="593" y="16513"/>
                  </a:lnTo>
                  <a:lnTo>
                    <a:pt x="790" y="17106"/>
                  </a:lnTo>
                  <a:lnTo>
                    <a:pt x="1027" y="17699"/>
                  </a:lnTo>
                  <a:lnTo>
                    <a:pt x="1304" y="18271"/>
                  </a:lnTo>
                  <a:lnTo>
                    <a:pt x="1600" y="18844"/>
                  </a:lnTo>
                  <a:lnTo>
                    <a:pt x="1916" y="19378"/>
                  </a:lnTo>
                  <a:lnTo>
                    <a:pt x="2291" y="19911"/>
                  </a:lnTo>
                  <a:lnTo>
                    <a:pt x="2686" y="20424"/>
                  </a:lnTo>
                  <a:lnTo>
                    <a:pt x="3121" y="20918"/>
                  </a:lnTo>
                  <a:lnTo>
                    <a:pt x="3575" y="21392"/>
                  </a:lnTo>
                  <a:lnTo>
                    <a:pt x="4069" y="21827"/>
                  </a:lnTo>
                  <a:lnTo>
                    <a:pt x="4602" y="22242"/>
                  </a:lnTo>
                  <a:lnTo>
                    <a:pt x="5155" y="22617"/>
                  </a:lnTo>
                  <a:lnTo>
                    <a:pt x="5768" y="22972"/>
                  </a:lnTo>
                  <a:lnTo>
                    <a:pt x="6400" y="23288"/>
                  </a:lnTo>
                  <a:lnTo>
                    <a:pt x="6716" y="23446"/>
                  </a:lnTo>
                  <a:lnTo>
                    <a:pt x="7071" y="23585"/>
                  </a:lnTo>
                  <a:lnTo>
                    <a:pt x="7407" y="23703"/>
                  </a:lnTo>
                  <a:lnTo>
                    <a:pt x="7763" y="23822"/>
                  </a:lnTo>
                  <a:lnTo>
                    <a:pt x="8138" y="23940"/>
                  </a:lnTo>
                  <a:lnTo>
                    <a:pt x="8513" y="24039"/>
                  </a:lnTo>
                  <a:lnTo>
                    <a:pt x="8889" y="24118"/>
                  </a:lnTo>
                  <a:lnTo>
                    <a:pt x="9284" y="24197"/>
                  </a:lnTo>
                  <a:lnTo>
                    <a:pt x="9679" y="24276"/>
                  </a:lnTo>
                  <a:lnTo>
                    <a:pt x="10093" y="24335"/>
                  </a:lnTo>
                  <a:lnTo>
                    <a:pt x="10508" y="24375"/>
                  </a:lnTo>
                  <a:lnTo>
                    <a:pt x="10943" y="24395"/>
                  </a:lnTo>
                  <a:lnTo>
                    <a:pt x="11377" y="24414"/>
                  </a:lnTo>
                  <a:lnTo>
                    <a:pt x="11832" y="24434"/>
                  </a:lnTo>
                  <a:lnTo>
                    <a:pt x="12286" y="24434"/>
                  </a:lnTo>
                  <a:lnTo>
                    <a:pt x="12760" y="24414"/>
                  </a:lnTo>
                  <a:lnTo>
                    <a:pt x="13234" y="24395"/>
                  </a:lnTo>
                  <a:lnTo>
                    <a:pt x="13728" y="24335"/>
                  </a:lnTo>
                  <a:lnTo>
                    <a:pt x="14202" y="24296"/>
                  </a:lnTo>
                  <a:lnTo>
                    <a:pt x="14676" y="24217"/>
                  </a:lnTo>
                  <a:lnTo>
                    <a:pt x="15130" y="24138"/>
                  </a:lnTo>
                  <a:lnTo>
                    <a:pt x="15585" y="24059"/>
                  </a:lnTo>
                  <a:lnTo>
                    <a:pt x="16019" y="23960"/>
                  </a:lnTo>
                  <a:lnTo>
                    <a:pt x="16434" y="23841"/>
                  </a:lnTo>
                  <a:lnTo>
                    <a:pt x="16849" y="23723"/>
                  </a:lnTo>
                  <a:lnTo>
                    <a:pt x="17244" y="23585"/>
                  </a:lnTo>
                  <a:lnTo>
                    <a:pt x="17619" y="23446"/>
                  </a:lnTo>
                  <a:lnTo>
                    <a:pt x="17994" y="23288"/>
                  </a:lnTo>
                  <a:lnTo>
                    <a:pt x="18350" y="23130"/>
                  </a:lnTo>
                  <a:lnTo>
                    <a:pt x="18705" y="22953"/>
                  </a:lnTo>
                  <a:lnTo>
                    <a:pt x="19041" y="22775"/>
                  </a:lnTo>
                  <a:lnTo>
                    <a:pt x="19357" y="22597"/>
                  </a:lnTo>
                  <a:lnTo>
                    <a:pt x="19673" y="22400"/>
                  </a:lnTo>
                  <a:lnTo>
                    <a:pt x="19989" y="22202"/>
                  </a:lnTo>
                  <a:lnTo>
                    <a:pt x="20562" y="21768"/>
                  </a:lnTo>
                  <a:lnTo>
                    <a:pt x="21095" y="21313"/>
                  </a:lnTo>
                  <a:lnTo>
                    <a:pt x="21589" y="20859"/>
                  </a:lnTo>
                  <a:lnTo>
                    <a:pt x="22063" y="20365"/>
                  </a:lnTo>
                  <a:lnTo>
                    <a:pt x="22478" y="19852"/>
                  </a:lnTo>
                  <a:lnTo>
                    <a:pt x="22853" y="19318"/>
                  </a:lnTo>
                  <a:lnTo>
                    <a:pt x="23209" y="18785"/>
                  </a:lnTo>
                  <a:lnTo>
                    <a:pt x="23525" y="18232"/>
                  </a:lnTo>
                  <a:lnTo>
                    <a:pt x="23801" y="17679"/>
                  </a:lnTo>
                  <a:lnTo>
                    <a:pt x="24058" y="17126"/>
                  </a:lnTo>
                  <a:lnTo>
                    <a:pt x="24275" y="16573"/>
                  </a:lnTo>
                  <a:lnTo>
                    <a:pt x="24473" y="16020"/>
                  </a:lnTo>
                  <a:lnTo>
                    <a:pt x="24631" y="15467"/>
                  </a:lnTo>
                  <a:lnTo>
                    <a:pt x="24769" y="14914"/>
                  </a:lnTo>
                  <a:lnTo>
                    <a:pt x="24888" y="14380"/>
                  </a:lnTo>
                  <a:lnTo>
                    <a:pt x="24967" y="13867"/>
                  </a:lnTo>
                  <a:lnTo>
                    <a:pt x="25046" y="13353"/>
                  </a:lnTo>
                  <a:lnTo>
                    <a:pt x="25085" y="12859"/>
                  </a:lnTo>
                  <a:lnTo>
                    <a:pt x="25105" y="12385"/>
                  </a:lnTo>
                  <a:lnTo>
                    <a:pt x="25125" y="11951"/>
                  </a:lnTo>
                  <a:lnTo>
                    <a:pt x="25105" y="11536"/>
                  </a:lnTo>
                  <a:lnTo>
                    <a:pt x="25085" y="11141"/>
                  </a:lnTo>
                  <a:lnTo>
                    <a:pt x="25046" y="10785"/>
                  </a:lnTo>
                  <a:lnTo>
                    <a:pt x="24986" y="10450"/>
                  </a:lnTo>
                  <a:lnTo>
                    <a:pt x="24927" y="10134"/>
                  </a:lnTo>
                  <a:lnTo>
                    <a:pt x="24848" y="9778"/>
                  </a:lnTo>
                  <a:lnTo>
                    <a:pt x="24730" y="9403"/>
                  </a:lnTo>
                  <a:lnTo>
                    <a:pt x="24611" y="9008"/>
                  </a:lnTo>
                  <a:lnTo>
                    <a:pt x="24473" y="8593"/>
                  </a:lnTo>
                  <a:lnTo>
                    <a:pt x="24295" y="8158"/>
                  </a:lnTo>
                  <a:lnTo>
                    <a:pt x="24117" y="7724"/>
                  </a:lnTo>
                  <a:lnTo>
                    <a:pt x="23900" y="7250"/>
                  </a:lnTo>
                  <a:lnTo>
                    <a:pt x="23683" y="6795"/>
                  </a:lnTo>
                  <a:lnTo>
                    <a:pt x="23426" y="6321"/>
                  </a:lnTo>
                  <a:lnTo>
                    <a:pt x="23150" y="5847"/>
                  </a:lnTo>
                  <a:lnTo>
                    <a:pt x="22853" y="5373"/>
                  </a:lnTo>
                  <a:lnTo>
                    <a:pt x="22517" y="4899"/>
                  </a:lnTo>
                  <a:lnTo>
                    <a:pt x="22182" y="4445"/>
                  </a:lnTo>
                  <a:lnTo>
                    <a:pt x="21787" y="3971"/>
                  </a:lnTo>
                  <a:lnTo>
                    <a:pt x="21392" y="3536"/>
                  </a:lnTo>
                  <a:lnTo>
                    <a:pt x="20957" y="3102"/>
                  </a:lnTo>
                  <a:lnTo>
                    <a:pt x="20503" y="2687"/>
                  </a:lnTo>
                  <a:lnTo>
                    <a:pt x="20009" y="2292"/>
                  </a:lnTo>
                  <a:lnTo>
                    <a:pt x="19495" y="1917"/>
                  </a:lnTo>
                  <a:lnTo>
                    <a:pt x="18962" y="1561"/>
                  </a:lnTo>
                  <a:lnTo>
                    <a:pt x="18389" y="1245"/>
                  </a:lnTo>
                  <a:lnTo>
                    <a:pt x="17777" y="949"/>
                  </a:lnTo>
                  <a:lnTo>
                    <a:pt x="17145" y="692"/>
                  </a:lnTo>
                  <a:lnTo>
                    <a:pt x="16473" y="475"/>
                  </a:lnTo>
                  <a:lnTo>
                    <a:pt x="16118" y="376"/>
                  </a:lnTo>
                  <a:lnTo>
                    <a:pt x="15762" y="297"/>
                  </a:lnTo>
                  <a:lnTo>
                    <a:pt x="15407" y="218"/>
                  </a:lnTo>
                  <a:lnTo>
                    <a:pt x="15031" y="139"/>
                  </a:lnTo>
                  <a:lnTo>
                    <a:pt x="14656" y="99"/>
                  </a:lnTo>
                  <a:lnTo>
                    <a:pt x="14261" y="40"/>
                  </a:lnTo>
                  <a:lnTo>
                    <a:pt x="13866" y="20"/>
                  </a:lnTo>
                  <a:lnTo>
                    <a:pt x="134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2" name="Google Shape;8882;p34"/>
            <p:cNvSpPr/>
            <p:nvPr/>
          </p:nvSpPr>
          <p:spPr>
            <a:xfrm>
              <a:off x="-69770" y="3110666"/>
              <a:ext cx="639054" cy="564714"/>
            </a:xfrm>
            <a:custGeom>
              <a:rect b="b" l="l" r="r" t="t"/>
              <a:pathLst>
                <a:path extrusionOk="0" h="17996" w="20365">
                  <a:moveTo>
                    <a:pt x="14024" y="1"/>
                  </a:moveTo>
                  <a:lnTo>
                    <a:pt x="13925" y="40"/>
                  </a:lnTo>
                  <a:lnTo>
                    <a:pt x="13728" y="119"/>
                  </a:lnTo>
                  <a:lnTo>
                    <a:pt x="13076" y="435"/>
                  </a:lnTo>
                  <a:lnTo>
                    <a:pt x="12168" y="929"/>
                  </a:lnTo>
                  <a:lnTo>
                    <a:pt x="11081" y="1522"/>
                  </a:lnTo>
                  <a:lnTo>
                    <a:pt x="8790" y="2825"/>
                  </a:lnTo>
                  <a:lnTo>
                    <a:pt x="6933" y="3912"/>
                  </a:lnTo>
                  <a:lnTo>
                    <a:pt x="6301" y="4307"/>
                  </a:lnTo>
                  <a:lnTo>
                    <a:pt x="5570" y="4801"/>
                  </a:lnTo>
                  <a:lnTo>
                    <a:pt x="3891" y="6005"/>
                  </a:lnTo>
                  <a:lnTo>
                    <a:pt x="2232" y="7210"/>
                  </a:lnTo>
                  <a:lnTo>
                    <a:pt x="929" y="8178"/>
                  </a:lnTo>
                  <a:lnTo>
                    <a:pt x="316" y="8652"/>
                  </a:lnTo>
                  <a:lnTo>
                    <a:pt x="0" y="8870"/>
                  </a:lnTo>
                  <a:lnTo>
                    <a:pt x="514" y="9739"/>
                  </a:lnTo>
                  <a:lnTo>
                    <a:pt x="1699" y="11753"/>
                  </a:lnTo>
                  <a:lnTo>
                    <a:pt x="3082" y="14084"/>
                  </a:lnTo>
                  <a:lnTo>
                    <a:pt x="3694" y="15072"/>
                  </a:lnTo>
                  <a:lnTo>
                    <a:pt x="4168" y="15822"/>
                  </a:lnTo>
                  <a:lnTo>
                    <a:pt x="4820" y="16790"/>
                  </a:lnTo>
                  <a:lnTo>
                    <a:pt x="5254" y="17402"/>
                  </a:lnTo>
                  <a:lnTo>
                    <a:pt x="5412" y="17600"/>
                  </a:lnTo>
                  <a:lnTo>
                    <a:pt x="5551" y="17758"/>
                  </a:lnTo>
                  <a:lnTo>
                    <a:pt x="5709" y="17877"/>
                  </a:lnTo>
                  <a:lnTo>
                    <a:pt x="5886" y="17975"/>
                  </a:lnTo>
                  <a:lnTo>
                    <a:pt x="5946" y="17995"/>
                  </a:lnTo>
                  <a:lnTo>
                    <a:pt x="6005" y="17995"/>
                  </a:lnTo>
                  <a:lnTo>
                    <a:pt x="6183" y="17975"/>
                  </a:lnTo>
                  <a:lnTo>
                    <a:pt x="6380" y="17896"/>
                  </a:lnTo>
                  <a:lnTo>
                    <a:pt x="6637" y="17817"/>
                  </a:lnTo>
                  <a:lnTo>
                    <a:pt x="7210" y="17541"/>
                  </a:lnTo>
                  <a:lnTo>
                    <a:pt x="7901" y="17165"/>
                  </a:lnTo>
                  <a:lnTo>
                    <a:pt x="9481" y="16277"/>
                  </a:lnTo>
                  <a:lnTo>
                    <a:pt x="10311" y="15822"/>
                  </a:lnTo>
                  <a:lnTo>
                    <a:pt x="11140" y="15388"/>
                  </a:lnTo>
                  <a:lnTo>
                    <a:pt x="11595" y="15151"/>
                  </a:lnTo>
                  <a:lnTo>
                    <a:pt x="12148" y="14835"/>
                  </a:lnTo>
                  <a:lnTo>
                    <a:pt x="12760" y="14440"/>
                  </a:lnTo>
                  <a:lnTo>
                    <a:pt x="13451" y="14005"/>
                  </a:lnTo>
                  <a:lnTo>
                    <a:pt x="14933" y="13017"/>
                  </a:lnTo>
                  <a:lnTo>
                    <a:pt x="16454" y="11990"/>
                  </a:lnTo>
                  <a:lnTo>
                    <a:pt x="19101" y="10153"/>
                  </a:lnTo>
                  <a:lnTo>
                    <a:pt x="20345" y="9284"/>
                  </a:lnTo>
                  <a:lnTo>
                    <a:pt x="20365" y="9245"/>
                  </a:lnTo>
                  <a:lnTo>
                    <a:pt x="20345" y="9166"/>
                  </a:lnTo>
                  <a:lnTo>
                    <a:pt x="20305" y="9067"/>
                  </a:lnTo>
                  <a:lnTo>
                    <a:pt x="20246" y="8929"/>
                  </a:lnTo>
                  <a:lnTo>
                    <a:pt x="20226" y="8889"/>
                  </a:lnTo>
                  <a:lnTo>
                    <a:pt x="20049" y="8593"/>
                  </a:lnTo>
                  <a:lnTo>
                    <a:pt x="19831" y="8237"/>
                  </a:lnTo>
                  <a:lnTo>
                    <a:pt x="19298" y="7428"/>
                  </a:lnTo>
                  <a:lnTo>
                    <a:pt x="18192" y="5808"/>
                  </a:lnTo>
                  <a:lnTo>
                    <a:pt x="17896" y="5373"/>
                  </a:lnTo>
                  <a:lnTo>
                    <a:pt x="17244" y="4445"/>
                  </a:lnTo>
                  <a:lnTo>
                    <a:pt x="15881" y="2490"/>
                  </a:lnTo>
                  <a:lnTo>
                    <a:pt x="15209" y="1542"/>
                  </a:lnTo>
                  <a:lnTo>
                    <a:pt x="14637" y="751"/>
                  </a:lnTo>
                  <a:lnTo>
                    <a:pt x="14222" y="218"/>
                  </a:lnTo>
                  <a:lnTo>
                    <a:pt x="14084" y="60"/>
                  </a:lnTo>
                  <a:lnTo>
                    <a:pt x="1402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3" name="Google Shape;8883;p34"/>
            <p:cNvSpPr/>
            <p:nvPr/>
          </p:nvSpPr>
          <p:spPr>
            <a:xfrm>
              <a:off x="264935" y="3361707"/>
              <a:ext cx="139484" cy="135781"/>
            </a:xfrm>
            <a:custGeom>
              <a:rect b="b" l="l" r="r" t="t"/>
              <a:pathLst>
                <a:path extrusionOk="0" h="4327" w="4445">
                  <a:moveTo>
                    <a:pt x="2311" y="0"/>
                  </a:moveTo>
                  <a:lnTo>
                    <a:pt x="2055" y="20"/>
                  </a:lnTo>
                  <a:lnTo>
                    <a:pt x="1798" y="60"/>
                  </a:lnTo>
                  <a:lnTo>
                    <a:pt x="1581" y="119"/>
                  </a:lnTo>
                  <a:lnTo>
                    <a:pt x="1363" y="218"/>
                  </a:lnTo>
                  <a:lnTo>
                    <a:pt x="1186" y="316"/>
                  </a:lnTo>
                  <a:lnTo>
                    <a:pt x="1008" y="415"/>
                  </a:lnTo>
                  <a:lnTo>
                    <a:pt x="869" y="534"/>
                  </a:lnTo>
                  <a:lnTo>
                    <a:pt x="731" y="652"/>
                  </a:lnTo>
                  <a:lnTo>
                    <a:pt x="534" y="870"/>
                  </a:lnTo>
                  <a:lnTo>
                    <a:pt x="415" y="1008"/>
                  </a:lnTo>
                  <a:lnTo>
                    <a:pt x="395" y="1067"/>
                  </a:lnTo>
                  <a:lnTo>
                    <a:pt x="356" y="1126"/>
                  </a:lnTo>
                  <a:lnTo>
                    <a:pt x="277" y="1245"/>
                  </a:lnTo>
                  <a:lnTo>
                    <a:pt x="178" y="1442"/>
                  </a:lnTo>
                  <a:lnTo>
                    <a:pt x="79" y="1699"/>
                  </a:lnTo>
                  <a:lnTo>
                    <a:pt x="40" y="1857"/>
                  </a:lnTo>
                  <a:lnTo>
                    <a:pt x="20" y="2035"/>
                  </a:lnTo>
                  <a:lnTo>
                    <a:pt x="0" y="2213"/>
                  </a:lnTo>
                  <a:lnTo>
                    <a:pt x="0" y="2410"/>
                  </a:lnTo>
                  <a:lnTo>
                    <a:pt x="20" y="2627"/>
                  </a:lnTo>
                  <a:lnTo>
                    <a:pt x="79" y="2865"/>
                  </a:lnTo>
                  <a:lnTo>
                    <a:pt x="158" y="3102"/>
                  </a:lnTo>
                  <a:lnTo>
                    <a:pt x="257" y="3358"/>
                  </a:lnTo>
                  <a:lnTo>
                    <a:pt x="316" y="3477"/>
                  </a:lnTo>
                  <a:lnTo>
                    <a:pt x="395" y="3595"/>
                  </a:lnTo>
                  <a:lnTo>
                    <a:pt x="474" y="3694"/>
                  </a:lnTo>
                  <a:lnTo>
                    <a:pt x="573" y="3793"/>
                  </a:lnTo>
                  <a:lnTo>
                    <a:pt x="771" y="3971"/>
                  </a:lnTo>
                  <a:lnTo>
                    <a:pt x="1008" y="4089"/>
                  </a:lnTo>
                  <a:lnTo>
                    <a:pt x="1245" y="4208"/>
                  </a:lnTo>
                  <a:lnTo>
                    <a:pt x="1521" y="4267"/>
                  </a:lnTo>
                  <a:lnTo>
                    <a:pt x="1798" y="4306"/>
                  </a:lnTo>
                  <a:lnTo>
                    <a:pt x="2074" y="4326"/>
                  </a:lnTo>
                  <a:lnTo>
                    <a:pt x="2371" y="4306"/>
                  </a:lnTo>
                  <a:lnTo>
                    <a:pt x="2647" y="4247"/>
                  </a:lnTo>
                  <a:lnTo>
                    <a:pt x="2924" y="4188"/>
                  </a:lnTo>
                  <a:lnTo>
                    <a:pt x="3180" y="4089"/>
                  </a:lnTo>
                  <a:lnTo>
                    <a:pt x="3418" y="3971"/>
                  </a:lnTo>
                  <a:lnTo>
                    <a:pt x="3635" y="3832"/>
                  </a:lnTo>
                  <a:lnTo>
                    <a:pt x="3832" y="3674"/>
                  </a:lnTo>
                  <a:lnTo>
                    <a:pt x="3990" y="3477"/>
                  </a:lnTo>
                  <a:lnTo>
                    <a:pt x="4129" y="3279"/>
                  </a:lnTo>
                  <a:lnTo>
                    <a:pt x="4247" y="3062"/>
                  </a:lnTo>
                  <a:lnTo>
                    <a:pt x="4326" y="2825"/>
                  </a:lnTo>
                  <a:lnTo>
                    <a:pt x="4405" y="2568"/>
                  </a:lnTo>
                  <a:lnTo>
                    <a:pt x="4445" y="2331"/>
                  </a:lnTo>
                  <a:lnTo>
                    <a:pt x="4445" y="2074"/>
                  </a:lnTo>
                  <a:lnTo>
                    <a:pt x="4445" y="1818"/>
                  </a:lnTo>
                  <a:lnTo>
                    <a:pt x="4385" y="1561"/>
                  </a:lnTo>
                  <a:lnTo>
                    <a:pt x="4326" y="1304"/>
                  </a:lnTo>
                  <a:lnTo>
                    <a:pt x="4227" y="1087"/>
                  </a:lnTo>
                  <a:lnTo>
                    <a:pt x="4089" y="850"/>
                  </a:lnTo>
                  <a:lnTo>
                    <a:pt x="3931" y="652"/>
                  </a:lnTo>
                  <a:lnTo>
                    <a:pt x="3734" y="475"/>
                  </a:lnTo>
                  <a:lnTo>
                    <a:pt x="3497" y="316"/>
                  </a:lnTo>
                  <a:lnTo>
                    <a:pt x="3220" y="178"/>
                  </a:lnTo>
                  <a:lnTo>
                    <a:pt x="2924" y="79"/>
                  </a:lnTo>
                  <a:lnTo>
                    <a:pt x="2608" y="20"/>
                  </a:lnTo>
                  <a:lnTo>
                    <a:pt x="231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4" name="Google Shape;8884;p34"/>
            <p:cNvSpPr/>
            <p:nvPr/>
          </p:nvSpPr>
          <p:spPr>
            <a:xfrm>
              <a:off x="100689" y="3457794"/>
              <a:ext cx="140112" cy="133898"/>
            </a:xfrm>
            <a:custGeom>
              <a:rect b="b" l="l" r="r" t="t"/>
              <a:pathLst>
                <a:path extrusionOk="0" h="4267" w="4465">
                  <a:moveTo>
                    <a:pt x="2153" y="0"/>
                  </a:moveTo>
                  <a:lnTo>
                    <a:pt x="1758" y="40"/>
                  </a:lnTo>
                  <a:lnTo>
                    <a:pt x="1561" y="59"/>
                  </a:lnTo>
                  <a:lnTo>
                    <a:pt x="1363" y="99"/>
                  </a:lnTo>
                  <a:lnTo>
                    <a:pt x="1205" y="138"/>
                  </a:lnTo>
                  <a:lnTo>
                    <a:pt x="1047" y="198"/>
                  </a:lnTo>
                  <a:lnTo>
                    <a:pt x="909" y="277"/>
                  </a:lnTo>
                  <a:lnTo>
                    <a:pt x="770" y="336"/>
                  </a:lnTo>
                  <a:lnTo>
                    <a:pt x="672" y="435"/>
                  </a:lnTo>
                  <a:lnTo>
                    <a:pt x="553" y="514"/>
                  </a:lnTo>
                  <a:lnTo>
                    <a:pt x="375" y="711"/>
                  </a:lnTo>
                  <a:lnTo>
                    <a:pt x="237" y="909"/>
                  </a:lnTo>
                  <a:lnTo>
                    <a:pt x="138" y="1146"/>
                  </a:lnTo>
                  <a:lnTo>
                    <a:pt x="79" y="1363"/>
                  </a:lnTo>
                  <a:lnTo>
                    <a:pt x="20" y="1580"/>
                  </a:lnTo>
                  <a:lnTo>
                    <a:pt x="0" y="1797"/>
                  </a:lnTo>
                  <a:lnTo>
                    <a:pt x="0" y="1995"/>
                  </a:lnTo>
                  <a:lnTo>
                    <a:pt x="0" y="2173"/>
                  </a:lnTo>
                  <a:lnTo>
                    <a:pt x="20" y="2430"/>
                  </a:lnTo>
                  <a:lnTo>
                    <a:pt x="40" y="2528"/>
                  </a:lnTo>
                  <a:lnTo>
                    <a:pt x="99" y="2746"/>
                  </a:lnTo>
                  <a:lnTo>
                    <a:pt x="217" y="3002"/>
                  </a:lnTo>
                  <a:lnTo>
                    <a:pt x="375" y="3279"/>
                  </a:lnTo>
                  <a:lnTo>
                    <a:pt x="573" y="3555"/>
                  </a:lnTo>
                  <a:lnTo>
                    <a:pt x="672" y="3674"/>
                  </a:lnTo>
                  <a:lnTo>
                    <a:pt x="790" y="3792"/>
                  </a:lnTo>
                  <a:lnTo>
                    <a:pt x="928" y="3911"/>
                  </a:lnTo>
                  <a:lnTo>
                    <a:pt x="1067" y="4010"/>
                  </a:lnTo>
                  <a:lnTo>
                    <a:pt x="1225" y="4089"/>
                  </a:lnTo>
                  <a:lnTo>
                    <a:pt x="1363" y="4148"/>
                  </a:lnTo>
                  <a:lnTo>
                    <a:pt x="1541" y="4207"/>
                  </a:lnTo>
                  <a:lnTo>
                    <a:pt x="1719" y="4247"/>
                  </a:lnTo>
                  <a:lnTo>
                    <a:pt x="1896" y="4266"/>
                  </a:lnTo>
                  <a:lnTo>
                    <a:pt x="2094" y="4266"/>
                  </a:lnTo>
                  <a:lnTo>
                    <a:pt x="2311" y="4247"/>
                  </a:lnTo>
                  <a:lnTo>
                    <a:pt x="2528" y="4207"/>
                  </a:lnTo>
                  <a:lnTo>
                    <a:pt x="2746" y="4168"/>
                  </a:lnTo>
                  <a:lnTo>
                    <a:pt x="2963" y="4108"/>
                  </a:lnTo>
                  <a:lnTo>
                    <a:pt x="3200" y="4010"/>
                  </a:lnTo>
                  <a:lnTo>
                    <a:pt x="3397" y="3911"/>
                  </a:lnTo>
                  <a:lnTo>
                    <a:pt x="3615" y="3792"/>
                  </a:lnTo>
                  <a:lnTo>
                    <a:pt x="3793" y="3654"/>
                  </a:lnTo>
                  <a:lnTo>
                    <a:pt x="3970" y="3496"/>
                  </a:lnTo>
                  <a:lnTo>
                    <a:pt x="4128" y="3318"/>
                  </a:lnTo>
                  <a:lnTo>
                    <a:pt x="4247" y="3121"/>
                  </a:lnTo>
                  <a:lnTo>
                    <a:pt x="4365" y="2904"/>
                  </a:lnTo>
                  <a:lnTo>
                    <a:pt x="4425" y="2667"/>
                  </a:lnTo>
                  <a:lnTo>
                    <a:pt x="4464" y="2390"/>
                  </a:lnTo>
                  <a:lnTo>
                    <a:pt x="4464" y="2133"/>
                  </a:lnTo>
                  <a:lnTo>
                    <a:pt x="4464" y="1876"/>
                  </a:lnTo>
                  <a:lnTo>
                    <a:pt x="4425" y="1620"/>
                  </a:lnTo>
                  <a:lnTo>
                    <a:pt x="4385" y="1383"/>
                  </a:lnTo>
                  <a:lnTo>
                    <a:pt x="4306" y="1165"/>
                  </a:lnTo>
                  <a:lnTo>
                    <a:pt x="4227" y="948"/>
                  </a:lnTo>
                  <a:lnTo>
                    <a:pt x="4109" y="751"/>
                  </a:lnTo>
                  <a:lnTo>
                    <a:pt x="3970" y="593"/>
                  </a:lnTo>
                  <a:lnTo>
                    <a:pt x="3793" y="435"/>
                  </a:lnTo>
                  <a:lnTo>
                    <a:pt x="3595" y="296"/>
                  </a:lnTo>
                  <a:lnTo>
                    <a:pt x="3378" y="198"/>
                  </a:lnTo>
                  <a:lnTo>
                    <a:pt x="3121" y="99"/>
                  </a:lnTo>
                  <a:lnTo>
                    <a:pt x="2825" y="40"/>
                  </a:lnTo>
                  <a:lnTo>
                    <a:pt x="2509" y="20"/>
                  </a:lnTo>
                  <a:lnTo>
                    <a:pt x="215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5" name="Google Shape;8885;p34"/>
            <p:cNvSpPr/>
            <p:nvPr/>
          </p:nvSpPr>
          <p:spPr>
            <a:xfrm>
              <a:off x="199224" y="3212934"/>
              <a:ext cx="146921" cy="133930"/>
            </a:xfrm>
            <a:custGeom>
              <a:rect b="b" l="l" r="r" t="t"/>
              <a:pathLst>
                <a:path extrusionOk="0" h="4268" w="4682">
                  <a:moveTo>
                    <a:pt x="2094" y="1"/>
                  </a:moveTo>
                  <a:lnTo>
                    <a:pt x="1877" y="21"/>
                  </a:lnTo>
                  <a:lnTo>
                    <a:pt x="1680" y="60"/>
                  </a:lnTo>
                  <a:lnTo>
                    <a:pt x="1482" y="119"/>
                  </a:lnTo>
                  <a:lnTo>
                    <a:pt x="1285" y="198"/>
                  </a:lnTo>
                  <a:lnTo>
                    <a:pt x="1107" y="297"/>
                  </a:lnTo>
                  <a:lnTo>
                    <a:pt x="929" y="435"/>
                  </a:lnTo>
                  <a:lnTo>
                    <a:pt x="751" y="574"/>
                  </a:lnTo>
                  <a:lnTo>
                    <a:pt x="613" y="752"/>
                  </a:lnTo>
                  <a:lnTo>
                    <a:pt x="455" y="969"/>
                  </a:lnTo>
                  <a:lnTo>
                    <a:pt x="336" y="1186"/>
                  </a:lnTo>
                  <a:lnTo>
                    <a:pt x="218" y="1403"/>
                  </a:lnTo>
                  <a:lnTo>
                    <a:pt x="139" y="1621"/>
                  </a:lnTo>
                  <a:lnTo>
                    <a:pt x="80" y="1858"/>
                  </a:lnTo>
                  <a:lnTo>
                    <a:pt x="40" y="2075"/>
                  </a:lnTo>
                  <a:lnTo>
                    <a:pt x="1" y="2292"/>
                  </a:lnTo>
                  <a:lnTo>
                    <a:pt x="20" y="2509"/>
                  </a:lnTo>
                  <a:lnTo>
                    <a:pt x="40" y="2707"/>
                  </a:lnTo>
                  <a:lnTo>
                    <a:pt x="99" y="2924"/>
                  </a:lnTo>
                  <a:lnTo>
                    <a:pt x="178" y="3122"/>
                  </a:lnTo>
                  <a:lnTo>
                    <a:pt x="277" y="3300"/>
                  </a:lnTo>
                  <a:lnTo>
                    <a:pt x="415" y="3477"/>
                  </a:lnTo>
                  <a:lnTo>
                    <a:pt x="574" y="3635"/>
                  </a:lnTo>
                  <a:lnTo>
                    <a:pt x="771" y="3793"/>
                  </a:lnTo>
                  <a:lnTo>
                    <a:pt x="988" y="3932"/>
                  </a:lnTo>
                  <a:lnTo>
                    <a:pt x="1225" y="4050"/>
                  </a:lnTo>
                  <a:lnTo>
                    <a:pt x="1502" y="4149"/>
                  </a:lnTo>
                  <a:lnTo>
                    <a:pt x="1739" y="4208"/>
                  </a:lnTo>
                  <a:lnTo>
                    <a:pt x="1996" y="4248"/>
                  </a:lnTo>
                  <a:lnTo>
                    <a:pt x="2213" y="4267"/>
                  </a:lnTo>
                  <a:lnTo>
                    <a:pt x="2450" y="4248"/>
                  </a:lnTo>
                  <a:lnTo>
                    <a:pt x="2647" y="4228"/>
                  </a:lnTo>
                  <a:lnTo>
                    <a:pt x="2845" y="4188"/>
                  </a:lnTo>
                  <a:lnTo>
                    <a:pt x="3003" y="4129"/>
                  </a:lnTo>
                  <a:lnTo>
                    <a:pt x="3319" y="4011"/>
                  </a:lnTo>
                  <a:lnTo>
                    <a:pt x="3536" y="3892"/>
                  </a:lnTo>
                  <a:lnTo>
                    <a:pt x="3675" y="3793"/>
                  </a:lnTo>
                  <a:lnTo>
                    <a:pt x="3734" y="3754"/>
                  </a:lnTo>
                  <a:lnTo>
                    <a:pt x="3991" y="3537"/>
                  </a:lnTo>
                  <a:lnTo>
                    <a:pt x="4208" y="3319"/>
                  </a:lnTo>
                  <a:lnTo>
                    <a:pt x="4386" y="3082"/>
                  </a:lnTo>
                  <a:lnTo>
                    <a:pt x="4524" y="2826"/>
                  </a:lnTo>
                  <a:lnTo>
                    <a:pt x="4603" y="2569"/>
                  </a:lnTo>
                  <a:lnTo>
                    <a:pt x="4662" y="2312"/>
                  </a:lnTo>
                  <a:lnTo>
                    <a:pt x="4682" y="2055"/>
                  </a:lnTo>
                  <a:lnTo>
                    <a:pt x="4662" y="1818"/>
                  </a:lnTo>
                  <a:lnTo>
                    <a:pt x="4623" y="1561"/>
                  </a:lnTo>
                  <a:lnTo>
                    <a:pt x="4544" y="1324"/>
                  </a:lnTo>
                  <a:lnTo>
                    <a:pt x="4425" y="1107"/>
                  </a:lnTo>
                  <a:lnTo>
                    <a:pt x="4307" y="910"/>
                  </a:lnTo>
                  <a:lnTo>
                    <a:pt x="4149" y="712"/>
                  </a:lnTo>
                  <a:lnTo>
                    <a:pt x="3991" y="554"/>
                  </a:lnTo>
                  <a:lnTo>
                    <a:pt x="3793" y="416"/>
                  </a:lnTo>
                  <a:lnTo>
                    <a:pt x="3596" y="317"/>
                  </a:lnTo>
                  <a:lnTo>
                    <a:pt x="3181" y="159"/>
                  </a:lnTo>
                  <a:lnTo>
                    <a:pt x="2963" y="100"/>
                  </a:lnTo>
                  <a:lnTo>
                    <a:pt x="2746" y="60"/>
                  </a:lnTo>
                  <a:lnTo>
                    <a:pt x="2529" y="21"/>
                  </a:lnTo>
                  <a:lnTo>
                    <a:pt x="231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6" name="Google Shape;8886;p34"/>
            <p:cNvSpPr/>
            <p:nvPr/>
          </p:nvSpPr>
          <p:spPr>
            <a:xfrm>
              <a:off x="33723" y="3317085"/>
              <a:ext cx="135781" cy="133898"/>
            </a:xfrm>
            <a:custGeom>
              <a:rect b="b" l="l" r="r" t="t"/>
              <a:pathLst>
                <a:path extrusionOk="0" h="4267" w="4327">
                  <a:moveTo>
                    <a:pt x="2312" y="0"/>
                  </a:moveTo>
                  <a:lnTo>
                    <a:pt x="2134" y="20"/>
                  </a:lnTo>
                  <a:lnTo>
                    <a:pt x="1917" y="40"/>
                  </a:lnTo>
                  <a:lnTo>
                    <a:pt x="1700" y="99"/>
                  </a:lnTo>
                  <a:lnTo>
                    <a:pt x="1502" y="158"/>
                  </a:lnTo>
                  <a:lnTo>
                    <a:pt x="1305" y="218"/>
                  </a:lnTo>
                  <a:lnTo>
                    <a:pt x="1127" y="297"/>
                  </a:lnTo>
                  <a:lnTo>
                    <a:pt x="969" y="376"/>
                  </a:lnTo>
                  <a:lnTo>
                    <a:pt x="811" y="455"/>
                  </a:lnTo>
                  <a:lnTo>
                    <a:pt x="692" y="553"/>
                  </a:lnTo>
                  <a:lnTo>
                    <a:pt x="574" y="652"/>
                  </a:lnTo>
                  <a:lnTo>
                    <a:pt x="475" y="771"/>
                  </a:lnTo>
                  <a:lnTo>
                    <a:pt x="297" y="988"/>
                  </a:lnTo>
                  <a:lnTo>
                    <a:pt x="179" y="1205"/>
                  </a:lnTo>
                  <a:lnTo>
                    <a:pt x="80" y="1442"/>
                  </a:lnTo>
                  <a:lnTo>
                    <a:pt x="21" y="1679"/>
                  </a:lnTo>
                  <a:lnTo>
                    <a:pt x="1" y="1916"/>
                  </a:lnTo>
                  <a:lnTo>
                    <a:pt x="1" y="2114"/>
                  </a:lnTo>
                  <a:lnTo>
                    <a:pt x="1" y="2311"/>
                  </a:lnTo>
                  <a:lnTo>
                    <a:pt x="21" y="2489"/>
                  </a:lnTo>
                  <a:lnTo>
                    <a:pt x="80" y="2746"/>
                  </a:lnTo>
                  <a:lnTo>
                    <a:pt x="100" y="2845"/>
                  </a:lnTo>
                  <a:lnTo>
                    <a:pt x="179" y="3062"/>
                  </a:lnTo>
                  <a:lnTo>
                    <a:pt x="258" y="3259"/>
                  </a:lnTo>
                  <a:lnTo>
                    <a:pt x="356" y="3457"/>
                  </a:lnTo>
                  <a:lnTo>
                    <a:pt x="455" y="3615"/>
                  </a:lnTo>
                  <a:lnTo>
                    <a:pt x="574" y="3753"/>
                  </a:lnTo>
                  <a:lnTo>
                    <a:pt x="712" y="3872"/>
                  </a:lnTo>
                  <a:lnTo>
                    <a:pt x="850" y="3970"/>
                  </a:lnTo>
                  <a:lnTo>
                    <a:pt x="1008" y="4069"/>
                  </a:lnTo>
                  <a:lnTo>
                    <a:pt x="1166" y="4128"/>
                  </a:lnTo>
                  <a:lnTo>
                    <a:pt x="1324" y="4188"/>
                  </a:lnTo>
                  <a:lnTo>
                    <a:pt x="1482" y="4227"/>
                  </a:lnTo>
                  <a:lnTo>
                    <a:pt x="1660" y="4247"/>
                  </a:lnTo>
                  <a:lnTo>
                    <a:pt x="1838" y="4267"/>
                  </a:lnTo>
                  <a:lnTo>
                    <a:pt x="2016" y="4247"/>
                  </a:lnTo>
                  <a:lnTo>
                    <a:pt x="2371" y="4208"/>
                  </a:lnTo>
                  <a:lnTo>
                    <a:pt x="2727" y="4128"/>
                  </a:lnTo>
                  <a:lnTo>
                    <a:pt x="3062" y="3990"/>
                  </a:lnTo>
                  <a:lnTo>
                    <a:pt x="3359" y="3832"/>
                  </a:lnTo>
                  <a:lnTo>
                    <a:pt x="3655" y="3654"/>
                  </a:lnTo>
                  <a:lnTo>
                    <a:pt x="3892" y="3457"/>
                  </a:lnTo>
                  <a:lnTo>
                    <a:pt x="3991" y="3338"/>
                  </a:lnTo>
                  <a:lnTo>
                    <a:pt x="4090" y="3240"/>
                  </a:lnTo>
                  <a:lnTo>
                    <a:pt x="4169" y="3121"/>
                  </a:lnTo>
                  <a:lnTo>
                    <a:pt x="4228" y="3003"/>
                  </a:lnTo>
                  <a:lnTo>
                    <a:pt x="4267" y="2904"/>
                  </a:lnTo>
                  <a:lnTo>
                    <a:pt x="4287" y="2785"/>
                  </a:lnTo>
                  <a:lnTo>
                    <a:pt x="4307" y="2548"/>
                  </a:lnTo>
                  <a:lnTo>
                    <a:pt x="4327" y="2292"/>
                  </a:lnTo>
                  <a:lnTo>
                    <a:pt x="4307" y="2035"/>
                  </a:lnTo>
                  <a:lnTo>
                    <a:pt x="4287" y="1778"/>
                  </a:lnTo>
                  <a:lnTo>
                    <a:pt x="4248" y="1501"/>
                  </a:lnTo>
                  <a:lnTo>
                    <a:pt x="4169" y="1245"/>
                  </a:lnTo>
                  <a:lnTo>
                    <a:pt x="4070" y="1008"/>
                  </a:lnTo>
                  <a:lnTo>
                    <a:pt x="3951" y="771"/>
                  </a:lnTo>
                  <a:lnTo>
                    <a:pt x="3793" y="553"/>
                  </a:lnTo>
                  <a:lnTo>
                    <a:pt x="3596" y="376"/>
                  </a:lnTo>
                  <a:lnTo>
                    <a:pt x="3497" y="297"/>
                  </a:lnTo>
                  <a:lnTo>
                    <a:pt x="3379" y="218"/>
                  </a:lnTo>
                  <a:lnTo>
                    <a:pt x="3260" y="158"/>
                  </a:lnTo>
                  <a:lnTo>
                    <a:pt x="3122" y="99"/>
                  </a:lnTo>
                  <a:lnTo>
                    <a:pt x="2983" y="60"/>
                  </a:lnTo>
                  <a:lnTo>
                    <a:pt x="2825" y="20"/>
                  </a:lnTo>
                  <a:lnTo>
                    <a:pt x="26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7" name="Google Shape;8887;p34"/>
            <p:cNvSpPr/>
            <p:nvPr/>
          </p:nvSpPr>
          <p:spPr>
            <a:xfrm>
              <a:off x="-252625" y="2951380"/>
              <a:ext cx="430188" cy="475438"/>
            </a:xfrm>
            <a:custGeom>
              <a:rect b="b" l="l" r="r" t="t"/>
              <a:pathLst>
                <a:path extrusionOk="0" h="15151" w="13709">
                  <a:moveTo>
                    <a:pt x="11141" y="1"/>
                  </a:moveTo>
                  <a:lnTo>
                    <a:pt x="11062" y="20"/>
                  </a:lnTo>
                  <a:lnTo>
                    <a:pt x="10864" y="218"/>
                  </a:lnTo>
                  <a:lnTo>
                    <a:pt x="10469" y="652"/>
                  </a:lnTo>
                  <a:lnTo>
                    <a:pt x="9264" y="1996"/>
                  </a:lnTo>
                  <a:lnTo>
                    <a:pt x="8000" y="3418"/>
                  </a:lnTo>
                  <a:lnTo>
                    <a:pt x="7506" y="3951"/>
                  </a:lnTo>
                  <a:lnTo>
                    <a:pt x="7170" y="4307"/>
                  </a:lnTo>
                  <a:lnTo>
                    <a:pt x="6973" y="4504"/>
                  </a:lnTo>
                  <a:lnTo>
                    <a:pt x="6835" y="4702"/>
                  </a:lnTo>
                  <a:lnTo>
                    <a:pt x="6736" y="4899"/>
                  </a:lnTo>
                  <a:lnTo>
                    <a:pt x="6696" y="5077"/>
                  </a:lnTo>
                  <a:lnTo>
                    <a:pt x="6677" y="5235"/>
                  </a:lnTo>
                  <a:lnTo>
                    <a:pt x="6677" y="5373"/>
                  </a:lnTo>
                  <a:lnTo>
                    <a:pt x="6716" y="5511"/>
                  </a:lnTo>
                  <a:lnTo>
                    <a:pt x="6736" y="5610"/>
                  </a:lnTo>
                  <a:lnTo>
                    <a:pt x="6874" y="5946"/>
                  </a:lnTo>
                  <a:lnTo>
                    <a:pt x="6933" y="6104"/>
                  </a:lnTo>
                  <a:lnTo>
                    <a:pt x="5847" y="7309"/>
                  </a:lnTo>
                  <a:lnTo>
                    <a:pt x="3457" y="9956"/>
                  </a:lnTo>
                  <a:lnTo>
                    <a:pt x="2173" y="11378"/>
                  </a:lnTo>
                  <a:lnTo>
                    <a:pt x="1067" y="12622"/>
                  </a:lnTo>
                  <a:lnTo>
                    <a:pt x="297" y="13531"/>
                  </a:lnTo>
                  <a:lnTo>
                    <a:pt x="79" y="13807"/>
                  </a:lnTo>
                  <a:lnTo>
                    <a:pt x="20" y="13886"/>
                  </a:lnTo>
                  <a:lnTo>
                    <a:pt x="0" y="13926"/>
                  </a:lnTo>
                  <a:lnTo>
                    <a:pt x="20" y="13965"/>
                  </a:lnTo>
                  <a:lnTo>
                    <a:pt x="79" y="14044"/>
                  </a:lnTo>
                  <a:lnTo>
                    <a:pt x="277" y="14222"/>
                  </a:lnTo>
                  <a:lnTo>
                    <a:pt x="534" y="14439"/>
                  </a:lnTo>
                  <a:lnTo>
                    <a:pt x="830" y="14676"/>
                  </a:lnTo>
                  <a:lnTo>
                    <a:pt x="1126" y="14894"/>
                  </a:lnTo>
                  <a:lnTo>
                    <a:pt x="1403" y="15071"/>
                  </a:lnTo>
                  <a:lnTo>
                    <a:pt x="1521" y="15131"/>
                  </a:lnTo>
                  <a:lnTo>
                    <a:pt x="1620" y="15150"/>
                  </a:lnTo>
                  <a:lnTo>
                    <a:pt x="1679" y="15150"/>
                  </a:lnTo>
                  <a:lnTo>
                    <a:pt x="1719" y="15131"/>
                  </a:lnTo>
                  <a:lnTo>
                    <a:pt x="3951" y="12385"/>
                  </a:lnTo>
                  <a:lnTo>
                    <a:pt x="5669" y="10272"/>
                  </a:lnTo>
                  <a:lnTo>
                    <a:pt x="6835" y="8850"/>
                  </a:lnTo>
                  <a:lnTo>
                    <a:pt x="7427" y="8158"/>
                  </a:lnTo>
                  <a:lnTo>
                    <a:pt x="7842" y="7605"/>
                  </a:lnTo>
                  <a:lnTo>
                    <a:pt x="8178" y="7131"/>
                  </a:lnTo>
                  <a:lnTo>
                    <a:pt x="8928" y="7131"/>
                  </a:lnTo>
                  <a:lnTo>
                    <a:pt x="9126" y="7092"/>
                  </a:lnTo>
                  <a:lnTo>
                    <a:pt x="9304" y="7052"/>
                  </a:lnTo>
                  <a:lnTo>
                    <a:pt x="9442" y="6993"/>
                  </a:lnTo>
                  <a:lnTo>
                    <a:pt x="9541" y="6914"/>
                  </a:lnTo>
                  <a:lnTo>
                    <a:pt x="9699" y="6736"/>
                  </a:lnTo>
                  <a:lnTo>
                    <a:pt x="10232" y="6124"/>
                  </a:lnTo>
                  <a:lnTo>
                    <a:pt x="10923" y="5314"/>
                  </a:lnTo>
                  <a:lnTo>
                    <a:pt x="11694" y="4386"/>
                  </a:lnTo>
                  <a:lnTo>
                    <a:pt x="12464" y="3457"/>
                  </a:lnTo>
                  <a:lnTo>
                    <a:pt x="13116" y="2628"/>
                  </a:lnTo>
                  <a:lnTo>
                    <a:pt x="13550" y="2035"/>
                  </a:lnTo>
                  <a:lnTo>
                    <a:pt x="13689" y="1838"/>
                  </a:lnTo>
                  <a:lnTo>
                    <a:pt x="13708" y="1778"/>
                  </a:lnTo>
                  <a:lnTo>
                    <a:pt x="13708" y="1739"/>
                  </a:lnTo>
                  <a:lnTo>
                    <a:pt x="13689" y="1660"/>
                  </a:lnTo>
                  <a:lnTo>
                    <a:pt x="13669" y="1600"/>
                  </a:lnTo>
                  <a:lnTo>
                    <a:pt x="13629" y="1561"/>
                  </a:lnTo>
                  <a:lnTo>
                    <a:pt x="13590" y="1541"/>
                  </a:lnTo>
                  <a:lnTo>
                    <a:pt x="13511" y="1521"/>
                  </a:lnTo>
                  <a:lnTo>
                    <a:pt x="13491" y="1502"/>
                  </a:lnTo>
                  <a:lnTo>
                    <a:pt x="13175" y="1857"/>
                  </a:lnTo>
                  <a:lnTo>
                    <a:pt x="12444" y="2647"/>
                  </a:lnTo>
                  <a:lnTo>
                    <a:pt x="12049" y="3062"/>
                  </a:lnTo>
                  <a:lnTo>
                    <a:pt x="11674" y="3437"/>
                  </a:lnTo>
                  <a:lnTo>
                    <a:pt x="11378" y="3714"/>
                  </a:lnTo>
                  <a:lnTo>
                    <a:pt x="11279" y="3793"/>
                  </a:lnTo>
                  <a:lnTo>
                    <a:pt x="11200" y="3832"/>
                  </a:lnTo>
                  <a:lnTo>
                    <a:pt x="11121" y="3852"/>
                  </a:lnTo>
                  <a:lnTo>
                    <a:pt x="11042" y="3852"/>
                  </a:lnTo>
                  <a:lnTo>
                    <a:pt x="10983" y="3813"/>
                  </a:lnTo>
                  <a:lnTo>
                    <a:pt x="10963" y="3773"/>
                  </a:lnTo>
                  <a:lnTo>
                    <a:pt x="10943" y="3714"/>
                  </a:lnTo>
                  <a:lnTo>
                    <a:pt x="10943" y="3635"/>
                  </a:lnTo>
                  <a:lnTo>
                    <a:pt x="10983" y="3556"/>
                  </a:lnTo>
                  <a:lnTo>
                    <a:pt x="11022" y="3457"/>
                  </a:lnTo>
                  <a:lnTo>
                    <a:pt x="11160" y="3299"/>
                  </a:lnTo>
                  <a:lnTo>
                    <a:pt x="11417" y="3023"/>
                  </a:lnTo>
                  <a:lnTo>
                    <a:pt x="12148" y="2292"/>
                  </a:lnTo>
                  <a:lnTo>
                    <a:pt x="12523" y="1897"/>
                  </a:lnTo>
                  <a:lnTo>
                    <a:pt x="12820" y="1541"/>
                  </a:lnTo>
                  <a:lnTo>
                    <a:pt x="12938" y="1403"/>
                  </a:lnTo>
                  <a:lnTo>
                    <a:pt x="13017" y="1284"/>
                  </a:lnTo>
                  <a:lnTo>
                    <a:pt x="13076" y="1186"/>
                  </a:lnTo>
                  <a:lnTo>
                    <a:pt x="13076" y="1166"/>
                  </a:lnTo>
                  <a:lnTo>
                    <a:pt x="13076" y="1146"/>
                  </a:lnTo>
                  <a:lnTo>
                    <a:pt x="12978" y="1028"/>
                  </a:lnTo>
                  <a:lnTo>
                    <a:pt x="12899" y="949"/>
                  </a:lnTo>
                  <a:lnTo>
                    <a:pt x="12879" y="929"/>
                  </a:lnTo>
                  <a:lnTo>
                    <a:pt x="12839" y="929"/>
                  </a:lnTo>
                  <a:lnTo>
                    <a:pt x="12780" y="949"/>
                  </a:lnTo>
                  <a:lnTo>
                    <a:pt x="12741" y="1008"/>
                  </a:lnTo>
                  <a:lnTo>
                    <a:pt x="12345" y="1423"/>
                  </a:lnTo>
                  <a:lnTo>
                    <a:pt x="11615" y="2193"/>
                  </a:lnTo>
                  <a:lnTo>
                    <a:pt x="11220" y="2588"/>
                  </a:lnTo>
                  <a:lnTo>
                    <a:pt x="10864" y="2924"/>
                  </a:lnTo>
                  <a:lnTo>
                    <a:pt x="10588" y="3161"/>
                  </a:lnTo>
                  <a:lnTo>
                    <a:pt x="10489" y="3220"/>
                  </a:lnTo>
                  <a:lnTo>
                    <a:pt x="10410" y="3240"/>
                  </a:lnTo>
                  <a:lnTo>
                    <a:pt x="10370" y="3220"/>
                  </a:lnTo>
                  <a:lnTo>
                    <a:pt x="10351" y="3200"/>
                  </a:lnTo>
                  <a:lnTo>
                    <a:pt x="10331" y="3121"/>
                  </a:lnTo>
                  <a:lnTo>
                    <a:pt x="10331" y="3042"/>
                  </a:lnTo>
                  <a:lnTo>
                    <a:pt x="10351" y="2944"/>
                  </a:lnTo>
                  <a:lnTo>
                    <a:pt x="10430" y="2746"/>
                  </a:lnTo>
                  <a:lnTo>
                    <a:pt x="10469" y="2667"/>
                  </a:lnTo>
                  <a:lnTo>
                    <a:pt x="10765" y="2351"/>
                  </a:lnTo>
                  <a:lnTo>
                    <a:pt x="11397" y="1660"/>
                  </a:lnTo>
                  <a:lnTo>
                    <a:pt x="11733" y="1265"/>
                  </a:lnTo>
                  <a:lnTo>
                    <a:pt x="12010" y="929"/>
                  </a:lnTo>
                  <a:lnTo>
                    <a:pt x="12187" y="672"/>
                  </a:lnTo>
                  <a:lnTo>
                    <a:pt x="12227" y="573"/>
                  </a:lnTo>
                  <a:lnTo>
                    <a:pt x="12247" y="554"/>
                  </a:lnTo>
                  <a:lnTo>
                    <a:pt x="12227" y="534"/>
                  </a:lnTo>
                  <a:lnTo>
                    <a:pt x="12128" y="435"/>
                  </a:lnTo>
                  <a:lnTo>
                    <a:pt x="12049" y="356"/>
                  </a:lnTo>
                  <a:lnTo>
                    <a:pt x="12010" y="336"/>
                  </a:lnTo>
                  <a:lnTo>
                    <a:pt x="11970" y="336"/>
                  </a:lnTo>
                  <a:lnTo>
                    <a:pt x="11931" y="356"/>
                  </a:lnTo>
                  <a:lnTo>
                    <a:pt x="11911" y="396"/>
                  </a:lnTo>
                  <a:lnTo>
                    <a:pt x="11555" y="810"/>
                  </a:lnTo>
                  <a:lnTo>
                    <a:pt x="10864" y="1600"/>
                  </a:lnTo>
                  <a:lnTo>
                    <a:pt x="10469" y="2015"/>
                  </a:lnTo>
                  <a:lnTo>
                    <a:pt x="10133" y="2371"/>
                  </a:lnTo>
                  <a:lnTo>
                    <a:pt x="9837" y="2647"/>
                  </a:lnTo>
                  <a:lnTo>
                    <a:pt x="9738" y="2726"/>
                  </a:lnTo>
                  <a:lnTo>
                    <a:pt x="9679" y="2766"/>
                  </a:lnTo>
                  <a:lnTo>
                    <a:pt x="9501" y="2825"/>
                  </a:lnTo>
                  <a:lnTo>
                    <a:pt x="9363" y="2825"/>
                  </a:lnTo>
                  <a:lnTo>
                    <a:pt x="9343" y="2805"/>
                  </a:lnTo>
                  <a:lnTo>
                    <a:pt x="9323" y="2766"/>
                  </a:lnTo>
                  <a:lnTo>
                    <a:pt x="9323" y="2707"/>
                  </a:lnTo>
                  <a:lnTo>
                    <a:pt x="9343" y="2628"/>
                  </a:lnTo>
                  <a:lnTo>
                    <a:pt x="9462" y="2450"/>
                  </a:lnTo>
                  <a:lnTo>
                    <a:pt x="9699" y="2134"/>
                  </a:lnTo>
                  <a:lnTo>
                    <a:pt x="10390" y="1284"/>
                  </a:lnTo>
                  <a:lnTo>
                    <a:pt x="11338" y="119"/>
                  </a:lnTo>
                  <a:lnTo>
                    <a:pt x="11338" y="80"/>
                  </a:lnTo>
                  <a:lnTo>
                    <a:pt x="11279" y="40"/>
                  </a:lnTo>
                  <a:lnTo>
                    <a:pt x="11239" y="20"/>
                  </a:lnTo>
                  <a:lnTo>
                    <a:pt x="111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8" name="Google Shape;8888;p34"/>
            <p:cNvSpPr/>
            <p:nvPr/>
          </p:nvSpPr>
          <p:spPr>
            <a:xfrm>
              <a:off x="80856" y="2930920"/>
              <a:ext cx="564683" cy="264690"/>
            </a:xfrm>
            <a:custGeom>
              <a:rect b="b" l="l" r="r" t="t"/>
              <a:pathLst>
                <a:path extrusionOk="0" h="8435" w="17995">
                  <a:moveTo>
                    <a:pt x="17105" y="1"/>
                  </a:moveTo>
                  <a:lnTo>
                    <a:pt x="13787" y="1285"/>
                  </a:lnTo>
                  <a:lnTo>
                    <a:pt x="11259" y="2252"/>
                  </a:lnTo>
                  <a:lnTo>
                    <a:pt x="9540" y="2885"/>
                  </a:lnTo>
                  <a:lnTo>
                    <a:pt x="8671" y="3201"/>
                  </a:lnTo>
                  <a:lnTo>
                    <a:pt x="8039" y="3457"/>
                  </a:lnTo>
                  <a:lnTo>
                    <a:pt x="7506" y="3694"/>
                  </a:lnTo>
                  <a:lnTo>
                    <a:pt x="7368" y="3615"/>
                  </a:lnTo>
                  <a:lnTo>
                    <a:pt x="7052" y="3438"/>
                  </a:lnTo>
                  <a:lnTo>
                    <a:pt x="6854" y="3339"/>
                  </a:lnTo>
                  <a:lnTo>
                    <a:pt x="6676" y="3260"/>
                  </a:lnTo>
                  <a:lnTo>
                    <a:pt x="6498" y="3220"/>
                  </a:lnTo>
                  <a:lnTo>
                    <a:pt x="6340" y="3201"/>
                  </a:lnTo>
                  <a:lnTo>
                    <a:pt x="6222" y="3220"/>
                  </a:lnTo>
                  <a:lnTo>
                    <a:pt x="5985" y="3299"/>
                  </a:lnTo>
                  <a:lnTo>
                    <a:pt x="5234" y="3556"/>
                  </a:lnTo>
                  <a:lnTo>
                    <a:pt x="4227" y="3912"/>
                  </a:lnTo>
                  <a:lnTo>
                    <a:pt x="3081" y="4326"/>
                  </a:lnTo>
                  <a:lnTo>
                    <a:pt x="1975" y="4761"/>
                  </a:lnTo>
                  <a:lnTo>
                    <a:pt x="988" y="5136"/>
                  </a:lnTo>
                  <a:lnTo>
                    <a:pt x="296" y="5452"/>
                  </a:lnTo>
                  <a:lnTo>
                    <a:pt x="99" y="5551"/>
                  </a:lnTo>
                  <a:lnTo>
                    <a:pt x="40" y="5591"/>
                  </a:lnTo>
                  <a:lnTo>
                    <a:pt x="20" y="5610"/>
                  </a:lnTo>
                  <a:lnTo>
                    <a:pt x="0" y="5689"/>
                  </a:lnTo>
                  <a:lnTo>
                    <a:pt x="0" y="5749"/>
                  </a:lnTo>
                  <a:lnTo>
                    <a:pt x="20" y="5808"/>
                  </a:lnTo>
                  <a:lnTo>
                    <a:pt x="40" y="5847"/>
                  </a:lnTo>
                  <a:lnTo>
                    <a:pt x="79" y="5907"/>
                  </a:lnTo>
                  <a:lnTo>
                    <a:pt x="99" y="5926"/>
                  </a:lnTo>
                  <a:lnTo>
                    <a:pt x="553" y="5788"/>
                  </a:lnTo>
                  <a:lnTo>
                    <a:pt x="1560" y="5472"/>
                  </a:lnTo>
                  <a:lnTo>
                    <a:pt x="2114" y="5314"/>
                  </a:lnTo>
                  <a:lnTo>
                    <a:pt x="2627" y="5176"/>
                  </a:lnTo>
                  <a:lnTo>
                    <a:pt x="3022" y="5077"/>
                  </a:lnTo>
                  <a:lnTo>
                    <a:pt x="3160" y="5057"/>
                  </a:lnTo>
                  <a:lnTo>
                    <a:pt x="3239" y="5057"/>
                  </a:lnTo>
                  <a:lnTo>
                    <a:pt x="3338" y="5077"/>
                  </a:lnTo>
                  <a:lnTo>
                    <a:pt x="3397" y="5117"/>
                  </a:lnTo>
                  <a:lnTo>
                    <a:pt x="3417" y="5176"/>
                  </a:lnTo>
                  <a:lnTo>
                    <a:pt x="3417" y="5235"/>
                  </a:lnTo>
                  <a:lnTo>
                    <a:pt x="3397" y="5294"/>
                  </a:lnTo>
                  <a:lnTo>
                    <a:pt x="3358" y="5354"/>
                  </a:lnTo>
                  <a:lnTo>
                    <a:pt x="3299" y="5413"/>
                  </a:lnTo>
                  <a:lnTo>
                    <a:pt x="3220" y="5472"/>
                  </a:lnTo>
                  <a:lnTo>
                    <a:pt x="3022" y="5531"/>
                  </a:lnTo>
                  <a:lnTo>
                    <a:pt x="2647" y="5650"/>
                  </a:lnTo>
                  <a:lnTo>
                    <a:pt x="1659" y="5926"/>
                  </a:lnTo>
                  <a:lnTo>
                    <a:pt x="1126" y="6084"/>
                  </a:lnTo>
                  <a:lnTo>
                    <a:pt x="691" y="6223"/>
                  </a:lnTo>
                  <a:lnTo>
                    <a:pt x="514" y="6302"/>
                  </a:lnTo>
                  <a:lnTo>
                    <a:pt x="395" y="6361"/>
                  </a:lnTo>
                  <a:lnTo>
                    <a:pt x="316" y="6420"/>
                  </a:lnTo>
                  <a:lnTo>
                    <a:pt x="296" y="6440"/>
                  </a:lnTo>
                  <a:lnTo>
                    <a:pt x="277" y="6460"/>
                  </a:lnTo>
                  <a:lnTo>
                    <a:pt x="296" y="6618"/>
                  </a:lnTo>
                  <a:lnTo>
                    <a:pt x="336" y="6716"/>
                  </a:lnTo>
                  <a:lnTo>
                    <a:pt x="356" y="6736"/>
                  </a:lnTo>
                  <a:lnTo>
                    <a:pt x="375" y="6756"/>
                  </a:lnTo>
                  <a:lnTo>
                    <a:pt x="435" y="6756"/>
                  </a:lnTo>
                  <a:lnTo>
                    <a:pt x="494" y="6736"/>
                  </a:lnTo>
                  <a:lnTo>
                    <a:pt x="1047" y="6578"/>
                  </a:lnTo>
                  <a:lnTo>
                    <a:pt x="2054" y="6282"/>
                  </a:lnTo>
                  <a:lnTo>
                    <a:pt x="2607" y="6144"/>
                  </a:lnTo>
                  <a:lnTo>
                    <a:pt x="3081" y="6025"/>
                  </a:lnTo>
                  <a:lnTo>
                    <a:pt x="3437" y="5966"/>
                  </a:lnTo>
                  <a:lnTo>
                    <a:pt x="3555" y="5946"/>
                  </a:lnTo>
                  <a:lnTo>
                    <a:pt x="3615" y="5966"/>
                  </a:lnTo>
                  <a:lnTo>
                    <a:pt x="3654" y="6005"/>
                  </a:lnTo>
                  <a:lnTo>
                    <a:pt x="3654" y="6045"/>
                  </a:lnTo>
                  <a:lnTo>
                    <a:pt x="3654" y="6104"/>
                  </a:lnTo>
                  <a:lnTo>
                    <a:pt x="3595" y="6183"/>
                  </a:lnTo>
                  <a:lnTo>
                    <a:pt x="3536" y="6262"/>
                  </a:lnTo>
                  <a:lnTo>
                    <a:pt x="3378" y="6381"/>
                  </a:lnTo>
                  <a:lnTo>
                    <a:pt x="3299" y="6440"/>
                  </a:lnTo>
                  <a:lnTo>
                    <a:pt x="2884" y="6558"/>
                  </a:lnTo>
                  <a:lnTo>
                    <a:pt x="1995" y="6855"/>
                  </a:lnTo>
                  <a:lnTo>
                    <a:pt x="1501" y="7013"/>
                  </a:lnTo>
                  <a:lnTo>
                    <a:pt x="1086" y="7171"/>
                  </a:lnTo>
                  <a:lnTo>
                    <a:pt x="810" y="7309"/>
                  </a:lnTo>
                  <a:lnTo>
                    <a:pt x="731" y="7368"/>
                  </a:lnTo>
                  <a:lnTo>
                    <a:pt x="711" y="7388"/>
                  </a:lnTo>
                  <a:lnTo>
                    <a:pt x="711" y="7408"/>
                  </a:lnTo>
                  <a:lnTo>
                    <a:pt x="731" y="7546"/>
                  </a:lnTo>
                  <a:lnTo>
                    <a:pt x="770" y="7645"/>
                  </a:lnTo>
                  <a:lnTo>
                    <a:pt x="790" y="7684"/>
                  </a:lnTo>
                  <a:lnTo>
                    <a:pt x="830" y="7704"/>
                  </a:lnTo>
                  <a:lnTo>
                    <a:pt x="869" y="7704"/>
                  </a:lnTo>
                  <a:lnTo>
                    <a:pt x="909" y="7684"/>
                  </a:lnTo>
                  <a:lnTo>
                    <a:pt x="1422" y="7507"/>
                  </a:lnTo>
                  <a:lnTo>
                    <a:pt x="2430" y="7171"/>
                  </a:lnTo>
                  <a:lnTo>
                    <a:pt x="2963" y="6993"/>
                  </a:lnTo>
                  <a:lnTo>
                    <a:pt x="3457" y="6855"/>
                  </a:lnTo>
                  <a:lnTo>
                    <a:pt x="3832" y="6776"/>
                  </a:lnTo>
                  <a:lnTo>
                    <a:pt x="3950" y="6756"/>
                  </a:lnTo>
                  <a:lnTo>
                    <a:pt x="4029" y="6756"/>
                  </a:lnTo>
                  <a:lnTo>
                    <a:pt x="4227" y="6795"/>
                  </a:lnTo>
                  <a:lnTo>
                    <a:pt x="4286" y="6815"/>
                  </a:lnTo>
                  <a:lnTo>
                    <a:pt x="4326" y="6855"/>
                  </a:lnTo>
                  <a:lnTo>
                    <a:pt x="4346" y="6894"/>
                  </a:lnTo>
                  <a:lnTo>
                    <a:pt x="4346" y="6934"/>
                  </a:lnTo>
                  <a:lnTo>
                    <a:pt x="4306" y="6973"/>
                  </a:lnTo>
                  <a:lnTo>
                    <a:pt x="4247" y="7032"/>
                  </a:lnTo>
                  <a:lnTo>
                    <a:pt x="4069" y="7131"/>
                  </a:lnTo>
                  <a:lnTo>
                    <a:pt x="3694" y="7270"/>
                  </a:lnTo>
                  <a:lnTo>
                    <a:pt x="2686" y="7684"/>
                  </a:lnTo>
                  <a:lnTo>
                    <a:pt x="1264" y="8198"/>
                  </a:lnTo>
                  <a:lnTo>
                    <a:pt x="1264" y="8237"/>
                  </a:lnTo>
                  <a:lnTo>
                    <a:pt x="1284" y="8316"/>
                  </a:lnTo>
                  <a:lnTo>
                    <a:pt x="1304" y="8356"/>
                  </a:lnTo>
                  <a:lnTo>
                    <a:pt x="1343" y="8395"/>
                  </a:lnTo>
                  <a:lnTo>
                    <a:pt x="1383" y="8415"/>
                  </a:lnTo>
                  <a:lnTo>
                    <a:pt x="1462" y="8435"/>
                  </a:lnTo>
                  <a:lnTo>
                    <a:pt x="1718" y="8356"/>
                  </a:lnTo>
                  <a:lnTo>
                    <a:pt x="2291" y="8178"/>
                  </a:lnTo>
                  <a:lnTo>
                    <a:pt x="3990" y="7625"/>
                  </a:lnTo>
                  <a:lnTo>
                    <a:pt x="5807" y="7032"/>
                  </a:lnTo>
                  <a:lnTo>
                    <a:pt x="6518" y="6795"/>
                  </a:lnTo>
                  <a:lnTo>
                    <a:pt x="6973" y="6677"/>
                  </a:lnTo>
                  <a:lnTo>
                    <a:pt x="7249" y="6598"/>
                  </a:lnTo>
                  <a:lnTo>
                    <a:pt x="7466" y="6479"/>
                  </a:lnTo>
                  <a:lnTo>
                    <a:pt x="7644" y="6361"/>
                  </a:lnTo>
                  <a:lnTo>
                    <a:pt x="7763" y="6242"/>
                  </a:lnTo>
                  <a:lnTo>
                    <a:pt x="7861" y="6104"/>
                  </a:lnTo>
                  <a:lnTo>
                    <a:pt x="7921" y="5966"/>
                  </a:lnTo>
                  <a:lnTo>
                    <a:pt x="7960" y="5847"/>
                  </a:lnTo>
                  <a:lnTo>
                    <a:pt x="7980" y="5749"/>
                  </a:lnTo>
                  <a:lnTo>
                    <a:pt x="8039" y="5393"/>
                  </a:lnTo>
                  <a:lnTo>
                    <a:pt x="8079" y="5215"/>
                  </a:lnTo>
                  <a:lnTo>
                    <a:pt x="9619" y="4721"/>
                  </a:lnTo>
                  <a:lnTo>
                    <a:pt x="13017" y="3635"/>
                  </a:lnTo>
                  <a:lnTo>
                    <a:pt x="14834" y="3043"/>
                  </a:lnTo>
                  <a:lnTo>
                    <a:pt x="16414" y="2509"/>
                  </a:lnTo>
                  <a:lnTo>
                    <a:pt x="17540" y="2114"/>
                  </a:lnTo>
                  <a:lnTo>
                    <a:pt x="17856" y="1976"/>
                  </a:lnTo>
                  <a:lnTo>
                    <a:pt x="17955" y="1936"/>
                  </a:lnTo>
                  <a:lnTo>
                    <a:pt x="17974" y="1917"/>
                  </a:lnTo>
                  <a:lnTo>
                    <a:pt x="17994" y="1857"/>
                  </a:lnTo>
                  <a:lnTo>
                    <a:pt x="17974" y="1778"/>
                  </a:lnTo>
                  <a:lnTo>
                    <a:pt x="17895" y="1522"/>
                  </a:lnTo>
                  <a:lnTo>
                    <a:pt x="17797" y="1186"/>
                  </a:lnTo>
                  <a:lnTo>
                    <a:pt x="17658" y="830"/>
                  </a:lnTo>
                  <a:lnTo>
                    <a:pt x="17500" y="495"/>
                  </a:lnTo>
                  <a:lnTo>
                    <a:pt x="17342" y="218"/>
                  </a:lnTo>
                  <a:lnTo>
                    <a:pt x="17263" y="119"/>
                  </a:lnTo>
                  <a:lnTo>
                    <a:pt x="17204" y="40"/>
                  </a:lnTo>
                  <a:lnTo>
                    <a:pt x="171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9" name="Google Shape;8889;p34"/>
            <p:cNvSpPr/>
            <p:nvPr/>
          </p:nvSpPr>
          <p:spPr>
            <a:xfrm>
              <a:off x="351075" y="3134232"/>
              <a:ext cx="120280" cy="125238"/>
            </a:xfrm>
            <a:custGeom>
              <a:rect b="b" l="l" r="r" t="t"/>
              <a:pathLst>
                <a:path extrusionOk="0" h="3991" w="3833">
                  <a:moveTo>
                    <a:pt x="1226" y="0"/>
                  </a:moveTo>
                  <a:lnTo>
                    <a:pt x="1008" y="139"/>
                  </a:lnTo>
                  <a:lnTo>
                    <a:pt x="791" y="316"/>
                  </a:lnTo>
                  <a:lnTo>
                    <a:pt x="692" y="435"/>
                  </a:lnTo>
                  <a:lnTo>
                    <a:pt x="574" y="553"/>
                  </a:lnTo>
                  <a:lnTo>
                    <a:pt x="495" y="692"/>
                  </a:lnTo>
                  <a:lnTo>
                    <a:pt x="396" y="850"/>
                  </a:lnTo>
                  <a:lnTo>
                    <a:pt x="218" y="1205"/>
                  </a:lnTo>
                  <a:lnTo>
                    <a:pt x="100" y="1561"/>
                  </a:lnTo>
                  <a:lnTo>
                    <a:pt x="60" y="1739"/>
                  </a:lnTo>
                  <a:lnTo>
                    <a:pt x="21" y="1916"/>
                  </a:lnTo>
                  <a:lnTo>
                    <a:pt x="1" y="2074"/>
                  </a:lnTo>
                  <a:lnTo>
                    <a:pt x="1" y="2252"/>
                  </a:lnTo>
                  <a:lnTo>
                    <a:pt x="21" y="2410"/>
                  </a:lnTo>
                  <a:lnTo>
                    <a:pt x="60" y="2588"/>
                  </a:lnTo>
                  <a:lnTo>
                    <a:pt x="100" y="2746"/>
                  </a:lnTo>
                  <a:lnTo>
                    <a:pt x="159" y="2904"/>
                  </a:lnTo>
                  <a:lnTo>
                    <a:pt x="258" y="3062"/>
                  </a:lnTo>
                  <a:lnTo>
                    <a:pt x="356" y="3220"/>
                  </a:lnTo>
                  <a:lnTo>
                    <a:pt x="475" y="3378"/>
                  </a:lnTo>
                  <a:lnTo>
                    <a:pt x="633" y="3536"/>
                  </a:lnTo>
                  <a:lnTo>
                    <a:pt x="771" y="3674"/>
                  </a:lnTo>
                  <a:lnTo>
                    <a:pt x="929" y="3773"/>
                  </a:lnTo>
                  <a:lnTo>
                    <a:pt x="1107" y="3852"/>
                  </a:lnTo>
                  <a:lnTo>
                    <a:pt x="1305" y="3911"/>
                  </a:lnTo>
                  <a:lnTo>
                    <a:pt x="1522" y="3951"/>
                  </a:lnTo>
                  <a:lnTo>
                    <a:pt x="1739" y="3971"/>
                  </a:lnTo>
                  <a:lnTo>
                    <a:pt x="1956" y="3990"/>
                  </a:lnTo>
                  <a:lnTo>
                    <a:pt x="2193" y="3990"/>
                  </a:lnTo>
                  <a:lnTo>
                    <a:pt x="2648" y="3951"/>
                  </a:lnTo>
                  <a:lnTo>
                    <a:pt x="3082" y="3892"/>
                  </a:lnTo>
                  <a:lnTo>
                    <a:pt x="3497" y="3793"/>
                  </a:lnTo>
                  <a:lnTo>
                    <a:pt x="3833" y="3694"/>
                  </a:lnTo>
                  <a:lnTo>
                    <a:pt x="2470" y="1739"/>
                  </a:lnTo>
                  <a:lnTo>
                    <a:pt x="1798" y="791"/>
                  </a:lnTo>
                  <a:lnTo>
                    <a:pt x="122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0" name="Google Shape;8890;p34"/>
            <p:cNvSpPr/>
            <p:nvPr/>
          </p:nvSpPr>
          <p:spPr>
            <a:xfrm>
              <a:off x="440352" y="3279272"/>
              <a:ext cx="124610" cy="132047"/>
            </a:xfrm>
            <a:custGeom>
              <a:rect b="b" l="l" r="r" t="t"/>
              <a:pathLst>
                <a:path extrusionOk="0" h="4208" w="3971">
                  <a:moveTo>
                    <a:pt x="1640" y="0"/>
                  </a:moveTo>
                  <a:lnTo>
                    <a:pt x="1284" y="218"/>
                  </a:lnTo>
                  <a:lnTo>
                    <a:pt x="1106" y="336"/>
                  </a:lnTo>
                  <a:lnTo>
                    <a:pt x="909" y="474"/>
                  </a:lnTo>
                  <a:lnTo>
                    <a:pt x="751" y="613"/>
                  </a:lnTo>
                  <a:lnTo>
                    <a:pt x="573" y="791"/>
                  </a:lnTo>
                  <a:lnTo>
                    <a:pt x="435" y="968"/>
                  </a:lnTo>
                  <a:lnTo>
                    <a:pt x="297" y="1166"/>
                  </a:lnTo>
                  <a:lnTo>
                    <a:pt x="198" y="1344"/>
                  </a:lnTo>
                  <a:lnTo>
                    <a:pt x="99" y="1541"/>
                  </a:lnTo>
                  <a:lnTo>
                    <a:pt x="40" y="1739"/>
                  </a:lnTo>
                  <a:lnTo>
                    <a:pt x="20" y="1936"/>
                  </a:lnTo>
                  <a:lnTo>
                    <a:pt x="0" y="2153"/>
                  </a:lnTo>
                  <a:lnTo>
                    <a:pt x="0" y="2351"/>
                  </a:lnTo>
                  <a:lnTo>
                    <a:pt x="40" y="2568"/>
                  </a:lnTo>
                  <a:lnTo>
                    <a:pt x="79" y="2766"/>
                  </a:lnTo>
                  <a:lnTo>
                    <a:pt x="158" y="2963"/>
                  </a:lnTo>
                  <a:lnTo>
                    <a:pt x="257" y="3161"/>
                  </a:lnTo>
                  <a:lnTo>
                    <a:pt x="376" y="3339"/>
                  </a:lnTo>
                  <a:lnTo>
                    <a:pt x="514" y="3497"/>
                  </a:lnTo>
                  <a:lnTo>
                    <a:pt x="692" y="3674"/>
                  </a:lnTo>
                  <a:lnTo>
                    <a:pt x="869" y="3813"/>
                  </a:lnTo>
                  <a:lnTo>
                    <a:pt x="1087" y="3951"/>
                  </a:lnTo>
                  <a:lnTo>
                    <a:pt x="1324" y="4050"/>
                  </a:lnTo>
                  <a:lnTo>
                    <a:pt x="1541" y="4129"/>
                  </a:lnTo>
                  <a:lnTo>
                    <a:pt x="1738" y="4188"/>
                  </a:lnTo>
                  <a:lnTo>
                    <a:pt x="1956" y="4208"/>
                  </a:lnTo>
                  <a:lnTo>
                    <a:pt x="2173" y="4208"/>
                  </a:lnTo>
                  <a:lnTo>
                    <a:pt x="2370" y="4188"/>
                  </a:lnTo>
                  <a:lnTo>
                    <a:pt x="2568" y="4148"/>
                  </a:lnTo>
                  <a:lnTo>
                    <a:pt x="2766" y="4109"/>
                  </a:lnTo>
                  <a:lnTo>
                    <a:pt x="2943" y="4050"/>
                  </a:lnTo>
                  <a:lnTo>
                    <a:pt x="3299" y="3911"/>
                  </a:lnTo>
                  <a:lnTo>
                    <a:pt x="3575" y="3753"/>
                  </a:lnTo>
                  <a:lnTo>
                    <a:pt x="3812" y="3615"/>
                  </a:lnTo>
                  <a:lnTo>
                    <a:pt x="3970" y="3516"/>
                  </a:lnTo>
                  <a:lnTo>
                    <a:pt x="3793" y="3220"/>
                  </a:lnTo>
                  <a:lnTo>
                    <a:pt x="3575" y="2864"/>
                  </a:lnTo>
                  <a:lnTo>
                    <a:pt x="3042" y="2055"/>
                  </a:lnTo>
                  <a:lnTo>
                    <a:pt x="1936" y="435"/>
                  </a:lnTo>
                  <a:lnTo>
                    <a:pt x="164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1" name="Google Shape;8891;p34"/>
            <p:cNvSpPr/>
            <p:nvPr/>
          </p:nvSpPr>
          <p:spPr>
            <a:xfrm>
              <a:off x="102540" y="3330108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0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119" y="514"/>
                  </a:lnTo>
                  <a:lnTo>
                    <a:pt x="158" y="533"/>
                  </a:lnTo>
                  <a:lnTo>
                    <a:pt x="218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34" y="375"/>
                  </a:lnTo>
                  <a:lnTo>
                    <a:pt x="553" y="277"/>
                  </a:lnTo>
                  <a:lnTo>
                    <a:pt x="53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2" name="Google Shape;8892;p34"/>
            <p:cNvSpPr/>
            <p:nvPr/>
          </p:nvSpPr>
          <p:spPr>
            <a:xfrm>
              <a:off x="91997" y="337473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494"/>
                  </a:lnTo>
                  <a:lnTo>
                    <a:pt x="15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35" y="494"/>
                  </a:lnTo>
                  <a:lnTo>
                    <a:pt x="475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5" y="79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3" name="Google Shape;8893;p34"/>
            <p:cNvSpPr/>
            <p:nvPr/>
          </p:nvSpPr>
          <p:spPr>
            <a:xfrm>
              <a:off x="43043" y="3358601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4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4" name="Google Shape;8894;p34"/>
            <p:cNvSpPr/>
            <p:nvPr/>
          </p:nvSpPr>
          <p:spPr>
            <a:xfrm>
              <a:off x="52959" y="341502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59"/>
                  </a:lnTo>
                  <a:lnTo>
                    <a:pt x="5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59" y="474"/>
                  </a:lnTo>
                  <a:lnTo>
                    <a:pt x="99" y="514"/>
                  </a:lnTo>
                  <a:lnTo>
                    <a:pt x="138" y="533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3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5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59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5" name="Google Shape;8895;p34"/>
            <p:cNvSpPr/>
            <p:nvPr/>
          </p:nvSpPr>
          <p:spPr>
            <a:xfrm>
              <a:off x="160814" y="3475743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8" y="21"/>
                  </a:lnTo>
                  <a:lnTo>
                    <a:pt x="99" y="40"/>
                  </a:lnTo>
                  <a:lnTo>
                    <a:pt x="5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7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6" name="Google Shape;8896;p34"/>
            <p:cNvSpPr/>
            <p:nvPr/>
          </p:nvSpPr>
          <p:spPr>
            <a:xfrm>
              <a:off x="202331" y="3509226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8" y="20"/>
                  </a:lnTo>
                  <a:lnTo>
                    <a:pt x="119" y="60"/>
                  </a:lnTo>
                  <a:lnTo>
                    <a:pt x="79" y="9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95"/>
                  </a:lnTo>
                  <a:lnTo>
                    <a:pt x="79" y="475"/>
                  </a:lnTo>
                  <a:lnTo>
                    <a:pt x="119" y="51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277" y="573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5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7" name="Google Shape;8897;p34"/>
            <p:cNvSpPr/>
            <p:nvPr/>
          </p:nvSpPr>
          <p:spPr>
            <a:xfrm>
              <a:off x="153377" y="3528430"/>
              <a:ext cx="19236" cy="17385"/>
            </a:xfrm>
            <a:custGeom>
              <a:rect b="b" l="l" r="r" t="t"/>
              <a:pathLst>
                <a:path extrusionOk="0" h="554" w="613">
                  <a:moveTo>
                    <a:pt x="237" y="1"/>
                  </a:moveTo>
                  <a:lnTo>
                    <a:pt x="178" y="21"/>
                  </a:lnTo>
                  <a:lnTo>
                    <a:pt x="138" y="40"/>
                  </a:lnTo>
                  <a:lnTo>
                    <a:pt x="99" y="80"/>
                  </a:lnTo>
                  <a:lnTo>
                    <a:pt x="59" y="119"/>
                  </a:lnTo>
                  <a:lnTo>
                    <a:pt x="40" y="159"/>
                  </a:lnTo>
                  <a:lnTo>
                    <a:pt x="20" y="218"/>
                  </a:lnTo>
                  <a:lnTo>
                    <a:pt x="0" y="277"/>
                  </a:lnTo>
                  <a:lnTo>
                    <a:pt x="20" y="356"/>
                  </a:lnTo>
                  <a:lnTo>
                    <a:pt x="40" y="416"/>
                  </a:lnTo>
                  <a:lnTo>
                    <a:pt x="99" y="475"/>
                  </a:lnTo>
                  <a:lnTo>
                    <a:pt x="138" y="514"/>
                  </a:lnTo>
                  <a:lnTo>
                    <a:pt x="217" y="554"/>
                  </a:lnTo>
                  <a:lnTo>
                    <a:pt x="395" y="554"/>
                  </a:lnTo>
                  <a:lnTo>
                    <a:pt x="435" y="534"/>
                  </a:lnTo>
                  <a:lnTo>
                    <a:pt x="494" y="514"/>
                  </a:lnTo>
                  <a:lnTo>
                    <a:pt x="533" y="475"/>
                  </a:lnTo>
                  <a:lnTo>
                    <a:pt x="573" y="435"/>
                  </a:lnTo>
                  <a:lnTo>
                    <a:pt x="593" y="376"/>
                  </a:lnTo>
                  <a:lnTo>
                    <a:pt x="612" y="337"/>
                  </a:lnTo>
                  <a:lnTo>
                    <a:pt x="612" y="277"/>
                  </a:lnTo>
                  <a:lnTo>
                    <a:pt x="593" y="198"/>
                  </a:lnTo>
                  <a:lnTo>
                    <a:pt x="573" y="139"/>
                  </a:lnTo>
                  <a:lnTo>
                    <a:pt x="533" y="80"/>
                  </a:lnTo>
                  <a:lnTo>
                    <a:pt x="474" y="40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8" name="Google Shape;8898;p34"/>
            <p:cNvSpPr/>
            <p:nvPr/>
          </p:nvSpPr>
          <p:spPr>
            <a:xfrm>
              <a:off x="176912" y="3563137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1"/>
                  </a:moveTo>
                  <a:lnTo>
                    <a:pt x="198" y="21"/>
                  </a:lnTo>
                  <a:lnTo>
                    <a:pt x="159" y="21"/>
                  </a:lnTo>
                  <a:lnTo>
                    <a:pt x="99" y="60"/>
                  </a:lnTo>
                  <a:lnTo>
                    <a:pt x="60" y="10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9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277" y="57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9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100"/>
                  </a:lnTo>
                  <a:lnTo>
                    <a:pt x="435" y="60"/>
                  </a:lnTo>
                  <a:lnTo>
                    <a:pt x="396" y="21"/>
                  </a:lnTo>
                  <a:lnTo>
                    <a:pt x="336" y="21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9" name="Google Shape;8899;p34"/>
            <p:cNvSpPr/>
            <p:nvPr/>
          </p:nvSpPr>
          <p:spPr>
            <a:xfrm>
              <a:off x="118639" y="3518514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1" y="179"/>
                  </a:lnTo>
                  <a:lnTo>
                    <a:pt x="1" y="297"/>
                  </a:lnTo>
                  <a:lnTo>
                    <a:pt x="21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7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7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0" name="Google Shape;8900;p34"/>
            <p:cNvSpPr/>
            <p:nvPr/>
          </p:nvSpPr>
          <p:spPr>
            <a:xfrm>
              <a:off x="375269" y="342183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9" y="20"/>
                  </a:lnTo>
                  <a:lnTo>
                    <a:pt x="99" y="40"/>
                  </a:lnTo>
                  <a:lnTo>
                    <a:pt x="60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3"/>
                  </a:lnTo>
                  <a:lnTo>
                    <a:pt x="336" y="553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4" y="474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7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1" name="Google Shape;8901;p34"/>
            <p:cNvSpPr/>
            <p:nvPr/>
          </p:nvSpPr>
          <p:spPr>
            <a:xfrm>
              <a:off x="319474" y="3424311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18" y="0"/>
                  </a:move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94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2" name="Google Shape;8902;p34"/>
            <p:cNvSpPr/>
            <p:nvPr/>
          </p:nvSpPr>
          <p:spPr>
            <a:xfrm>
              <a:off x="344265" y="3460869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3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14" y="376"/>
                  </a:lnTo>
                  <a:lnTo>
                    <a:pt x="534" y="277"/>
                  </a:lnTo>
                  <a:lnTo>
                    <a:pt x="51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7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3" name="Google Shape;8903;p34"/>
            <p:cNvSpPr/>
            <p:nvPr/>
          </p:nvSpPr>
          <p:spPr>
            <a:xfrm>
              <a:off x="283512" y="3451580"/>
              <a:ext cx="16788" cy="17385"/>
            </a:xfrm>
            <a:custGeom>
              <a:rect b="b" l="l" r="r" t="t"/>
              <a:pathLst>
                <a:path extrusionOk="0" h="554" w="535">
                  <a:moveTo>
                    <a:pt x="198" y="1"/>
                  </a:moveTo>
                  <a:lnTo>
                    <a:pt x="139" y="20"/>
                  </a:lnTo>
                  <a:lnTo>
                    <a:pt x="100" y="40"/>
                  </a:lnTo>
                  <a:lnTo>
                    <a:pt x="60" y="80"/>
                  </a:lnTo>
                  <a:lnTo>
                    <a:pt x="21" y="178"/>
                  </a:lnTo>
                  <a:lnTo>
                    <a:pt x="1" y="277"/>
                  </a:lnTo>
                  <a:lnTo>
                    <a:pt x="21" y="376"/>
                  </a:lnTo>
                  <a:lnTo>
                    <a:pt x="60" y="475"/>
                  </a:lnTo>
                  <a:lnTo>
                    <a:pt x="100" y="494"/>
                  </a:lnTo>
                  <a:lnTo>
                    <a:pt x="139" y="534"/>
                  </a:lnTo>
                  <a:lnTo>
                    <a:pt x="198" y="554"/>
                  </a:lnTo>
                  <a:lnTo>
                    <a:pt x="337" y="554"/>
                  </a:lnTo>
                  <a:lnTo>
                    <a:pt x="376" y="534"/>
                  </a:lnTo>
                  <a:lnTo>
                    <a:pt x="436" y="494"/>
                  </a:lnTo>
                  <a:lnTo>
                    <a:pt x="475" y="475"/>
                  </a:lnTo>
                  <a:lnTo>
                    <a:pt x="515" y="376"/>
                  </a:lnTo>
                  <a:lnTo>
                    <a:pt x="534" y="277"/>
                  </a:lnTo>
                  <a:lnTo>
                    <a:pt x="515" y="178"/>
                  </a:lnTo>
                  <a:lnTo>
                    <a:pt x="475" y="80"/>
                  </a:lnTo>
                  <a:lnTo>
                    <a:pt x="436" y="40"/>
                  </a:lnTo>
                  <a:lnTo>
                    <a:pt x="376" y="20"/>
                  </a:lnTo>
                  <a:lnTo>
                    <a:pt x="33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4" name="Google Shape;8904;p34"/>
            <p:cNvSpPr/>
            <p:nvPr/>
          </p:nvSpPr>
          <p:spPr>
            <a:xfrm>
              <a:off x="295311" y="3381540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0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5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4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35" y="494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59"/>
                  </a:lnTo>
                  <a:lnTo>
                    <a:pt x="474" y="80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5" name="Google Shape;8905;p34"/>
            <p:cNvSpPr/>
            <p:nvPr/>
          </p:nvSpPr>
          <p:spPr>
            <a:xfrm>
              <a:off x="265563" y="3235873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7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4" y="495"/>
                  </a:lnTo>
                  <a:lnTo>
                    <a:pt x="474" y="455"/>
                  </a:lnTo>
                  <a:lnTo>
                    <a:pt x="533" y="376"/>
                  </a:lnTo>
                  <a:lnTo>
                    <a:pt x="553" y="277"/>
                  </a:lnTo>
                  <a:lnTo>
                    <a:pt x="533" y="179"/>
                  </a:lnTo>
                  <a:lnTo>
                    <a:pt x="474" y="80"/>
                  </a:lnTo>
                  <a:lnTo>
                    <a:pt x="454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6" name="Google Shape;8906;p34"/>
            <p:cNvSpPr/>
            <p:nvPr/>
          </p:nvSpPr>
          <p:spPr>
            <a:xfrm>
              <a:off x="264307" y="3295997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1"/>
                  </a:moveTo>
                  <a:lnTo>
                    <a:pt x="218" y="20"/>
                  </a:lnTo>
                  <a:lnTo>
                    <a:pt x="159" y="4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9"/>
                  </a:lnTo>
                  <a:lnTo>
                    <a:pt x="1" y="297"/>
                  </a:lnTo>
                  <a:lnTo>
                    <a:pt x="20" y="396"/>
                  </a:lnTo>
                  <a:lnTo>
                    <a:pt x="80" y="475"/>
                  </a:lnTo>
                  <a:lnTo>
                    <a:pt x="119" y="514"/>
                  </a:lnTo>
                  <a:lnTo>
                    <a:pt x="159" y="554"/>
                  </a:lnTo>
                  <a:lnTo>
                    <a:pt x="218" y="574"/>
                  </a:lnTo>
                  <a:lnTo>
                    <a:pt x="336" y="574"/>
                  </a:lnTo>
                  <a:lnTo>
                    <a:pt x="396" y="55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96"/>
                  </a:lnTo>
                  <a:lnTo>
                    <a:pt x="554" y="297"/>
                  </a:lnTo>
                  <a:lnTo>
                    <a:pt x="534" y="179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7" name="Google Shape;8907;p34"/>
            <p:cNvSpPr/>
            <p:nvPr/>
          </p:nvSpPr>
          <p:spPr>
            <a:xfrm>
              <a:off x="219684" y="3271835"/>
              <a:ext cx="17385" cy="18012"/>
            </a:xfrm>
            <a:custGeom>
              <a:rect b="b" l="l" r="r" t="t"/>
              <a:pathLst>
                <a:path extrusionOk="0" h="574" w="554">
                  <a:moveTo>
                    <a:pt x="277" y="0"/>
                  </a:moveTo>
                  <a:lnTo>
                    <a:pt x="218" y="20"/>
                  </a:lnTo>
                  <a:lnTo>
                    <a:pt x="159" y="20"/>
                  </a:lnTo>
                  <a:lnTo>
                    <a:pt x="119" y="60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4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34"/>
                  </a:lnTo>
                  <a:lnTo>
                    <a:pt x="45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94" y="99"/>
                  </a:lnTo>
                  <a:lnTo>
                    <a:pt x="455" y="60"/>
                  </a:lnTo>
                  <a:lnTo>
                    <a:pt x="396" y="2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8" name="Google Shape;8908;p34"/>
            <p:cNvSpPr/>
            <p:nvPr/>
          </p:nvSpPr>
          <p:spPr>
            <a:xfrm>
              <a:off x="413083" y="3216668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0"/>
                  </a:moveTo>
                  <a:lnTo>
                    <a:pt x="138" y="20"/>
                  </a:lnTo>
                  <a:lnTo>
                    <a:pt x="99" y="60"/>
                  </a:lnTo>
                  <a:lnTo>
                    <a:pt x="59" y="99"/>
                  </a:lnTo>
                  <a:lnTo>
                    <a:pt x="0" y="178"/>
                  </a:lnTo>
                  <a:lnTo>
                    <a:pt x="0" y="277"/>
                  </a:lnTo>
                  <a:lnTo>
                    <a:pt x="0" y="376"/>
                  </a:lnTo>
                  <a:lnTo>
                    <a:pt x="59" y="475"/>
                  </a:lnTo>
                  <a:lnTo>
                    <a:pt x="99" y="514"/>
                  </a:lnTo>
                  <a:lnTo>
                    <a:pt x="138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75" y="534"/>
                  </a:lnTo>
                  <a:lnTo>
                    <a:pt x="435" y="514"/>
                  </a:lnTo>
                  <a:lnTo>
                    <a:pt x="474" y="475"/>
                  </a:lnTo>
                  <a:lnTo>
                    <a:pt x="514" y="376"/>
                  </a:lnTo>
                  <a:lnTo>
                    <a:pt x="533" y="277"/>
                  </a:lnTo>
                  <a:lnTo>
                    <a:pt x="514" y="178"/>
                  </a:lnTo>
                  <a:lnTo>
                    <a:pt x="474" y="99"/>
                  </a:lnTo>
                  <a:lnTo>
                    <a:pt x="435" y="60"/>
                  </a:lnTo>
                  <a:lnTo>
                    <a:pt x="37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9" name="Google Shape;8909;p34"/>
            <p:cNvSpPr/>
            <p:nvPr/>
          </p:nvSpPr>
          <p:spPr>
            <a:xfrm>
              <a:off x="384558" y="3161502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198" y="1"/>
                  </a:moveTo>
                  <a:lnTo>
                    <a:pt x="159" y="20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514"/>
                  </a:lnTo>
                  <a:lnTo>
                    <a:pt x="159" y="534"/>
                  </a:lnTo>
                  <a:lnTo>
                    <a:pt x="19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514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8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0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0" name="Google Shape;8910;p34"/>
            <p:cNvSpPr/>
            <p:nvPr/>
          </p:nvSpPr>
          <p:spPr>
            <a:xfrm>
              <a:off x="369683" y="3198060"/>
              <a:ext cx="16757" cy="17385"/>
            </a:xfrm>
            <a:custGeom>
              <a:rect b="b" l="l" r="r" t="t"/>
              <a:pathLst>
                <a:path extrusionOk="0" h="554" w="534">
                  <a:moveTo>
                    <a:pt x="218" y="1"/>
                  </a:moveTo>
                  <a:lnTo>
                    <a:pt x="159" y="21"/>
                  </a:lnTo>
                  <a:lnTo>
                    <a:pt x="99" y="40"/>
                  </a:lnTo>
                  <a:lnTo>
                    <a:pt x="60" y="80"/>
                  </a:lnTo>
                  <a:lnTo>
                    <a:pt x="20" y="179"/>
                  </a:lnTo>
                  <a:lnTo>
                    <a:pt x="1" y="277"/>
                  </a:lnTo>
                  <a:lnTo>
                    <a:pt x="20" y="376"/>
                  </a:lnTo>
                  <a:lnTo>
                    <a:pt x="60" y="475"/>
                  </a:lnTo>
                  <a:lnTo>
                    <a:pt x="99" y="495"/>
                  </a:lnTo>
                  <a:lnTo>
                    <a:pt x="159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6" y="534"/>
                  </a:lnTo>
                  <a:lnTo>
                    <a:pt x="435" y="495"/>
                  </a:lnTo>
                  <a:lnTo>
                    <a:pt x="475" y="475"/>
                  </a:lnTo>
                  <a:lnTo>
                    <a:pt x="534" y="376"/>
                  </a:lnTo>
                  <a:lnTo>
                    <a:pt x="534" y="277"/>
                  </a:lnTo>
                  <a:lnTo>
                    <a:pt x="534" y="179"/>
                  </a:lnTo>
                  <a:lnTo>
                    <a:pt x="475" y="80"/>
                  </a:lnTo>
                  <a:lnTo>
                    <a:pt x="435" y="40"/>
                  </a:lnTo>
                  <a:lnTo>
                    <a:pt x="396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1" name="Google Shape;8911;p34"/>
            <p:cNvSpPr/>
            <p:nvPr/>
          </p:nvSpPr>
          <p:spPr>
            <a:xfrm>
              <a:off x="485603" y="3312754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7" y="0"/>
                  </a:moveTo>
                  <a:lnTo>
                    <a:pt x="158" y="20"/>
                  </a:lnTo>
                  <a:lnTo>
                    <a:pt x="99" y="40"/>
                  </a:lnTo>
                  <a:lnTo>
                    <a:pt x="79" y="79"/>
                  </a:lnTo>
                  <a:lnTo>
                    <a:pt x="20" y="178"/>
                  </a:lnTo>
                  <a:lnTo>
                    <a:pt x="0" y="277"/>
                  </a:lnTo>
                  <a:lnTo>
                    <a:pt x="20" y="375"/>
                  </a:lnTo>
                  <a:lnTo>
                    <a:pt x="79" y="474"/>
                  </a:lnTo>
                  <a:lnTo>
                    <a:pt x="99" y="494"/>
                  </a:lnTo>
                  <a:lnTo>
                    <a:pt x="158" y="533"/>
                  </a:lnTo>
                  <a:lnTo>
                    <a:pt x="217" y="553"/>
                  </a:lnTo>
                  <a:lnTo>
                    <a:pt x="336" y="553"/>
                  </a:lnTo>
                  <a:lnTo>
                    <a:pt x="395" y="533"/>
                  </a:lnTo>
                  <a:lnTo>
                    <a:pt x="435" y="494"/>
                  </a:lnTo>
                  <a:lnTo>
                    <a:pt x="474" y="474"/>
                  </a:lnTo>
                  <a:lnTo>
                    <a:pt x="533" y="375"/>
                  </a:lnTo>
                  <a:lnTo>
                    <a:pt x="553" y="277"/>
                  </a:lnTo>
                  <a:lnTo>
                    <a:pt x="533" y="178"/>
                  </a:lnTo>
                  <a:lnTo>
                    <a:pt x="474" y="79"/>
                  </a:lnTo>
                  <a:lnTo>
                    <a:pt x="435" y="40"/>
                  </a:lnTo>
                  <a:lnTo>
                    <a:pt x="395" y="20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2" name="Google Shape;8912;p34"/>
            <p:cNvSpPr/>
            <p:nvPr/>
          </p:nvSpPr>
          <p:spPr>
            <a:xfrm>
              <a:off x="516576" y="3347461"/>
              <a:ext cx="17385" cy="17981"/>
            </a:xfrm>
            <a:custGeom>
              <a:rect b="b" l="l" r="r" t="t"/>
              <a:pathLst>
                <a:path extrusionOk="0" h="573" w="554">
                  <a:moveTo>
                    <a:pt x="218" y="0"/>
                  </a:moveTo>
                  <a:lnTo>
                    <a:pt x="159" y="20"/>
                  </a:lnTo>
                  <a:lnTo>
                    <a:pt x="119" y="59"/>
                  </a:lnTo>
                  <a:lnTo>
                    <a:pt x="80" y="99"/>
                  </a:lnTo>
                  <a:lnTo>
                    <a:pt x="20" y="178"/>
                  </a:lnTo>
                  <a:lnTo>
                    <a:pt x="1" y="277"/>
                  </a:lnTo>
                  <a:lnTo>
                    <a:pt x="20" y="395"/>
                  </a:lnTo>
                  <a:lnTo>
                    <a:pt x="80" y="474"/>
                  </a:lnTo>
                  <a:lnTo>
                    <a:pt x="119" y="514"/>
                  </a:lnTo>
                  <a:lnTo>
                    <a:pt x="159" y="533"/>
                  </a:lnTo>
                  <a:lnTo>
                    <a:pt x="218" y="553"/>
                  </a:lnTo>
                  <a:lnTo>
                    <a:pt x="277" y="573"/>
                  </a:lnTo>
                  <a:lnTo>
                    <a:pt x="337" y="553"/>
                  </a:lnTo>
                  <a:lnTo>
                    <a:pt x="396" y="53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54" y="27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59"/>
                  </a:lnTo>
                  <a:lnTo>
                    <a:pt x="396" y="20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3" name="Google Shape;8913;p34"/>
            <p:cNvSpPr/>
            <p:nvPr/>
          </p:nvSpPr>
          <p:spPr>
            <a:xfrm>
              <a:off x="484348" y="3379688"/>
              <a:ext cx="16757" cy="18012"/>
            </a:xfrm>
            <a:custGeom>
              <a:rect b="b" l="l" r="r" t="t"/>
              <a:pathLst>
                <a:path extrusionOk="0" h="574" w="534">
                  <a:moveTo>
                    <a:pt x="277" y="0"/>
                  </a:moveTo>
                  <a:lnTo>
                    <a:pt x="198" y="20"/>
                  </a:lnTo>
                  <a:lnTo>
                    <a:pt x="159" y="40"/>
                  </a:lnTo>
                  <a:lnTo>
                    <a:pt x="99" y="60"/>
                  </a:lnTo>
                  <a:lnTo>
                    <a:pt x="60" y="99"/>
                  </a:lnTo>
                  <a:lnTo>
                    <a:pt x="20" y="178"/>
                  </a:lnTo>
                  <a:lnTo>
                    <a:pt x="1" y="297"/>
                  </a:lnTo>
                  <a:lnTo>
                    <a:pt x="20" y="395"/>
                  </a:lnTo>
                  <a:lnTo>
                    <a:pt x="60" y="474"/>
                  </a:lnTo>
                  <a:lnTo>
                    <a:pt x="99" y="514"/>
                  </a:lnTo>
                  <a:lnTo>
                    <a:pt x="159" y="553"/>
                  </a:lnTo>
                  <a:lnTo>
                    <a:pt x="198" y="553"/>
                  </a:lnTo>
                  <a:lnTo>
                    <a:pt x="277" y="573"/>
                  </a:lnTo>
                  <a:lnTo>
                    <a:pt x="336" y="553"/>
                  </a:lnTo>
                  <a:lnTo>
                    <a:pt x="396" y="553"/>
                  </a:lnTo>
                  <a:lnTo>
                    <a:pt x="435" y="514"/>
                  </a:lnTo>
                  <a:lnTo>
                    <a:pt x="475" y="474"/>
                  </a:lnTo>
                  <a:lnTo>
                    <a:pt x="534" y="395"/>
                  </a:lnTo>
                  <a:lnTo>
                    <a:pt x="534" y="297"/>
                  </a:lnTo>
                  <a:lnTo>
                    <a:pt x="534" y="178"/>
                  </a:lnTo>
                  <a:lnTo>
                    <a:pt x="475" y="99"/>
                  </a:lnTo>
                  <a:lnTo>
                    <a:pt x="435" y="60"/>
                  </a:lnTo>
                  <a:lnTo>
                    <a:pt x="396" y="40"/>
                  </a:lnTo>
                  <a:lnTo>
                    <a:pt x="336" y="20"/>
                  </a:lnTo>
                  <a:lnTo>
                    <a:pt x="277" y="0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4" name="Google Shape;8914;p34"/>
            <p:cNvSpPr/>
            <p:nvPr/>
          </p:nvSpPr>
          <p:spPr>
            <a:xfrm>
              <a:off x="465143" y="3335662"/>
              <a:ext cx="17385" cy="17385"/>
            </a:xfrm>
            <a:custGeom>
              <a:rect b="b" l="l" r="r" t="t"/>
              <a:pathLst>
                <a:path extrusionOk="0" h="554" w="554">
                  <a:moveTo>
                    <a:pt x="218" y="1"/>
                  </a:moveTo>
                  <a:lnTo>
                    <a:pt x="158" y="21"/>
                  </a:lnTo>
                  <a:lnTo>
                    <a:pt x="119" y="40"/>
                  </a:lnTo>
                  <a:lnTo>
                    <a:pt x="79" y="80"/>
                  </a:lnTo>
                  <a:lnTo>
                    <a:pt x="20" y="179"/>
                  </a:lnTo>
                  <a:lnTo>
                    <a:pt x="0" y="277"/>
                  </a:lnTo>
                  <a:lnTo>
                    <a:pt x="20" y="376"/>
                  </a:lnTo>
                  <a:lnTo>
                    <a:pt x="79" y="455"/>
                  </a:lnTo>
                  <a:lnTo>
                    <a:pt x="119" y="495"/>
                  </a:lnTo>
                  <a:lnTo>
                    <a:pt x="158" y="534"/>
                  </a:lnTo>
                  <a:lnTo>
                    <a:pt x="218" y="554"/>
                  </a:lnTo>
                  <a:lnTo>
                    <a:pt x="336" y="554"/>
                  </a:lnTo>
                  <a:lnTo>
                    <a:pt x="395" y="534"/>
                  </a:lnTo>
                  <a:lnTo>
                    <a:pt x="455" y="495"/>
                  </a:lnTo>
                  <a:lnTo>
                    <a:pt x="474" y="455"/>
                  </a:lnTo>
                  <a:lnTo>
                    <a:pt x="534" y="376"/>
                  </a:lnTo>
                  <a:lnTo>
                    <a:pt x="553" y="277"/>
                  </a:lnTo>
                  <a:lnTo>
                    <a:pt x="534" y="179"/>
                  </a:lnTo>
                  <a:lnTo>
                    <a:pt x="474" y="80"/>
                  </a:lnTo>
                  <a:lnTo>
                    <a:pt x="455" y="40"/>
                  </a:lnTo>
                  <a:lnTo>
                    <a:pt x="395" y="21"/>
                  </a:lnTo>
                  <a:lnTo>
                    <a:pt x="336" y="1"/>
                  </a:lnTo>
                  <a:close/>
                </a:path>
              </a:pathLst>
            </a:custGeom>
            <a:solidFill>
              <a:srgbClr val="FDEDD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5" name="Google Shape;8915;p34"/>
            <p:cNvSpPr/>
            <p:nvPr/>
          </p:nvSpPr>
          <p:spPr>
            <a:xfrm>
              <a:off x="65354" y="3246417"/>
              <a:ext cx="393003" cy="279564"/>
            </a:xfrm>
            <a:custGeom>
              <a:rect b="b" l="l" r="r" t="t"/>
              <a:pathLst>
                <a:path extrusionOk="0" h="8909" w="12524">
                  <a:moveTo>
                    <a:pt x="11140" y="1"/>
                  </a:moveTo>
                  <a:lnTo>
                    <a:pt x="11022" y="20"/>
                  </a:lnTo>
                  <a:lnTo>
                    <a:pt x="10923" y="60"/>
                  </a:lnTo>
                  <a:lnTo>
                    <a:pt x="10824" y="119"/>
                  </a:lnTo>
                  <a:lnTo>
                    <a:pt x="10726" y="198"/>
                  </a:lnTo>
                  <a:lnTo>
                    <a:pt x="10627" y="277"/>
                  </a:lnTo>
                  <a:lnTo>
                    <a:pt x="10449" y="494"/>
                  </a:lnTo>
                  <a:lnTo>
                    <a:pt x="10291" y="751"/>
                  </a:lnTo>
                  <a:lnTo>
                    <a:pt x="10153" y="1028"/>
                  </a:lnTo>
                  <a:lnTo>
                    <a:pt x="10015" y="1344"/>
                  </a:lnTo>
                  <a:lnTo>
                    <a:pt x="9896" y="1679"/>
                  </a:lnTo>
                  <a:lnTo>
                    <a:pt x="9778" y="2015"/>
                  </a:lnTo>
                  <a:lnTo>
                    <a:pt x="9580" y="2687"/>
                  </a:lnTo>
                  <a:lnTo>
                    <a:pt x="9382" y="3279"/>
                  </a:lnTo>
                  <a:lnTo>
                    <a:pt x="9264" y="3516"/>
                  </a:lnTo>
                  <a:lnTo>
                    <a:pt x="9165" y="3714"/>
                  </a:lnTo>
                  <a:lnTo>
                    <a:pt x="8968" y="4010"/>
                  </a:lnTo>
                  <a:lnTo>
                    <a:pt x="8810" y="4228"/>
                  </a:lnTo>
                  <a:lnTo>
                    <a:pt x="8731" y="4287"/>
                  </a:lnTo>
                  <a:lnTo>
                    <a:pt x="8671" y="4326"/>
                  </a:lnTo>
                  <a:lnTo>
                    <a:pt x="8612" y="4346"/>
                  </a:lnTo>
                  <a:lnTo>
                    <a:pt x="8573" y="4326"/>
                  </a:lnTo>
                  <a:lnTo>
                    <a:pt x="8533" y="4267"/>
                  </a:lnTo>
                  <a:lnTo>
                    <a:pt x="8494" y="4188"/>
                  </a:lnTo>
                  <a:lnTo>
                    <a:pt x="8474" y="4089"/>
                  </a:lnTo>
                  <a:lnTo>
                    <a:pt x="8454" y="3951"/>
                  </a:lnTo>
                  <a:lnTo>
                    <a:pt x="8454" y="3556"/>
                  </a:lnTo>
                  <a:lnTo>
                    <a:pt x="8474" y="3023"/>
                  </a:lnTo>
                  <a:lnTo>
                    <a:pt x="8494" y="2726"/>
                  </a:lnTo>
                  <a:lnTo>
                    <a:pt x="8494" y="2450"/>
                  </a:lnTo>
                  <a:lnTo>
                    <a:pt x="8494" y="2154"/>
                  </a:lnTo>
                  <a:lnTo>
                    <a:pt x="8454" y="1897"/>
                  </a:lnTo>
                  <a:lnTo>
                    <a:pt x="8415" y="1640"/>
                  </a:lnTo>
                  <a:lnTo>
                    <a:pt x="8375" y="1403"/>
                  </a:lnTo>
                  <a:lnTo>
                    <a:pt x="8316" y="1205"/>
                  </a:lnTo>
                  <a:lnTo>
                    <a:pt x="8237" y="1008"/>
                  </a:lnTo>
                  <a:lnTo>
                    <a:pt x="8158" y="870"/>
                  </a:lnTo>
                  <a:lnTo>
                    <a:pt x="8059" y="731"/>
                  </a:lnTo>
                  <a:lnTo>
                    <a:pt x="7941" y="652"/>
                  </a:lnTo>
                  <a:lnTo>
                    <a:pt x="7822" y="613"/>
                  </a:lnTo>
                  <a:lnTo>
                    <a:pt x="7684" y="593"/>
                  </a:lnTo>
                  <a:lnTo>
                    <a:pt x="7546" y="633"/>
                  </a:lnTo>
                  <a:lnTo>
                    <a:pt x="7388" y="712"/>
                  </a:lnTo>
                  <a:lnTo>
                    <a:pt x="7210" y="850"/>
                  </a:lnTo>
                  <a:lnTo>
                    <a:pt x="7131" y="949"/>
                  </a:lnTo>
                  <a:lnTo>
                    <a:pt x="7052" y="1047"/>
                  </a:lnTo>
                  <a:lnTo>
                    <a:pt x="6894" y="1304"/>
                  </a:lnTo>
                  <a:lnTo>
                    <a:pt x="6755" y="1620"/>
                  </a:lnTo>
                  <a:lnTo>
                    <a:pt x="6617" y="1976"/>
                  </a:lnTo>
                  <a:lnTo>
                    <a:pt x="6479" y="2351"/>
                  </a:lnTo>
                  <a:lnTo>
                    <a:pt x="6360" y="2766"/>
                  </a:lnTo>
                  <a:lnTo>
                    <a:pt x="6123" y="3595"/>
                  </a:lnTo>
                  <a:lnTo>
                    <a:pt x="5886" y="4405"/>
                  </a:lnTo>
                  <a:lnTo>
                    <a:pt x="5768" y="4761"/>
                  </a:lnTo>
                  <a:lnTo>
                    <a:pt x="5649" y="5077"/>
                  </a:lnTo>
                  <a:lnTo>
                    <a:pt x="5511" y="5353"/>
                  </a:lnTo>
                  <a:lnTo>
                    <a:pt x="5393" y="5571"/>
                  </a:lnTo>
                  <a:lnTo>
                    <a:pt x="5314" y="5650"/>
                  </a:lnTo>
                  <a:lnTo>
                    <a:pt x="5254" y="5709"/>
                  </a:lnTo>
                  <a:lnTo>
                    <a:pt x="5175" y="5768"/>
                  </a:lnTo>
                  <a:lnTo>
                    <a:pt x="5096" y="5788"/>
                  </a:lnTo>
                  <a:lnTo>
                    <a:pt x="5037" y="5788"/>
                  </a:lnTo>
                  <a:lnTo>
                    <a:pt x="4978" y="5768"/>
                  </a:lnTo>
                  <a:lnTo>
                    <a:pt x="4919" y="5748"/>
                  </a:lnTo>
                  <a:lnTo>
                    <a:pt x="4879" y="5689"/>
                  </a:lnTo>
                  <a:lnTo>
                    <a:pt x="4859" y="5630"/>
                  </a:lnTo>
                  <a:lnTo>
                    <a:pt x="4840" y="5571"/>
                  </a:lnTo>
                  <a:lnTo>
                    <a:pt x="4820" y="5393"/>
                  </a:lnTo>
                  <a:lnTo>
                    <a:pt x="4840" y="5176"/>
                  </a:lnTo>
                  <a:lnTo>
                    <a:pt x="4859" y="4919"/>
                  </a:lnTo>
                  <a:lnTo>
                    <a:pt x="4958" y="4366"/>
                  </a:lnTo>
                  <a:lnTo>
                    <a:pt x="5057" y="3753"/>
                  </a:lnTo>
                  <a:lnTo>
                    <a:pt x="5096" y="3477"/>
                  </a:lnTo>
                  <a:lnTo>
                    <a:pt x="5136" y="3181"/>
                  </a:lnTo>
                  <a:lnTo>
                    <a:pt x="5136" y="2924"/>
                  </a:lnTo>
                  <a:lnTo>
                    <a:pt x="5116" y="2687"/>
                  </a:lnTo>
                  <a:lnTo>
                    <a:pt x="5077" y="2489"/>
                  </a:lnTo>
                  <a:lnTo>
                    <a:pt x="5037" y="2410"/>
                  </a:lnTo>
                  <a:lnTo>
                    <a:pt x="4978" y="2351"/>
                  </a:lnTo>
                  <a:lnTo>
                    <a:pt x="4919" y="2292"/>
                  </a:lnTo>
                  <a:lnTo>
                    <a:pt x="4859" y="2233"/>
                  </a:lnTo>
                  <a:lnTo>
                    <a:pt x="4780" y="2193"/>
                  </a:lnTo>
                  <a:lnTo>
                    <a:pt x="4701" y="2173"/>
                  </a:lnTo>
                  <a:lnTo>
                    <a:pt x="4523" y="2134"/>
                  </a:lnTo>
                  <a:lnTo>
                    <a:pt x="4306" y="2154"/>
                  </a:lnTo>
                  <a:lnTo>
                    <a:pt x="4089" y="2193"/>
                  </a:lnTo>
                  <a:lnTo>
                    <a:pt x="3852" y="2272"/>
                  </a:lnTo>
                  <a:lnTo>
                    <a:pt x="3595" y="2391"/>
                  </a:lnTo>
                  <a:lnTo>
                    <a:pt x="3338" y="2529"/>
                  </a:lnTo>
                  <a:lnTo>
                    <a:pt x="3062" y="2707"/>
                  </a:lnTo>
                  <a:lnTo>
                    <a:pt x="2785" y="2904"/>
                  </a:lnTo>
                  <a:lnTo>
                    <a:pt x="2529" y="3121"/>
                  </a:lnTo>
                  <a:lnTo>
                    <a:pt x="2272" y="3358"/>
                  </a:lnTo>
                  <a:lnTo>
                    <a:pt x="2015" y="3615"/>
                  </a:lnTo>
                  <a:lnTo>
                    <a:pt x="1778" y="3911"/>
                  </a:lnTo>
                  <a:lnTo>
                    <a:pt x="1561" y="4208"/>
                  </a:lnTo>
                  <a:lnTo>
                    <a:pt x="1383" y="4524"/>
                  </a:lnTo>
                  <a:lnTo>
                    <a:pt x="1027" y="5156"/>
                  </a:lnTo>
                  <a:lnTo>
                    <a:pt x="711" y="5788"/>
                  </a:lnTo>
                  <a:lnTo>
                    <a:pt x="435" y="6400"/>
                  </a:lnTo>
                  <a:lnTo>
                    <a:pt x="237" y="6973"/>
                  </a:lnTo>
                  <a:lnTo>
                    <a:pt x="139" y="7230"/>
                  </a:lnTo>
                  <a:lnTo>
                    <a:pt x="79" y="7487"/>
                  </a:lnTo>
                  <a:lnTo>
                    <a:pt x="40" y="7724"/>
                  </a:lnTo>
                  <a:lnTo>
                    <a:pt x="0" y="7961"/>
                  </a:lnTo>
                  <a:lnTo>
                    <a:pt x="0" y="8158"/>
                  </a:lnTo>
                  <a:lnTo>
                    <a:pt x="20" y="8336"/>
                  </a:lnTo>
                  <a:lnTo>
                    <a:pt x="60" y="8514"/>
                  </a:lnTo>
                  <a:lnTo>
                    <a:pt x="119" y="8652"/>
                  </a:lnTo>
                  <a:lnTo>
                    <a:pt x="178" y="8751"/>
                  </a:lnTo>
                  <a:lnTo>
                    <a:pt x="257" y="8830"/>
                  </a:lnTo>
                  <a:lnTo>
                    <a:pt x="316" y="8889"/>
                  </a:lnTo>
                  <a:lnTo>
                    <a:pt x="376" y="8909"/>
                  </a:lnTo>
                  <a:lnTo>
                    <a:pt x="435" y="8909"/>
                  </a:lnTo>
                  <a:lnTo>
                    <a:pt x="494" y="8869"/>
                  </a:lnTo>
                  <a:lnTo>
                    <a:pt x="553" y="8830"/>
                  </a:lnTo>
                  <a:lnTo>
                    <a:pt x="593" y="8770"/>
                  </a:lnTo>
                  <a:lnTo>
                    <a:pt x="672" y="8593"/>
                  </a:lnTo>
                  <a:lnTo>
                    <a:pt x="751" y="8375"/>
                  </a:lnTo>
                  <a:lnTo>
                    <a:pt x="810" y="8138"/>
                  </a:lnTo>
                  <a:lnTo>
                    <a:pt x="850" y="7901"/>
                  </a:lnTo>
                  <a:lnTo>
                    <a:pt x="988" y="7250"/>
                  </a:lnTo>
                  <a:lnTo>
                    <a:pt x="1205" y="6420"/>
                  </a:lnTo>
                  <a:lnTo>
                    <a:pt x="1343" y="5966"/>
                  </a:lnTo>
                  <a:lnTo>
                    <a:pt x="1482" y="5571"/>
                  </a:lnTo>
                  <a:lnTo>
                    <a:pt x="1620" y="5195"/>
                  </a:lnTo>
                  <a:lnTo>
                    <a:pt x="1778" y="4919"/>
                  </a:lnTo>
                  <a:lnTo>
                    <a:pt x="1956" y="4662"/>
                  </a:lnTo>
                  <a:lnTo>
                    <a:pt x="2193" y="4366"/>
                  </a:lnTo>
                  <a:lnTo>
                    <a:pt x="2469" y="4069"/>
                  </a:lnTo>
                  <a:lnTo>
                    <a:pt x="2766" y="3773"/>
                  </a:lnTo>
                  <a:lnTo>
                    <a:pt x="3082" y="3497"/>
                  </a:lnTo>
                  <a:lnTo>
                    <a:pt x="3378" y="3260"/>
                  </a:lnTo>
                  <a:lnTo>
                    <a:pt x="3654" y="3082"/>
                  </a:lnTo>
                  <a:lnTo>
                    <a:pt x="3773" y="3023"/>
                  </a:lnTo>
                  <a:lnTo>
                    <a:pt x="3891" y="2963"/>
                  </a:lnTo>
                  <a:lnTo>
                    <a:pt x="4089" y="2944"/>
                  </a:lnTo>
                  <a:lnTo>
                    <a:pt x="4227" y="2944"/>
                  </a:lnTo>
                  <a:lnTo>
                    <a:pt x="4286" y="2983"/>
                  </a:lnTo>
                  <a:lnTo>
                    <a:pt x="4326" y="3003"/>
                  </a:lnTo>
                  <a:lnTo>
                    <a:pt x="4405" y="3102"/>
                  </a:lnTo>
                  <a:lnTo>
                    <a:pt x="4444" y="3200"/>
                  </a:lnTo>
                  <a:lnTo>
                    <a:pt x="4464" y="3339"/>
                  </a:lnTo>
                  <a:lnTo>
                    <a:pt x="4464" y="3595"/>
                  </a:lnTo>
                  <a:lnTo>
                    <a:pt x="4444" y="3813"/>
                  </a:lnTo>
                  <a:lnTo>
                    <a:pt x="4346" y="4129"/>
                  </a:lnTo>
                  <a:lnTo>
                    <a:pt x="4247" y="4544"/>
                  </a:lnTo>
                  <a:lnTo>
                    <a:pt x="4148" y="4998"/>
                  </a:lnTo>
                  <a:lnTo>
                    <a:pt x="4069" y="5472"/>
                  </a:lnTo>
                  <a:lnTo>
                    <a:pt x="4030" y="5729"/>
                  </a:lnTo>
                  <a:lnTo>
                    <a:pt x="4030" y="5946"/>
                  </a:lnTo>
                  <a:lnTo>
                    <a:pt x="4049" y="6163"/>
                  </a:lnTo>
                  <a:lnTo>
                    <a:pt x="4089" y="6361"/>
                  </a:lnTo>
                  <a:lnTo>
                    <a:pt x="4148" y="6539"/>
                  </a:lnTo>
                  <a:lnTo>
                    <a:pt x="4247" y="6697"/>
                  </a:lnTo>
                  <a:lnTo>
                    <a:pt x="4346" y="6815"/>
                  </a:lnTo>
                  <a:lnTo>
                    <a:pt x="4464" y="6914"/>
                  </a:lnTo>
                  <a:lnTo>
                    <a:pt x="4583" y="6993"/>
                  </a:lnTo>
                  <a:lnTo>
                    <a:pt x="4721" y="7032"/>
                  </a:lnTo>
                  <a:lnTo>
                    <a:pt x="4840" y="7052"/>
                  </a:lnTo>
                  <a:lnTo>
                    <a:pt x="4978" y="7052"/>
                  </a:lnTo>
                  <a:lnTo>
                    <a:pt x="5096" y="7032"/>
                  </a:lnTo>
                  <a:lnTo>
                    <a:pt x="5235" y="7013"/>
                  </a:lnTo>
                  <a:lnTo>
                    <a:pt x="5353" y="6953"/>
                  </a:lnTo>
                  <a:lnTo>
                    <a:pt x="5472" y="6894"/>
                  </a:lnTo>
                  <a:lnTo>
                    <a:pt x="5669" y="6756"/>
                  </a:lnTo>
                  <a:lnTo>
                    <a:pt x="5847" y="6578"/>
                  </a:lnTo>
                  <a:lnTo>
                    <a:pt x="5906" y="6499"/>
                  </a:lnTo>
                  <a:lnTo>
                    <a:pt x="5965" y="6420"/>
                  </a:lnTo>
                  <a:lnTo>
                    <a:pt x="6064" y="6183"/>
                  </a:lnTo>
                  <a:lnTo>
                    <a:pt x="6183" y="5887"/>
                  </a:lnTo>
                  <a:lnTo>
                    <a:pt x="6439" y="5136"/>
                  </a:lnTo>
                  <a:lnTo>
                    <a:pt x="6696" y="4307"/>
                  </a:lnTo>
                  <a:lnTo>
                    <a:pt x="6795" y="3931"/>
                  </a:lnTo>
                  <a:lnTo>
                    <a:pt x="6874" y="3595"/>
                  </a:lnTo>
                  <a:lnTo>
                    <a:pt x="7052" y="2865"/>
                  </a:lnTo>
                  <a:lnTo>
                    <a:pt x="7170" y="2450"/>
                  </a:lnTo>
                  <a:lnTo>
                    <a:pt x="7289" y="2055"/>
                  </a:lnTo>
                  <a:lnTo>
                    <a:pt x="7427" y="1719"/>
                  </a:lnTo>
                  <a:lnTo>
                    <a:pt x="7486" y="1581"/>
                  </a:lnTo>
                  <a:lnTo>
                    <a:pt x="7546" y="1462"/>
                  </a:lnTo>
                  <a:lnTo>
                    <a:pt x="7625" y="1383"/>
                  </a:lnTo>
                  <a:lnTo>
                    <a:pt x="7684" y="1324"/>
                  </a:lnTo>
                  <a:lnTo>
                    <a:pt x="7743" y="1324"/>
                  </a:lnTo>
                  <a:lnTo>
                    <a:pt x="7783" y="1363"/>
                  </a:lnTo>
                  <a:lnTo>
                    <a:pt x="7842" y="1462"/>
                  </a:lnTo>
                  <a:lnTo>
                    <a:pt x="7862" y="1620"/>
                  </a:lnTo>
                  <a:lnTo>
                    <a:pt x="7862" y="1818"/>
                  </a:lnTo>
                  <a:lnTo>
                    <a:pt x="7862" y="2055"/>
                  </a:lnTo>
                  <a:lnTo>
                    <a:pt x="7822" y="2628"/>
                  </a:lnTo>
                  <a:lnTo>
                    <a:pt x="7763" y="3279"/>
                  </a:lnTo>
                  <a:lnTo>
                    <a:pt x="7704" y="3971"/>
                  </a:lnTo>
                  <a:lnTo>
                    <a:pt x="7684" y="4603"/>
                  </a:lnTo>
                  <a:lnTo>
                    <a:pt x="7704" y="4899"/>
                  </a:lnTo>
                  <a:lnTo>
                    <a:pt x="7723" y="5156"/>
                  </a:lnTo>
                  <a:lnTo>
                    <a:pt x="7783" y="5373"/>
                  </a:lnTo>
                  <a:lnTo>
                    <a:pt x="7842" y="5551"/>
                  </a:lnTo>
                  <a:lnTo>
                    <a:pt x="7941" y="5689"/>
                  </a:lnTo>
                  <a:lnTo>
                    <a:pt x="8059" y="5768"/>
                  </a:lnTo>
                  <a:lnTo>
                    <a:pt x="8178" y="5827"/>
                  </a:lnTo>
                  <a:lnTo>
                    <a:pt x="8296" y="5867"/>
                  </a:lnTo>
                  <a:lnTo>
                    <a:pt x="8434" y="5867"/>
                  </a:lnTo>
                  <a:lnTo>
                    <a:pt x="8573" y="5827"/>
                  </a:lnTo>
                  <a:lnTo>
                    <a:pt x="8711" y="5788"/>
                  </a:lnTo>
                  <a:lnTo>
                    <a:pt x="8869" y="5709"/>
                  </a:lnTo>
                  <a:lnTo>
                    <a:pt x="9007" y="5630"/>
                  </a:lnTo>
                  <a:lnTo>
                    <a:pt x="9145" y="5531"/>
                  </a:lnTo>
                  <a:lnTo>
                    <a:pt x="9264" y="5413"/>
                  </a:lnTo>
                  <a:lnTo>
                    <a:pt x="9382" y="5294"/>
                  </a:lnTo>
                  <a:lnTo>
                    <a:pt x="9600" y="5057"/>
                  </a:lnTo>
                  <a:lnTo>
                    <a:pt x="9679" y="4919"/>
                  </a:lnTo>
                  <a:lnTo>
                    <a:pt x="9738" y="4800"/>
                  </a:lnTo>
                  <a:lnTo>
                    <a:pt x="9857" y="4465"/>
                  </a:lnTo>
                  <a:lnTo>
                    <a:pt x="10015" y="3971"/>
                  </a:lnTo>
                  <a:lnTo>
                    <a:pt x="10370" y="2707"/>
                  </a:lnTo>
                  <a:lnTo>
                    <a:pt x="10548" y="2075"/>
                  </a:lnTo>
                  <a:lnTo>
                    <a:pt x="10745" y="1521"/>
                  </a:lnTo>
                  <a:lnTo>
                    <a:pt x="10844" y="1304"/>
                  </a:lnTo>
                  <a:lnTo>
                    <a:pt x="10943" y="1126"/>
                  </a:lnTo>
                  <a:lnTo>
                    <a:pt x="11022" y="988"/>
                  </a:lnTo>
                  <a:lnTo>
                    <a:pt x="11121" y="909"/>
                  </a:lnTo>
                  <a:lnTo>
                    <a:pt x="11200" y="889"/>
                  </a:lnTo>
                  <a:lnTo>
                    <a:pt x="11279" y="889"/>
                  </a:lnTo>
                  <a:lnTo>
                    <a:pt x="11338" y="909"/>
                  </a:lnTo>
                  <a:lnTo>
                    <a:pt x="11397" y="949"/>
                  </a:lnTo>
                  <a:lnTo>
                    <a:pt x="11456" y="1028"/>
                  </a:lnTo>
                  <a:lnTo>
                    <a:pt x="11496" y="1107"/>
                  </a:lnTo>
                  <a:lnTo>
                    <a:pt x="11575" y="1304"/>
                  </a:lnTo>
                  <a:lnTo>
                    <a:pt x="11634" y="1541"/>
                  </a:lnTo>
                  <a:lnTo>
                    <a:pt x="11654" y="1778"/>
                  </a:lnTo>
                  <a:lnTo>
                    <a:pt x="11674" y="1996"/>
                  </a:lnTo>
                  <a:lnTo>
                    <a:pt x="11693" y="2173"/>
                  </a:lnTo>
                  <a:lnTo>
                    <a:pt x="11674" y="2351"/>
                  </a:lnTo>
                  <a:lnTo>
                    <a:pt x="11634" y="2588"/>
                  </a:lnTo>
                  <a:lnTo>
                    <a:pt x="11575" y="2865"/>
                  </a:lnTo>
                  <a:lnTo>
                    <a:pt x="11535" y="3121"/>
                  </a:lnTo>
                  <a:lnTo>
                    <a:pt x="11516" y="3378"/>
                  </a:lnTo>
                  <a:lnTo>
                    <a:pt x="11516" y="3497"/>
                  </a:lnTo>
                  <a:lnTo>
                    <a:pt x="11535" y="3595"/>
                  </a:lnTo>
                  <a:lnTo>
                    <a:pt x="11575" y="3694"/>
                  </a:lnTo>
                  <a:lnTo>
                    <a:pt x="11634" y="3753"/>
                  </a:lnTo>
                  <a:lnTo>
                    <a:pt x="11713" y="3813"/>
                  </a:lnTo>
                  <a:lnTo>
                    <a:pt x="11812" y="3832"/>
                  </a:lnTo>
                  <a:lnTo>
                    <a:pt x="11911" y="3813"/>
                  </a:lnTo>
                  <a:lnTo>
                    <a:pt x="11990" y="3773"/>
                  </a:lnTo>
                  <a:lnTo>
                    <a:pt x="12069" y="3694"/>
                  </a:lnTo>
                  <a:lnTo>
                    <a:pt x="12148" y="3595"/>
                  </a:lnTo>
                  <a:lnTo>
                    <a:pt x="12207" y="3457"/>
                  </a:lnTo>
                  <a:lnTo>
                    <a:pt x="12247" y="3319"/>
                  </a:lnTo>
                  <a:lnTo>
                    <a:pt x="12326" y="3003"/>
                  </a:lnTo>
                  <a:lnTo>
                    <a:pt x="12385" y="2667"/>
                  </a:lnTo>
                  <a:lnTo>
                    <a:pt x="12424" y="2391"/>
                  </a:lnTo>
                  <a:lnTo>
                    <a:pt x="12424" y="2114"/>
                  </a:lnTo>
                  <a:lnTo>
                    <a:pt x="12444" y="2055"/>
                  </a:lnTo>
                  <a:lnTo>
                    <a:pt x="12484" y="1857"/>
                  </a:lnTo>
                  <a:lnTo>
                    <a:pt x="12523" y="1600"/>
                  </a:lnTo>
                  <a:lnTo>
                    <a:pt x="12523" y="1442"/>
                  </a:lnTo>
                  <a:lnTo>
                    <a:pt x="12503" y="1284"/>
                  </a:lnTo>
                  <a:lnTo>
                    <a:pt x="12484" y="1107"/>
                  </a:lnTo>
                  <a:lnTo>
                    <a:pt x="12444" y="929"/>
                  </a:lnTo>
                  <a:lnTo>
                    <a:pt x="12365" y="751"/>
                  </a:lnTo>
                  <a:lnTo>
                    <a:pt x="12266" y="593"/>
                  </a:lnTo>
                  <a:lnTo>
                    <a:pt x="12128" y="435"/>
                  </a:lnTo>
                  <a:lnTo>
                    <a:pt x="11970" y="297"/>
                  </a:lnTo>
                  <a:lnTo>
                    <a:pt x="11772" y="159"/>
                  </a:lnTo>
                  <a:lnTo>
                    <a:pt x="11516" y="60"/>
                  </a:lnTo>
                  <a:lnTo>
                    <a:pt x="11377" y="20"/>
                  </a:lnTo>
                  <a:lnTo>
                    <a:pt x="1125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6" name="Google Shape;8916;p34"/>
            <p:cNvSpPr/>
            <p:nvPr/>
          </p:nvSpPr>
          <p:spPr>
            <a:xfrm>
              <a:off x="-69770" y="3367293"/>
              <a:ext cx="639054" cy="308089"/>
            </a:xfrm>
            <a:custGeom>
              <a:rect b="b" l="l" r="r" t="t"/>
              <a:pathLst>
                <a:path extrusionOk="0" h="9818" w="20365">
                  <a:moveTo>
                    <a:pt x="929" y="0"/>
                  </a:moveTo>
                  <a:lnTo>
                    <a:pt x="316" y="474"/>
                  </a:lnTo>
                  <a:lnTo>
                    <a:pt x="0" y="692"/>
                  </a:lnTo>
                  <a:lnTo>
                    <a:pt x="514" y="1561"/>
                  </a:lnTo>
                  <a:lnTo>
                    <a:pt x="1699" y="3575"/>
                  </a:lnTo>
                  <a:lnTo>
                    <a:pt x="3082" y="5906"/>
                  </a:lnTo>
                  <a:lnTo>
                    <a:pt x="3694" y="6894"/>
                  </a:lnTo>
                  <a:lnTo>
                    <a:pt x="4168" y="7644"/>
                  </a:lnTo>
                  <a:lnTo>
                    <a:pt x="4820" y="8612"/>
                  </a:lnTo>
                  <a:lnTo>
                    <a:pt x="5254" y="9224"/>
                  </a:lnTo>
                  <a:lnTo>
                    <a:pt x="5412" y="9422"/>
                  </a:lnTo>
                  <a:lnTo>
                    <a:pt x="5551" y="9580"/>
                  </a:lnTo>
                  <a:lnTo>
                    <a:pt x="5709" y="9699"/>
                  </a:lnTo>
                  <a:lnTo>
                    <a:pt x="5886" y="9797"/>
                  </a:lnTo>
                  <a:lnTo>
                    <a:pt x="5946" y="9817"/>
                  </a:lnTo>
                  <a:lnTo>
                    <a:pt x="6005" y="9817"/>
                  </a:lnTo>
                  <a:lnTo>
                    <a:pt x="6183" y="9797"/>
                  </a:lnTo>
                  <a:lnTo>
                    <a:pt x="6380" y="9718"/>
                  </a:lnTo>
                  <a:lnTo>
                    <a:pt x="6637" y="9639"/>
                  </a:lnTo>
                  <a:lnTo>
                    <a:pt x="7210" y="9363"/>
                  </a:lnTo>
                  <a:lnTo>
                    <a:pt x="7901" y="8987"/>
                  </a:lnTo>
                  <a:lnTo>
                    <a:pt x="9481" y="8099"/>
                  </a:lnTo>
                  <a:lnTo>
                    <a:pt x="10311" y="7644"/>
                  </a:lnTo>
                  <a:lnTo>
                    <a:pt x="11140" y="7210"/>
                  </a:lnTo>
                  <a:lnTo>
                    <a:pt x="11595" y="6973"/>
                  </a:lnTo>
                  <a:lnTo>
                    <a:pt x="12148" y="6657"/>
                  </a:lnTo>
                  <a:lnTo>
                    <a:pt x="12760" y="6262"/>
                  </a:lnTo>
                  <a:lnTo>
                    <a:pt x="13451" y="5827"/>
                  </a:lnTo>
                  <a:lnTo>
                    <a:pt x="14933" y="4839"/>
                  </a:lnTo>
                  <a:lnTo>
                    <a:pt x="16454" y="3812"/>
                  </a:lnTo>
                  <a:lnTo>
                    <a:pt x="19101" y="1975"/>
                  </a:lnTo>
                  <a:lnTo>
                    <a:pt x="20345" y="1106"/>
                  </a:lnTo>
                  <a:lnTo>
                    <a:pt x="20365" y="1067"/>
                  </a:lnTo>
                  <a:lnTo>
                    <a:pt x="20345" y="988"/>
                  </a:lnTo>
                  <a:lnTo>
                    <a:pt x="20305" y="889"/>
                  </a:lnTo>
                  <a:lnTo>
                    <a:pt x="20246" y="751"/>
                  </a:lnTo>
                  <a:lnTo>
                    <a:pt x="17876" y="2015"/>
                  </a:lnTo>
                  <a:lnTo>
                    <a:pt x="17224" y="2410"/>
                  </a:lnTo>
                  <a:lnTo>
                    <a:pt x="15881" y="3220"/>
                  </a:lnTo>
                  <a:lnTo>
                    <a:pt x="12069" y="5531"/>
                  </a:lnTo>
                  <a:lnTo>
                    <a:pt x="10074" y="6716"/>
                  </a:lnTo>
                  <a:lnTo>
                    <a:pt x="8296" y="7743"/>
                  </a:lnTo>
                  <a:lnTo>
                    <a:pt x="7565" y="8138"/>
                  </a:lnTo>
                  <a:lnTo>
                    <a:pt x="6993" y="8434"/>
                  </a:lnTo>
                  <a:lnTo>
                    <a:pt x="6578" y="8632"/>
                  </a:lnTo>
                  <a:lnTo>
                    <a:pt x="6439" y="8671"/>
                  </a:lnTo>
                  <a:lnTo>
                    <a:pt x="6360" y="8671"/>
                  </a:lnTo>
                  <a:lnTo>
                    <a:pt x="6301" y="8652"/>
                  </a:lnTo>
                  <a:lnTo>
                    <a:pt x="6222" y="8573"/>
                  </a:lnTo>
                  <a:lnTo>
                    <a:pt x="6005" y="8336"/>
                  </a:lnTo>
                  <a:lnTo>
                    <a:pt x="5709" y="7960"/>
                  </a:lnTo>
                  <a:lnTo>
                    <a:pt x="5373" y="7486"/>
                  </a:lnTo>
                  <a:lnTo>
                    <a:pt x="4563" y="6301"/>
                  </a:lnTo>
                  <a:lnTo>
                    <a:pt x="3654" y="4918"/>
                  </a:lnTo>
                  <a:lnTo>
                    <a:pt x="2766" y="3536"/>
                  </a:lnTo>
                  <a:lnTo>
                    <a:pt x="1976" y="2252"/>
                  </a:lnTo>
                  <a:lnTo>
                    <a:pt x="1383" y="1264"/>
                  </a:lnTo>
                  <a:lnTo>
                    <a:pt x="1087" y="731"/>
                  </a:lnTo>
                  <a:lnTo>
                    <a:pt x="988" y="494"/>
                  </a:lnTo>
                  <a:lnTo>
                    <a:pt x="948" y="316"/>
                  </a:lnTo>
                  <a:lnTo>
                    <a:pt x="929" y="138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17" name="Google Shape;8917;p34"/>
          <p:cNvGrpSpPr/>
          <p:nvPr/>
        </p:nvGrpSpPr>
        <p:grpSpPr>
          <a:xfrm>
            <a:off x="45463" y="-42262"/>
            <a:ext cx="925639" cy="688028"/>
            <a:chOff x="8588925" y="2091476"/>
            <a:chExt cx="925639" cy="688028"/>
          </a:xfrm>
        </p:grpSpPr>
        <p:sp>
          <p:nvSpPr>
            <p:cNvPr id="8918" name="Google Shape;8918;p34"/>
            <p:cNvSpPr/>
            <p:nvPr/>
          </p:nvSpPr>
          <p:spPr>
            <a:xfrm>
              <a:off x="8696427" y="2091476"/>
              <a:ext cx="711382" cy="688028"/>
            </a:xfrm>
            <a:custGeom>
              <a:rect b="b" l="l" r="r" t="t"/>
              <a:pathLst>
                <a:path extrusionOk="0" h="19220" w="19871">
                  <a:moveTo>
                    <a:pt x="9580" y="1"/>
                  </a:moveTo>
                  <a:lnTo>
                    <a:pt x="8869" y="40"/>
                  </a:lnTo>
                  <a:lnTo>
                    <a:pt x="8197" y="100"/>
                  </a:lnTo>
                  <a:lnTo>
                    <a:pt x="7565" y="198"/>
                  </a:lnTo>
                  <a:lnTo>
                    <a:pt x="6953" y="317"/>
                  </a:lnTo>
                  <a:lnTo>
                    <a:pt x="6380" y="455"/>
                  </a:lnTo>
                  <a:lnTo>
                    <a:pt x="5847" y="633"/>
                  </a:lnTo>
                  <a:lnTo>
                    <a:pt x="5333" y="811"/>
                  </a:lnTo>
                  <a:lnTo>
                    <a:pt x="4859" y="1028"/>
                  </a:lnTo>
                  <a:lnTo>
                    <a:pt x="4405" y="1245"/>
                  </a:lnTo>
                  <a:lnTo>
                    <a:pt x="3990" y="1482"/>
                  </a:lnTo>
                  <a:lnTo>
                    <a:pt x="3595" y="1739"/>
                  </a:lnTo>
                  <a:lnTo>
                    <a:pt x="3239" y="2016"/>
                  </a:lnTo>
                  <a:lnTo>
                    <a:pt x="2884" y="2312"/>
                  </a:lnTo>
                  <a:lnTo>
                    <a:pt x="2568" y="2608"/>
                  </a:lnTo>
                  <a:lnTo>
                    <a:pt x="2291" y="2924"/>
                  </a:lnTo>
                  <a:lnTo>
                    <a:pt x="2015" y="3240"/>
                  </a:lnTo>
                  <a:lnTo>
                    <a:pt x="1758" y="3576"/>
                  </a:lnTo>
                  <a:lnTo>
                    <a:pt x="1541" y="3912"/>
                  </a:lnTo>
                  <a:lnTo>
                    <a:pt x="1323" y="4267"/>
                  </a:lnTo>
                  <a:lnTo>
                    <a:pt x="1146" y="4603"/>
                  </a:lnTo>
                  <a:lnTo>
                    <a:pt x="968" y="4959"/>
                  </a:lnTo>
                  <a:lnTo>
                    <a:pt x="830" y="5334"/>
                  </a:lnTo>
                  <a:lnTo>
                    <a:pt x="691" y="5690"/>
                  </a:lnTo>
                  <a:lnTo>
                    <a:pt x="573" y="6045"/>
                  </a:lnTo>
                  <a:lnTo>
                    <a:pt x="454" y="6401"/>
                  </a:lnTo>
                  <a:lnTo>
                    <a:pt x="375" y="6756"/>
                  </a:lnTo>
                  <a:lnTo>
                    <a:pt x="217" y="7467"/>
                  </a:lnTo>
                  <a:lnTo>
                    <a:pt x="119" y="8159"/>
                  </a:lnTo>
                  <a:lnTo>
                    <a:pt x="59" y="8810"/>
                  </a:lnTo>
                  <a:lnTo>
                    <a:pt x="20" y="9423"/>
                  </a:lnTo>
                  <a:lnTo>
                    <a:pt x="0" y="10035"/>
                  </a:lnTo>
                  <a:lnTo>
                    <a:pt x="40" y="10628"/>
                  </a:lnTo>
                  <a:lnTo>
                    <a:pt x="79" y="11200"/>
                  </a:lnTo>
                  <a:lnTo>
                    <a:pt x="158" y="11753"/>
                  </a:lnTo>
                  <a:lnTo>
                    <a:pt x="257" y="12306"/>
                  </a:lnTo>
                  <a:lnTo>
                    <a:pt x="395" y="12840"/>
                  </a:lnTo>
                  <a:lnTo>
                    <a:pt x="553" y="13334"/>
                  </a:lnTo>
                  <a:lnTo>
                    <a:pt x="751" y="13827"/>
                  </a:lnTo>
                  <a:lnTo>
                    <a:pt x="948" y="14301"/>
                  </a:lnTo>
                  <a:lnTo>
                    <a:pt x="1185" y="14756"/>
                  </a:lnTo>
                  <a:lnTo>
                    <a:pt x="1462" y="15190"/>
                  </a:lnTo>
                  <a:lnTo>
                    <a:pt x="1738" y="15605"/>
                  </a:lnTo>
                  <a:lnTo>
                    <a:pt x="2054" y="16000"/>
                  </a:lnTo>
                  <a:lnTo>
                    <a:pt x="2390" y="16375"/>
                  </a:lnTo>
                  <a:lnTo>
                    <a:pt x="2746" y="16731"/>
                  </a:lnTo>
                  <a:lnTo>
                    <a:pt x="3121" y="17047"/>
                  </a:lnTo>
                  <a:lnTo>
                    <a:pt x="3516" y="17363"/>
                  </a:lnTo>
                  <a:lnTo>
                    <a:pt x="3931" y="17659"/>
                  </a:lnTo>
                  <a:lnTo>
                    <a:pt x="4385" y="17916"/>
                  </a:lnTo>
                  <a:lnTo>
                    <a:pt x="4839" y="18153"/>
                  </a:lnTo>
                  <a:lnTo>
                    <a:pt x="5313" y="18370"/>
                  </a:lnTo>
                  <a:lnTo>
                    <a:pt x="5827" y="18568"/>
                  </a:lnTo>
                  <a:lnTo>
                    <a:pt x="6340" y="18746"/>
                  </a:lnTo>
                  <a:lnTo>
                    <a:pt x="6874" y="18884"/>
                  </a:lnTo>
                  <a:lnTo>
                    <a:pt x="7447" y="19002"/>
                  </a:lnTo>
                  <a:lnTo>
                    <a:pt x="8019" y="19101"/>
                  </a:lnTo>
                  <a:lnTo>
                    <a:pt x="8612" y="19160"/>
                  </a:lnTo>
                  <a:lnTo>
                    <a:pt x="9205" y="19200"/>
                  </a:lnTo>
                  <a:lnTo>
                    <a:pt x="9837" y="19220"/>
                  </a:lnTo>
                  <a:lnTo>
                    <a:pt x="10469" y="19200"/>
                  </a:lnTo>
                  <a:lnTo>
                    <a:pt x="11140" y="19160"/>
                  </a:lnTo>
                  <a:lnTo>
                    <a:pt x="11871" y="19081"/>
                  </a:lnTo>
                  <a:lnTo>
                    <a:pt x="12562" y="18963"/>
                  </a:lnTo>
                  <a:lnTo>
                    <a:pt x="13214" y="18825"/>
                  </a:lnTo>
                  <a:lnTo>
                    <a:pt x="13827" y="18627"/>
                  </a:lnTo>
                  <a:lnTo>
                    <a:pt x="14399" y="18430"/>
                  </a:lnTo>
                  <a:lnTo>
                    <a:pt x="14952" y="18173"/>
                  </a:lnTo>
                  <a:lnTo>
                    <a:pt x="15446" y="17916"/>
                  </a:lnTo>
                  <a:lnTo>
                    <a:pt x="15920" y="17620"/>
                  </a:lnTo>
                  <a:lnTo>
                    <a:pt x="16355" y="17304"/>
                  </a:lnTo>
                  <a:lnTo>
                    <a:pt x="16770" y="16968"/>
                  </a:lnTo>
                  <a:lnTo>
                    <a:pt x="17145" y="16612"/>
                  </a:lnTo>
                  <a:lnTo>
                    <a:pt x="17500" y="16237"/>
                  </a:lnTo>
                  <a:lnTo>
                    <a:pt x="17816" y="15862"/>
                  </a:lnTo>
                  <a:lnTo>
                    <a:pt x="18113" y="15467"/>
                  </a:lnTo>
                  <a:lnTo>
                    <a:pt x="18369" y="15052"/>
                  </a:lnTo>
                  <a:lnTo>
                    <a:pt x="18606" y="14637"/>
                  </a:lnTo>
                  <a:lnTo>
                    <a:pt x="18824" y="14222"/>
                  </a:lnTo>
                  <a:lnTo>
                    <a:pt x="19021" y="13808"/>
                  </a:lnTo>
                  <a:lnTo>
                    <a:pt x="19179" y="13373"/>
                  </a:lnTo>
                  <a:lnTo>
                    <a:pt x="19337" y="12939"/>
                  </a:lnTo>
                  <a:lnTo>
                    <a:pt x="19456" y="12524"/>
                  </a:lnTo>
                  <a:lnTo>
                    <a:pt x="19574" y="12089"/>
                  </a:lnTo>
                  <a:lnTo>
                    <a:pt x="19653" y="11674"/>
                  </a:lnTo>
                  <a:lnTo>
                    <a:pt x="19732" y="11260"/>
                  </a:lnTo>
                  <a:lnTo>
                    <a:pt x="19792" y="10865"/>
                  </a:lnTo>
                  <a:lnTo>
                    <a:pt x="19831" y="10470"/>
                  </a:lnTo>
                  <a:lnTo>
                    <a:pt x="19851" y="10094"/>
                  </a:lnTo>
                  <a:lnTo>
                    <a:pt x="19871" y="9739"/>
                  </a:lnTo>
                  <a:lnTo>
                    <a:pt x="19871" y="9067"/>
                  </a:lnTo>
                  <a:lnTo>
                    <a:pt x="19831" y="8475"/>
                  </a:lnTo>
                  <a:lnTo>
                    <a:pt x="19752" y="7862"/>
                  </a:lnTo>
                  <a:lnTo>
                    <a:pt x="19614" y="7210"/>
                  </a:lnTo>
                  <a:lnTo>
                    <a:pt x="19515" y="6875"/>
                  </a:lnTo>
                  <a:lnTo>
                    <a:pt x="19416" y="6519"/>
                  </a:lnTo>
                  <a:lnTo>
                    <a:pt x="19318" y="6164"/>
                  </a:lnTo>
                  <a:lnTo>
                    <a:pt x="19179" y="5808"/>
                  </a:lnTo>
                  <a:lnTo>
                    <a:pt x="19021" y="5433"/>
                  </a:lnTo>
                  <a:lnTo>
                    <a:pt x="18863" y="5077"/>
                  </a:lnTo>
                  <a:lnTo>
                    <a:pt x="18686" y="4722"/>
                  </a:lnTo>
                  <a:lnTo>
                    <a:pt x="18488" y="4366"/>
                  </a:lnTo>
                  <a:lnTo>
                    <a:pt x="18271" y="4011"/>
                  </a:lnTo>
                  <a:lnTo>
                    <a:pt x="18034" y="3655"/>
                  </a:lnTo>
                  <a:lnTo>
                    <a:pt x="17777" y="3300"/>
                  </a:lnTo>
                  <a:lnTo>
                    <a:pt x="17481" y="2964"/>
                  </a:lnTo>
                  <a:lnTo>
                    <a:pt x="17184" y="2648"/>
                  </a:lnTo>
                  <a:lnTo>
                    <a:pt x="16868" y="2332"/>
                  </a:lnTo>
                  <a:lnTo>
                    <a:pt x="16513" y="2035"/>
                  </a:lnTo>
                  <a:lnTo>
                    <a:pt x="16137" y="1739"/>
                  </a:lnTo>
                  <a:lnTo>
                    <a:pt x="15742" y="1463"/>
                  </a:lnTo>
                  <a:lnTo>
                    <a:pt x="15328" y="1226"/>
                  </a:lnTo>
                  <a:lnTo>
                    <a:pt x="14873" y="989"/>
                  </a:lnTo>
                  <a:lnTo>
                    <a:pt x="14399" y="771"/>
                  </a:lnTo>
                  <a:lnTo>
                    <a:pt x="13906" y="574"/>
                  </a:lnTo>
                  <a:lnTo>
                    <a:pt x="13372" y="416"/>
                  </a:lnTo>
                  <a:lnTo>
                    <a:pt x="12819" y="277"/>
                  </a:lnTo>
                  <a:lnTo>
                    <a:pt x="12227" y="159"/>
                  </a:lnTo>
                  <a:lnTo>
                    <a:pt x="11614" y="80"/>
                  </a:lnTo>
                  <a:lnTo>
                    <a:pt x="10962" y="21"/>
                  </a:lnTo>
                  <a:lnTo>
                    <a:pt x="102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9" name="Google Shape;8919;p34"/>
            <p:cNvSpPr/>
            <p:nvPr/>
          </p:nvSpPr>
          <p:spPr>
            <a:xfrm>
              <a:off x="8743788" y="2133932"/>
              <a:ext cx="620163" cy="600324"/>
            </a:xfrm>
            <a:custGeom>
              <a:rect b="b" l="l" r="r" t="t"/>
              <a:pathLst>
                <a:path extrusionOk="0" h="16770" w="17323">
                  <a:moveTo>
                    <a:pt x="8336" y="0"/>
                  </a:moveTo>
                  <a:lnTo>
                    <a:pt x="7724" y="40"/>
                  </a:lnTo>
                  <a:lnTo>
                    <a:pt x="7131" y="99"/>
                  </a:lnTo>
                  <a:lnTo>
                    <a:pt x="6578" y="178"/>
                  </a:lnTo>
                  <a:lnTo>
                    <a:pt x="6045" y="296"/>
                  </a:lnTo>
                  <a:lnTo>
                    <a:pt x="5551" y="415"/>
                  </a:lnTo>
                  <a:lnTo>
                    <a:pt x="5077" y="553"/>
                  </a:lnTo>
                  <a:lnTo>
                    <a:pt x="4642" y="711"/>
                  </a:lnTo>
                  <a:lnTo>
                    <a:pt x="4227" y="889"/>
                  </a:lnTo>
                  <a:lnTo>
                    <a:pt x="3832" y="1086"/>
                  </a:lnTo>
                  <a:lnTo>
                    <a:pt x="3457" y="1304"/>
                  </a:lnTo>
                  <a:lnTo>
                    <a:pt x="3121" y="1521"/>
                  </a:lnTo>
                  <a:lnTo>
                    <a:pt x="2805" y="1778"/>
                  </a:lnTo>
                  <a:lnTo>
                    <a:pt x="2509" y="2015"/>
                  </a:lnTo>
                  <a:lnTo>
                    <a:pt x="2232" y="2272"/>
                  </a:lnTo>
                  <a:lnTo>
                    <a:pt x="1976" y="2548"/>
                  </a:lnTo>
                  <a:lnTo>
                    <a:pt x="1739" y="2844"/>
                  </a:lnTo>
                  <a:lnTo>
                    <a:pt x="1521" y="3121"/>
                  </a:lnTo>
                  <a:lnTo>
                    <a:pt x="1324" y="3417"/>
                  </a:lnTo>
                  <a:lnTo>
                    <a:pt x="1146" y="3713"/>
                  </a:lnTo>
                  <a:lnTo>
                    <a:pt x="988" y="4029"/>
                  </a:lnTo>
                  <a:lnTo>
                    <a:pt x="830" y="4346"/>
                  </a:lnTo>
                  <a:lnTo>
                    <a:pt x="692" y="4642"/>
                  </a:lnTo>
                  <a:lnTo>
                    <a:pt x="573" y="4958"/>
                  </a:lnTo>
                  <a:lnTo>
                    <a:pt x="475" y="5274"/>
                  </a:lnTo>
                  <a:lnTo>
                    <a:pt x="297" y="5906"/>
                  </a:lnTo>
                  <a:lnTo>
                    <a:pt x="178" y="6518"/>
                  </a:lnTo>
                  <a:lnTo>
                    <a:pt x="79" y="7131"/>
                  </a:lnTo>
                  <a:lnTo>
                    <a:pt x="20" y="7684"/>
                  </a:lnTo>
                  <a:lnTo>
                    <a:pt x="0" y="8237"/>
                  </a:lnTo>
                  <a:lnTo>
                    <a:pt x="0" y="8770"/>
                  </a:lnTo>
                  <a:lnTo>
                    <a:pt x="0" y="9284"/>
                  </a:lnTo>
                  <a:lnTo>
                    <a:pt x="60" y="9777"/>
                  </a:lnTo>
                  <a:lnTo>
                    <a:pt x="119" y="10271"/>
                  </a:lnTo>
                  <a:lnTo>
                    <a:pt x="218" y="10745"/>
                  </a:lnTo>
                  <a:lnTo>
                    <a:pt x="336" y="11199"/>
                  </a:lnTo>
                  <a:lnTo>
                    <a:pt x="475" y="11634"/>
                  </a:lnTo>
                  <a:lnTo>
                    <a:pt x="633" y="12069"/>
                  </a:lnTo>
                  <a:lnTo>
                    <a:pt x="810" y="12483"/>
                  </a:lnTo>
                  <a:lnTo>
                    <a:pt x="1028" y="12878"/>
                  </a:lnTo>
                  <a:lnTo>
                    <a:pt x="1245" y="13254"/>
                  </a:lnTo>
                  <a:lnTo>
                    <a:pt x="1502" y="13609"/>
                  </a:lnTo>
                  <a:lnTo>
                    <a:pt x="1778" y="13965"/>
                  </a:lnTo>
                  <a:lnTo>
                    <a:pt x="2055" y="14281"/>
                  </a:lnTo>
                  <a:lnTo>
                    <a:pt x="2371" y="14597"/>
                  </a:lnTo>
                  <a:lnTo>
                    <a:pt x="2707" y="14873"/>
                  </a:lnTo>
                  <a:lnTo>
                    <a:pt x="3042" y="15150"/>
                  </a:lnTo>
                  <a:lnTo>
                    <a:pt x="3418" y="15407"/>
                  </a:lnTo>
                  <a:lnTo>
                    <a:pt x="3793" y="15624"/>
                  </a:lnTo>
                  <a:lnTo>
                    <a:pt x="4208" y="15841"/>
                  </a:lnTo>
                  <a:lnTo>
                    <a:pt x="4622" y="16039"/>
                  </a:lnTo>
                  <a:lnTo>
                    <a:pt x="5057" y="16197"/>
                  </a:lnTo>
                  <a:lnTo>
                    <a:pt x="5511" y="16355"/>
                  </a:lnTo>
                  <a:lnTo>
                    <a:pt x="5985" y="16473"/>
                  </a:lnTo>
                  <a:lnTo>
                    <a:pt x="6479" y="16592"/>
                  </a:lnTo>
                  <a:lnTo>
                    <a:pt x="6973" y="16671"/>
                  </a:lnTo>
                  <a:lnTo>
                    <a:pt x="7486" y="16730"/>
                  </a:lnTo>
                  <a:lnTo>
                    <a:pt x="8020" y="16750"/>
                  </a:lnTo>
                  <a:lnTo>
                    <a:pt x="8553" y="16770"/>
                  </a:lnTo>
                  <a:lnTo>
                    <a:pt x="9126" y="16770"/>
                  </a:lnTo>
                  <a:lnTo>
                    <a:pt x="9699" y="16730"/>
                  </a:lnTo>
                  <a:lnTo>
                    <a:pt x="10331" y="16651"/>
                  </a:lnTo>
                  <a:lnTo>
                    <a:pt x="10943" y="16552"/>
                  </a:lnTo>
                  <a:lnTo>
                    <a:pt x="11496" y="16414"/>
                  </a:lnTo>
                  <a:lnTo>
                    <a:pt x="12049" y="16256"/>
                  </a:lnTo>
                  <a:lnTo>
                    <a:pt x="12543" y="16078"/>
                  </a:lnTo>
                  <a:lnTo>
                    <a:pt x="13017" y="15861"/>
                  </a:lnTo>
                  <a:lnTo>
                    <a:pt x="13452" y="15624"/>
                  </a:lnTo>
                  <a:lnTo>
                    <a:pt x="13866" y="15367"/>
                  </a:lnTo>
                  <a:lnTo>
                    <a:pt x="14261" y="15091"/>
                  </a:lnTo>
                  <a:lnTo>
                    <a:pt x="14617" y="14814"/>
                  </a:lnTo>
                  <a:lnTo>
                    <a:pt x="14933" y="14498"/>
                  </a:lnTo>
                  <a:lnTo>
                    <a:pt x="15249" y="14182"/>
                  </a:lnTo>
                  <a:lnTo>
                    <a:pt x="15526" y="13846"/>
                  </a:lnTo>
                  <a:lnTo>
                    <a:pt x="15782" y="13491"/>
                  </a:lnTo>
                  <a:lnTo>
                    <a:pt x="16000" y="13135"/>
                  </a:lnTo>
                  <a:lnTo>
                    <a:pt x="16217" y="12780"/>
                  </a:lnTo>
                  <a:lnTo>
                    <a:pt x="16395" y="12404"/>
                  </a:lnTo>
                  <a:lnTo>
                    <a:pt x="16572" y="12049"/>
                  </a:lnTo>
                  <a:lnTo>
                    <a:pt x="16711" y="11674"/>
                  </a:lnTo>
                  <a:lnTo>
                    <a:pt x="16849" y="11298"/>
                  </a:lnTo>
                  <a:lnTo>
                    <a:pt x="16948" y="10923"/>
                  </a:lnTo>
                  <a:lnTo>
                    <a:pt x="17046" y="10548"/>
                  </a:lnTo>
                  <a:lnTo>
                    <a:pt x="17125" y="10192"/>
                  </a:lnTo>
                  <a:lnTo>
                    <a:pt x="17185" y="9837"/>
                  </a:lnTo>
                  <a:lnTo>
                    <a:pt x="17244" y="9481"/>
                  </a:lnTo>
                  <a:lnTo>
                    <a:pt x="17283" y="9145"/>
                  </a:lnTo>
                  <a:lnTo>
                    <a:pt x="17323" y="8493"/>
                  </a:lnTo>
                  <a:lnTo>
                    <a:pt x="17323" y="7901"/>
                  </a:lnTo>
                  <a:lnTo>
                    <a:pt x="17283" y="7407"/>
                  </a:lnTo>
                  <a:lnTo>
                    <a:pt x="17204" y="6874"/>
                  </a:lnTo>
                  <a:lnTo>
                    <a:pt x="17086" y="6301"/>
                  </a:lnTo>
                  <a:lnTo>
                    <a:pt x="16928" y="5689"/>
                  </a:lnTo>
                  <a:lnTo>
                    <a:pt x="16829" y="5392"/>
                  </a:lnTo>
                  <a:lnTo>
                    <a:pt x="16711" y="5076"/>
                  </a:lnTo>
                  <a:lnTo>
                    <a:pt x="16572" y="4760"/>
                  </a:lnTo>
                  <a:lnTo>
                    <a:pt x="16434" y="4444"/>
                  </a:lnTo>
                  <a:lnTo>
                    <a:pt x="16276" y="4128"/>
                  </a:lnTo>
                  <a:lnTo>
                    <a:pt x="16098" y="3812"/>
                  </a:lnTo>
                  <a:lnTo>
                    <a:pt x="15921" y="3496"/>
                  </a:lnTo>
                  <a:lnTo>
                    <a:pt x="15703" y="3200"/>
                  </a:lnTo>
                  <a:lnTo>
                    <a:pt x="15486" y="2884"/>
                  </a:lnTo>
                  <a:lnTo>
                    <a:pt x="15229" y="2607"/>
                  </a:lnTo>
                  <a:lnTo>
                    <a:pt x="14973" y="2311"/>
                  </a:lnTo>
                  <a:lnTo>
                    <a:pt x="14696" y="2035"/>
                  </a:lnTo>
                  <a:lnTo>
                    <a:pt x="14380" y="1778"/>
                  </a:lnTo>
                  <a:lnTo>
                    <a:pt x="14064" y="1521"/>
                  </a:lnTo>
                  <a:lnTo>
                    <a:pt x="13708" y="1284"/>
                  </a:lnTo>
                  <a:lnTo>
                    <a:pt x="13353" y="1067"/>
                  </a:lnTo>
                  <a:lnTo>
                    <a:pt x="12958" y="869"/>
                  </a:lnTo>
                  <a:lnTo>
                    <a:pt x="12543" y="672"/>
                  </a:lnTo>
                  <a:lnTo>
                    <a:pt x="12108" y="514"/>
                  </a:lnTo>
                  <a:lnTo>
                    <a:pt x="11654" y="375"/>
                  </a:lnTo>
                  <a:lnTo>
                    <a:pt x="11160" y="237"/>
                  </a:lnTo>
                  <a:lnTo>
                    <a:pt x="10647" y="138"/>
                  </a:lnTo>
                  <a:lnTo>
                    <a:pt x="10114" y="79"/>
                  </a:lnTo>
                  <a:lnTo>
                    <a:pt x="9560" y="20"/>
                  </a:lnTo>
                  <a:lnTo>
                    <a:pt x="89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0" name="Google Shape;8920;p34"/>
            <p:cNvSpPr/>
            <p:nvPr/>
          </p:nvSpPr>
          <p:spPr>
            <a:xfrm>
              <a:off x="8875310" y="2394827"/>
              <a:ext cx="312570" cy="357116"/>
            </a:xfrm>
            <a:custGeom>
              <a:rect b="b" l="l" r="r" t="t"/>
              <a:pathLst>
                <a:path extrusionOk="0" h="9976" w="8731">
                  <a:moveTo>
                    <a:pt x="5077" y="1"/>
                  </a:moveTo>
                  <a:lnTo>
                    <a:pt x="4642" y="60"/>
                  </a:lnTo>
                  <a:lnTo>
                    <a:pt x="4208" y="139"/>
                  </a:lnTo>
                  <a:lnTo>
                    <a:pt x="3793" y="257"/>
                  </a:lnTo>
                  <a:lnTo>
                    <a:pt x="3378" y="396"/>
                  </a:lnTo>
                  <a:lnTo>
                    <a:pt x="2983" y="573"/>
                  </a:lnTo>
                  <a:lnTo>
                    <a:pt x="2588" y="771"/>
                  </a:lnTo>
                  <a:lnTo>
                    <a:pt x="2213" y="988"/>
                  </a:lnTo>
                  <a:lnTo>
                    <a:pt x="1857" y="1245"/>
                  </a:lnTo>
                  <a:lnTo>
                    <a:pt x="1521" y="1502"/>
                  </a:lnTo>
                  <a:lnTo>
                    <a:pt x="1225" y="1778"/>
                  </a:lnTo>
                  <a:lnTo>
                    <a:pt x="968" y="2075"/>
                  </a:lnTo>
                  <a:lnTo>
                    <a:pt x="731" y="2371"/>
                  </a:lnTo>
                  <a:lnTo>
                    <a:pt x="534" y="2667"/>
                  </a:lnTo>
                  <a:lnTo>
                    <a:pt x="376" y="2983"/>
                  </a:lnTo>
                  <a:lnTo>
                    <a:pt x="257" y="3299"/>
                  </a:lnTo>
                  <a:lnTo>
                    <a:pt x="158" y="3674"/>
                  </a:lnTo>
                  <a:lnTo>
                    <a:pt x="79" y="4050"/>
                  </a:lnTo>
                  <a:lnTo>
                    <a:pt x="20" y="4465"/>
                  </a:lnTo>
                  <a:lnTo>
                    <a:pt x="0" y="4899"/>
                  </a:lnTo>
                  <a:lnTo>
                    <a:pt x="0" y="5334"/>
                  </a:lnTo>
                  <a:lnTo>
                    <a:pt x="20" y="5788"/>
                  </a:lnTo>
                  <a:lnTo>
                    <a:pt x="79" y="6242"/>
                  </a:lnTo>
                  <a:lnTo>
                    <a:pt x="158" y="6677"/>
                  </a:lnTo>
                  <a:lnTo>
                    <a:pt x="277" y="7131"/>
                  </a:lnTo>
                  <a:lnTo>
                    <a:pt x="415" y="7546"/>
                  </a:lnTo>
                  <a:lnTo>
                    <a:pt x="593" y="7941"/>
                  </a:lnTo>
                  <a:lnTo>
                    <a:pt x="810" y="8316"/>
                  </a:lnTo>
                  <a:lnTo>
                    <a:pt x="929" y="8514"/>
                  </a:lnTo>
                  <a:lnTo>
                    <a:pt x="1067" y="8672"/>
                  </a:lnTo>
                  <a:lnTo>
                    <a:pt x="1205" y="8830"/>
                  </a:lnTo>
                  <a:lnTo>
                    <a:pt x="1343" y="8988"/>
                  </a:lnTo>
                  <a:lnTo>
                    <a:pt x="1502" y="9126"/>
                  </a:lnTo>
                  <a:lnTo>
                    <a:pt x="1660" y="9264"/>
                  </a:lnTo>
                  <a:lnTo>
                    <a:pt x="1837" y="9383"/>
                  </a:lnTo>
                  <a:lnTo>
                    <a:pt x="2015" y="9482"/>
                  </a:lnTo>
                  <a:lnTo>
                    <a:pt x="2193" y="9580"/>
                  </a:lnTo>
                  <a:lnTo>
                    <a:pt x="2390" y="9659"/>
                  </a:lnTo>
                  <a:lnTo>
                    <a:pt x="2766" y="9798"/>
                  </a:lnTo>
                  <a:lnTo>
                    <a:pt x="3161" y="9896"/>
                  </a:lnTo>
                  <a:lnTo>
                    <a:pt x="3556" y="9956"/>
                  </a:lnTo>
                  <a:lnTo>
                    <a:pt x="3971" y="9975"/>
                  </a:lnTo>
                  <a:lnTo>
                    <a:pt x="4366" y="9956"/>
                  </a:lnTo>
                  <a:lnTo>
                    <a:pt x="4761" y="9916"/>
                  </a:lnTo>
                  <a:lnTo>
                    <a:pt x="5156" y="9857"/>
                  </a:lnTo>
                  <a:lnTo>
                    <a:pt x="5551" y="9758"/>
                  </a:lnTo>
                  <a:lnTo>
                    <a:pt x="5906" y="9640"/>
                  </a:lnTo>
                  <a:lnTo>
                    <a:pt x="6262" y="9501"/>
                  </a:lnTo>
                  <a:lnTo>
                    <a:pt x="6598" y="9343"/>
                  </a:lnTo>
                  <a:lnTo>
                    <a:pt x="6914" y="9166"/>
                  </a:lnTo>
                  <a:lnTo>
                    <a:pt x="7190" y="8988"/>
                  </a:lnTo>
                  <a:lnTo>
                    <a:pt x="7427" y="8810"/>
                  </a:lnTo>
                  <a:lnTo>
                    <a:pt x="7644" y="8593"/>
                  </a:lnTo>
                  <a:lnTo>
                    <a:pt x="7842" y="8375"/>
                  </a:lnTo>
                  <a:lnTo>
                    <a:pt x="8000" y="8138"/>
                  </a:lnTo>
                  <a:lnTo>
                    <a:pt x="8158" y="7901"/>
                  </a:lnTo>
                  <a:lnTo>
                    <a:pt x="8276" y="7645"/>
                  </a:lnTo>
                  <a:lnTo>
                    <a:pt x="8375" y="7388"/>
                  </a:lnTo>
                  <a:lnTo>
                    <a:pt x="8474" y="7151"/>
                  </a:lnTo>
                  <a:lnTo>
                    <a:pt x="8533" y="6914"/>
                  </a:lnTo>
                  <a:lnTo>
                    <a:pt x="8652" y="6479"/>
                  </a:lnTo>
                  <a:lnTo>
                    <a:pt x="8691" y="6124"/>
                  </a:lnTo>
                  <a:lnTo>
                    <a:pt x="8731" y="5788"/>
                  </a:lnTo>
                  <a:lnTo>
                    <a:pt x="8731" y="5511"/>
                  </a:lnTo>
                  <a:lnTo>
                    <a:pt x="8711" y="5176"/>
                  </a:lnTo>
                  <a:lnTo>
                    <a:pt x="8671" y="4781"/>
                  </a:lnTo>
                  <a:lnTo>
                    <a:pt x="8612" y="4366"/>
                  </a:lnTo>
                  <a:lnTo>
                    <a:pt x="8533" y="3911"/>
                  </a:lnTo>
                  <a:lnTo>
                    <a:pt x="8434" y="3457"/>
                  </a:lnTo>
                  <a:lnTo>
                    <a:pt x="8316" y="2983"/>
                  </a:lnTo>
                  <a:lnTo>
                    <a:pt x="8158" y="2509"/>
                  </a:lnTo>
                  <a:lnTo>
                    <a:pt x="7980" y="2055"/>
                  </a:lnTo>
                  <a:lnTo>
                    <a:pt x="7783" y="1620"/>
                  </a:lnTo>
                  <a:lnTo>
                    <a:pt x="7546" y="1225"/>
                  </a:lnTo>
                  <a:lnTo>
                    <a:pt x="7427" y="1028"/>
                  </a:lnTo>
                  <a:lnTo>
                    <a:pt x="7289" y="870"/>
                  </a:lnTo>
                  <a:lnTo>
                    <a:pt x="7151" y="692"/>
                  </a:lnTo>
                  <a:lnTo>
                    <a:pt x="6993" y="554"/>
                  </a:lnTo>
                  <a:lnTo>
                    <a:pt x="6835" y="415"/>
                  </a:lnTo>
                  <a:lnTo>
                    <a:pt x="6657" y="297"/>
                  </a:lnTo>
                  <a:lnTo>
                    <a:pt x="6499" y="198"/>
                  </a:lnTo>
                  <a:lnTo>
                    <a:pt x="6301" y="119"/>
                  </a:lnTo>
                  <a:lnTo>
                    <a:pt x="6104" y="60"/>
                  </a:lnTo>
                  <a:lnTo>
                    <a:pt x="5906" y="20"/>
                  </a:lnTo>
                  <a:lnTo>
                    <a:pt x="54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1" name="Google Shape;8921;p34"/>
            <p:cNvSpPr/>
            <p:nvPr/>
          </p:nvSpPr>
          <p:spPr>
            <a:xfrm>
              <a:off x="8877422" y="2391283"/>
              <a:ext cx="298429" cy="281476"/>
            </a:xfrm>
            <a:custGeom>
              <a:rect b="b" l="l" r="r" t="t"/>
              <a:pathLst>
                <a:path extrusionOk="0" h="7863" w="8336">
                  <a:moveTo>
                    <a:pt x="5195" y="1"/>
                  </a:moveTo>
                  <a:lnTo>
                    <a:pt x="4070" y="1008"/>
                  </a:lnTo>
                  <a:lnTo>
                    <a:pt x="1" y="7309"/>
                  </a:lnTo>
                  <a:lnTo>
                    <a:pt x="40" y="7368"/>
                  </a:lnTo>
                  <a:lnTo>
                    <a:pt x="178" y="7487"/>
                  </a:lnTo>
                  <a:lnTo>
                    <a:pt x="277" y="7566"/>
                  </a:lnTo>
                  <a:lnTo>
                    <a:pt x="396" y="7625"/>
                  </a:lnTo>
                  <a:lnTo>
                    <a:pt x="514" y="7665"/>
                  </a:lnTo>
                  <a:lnTo>
                    <a:pt x="633" y="7665"/>
                  </a:lnTo>
                  <a:lnTo>
                    <a:pt x="830" y="7645"/>
                  </a:lnTo>
                  <a:lnTo>
                    <a:pt x="1126" y="7566"/>
                  </a:lnTo>
                  <a:lnTo>
                    <a:pt x="1502" y="7467"/>
                  </a:lnTo>
                  <a:lnTo>
                    <a:pt x="1917" y="7309"/>
                  </a:lnTo>
                  <a:lnTo>
                    <a:pt x="2351" y="7131"/>
                  </a:lnTo>
                  <a:lnTo>
                    <a:pt x="2786" y="6954"/>
                  </a:lnTo>
                  <a:lnTo>
                    <a:pt x="3161" y="6736"/>
                  </a:lnTo>
                  <a:lnTo>
                    <a:pt x="3319" y="6638"/>
                  </a:lnTo>
                  <a:lnTo>
                    <a:pt x="3457" y="6539"/>
                  </a:lnTo>
                  <a:lnTo>
                    <a:pt x="3734" y="6302"/>
                  </a:lnTo>
                  <a:lnTo>
                    <a:pt x="4050" y="6005"/>
                  </a:lnTo>
                  <a:lnTo>
                    <a:pt x="4386" y="5670"/>
                  </a:lnTo>
                  <a:lnTo>
                    <a:pt x="4721" y="5255"/>
                  </a:lnTo>
                  <a:lnTo>
                    <a:pt x="4781" y="5512"/>
                  </a:lnTo>
                  <a:lnTo>
                    <a:pt x="4860" y="5749"/>
                  </a:lnTo>
                  <a:lnTo>
                    <a:pt x="4958" y="5986"/>
                  </a:lnTo>
                  <a:lnTo>
                    <a:pt x="5077" y="6223"/>
                  </a:lnTo>
                  <a:lnTo>
                    <a:pt x="5215" y="6440"/>
                  </a:lnTo>
                  <a:lnTo>
                    <a:pt x="5353" y="6638"/>
                  </a:lnTo>
                  <a:lnTo>
                    <a:pt x="5531" y="6815"/>
                  </a:lnTo>
                  <a:lnTo>
                    <a:pt x="5729" y="6993"/>
                  </a:lnTo>
                  <a:lnTo>
                    <a:pt x="5906" y="7131"/>
                  </a:lnTo>
                  <a:lnTo>
                    <a:pt x="6104" y="7250"/>
                  </a:lnTo>
                  <a:lnTo>
                    <a:pt x="6302" y="7349"/>
                  </a:lnTo>
                  <a:lnTo>
                    <a:pt x="6499" y="7447"/>
                  </a:lnTo>
                  <a:lnTo>
                    <a:pt x="6914" y="7605"/>
                  </a:lnTo>
                  <a:lnTo>
                    <a:pt x="7309" y="7704"/>
                  </a:lnTo>
                  <a:lnTo>
                    <a:pt x="7645" y="7783"/>
                  </a:lnTo>
                  <a:lnTo>
                    <a:pt x="7921" y="7842"/>
                  </a:lnTo>
                  <a:lnTo>
                    <a:pt x="8178" y="7862"/>
                  </a:lnTo>
                  <a:lnTo>
                    <a:pt x="8336" y="7487"/>
                  </a:lnTo>
                  <a:lnTo>
                    <a:pt x="8316" y="7349"/>
                  </a:lnTo>
                  <a:lnTo>
                    <a:pt x="8020" y="1719"/>
                  </a:lnTo>
                  <a:lnTo>
                    <a:pt x="5195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2" name="Google Shape;8922;p34"/>
            <p:cNvSpPr/>
            <p:nvPr/>
          </p:nvSpPr>
          <p:spPr>
            <a:xfrm>
              <a:off x="8979948" y="2101392"/>
              <a:ext cx="288548" cy="335888"/>
            </a:xfrm>
            <a:custGeom>
              <a:rect b="b" l="l" r="r" t="t"/>
              <a:pathLst>
                <a:path extrusionOk="0" h="9383" w="8060">
                  <a:moveTo>
                    <a:pt x="3536" y="0"/>
                  </a:moveTo>
                  <a:lnTo>
                    <a:pt x="3319" y="20"/>
                  </a:lnTo>
                  <a:lnTo>
                    <a:pt x="3082" y="40"/>
                  </a:lnTo>
                  <a:lnTo>
                    <a:pt x="2845" y="99"/>
                  </a:lnTo>
                  <a:lnTo>
                    <a:pt x="2588" y="178"/>
                  </a:lnTo>
                  <a:lnTo>
                    <a:pt x="2331" y="277"/>
                  </a:lnTo>
                  <a:lnTo>
                    <a:pt x="2094" y="395"/>
                  </a:lnTo>
                  <a:lnTo>
                    <a:pt x="1838" y="514"/>
                  </a:lnTo>
                  <a:lnTo>
                    <a:pt x="1581" y="672"/>
                  </a:lnTo>
                  <a:lnTo>
                    <a:pt x="1344" y="830"/>
                  </a:lnTo>
                  <a:lnTo>
                    <a:pt x="1127" y="1008"/>
                  </a:lnTo>
                  <a:lnTo>
                    <a:pt x="909" y="1186"/>
                  </a:lnTo>
                  <a:lnTo>
                    <a:pt x="731" y="1363"/>
                  </a:lnTo>
                  <a:lnTo>
                    <a:pt x="554" y="1561"/>
                  </a:lnTo>
                  <a:lnTo>
                    <a:pt x="415" y="1778"/>
                  </a:lnTo>
                  <a:lnTo>
                    <a:pt x="297" y="1976"/>
                  </a:lnTo>
                  <a:lnTo>
                    <a:pt x="198" y="2193"/>
                  </a:lnTo>
                  <a:lnTo>
                    <a:pt x="80" y="2568"/>
                  </a:lnTo>
                  <a:lnTo>
                    <a:pt x="20" y="2884"/>
                  </a:lnTo>
                  <a:lnTo>
                    <a:pt x="1" y="3161"/>
                  </a:lnTo>
                  <a:lnTo>
                    <a:pt x="1" y="3358"/>
                  </a:lnTo>
                  <a:lnTo>
                    <a:pt x="20" y="3516"/>
                  </a:lnTo>
                  <a:lnTo>
                    <a:pt x="40" y="3635"/>
                  </a:lnTo>
                  <a:lnTo>
                    <a:pt x="80" y="3714"/>
                  </a:lnTo>
                  <a:lnTo>
                    <a:pt x="178" y="4089"/>
                  </a:lnTo>
                  <a:lnTo>
                    <a:pt x="376" y="4701"/>
                  </a:lnTo>
                  <a:lnTo>
                    <a:pt x="652" y="5472"/>
                  </a:lnTo>
                  <a:lnTo>
                    <a:pt x="810" y="5906"/>
                  </a:lnTo>
                  <a:lnTo>
                    <a:pt x="1008" y="6341"/>
                  </a:lnTo>
                  <a:lnTo>
                    <a:pt x="1206" y="6775"/>
                  </a:lnTo>
                  <a:lnTo>
                    <a:pt x="1423" y="7210"/>
                  </a:lnTo>
                  <a:lnTo>
                    <a:pt x="1660" y="7625"/>
                  </a:lnTo>
                  <a:lnTo>
                    <a:pt x="1917" y="8000"/>
                  </a:lnTo>
                  <a:lnTo>
                    <a:pt x="2173" y="8356"/>
                  </a:lnTo>
                  <a:lnTo>
                    <a:pt x="2450" y="8652"/>
                  </a:lnTo>
                  <a:lnTo>
                    <a:pt x="2588" y="8790"/>
                  </a:lnTo>
                  <a:lnTo>
                    <a:pt x="2726" y="8909"/>
                  </a:lnTo>
                  <a:lnTo>
                    <a:pt x="2884" y="9007"/>
                  </a:lnTo>
                  <a:lnTo>
                    <a:pt x="3042" y="9106"/>
                  </a:lnTo>
                  <a:lnTo>
                    <a:pt x="3181" y="9165"/>
                  </a:lnTo>
                  <a:lnTo>
                    <a:pt x="3358" y="9225"/>
                  </a:lnTo>
                  <a:lnTo>
                    <a:pt x="3694" y="9323"/>
                  </a:lnTo>
                  <a:lnTo>
                    <a:pt x="4050" y="9363"/>
                  </a:lnTo>
                  <a:lnTo>
                    <a:pt x="4425" y="9383"/>
                  </a:lnTo>
                  <a:lnTo>
                    <a:pt x="4800" y="9343"/>
                  </a:lnTo>
                  <a:lnTo>
                    <a:pt x="5176" y="9304"/>
                  </a:lnTo>
                  <a:lnTo>
                    <a:pt x="5551" y="9205"/>
                  </a:lnTo>
                  <a:lnTo>
                    <a:pt x="5926" y="9106"/>
                  </a:lnTo>
                  <a:lnTo>
                    <a:pt x="6262" y="8968"/>
                  </a:lnTo>
                  <a:lnTo>
                    <a:pt x="6598" y="8810"/>
                  </a:lnTo>
                  <a:lnTo>
                    <a:pt x="6894" y="8652"/>
                  </a:lnTo>
                  <a:lnTo>
                    <a:pt x="7171" y="8474"/>
                  </a:lnTo>
                  <a:lnTo>
                    <a:pt x="7408" y="8277"/>
                  </a:lnTo>
                  <a:lnTo>
                    <a:pt x="7605" y="8059"/>
                  </a:lnTo>
                  <a:lnTo>
                    <a:pt x="7763" y="7842"/>
                  </a:lnTo>
                  <a:lnTo>
                    <a:pt x="7822" y="7743"/>
                  </a:lnTo>
                  <a:lnTo>
                    <a:pt x="7862" y="7645"/>
                  </a:lnTo>
                  <a:lnTo>
                    <a:pt x="7921" y="7407"/>
                  </a:lnTo>
                  <a:lnTo>
                    <a:pt x="7980" y="7151"/>
                  </a:lnTo>
                  <a:lnTo>
                    <a:pt x="8020" y="6874"/>
                  </a:lnTo>
                  <a:lnTo>
                    <a:pt x="8040" y="6578"/>
                  </a:lnTo>
                  <a:lnTo>
                    <a:pt x="8059" y="6262"/>
                  </a:lnTo>
                  <a:lnTo>
                    <a:pt x="8059" y="5926"/>
                  </a:lnTo>
                  <a:lnTo>
                    <a:pt x="8059" y="5571"/>
                  </a:lnTo>
                  <a:lnTo>
                    <a:pt x="8020" y="5235"/>
                  </a:lnTo>
                  <a:lnTo>
                    <a:pt x="7980" y="4879"/>
                  </a:lnTo>
                  <a:lnTo>
                    <a:pt x="7921" y="4504"/>
                  </a:lnTo>
                  <a:lnTo>
                    <a:pt x="7862" y="4148"/>
                  </a:lnTo>
                  <a:lnTo>
                    <a:pt x="7763" y="3793"/>
                  </a:lnTo>
                  <a:lnTo>
                    <a:pt x="7645" y="3457"/>
                  </a:lnTo>
                  <a:lnTo>
                    <a:pt x="7526" y="3121"/>
                  </a:lnTo>
                  <a:lnTo>
                    <a:pt x="7368" y="2786"/>
                  </a:lnTo>
                  <a:lnTo>
                    <a:pt x="7210" y="2469"/>
                  </a:lnTo>
                  <a:lnTo>
                    <a:pt x="7013" y="2193"/>
                  </a:lnTo>
                  <a:lnTo>
                    <a:pt x="6815" y="1916"/>
                  </a:lnTo>
                  <a:lnTo>
                    <a:pt x="6598" y="1660"/>
                  </a:lnTo>
                  <a:lnTo>
                    <a:pt x="6381" y="1423"/>
                  </a:lnTo>
                  <a:lnTo>
                    <a:pt x="6163" y="1205"/>
                  </a:lnTo>
                  <a:lnTo>
                    <a:pt x="5926" y="1008"/>
                  </a:lnTo>
                  <a:lnTo>
                    <a:pt x="5669" y="810"/>
                  </a:lnTo>
                  <a:lnTo>
                    <a:pt x="5432" y="652"/>
                  </a:lnTo>
                  <a:lnTo>
                    <a:pt x="5195" y="514"/>
                  </a:lnTo>
                  <a:lnTo>
                    <a:pt x="4939" y="376"/>
                  </a:lnTo>
                  <a:lnTo>
                    <a:pt x="4702" y="277"/>
                  </a:lnTo>
                  <a:lnTo>
                    <a:pt x="4445" y="178"/>
                  </a:lnTo>
                  <a:lnTo>
                    <a:pt x="4208" y="119"/>
                  </a:lnTo>
                  <a:lnTo>
                    <a:pt x="3971" y="60"/>
                  </a:lnTo>
                  <a:lnTo>
                    <a:pt x="3754" y="20"/>
                  </a:lnTo>
                  <a:lnTo>
                    <a:pt x="35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3" name="Google Shape;8923;p34"/>
            <p:cNvSpPr/>
            <p:nvPr/>
          </p:nvSpPr>
          <p:spPr>
            <a:xfrm>
              <a:off x="8997632" y="2126128"/>
              <a:ext cx="217127" cy="268732"/>
            </a:xfrm>
            <a:custGeom>
              <a:rect b="b" l="l" r="r" t="t"/>
              <a:pathLst>
                <a:path extrusionOk="0" h="7507" w="6065">
                  <a:moveTo>
                    <a:pt x="3141" y="1"/>
                  </a:moveTo>
                  <a:lnTo>
                    <a:pt x="2944" y="21"/>
                  </a:lnTo>
                  <a:lnTo>
                    <a:pt x="2746" y="60"/>
                  </a:lnTo>
                  <a:lnTo>
                    <a:pt x="2529" y="119"/>
                  </a:lnTo>
                  <a:lnTo>
                    <a:pt x="2331" y="179"/>
                  </a:lnTo>
                  <a:lnTo>
                    <a:pt x="1897" y="337"/>
                  </a:lnTo>
                  <a:lnTo>
                    <a:pt x="1462" y="534"/>
                  </a:lnTo>
                  <a:lnTo>
                    <a:pt x="1245" y="653"/>
                  </a:lnTo>
                  <a:lnTo>
                    <a:pt x="1047" y="791"/>
                  </a:lnTo>
                  <a:lnTo>
                    <a:pt x="870" y="949"/>
                  </a:lnTo>
                  <a:lnTo>
                    <a:pt x="712" y="1107"/>
                  </a:lnTo>
                  <a:lnTo>
                    <a:pt x="573" y="1285"/>
                  </a:lnTo>
                  <a:lnTo>
                    <a:pt x="455" y="1462"/>
                  </a:lnTo>
                  <a:lnTo>
                    <a:pt x="356" y="1660"/>
                  </a:lnTo>
                  <a:lnTo>
                    <a:pt x="277" y="1857"/>
                  </a:lnTo>
                  <a:lnTo>
                    <a:pt x="198" y="2055"/>
                  </a:lnTo>
                  <a:lnTo>
                    <a:pt x="139" y="2253"/>
                  </a:lnTo>
                  <a:lnTo>
                    <a:pt x="60" y="2667"/>
                  </a:lnTo>
                  <a:lnTo>
                    <a:pt x="20" y="3062"/>
                  </a:lnTo>
                  <a:lnTo>
                    <a:pt x="0" y="3418"/>
                  </a:lnTo>
                  <a:lnTo>
                    <a:pt x="20" y="3793"/>
                  </a:lnTo>
                  <a:lnTo>
                    <a:pt x="99" y="4228"/>
                  </a:lnTo>
                  <a:lnTo>
                    <a:pt x="218" y="4662"/>
                  </a:lnTo>
                  <a:lnTo>
                    <a:pt x="297" y="4899"/>
                  </a:lnTo>
                  <a:lnTo>
                    <a:pt x="395" y="5117"/>
                  </a:lnTo>
                  <a:lnTo>
                    <a:pt x="494" y="5354"/>
                  </a:lnTo>
                  <a:lnTo>
                    <a:pt x="613" y="5571"/>
                  </a:lnTo>
                  <a:lnTo>
                    <a:pt x="751" y="5788"/>
                  </a:lnTo>
                  <a:lnTo>
                    <a:pt x="889" y="5986"/>
                  </a:lnTo>
                  <a:lnTo>
                    <a:pt x="1047" y="6183"/>
                  </a:lnTo>
                  <a:lnTo>
                    <a:pt x="1205" y="6361"/>
                  </a:lnTo>
                  <a:lnTo>
                    <a:pt x="1383" y="6539"/>
                  </a:lnTo>
                  <a:lnTo>
                    <a:pt x="1581" y="6697"/>
                  </a:lnTo>
                  <a:lnTo>
                    <a:pt x="1778" y="6835"/>
                  </a:lnTo>
                  <a:lnTo>
                    <a:pt x="1995" y="6954"/>
                  </a:lnTo>
                  <a:lnTo>
                    <a:pt x="2193" y="7052"/>
                  </a:lnTo>
                  <a:lnTo>
                    <a:pt x="2390" y="7151"/>
                  </a:lnTo>
                  <a:lnTo>
                    <a:pt x="2766" y="7309"/>
                  </a:lnTo>
                  <a:lnTo>
                    <a:pt x="3141" y="7408"/>
                  </a:lnTo>
                  <a:lnTo>
                    <a:pt x="3497" y="7467"/>
                  </a:lnTo>
                  <a:lnTo>
                    <a:pt x="3832" y="7507"/>
                  </a:lnTo>
                  <a:lnTo>
                    <a:pt x="4366" y="7507"/>
                  </a:lnTo>
                  <a:lnTo>
                    <a:pt x="4622" y="7467"/>
                  </a:lnTo>
                  <a:lnTo>
                    <a:pt x="4899" y="7388"/>
                  </a:lnTo>
                  <a:lnTo>
                    <a:pt x="5175" y="7270"/>
                  </a:lnTo>
                  <a:lnTo>
                    <a:pt x="5452" y="7131"/>
                  </a:lnTo>
                  <a:lnTo>
                    <a:pt x="5689" y="6993"/>
                  </a:lnTo>
                  <a:lnTo>
                    <a:pt x="5887" y="6875"/>
                  </a:lnTo>
                  <a:lnTo>
                    <a:pt x="6005" y="6756"/>
                  </a:lnTo>
                  <a:lnTo>
                    <a:pt x="6045" y="6716"/>
                  </a:lnTo>
                  <a:lnTo>
                    <a:pt x="6064" y="6697"/>
                  </a:lnTo>
                  <a:lnTo>
                    <a:pt x="6045" y="6657"/>
                  </a:lnTo>
                  <a:lnTo>
                    <a:pt x="6025" y="6618"/>
                  </a:lnTo>
                  <a:lnTo>
                    <a:pt x="5985" y="6598"/>
                  </a:lnTo>
                  <a:lnTo>
                    <a:pt x="5926" y="6598"/>
                  </a:lnTo>
                  <a:lnTo>
                    <a:pt x="5827" y="6618"/>
                  </a:lnTo>
                  <a:lnTo>
                    <a:pt x="5729" y="6657"/>
                  </a:lnTo>
                  <a:lnTo>
                    <a:pt x="5432" y="6795"/>
                  </a:lnTo>
                  <a:lnTo>
                    <a:pt x="5235" y="6894"/>
                  </a:lnTo>
                  <a:lnTo>
                    <a:pt x="4978" y="6973"/>
                  </a:lnTo>
                  <a:lnTo>
                    <a:pt x="4662" y="7052"/>
                  </a:lnTo>
                  <a:lnTo>
                    <a:pt x="4306" y="7112"/>
                  </a:lnTo>
                  <a:lnTo>
                    <a:pt x="3931" y="7131"/>
                  </a:lnTo>
                  <a:lnTo>
                    <a:pt x="3536" y="7131"/>
                  </a:lnTo>
                  <a:lnTo>
                    <a:pt x="3339" y="7112"/>
                  </a:lnTo>
                  <a:lnTo>
                    <a:pt x="3141" y="7072"/>
                  </a:lnTo>
                  <a:lnTo>
                    <a:pt x="2944" y="7013"/>
                  </a:lnTo>
                  <a:lnTo>
                    <a:pt x="2746" y="6954"/>
                  </a:lnTo>
                  <a:lnTo>
                    <a:pt x="2371" y="6795"/>
                  </a:lnTo>
                  <a:lnTo>
                    <a:pt x="2035" y="6578"/>
                  </a:lnTo>
                  <a:lnTo>
                    <a:pt x="1719" y="6361"/>
                  </a:lnTo>
                  <a:lnTo>
                    <a:pt x="1442" y="6104"/>
                  </a:lnTo>
                  <a:lnTo>
                    <a:pt x="1205" y="5808"/>
                  </a:lnTo>
                  <a:lnTo>
                    <a:pt x="988" y="5512"/>
                  </a:lnTo>
                  <a:lnTo>
                    <a:pt x="791" y="5176"/>
                  </a:lnTo>
                  <a:lnTo>
                    <a:pt x="652" y="4840"/>
                  </a:lnTo>
                  <a:lnTo>
                    <a:pt x="534" y="4504"/>
                  </a:lnTo>
                  <a:lnTo>
                    <a:pt x="435" y="4168"/>
                  </a:lnTo>
                  <a:lnTo>
                    <a:pt x="376" y="3813"/>
                  </a:lnTo>
                  <a:lnTo>
                    <a:pt x="356" y="3477"/>
                  </a:lnTo>
                  <a:lnTo>
                    <a:pt x="376" y="3122"/>
                  </a:lnTo>
                  <a:lnTo>
                    <a:pt x="415" y="2786"/>
                  </a:lnTo>
                  <a:lnTo>
                    <a:pt x="475" y="2430"/>
                  </a:lnTo>
                  <a:lnTo>
                    <a:pt x="573" y="2095"/>
                  </a:lnTo>
                  <a:lnTo>
                    <a:pt x="652" y="1917"/>
                  </a:lnTo>
                  <a:lnTo>
                    <a:pt x="751" y="1739"/>
                  </a:lnTo>
                  <a:lnTo>
                    <a:pt x="889" y="1561"/>
                  </a:lnTo>
                  <a:lnTo>
                    <a:pt x="1028" y="1383"/>
                  </a:lnTo>
                  <a:lnTo>
                    <a:pt x="1205" y="1206"/>
                  </a:lnTo>
                  <a:lnTo>
                    <a:pt x="1383" y="1048"/>
                  </a:lnTo>
                  <a:lnTo>
                    <a:pt x="1600" y="890"/>
                  </a:lnTo>
                  <a:lnTo>
                    <a:pt x="1818" y="751"/>
                  </a:lnTo>
                  <a:lnTo>
                    <a:pt x="2055" y="633"/>
                  </a:lnTo>
                  <a:lnTo>
                    <a:pt x="2292" y="534"/>
                  </a:lnTo>
                  <a:lnTo>
                    <a:pt x="2548" y="455"/>
                  </a:lnTo>
                  <a:lnTo>
                    <a:pt x="2805" y="416"/>
                  </a:lnTo>
                  <a:lnTo>
                    <a:pt x="3082" y="396"/>
                  </a:lnTo>
                  <a:lnTo>
                    <a:pt x="3358" y="435"/>
                  </a:lnTo>
                  <a:lnTo>
                    <a:pt x="3635" y="495"/>
                  </a:lnTo>
                  <a:lnTo>
                    <a:pt x="3911" y="613"/>
                  </a:lnTo>
                  <a:lnTo>
                    <a:pt x="4188" y="751"/>
                  </a:lnTo>
                  <a:lnTo>
                    <a:pt x="4425" y="949"/>
                  </a:lnTo>
                  <a:lnTo>
                    <a:pt x="4642" y="1166"/>
                  </a:lnTo>
                  <a:lnTo>
                    <a:pt x="4840" y="1403"/>
                  </a:lnTo>
                  <a:lnTo>
                    <a:pt x="4998" y="1660"/>
                  </a:lnTo>
                  <a:lnTo>
                    <a:pt x="5156" y="1936"/>
                  </a:lnTo>
                  <a:lnTo>
                    <a:pt x="5274" y="2213"/>
                  </a:lnTo>
                  <a:lnTo>
                    <a:pt x="5373" y="2509"/>
                  </a:lnTo>
                  <a:lnTo>
                    <a:pt x="5452" y="2806"/>
                  </a:lnTo>
                  <a:lnTo>
                    <a:pt x="5511" y="3102"/>
                  </a:lnTo>
                  <a:lnTo>
                    <a:pt x="5551" y="3378"/>
                  </a:lnTo>
                  <a:lnTo>
                    <a:pt x="5571" y="3655"/>
                  </a:lnTo>
                  <a:lnTo>
                    <a:pt x="5571" y="3912"/>
                  </a:lnTo>
                  <a:lnTo>
                    <a:pt x="5551" y="4149"/>
                  </a:lnTo>
                  <a:lnTo>
                    <a:pt x="5531" y="4366"/>
                  </a:lnTo>
                  <a:lnTo>
                    <a:pt x="5472" y="4564"/>
                  </a:lnTo>
                  <a:lnTo>
                    <a:pt x="5393" y="4722"/>
                  </a:lnTo>
                  <a:lnTo>
                    <a:pt x="5294" y="4899"/>
                  </a:lnTo>
                  <a:lnTo>
                    <a:pt x="5156" y="5057"/>
                  </a:lnTo>
                  <a:lnTo>
                    <a:pt x="5017" y="5215"/>
                  </a:lnTo>
                  <a:lnTo>
                    <a:pt x="4840" y="5354"/>
                  </a:lnTo>
                  <a:lnTo>
                    <a:pt x="4642" y="5492"/>
                  </a:lnTo>
                  <a:lnTo>
                    <a:pt x="4445" y="5591"/>
                  </a:lnTo>
                  <a:lnTo>
                    <a:pt x="4247" y="5689"/>
                  </a:lnTo>
                  <a:lnTo>
                    <a:pt x="4030" y="5768"/>
                  </a:lnTo>
                  <a:lnTo>
                    <a:pt x="3793" y="5828"/>
                  </a:lnTo>
                  <a:lnTo>
                    <a:pt x="3576" y="5847"/>
                  </a:lnTo>
                  <a:lnTo>
                    <a:pt x="3358" y="5847"/>
                  </a:lnTo>
                  <a:lnTo>
                    <a:pt x="3161" y="5808"/>
                  </a:lnTo>
                  <a:lnTo>
                    <a:pt x="2944" y="5749"/>
                  </a:lnTo>
                  <a:lnTo>
                    <a:pt x="2766" y="5630"/>
                  </a:lnTo>
                  <a:lnTo>
                    <a:pt x="2588" y="5492"/>
                  </a:lnTo>
                  <a:lnTo>
                    <a:pt x="2430" y="5314"/>
                  </a:lnTo>
                  <a:lnTo>
                    <a:pt x="2311" y="5117"/>
                  </a:lnTo>
                  <a:lnTo>
                    <a:pt x="2213" y="4919"/>
                  </a:lnTo>
                  <a:lnTo>
                    <a:pt x="2134" y="4702"/>
                  </a:lnTo>
                  <a:lnTo>
                    <a:pt x="2074" y="4465"/>
                  </a:lnTo>
                  <a:lnTo>
                    <a:pt x="2035" y="4228"/>
                  </a:lnTo>
                  <a:lnTo>
                    <a:pt x="2015" y="4010"/>
                  </a:lnTo>
                  <a:lnTo>
                    <a:pt x="2035" y="3773"/>
                  </a:lnTo>
                  <a:lnTo>
                    <a:pt x="2055" y="3576"/>
                  </a:lnTo>
                  <a:lnTo>
                    <a:pt x="2114" y="3378"/>
                  </a:lnTo>
                  <a:lnTo>
                    <a:pt x="2173" y="3201"/>
                  </a:lnTo>
                  <a:lnTo>
                    <a:pt x="2272" y="3043"/>
                  </a:lnTo>
                  <a:lnTo>
                    <a:pt x="2371" y="2904"/>
                  </a:lnTo>
                  <a:lnTo>
                    <a:pt x="2489" y="2825"/>
                  </a:lnTo>
                  <a:lnTo>
                    <a:pt x="2627" y="2766"/>
                  </a:lnTo>
                  <a:lnTo>
                    <a:pt x="2785" y="2746"/>
                  </a:lnTo>
                  <a:lnTo>
                    <a:pt x="2944" y="2766"/>
                  </a:lnTo>
                  <a:lnTo>
                    <a:pt x="3082" y="2786"/>
                  </a:lnTo>
                  <a:lnTo>
                    <a:pt x="3200" y="2825"/>
                  </a:lnTo>
                  <a:lnTo>
                    <a:pt x="3319" y="2885"/>
                  </a:lnTo>
                  <a:lnTo>
                    <a:pt x="3398" y="2964"/>
                  </a:lnTo>
                  <a:lnTo>
                    <a:pt x="3497" y="3023"/>
                  </a:lnTo>
                  <a:lnTo>
                    <a:pt x="3635" y="3181"/>
                  </a:lnTo>
                  <a:lnTo>
                    <a:pt x="3734" y="3339"/>
                  </a:lnTo>
                  <a:lnTo>
                    <a:pt x="3793" y="3457"/>
                  </a:lnTo>
                  <a:lnTo>
                    <a:pt x="3852" y="3536"/>
                  </a:lnTo>
                  <a:lnTo>
                    <a:pt x="3872" y="3556"/>
                  </a:lnTo>
                  <a:lnTo>
                    <a:pt x="3892" y="3556"/>
                  </a:lnTo>
                  <a:lnTo>
                    <a:pt x="3911" y="3536"/>
                  </a:lnTo>
                  <a:lnTo>
                    <a:pt x="3931" y="3497"/>
                  </a:lnTo>
                  <a:lnTo>
                    <a:pt x="3951" y="3398"/>
                  </a:lnTo>
                  <a:lnTo>
                    <a:pt x="3931" y="3260"/>
                  </a:lnTo>
                  <a:lnTo>
                    <a:pt x="3892" y="3102"/>
                  </a:lnTo>
                  <a:lnTo>
                    <a:pt x="3813" y="2964"/>
                  </a:lnTo>
                  <a:lnTo>
                    <a:pt x="3694" y="2806"/>
                  </a:lnTo>
                  <a:lnTo>
                    <a:pt x="3536" y="2667"/>
                  </a:lnTo>
                  <a:lnTo>
                    <a:pt x="3437" y="2608"/>
                  </a:lnTo>
                  <a:lnTo>
                    <a:pt x="3339" y="2549"/>
                  </a:lnTo>
                  <a:lnTo>
                    <a:pt x="3121" y="2470"/>
                  </a:lnTo>
                  <a:lnTo>
                    <a:pt x="2904" y="2430"/>
                  </a:lnTo>
                  <a:lnTo>
                    <a:pt x="2706" y="2430"/>
                  </a:lnTo>
                  <a:lnTo>
                    <a:pt x="2529" y="2470"/>
                  </a:lnTo>
                  <a:lnTo>
                    <a:pt x="2351" y="2549"/>
                  </a:lnTo>
                  <a:lnTo>
                    <a:pt x="2173" y="2667"/>
                  </a:lnTo>
                  <a:lnTo>
                    <a:pt x="2015" y="2845"/>
                  </a:lnTo>
                  <a:lnTo>
                    <a:pt x="1877" y="3062"/>
                  </a:lnTo>
                  <a:lnTo>
                    <a:pt x="1818" y="3201"/>
                  </a:lnTo>
                  <a:lnTo>
                    <a:pt x="1758" y="3339"/>
                  </a:lnTo>
                  <a:lnTo>
                    <a:pt x="1679" y="3655"/>
                  </a:lnTo>
                  <a:lnTo>
                    <a:pt x="1640" y="3813"/>
                  </a:lnTo>
                  <a:lnTo>
                    <a:pt x="1640" y="3991"/>
                  </a:lnTo>
                  <a:lnTo>
                    <a:pt x="1620" y="4168"/>
                  </a:lnTo>
                  <a:lnTo>
                    <a:pt x="1640" y="4346"/>
                  </a:lnTo>
                  <a:lnTo>
                    <a:pt x="1660" y="4524"/>
                  </a:lnTo>
                  <a:lnTo>
                    <a:pt x="1699" y="4702"/>
                  </a:lnTo>
                  <a:lnTo>
                    <a:pt x="1758" y="4880"/>
                  </a:lnTo>
                  <a:lnTo>
                    <a:pt x="1837" y="5038"/>
                  </a:lnTo>
                  <a:lnTo>
                    <a:pt x="1916" y="5196"/>
                  </a:lnTo>
                  <a:lnTo>
                    <a:pt x="2015" y="5354"/>
                  </a:lnTo>
                  <a:lnTo>
                    <a:pt x="2153" y="5492"/>
                  </a:lnTo>
                  <a:lnTo>
                    <a:pt x="2292" y="5630"/>
                  </a:lnTo>
                  <a:lnTo>
                    <a:pt x="2450" y="5729"/>
                  </a:lnTo>
                  <a:lnTo>
                    <a:pt x="2608" y="5828"/>
                  </a:lnTo>
                  <a:lnTo>
                    <a:pt x="2746" y="5907"/>
                  </a:lnTo>
                  <a:lnTo>
                    <a:pt x="2884" y="5966"/>
                  </a:lnTo>
                  <a:lnTo>
                    <a:pt x="3023" y="6005"/>
                  </a:lnTo>
                  <a:lnTo>
                    <a:pt x="3141" y="6045"/>
                  </a:lnTo>
                  <a:lnTo>
                    <a:pt x="3279" y="6065"/>
                  </a:lnTo>
                  <a:lnTo>
                    <a:pt x="3418" y="6065"/>
                  </a:lnTo>
                  <a:lnTo>
                    <a:pt x="3655" y="6045"/>
                  </a:lnTo>
                  <a:lnTo>
                    <a:pt x="3911" y="5986"/>
                  </a:lnTo>
                  <a:lnTo>
                    <a:pt x="4188" y="5907"/>
                  </a:lnTo>
                  <a:lnTo>
                    <a:pt x="4464" y="5828"/>
                  </a:lnTo>
                  <a:lnTo>
                    <a:pt x="4761" y="5709"/>
                  </a:lnTo>
                  <a:lnTo>
                    <a:pt x="5017" y="5571"/>
                  </a:lnTo>
                  <a:lnTo>
                    <a:pt x="5254" y="5373"/>
                  </a:lnTo>
                  <a:lnTo>
                    <a:pt x="5353" y="5275"/>
                  </a:lnTo>
                  <a:lnTo>
                    <a:pt x="5452" y="5156"/>
                  </a:lnTo>
                  <a:lnTo>
                    <a:pt x="5551" y="5038"/>
                  </a:lnTo>
                  <a:lnTo>
                    <a:pt x="5630" y="4899"/>
                  </a:lnTo>
                  <a:lnTo>
                    <a:pt x="5709" y="4761"/>
                  </a:lnTo>
                  <a:lnTo>
                    <a:pt x="5768" y="4603"/>
                  </a:lnTo>
                  <a:lnTo>
                    <a:pt x="5808" y="4445"/>
                  </a:lnTo>
                  <a:lnTo>
                    <a:pt x="5847" y="4267"/>
                  </a:lnTo>
                  <a:lnTo>
                    <a:pt x="5887" y="4070"/>
                  </a:lnTo>
                  <a:lnTo>
                    <a:pt x="5887" y="3872"/>
                  </a:lnTo>
                  <a:lnTo>
                    <a:pt x="5887" y="3457"/>
                  </a:lnTo>
                  <a:lnTo>
                    <a:pt x="5867" y="3003"/>
                  </a:lnTo>
                  <a:lnTo>
                    <a:pt x="5788" y="2569"/>
                  </a:lnTo>
                  <a:lnTo>
                    <a:pt x="5748" y="2332"/>
                  </a:lnTo>
                  <a:lnTo>
                    <a:pt x="5669" y="2114"/>
                  </a:lnTo>
                  <a:lnTo>
                    <a:pt x="5610" y="1897"/>
                  </a:lnTo>
                  <a:lnTo>
                    <a:pt x="5511" y="1680"/>
                  </a:lnTo>
                  <a:lnTo>
                    <a:pt x="5413" y="1462"/>
                  </a:lnTo>
                  <a:lnTo>
                    <a:pt x="5294" y="1265"/>
                  </a:lnTo>
                  <a:lnTo>
                    <a:pt x="5156" y="1067"/>
                  </a:lnTo>
                  <a:lnTo>
                    <a:pt x="5017" y="890"/>
                  </a:lnTo>
                  <a:lnTo>
                    <a:pt x="4840" y="712"/>
                  </a:lnTo>
                  <a:lnTo>
                    <a:pt x="4662" y="534"/>
                  </a:lnTo>
                  <a:lnTo>
                    <a:pt x="4464" y="396"/>
                  </a:lnTo>
                  <a:lnTo>
                    <a:pt x="4287" y="277"/>
                  </a:lnTo>
                  <a:lnTo>
                    <a:pt x="4089" y="179"/>
                  </a:lnTo>
                  <a:lnTo>
                    <a:pt x="3892" y="100"/>
                  </a:lnTo>
                  <a:lnTo>
                    <a:pt x="3714" y="60"/>
                  </a:lnTo>
                  <a:lnTo>
                    <a:pt x="3516" y="21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4" name="Google Shape;8924;p34"/>
            <p:cNvSpPr/>
            <p:nvPr/>
          </p:nvSpPr>
          <p:spPr>
            <a:xfrm>
              <a:off x="8714075" y="2379971"/>
              <a:ext cx="345112" cy="280044"/>
            </a:xfrm>
            <a:custGeom>
              <a:rect b="b" l="l" r="r" t="t"/>
              <a:pathLst>
                <a:path extrusionOk="0" h="7823" w="9640">
                  <a:moveTo>
                    <a:pt x="4564" y="1"/>
                  </a:moveTo>
                  <a:lnTo>
                    <a:pt x="4208" y="21"/>
                  </a:lnTo>
                  <a:lnTo>
                    <a:pt x="3872" y="60"/>
                  </a:lnTo>
                  <a:lnTo>
                    <a:pt x="3537" y="119"/>
                  </a:lnTo>
                  <a:lnTo>
                    <a:pt x="3220" y="218"/>
                  </a:lnTo>
                  <a:lnTo>
                    <a:pt x="2924" y="317"/>
                  </a:lnTo>
                  <a:lnTo>
                    <a:pt x="2628" y="435"/>
                  </a:lnTo>
                  <a:lnTo>
                    <a:pt x="2351" y="574"/>
                  </a:lnTo>
                  <a:lnTo>
                    <a:pt x="2095" y="732"/>
                  </a:lnTo>
                  <a:lnTo>
                    <a:pt x="1838" y="909"/>
                  </a:lnTo>
                  <a:lnTo>
                    <a:pt x="1601" y="1107"/>
                  </a:lnTo>
                  <a:lnTo>
                    <a:pt x="1364" y="1304"/>
                  </a:lnTo>
                  <a:lnTo>
                    <a:pt x="1166" y="1522"/>
                  </a:lnTo>
                  <a:lnTo>
                    <a:pt x="969" y="1739"/>
                  </a:lnTo>
                  <a:lnTo>
                    <a:pt x="791" y="1976"/>
                  </a:lnTo>
                  <a:lnTo>
                    <a:pt x="613" y="2233"/>
                  </a:lnTo>
                  <a:lnTo>
                    <a:pt x="475" y="2490"/>
                  </a:lnTo>
                  <a:lnTo>
                    <a:pt x="337" y="2746"/>
                  </a:lnTo>
                  <a:lnTo>
                    <a:pt x="238" y="3043"/>
                  </a:lnTo>
                  <a:lnTo>
                    <a:pt x="139" y="3339"/>
                  </a:lnTo>
                  <a:lnTo>
                    <a:pt x="80" y="3655"/>
                  </a:lnTo>
                  <a:lnTo>
                    <a:pt x="21" y="3971"/>
                  </a:lnTo>
                  <a:lnTo>
                    <a:pt x="1" y="4307"/>
                  </a:lnTo>
                  <a:lnTo>
                    <a:pt x="1" y="4623"/>
                  </a:lnTo>
                  <a:lnTo>
                    <a:pt x="21" y="4939"/>
                  </a:lnTo>
                  <a:lnTo>
                    <a:pt x="60" y="5255"/>
                  </a:lnTo>
                  <a:lnTo>
                    <a:pt x="119" y="5571"/>
                  </a:lnTo>
                  <a:lnTo>
                    <a:pt x="198" y="5867"/>
                  </a:lnTo>
                  <a:lnTo>
                    <a:pt x="317" y="6144"/>
                  </a:lnTo>
                  <a:lnTo>
                    <a:pt x="455" y="6400"/>
                  </a:lnTo>
                  <a:lnTo>
                    <a:pt x="613" y="6637"/>
                  </a:lnTo>
                  <a:lnTo>
                    <a:pt x="791" y="6835"/>
                  </a:lnTo>
                  <a:lnTo>
                    <a:pt x="988" y="7013"/>
                  </a:lnTo>
                  <a:lnTo>
                    <a:pt x="1226" y="7171"/>
                  </a:lnTo>
                  <a:lnTo>
                    <a:pt x="1482" y="7309"/>
                  </a:lnTo>
                  <a:lnTo>
                    <a:pt x="1779" y="7447"/>
                  </a:lnTo>
                  <a:lnTo>
                    <a:pt x="2075" y="7546"/>
                  </a:lnTo>
                  <a:lnTo>
                    <a:pt x="2411" y="7645"/>
                  </a:lnTo>
                  <a:lnTo>
                    <a:pt x="2746" y="7724"/>
                  </a:lnTo>
                  <a:lnTo>
                    <a:pt x="3102" y="7763"/>
                  </a:lnTo>
                  <a:lnTo>
                    <a:pt x="3477" y="7803"/>
                  </a:lnTo>
                  <a:lnTo>
                    <a:pt x="3853" y="7823"/>
                  </a:lnTo>
                  <a:lnTo>
                    <a:pt x="4248" y="7803"/>
                  </a:lnTo>
                  <a:lnTo>
                    <a:pt x="4643" y="7763"/>
                  </a:lnTo>
                  <a:lnTo>
                    <a:pt x="5018" y="7704"/>
                  </a:lnTo>
                  <a:lnTo>
                    <a:pt x="5413" y="7625"/>
                  </a:lnTo>
                  <a:lnTo>
                    <a:pt x="5788" y="7526"/>
                  </a:lnTo>
                  <a:lnTo>
                    <a:pt x="6164" y="7388"/>
                  </a:lnTo>
                  <a:lnTo>
                    <a:pt x="6519" y="7210"/>
                  </a:lnTo>
                  <a:lnTo>
                    <a:pt x="6875" y="7033"/>
                  </a:lnTo>
                  <a:lnTo>
                    <a:pt x="7210" y="6835"/>
                  </a:lnTo>
                  <a:lnTo>
                    <a:pt x="7526" y="6637"/>
                  </a:lnTo>
                  <a:lnTo>
                    <a:pt x="7842" y="6420"/>
                  </a:lnTo>
                  <a:lnTo>
                    <a:pt x="8119" y="6203"/>
                  </a:lnTo>
                  <a:lnTo>
                    <a:pt x="8376" y="5986"/>
                  </a:lnTo>
                  <a:lnTo>
                    <a:pt x="8613" y="5768"/>
                  </a:lnTo>
                  <a:lnTo>
                    <a:pt x="8830" y="5531"/>
                  </a:lnTo>
                  <a:lnTo>
                    <a:pt x="9028" y="5294"/>
                  </a:lnTo>
                  <a:lnTo>
                    <a:pt x="9205" y="5038"/>
                  </a:lnTo>
                  <a:lnTo>
                    <a:pt x="9344" y="4801"/>
                  </a:lnTo>
                  <a:lnTo>
                    <a:pt x="9462" y="4544"/>
                  </a:lnTo>
                  <a:lnTo>
                    <a:pt x="9541" y="4267"/>
                  </a:lnTo>
                  <a:lnTo>
                    <a:pt x="9600" y="4010"/>
                  </a:lnTo>
                  <a:lnTo>
                    <a:pt x="9640" y="3734"/>
                  </a:lnTo>
                  <a:lnTo>
                    <a:pt x="9640" y="3457"/>
                  </a:lnTo>
                  <a:lnTo>
                    <a:pt x="9600" y="3181"/>
                  </a:lnTo>
                  <a:lnTo>
                    <a:pt x="9561" y="2944"/>
                  </a:lnTo>
                  <a:lnTo>
                    <a:pt x="9482" y="2707"/>
                  </a:lnTo>
                  <a:lnTo>
                    <a:pt x="9403" y="2509"/>
                  </a:lnTo>
                  <a:lnTo>
                    <a:pt x="9324" y="2312"/>
                  </a:lnTo>
                  <a:lnTo>
                    <a:pt x="9225" y="2154"/>
                  </a:lnTo>
                  <a:lnTo>
                    <a:pt x="9107" y="1996"/>
                  </a:lnTo>
                  <a:lnTo>
                    <a:pt x="9008" y="1857"/>
                  </a:lnTo>
                  <a:lnTo>
                    <a:pt x="8791" y="1640"/>
                  </a:lnTo>
                  <a:lnTo>
                    <a:pt x="8613" y="1502"/>
                  </a:lnTo>
                  <a:lnTo>
                    <a:pt x="8435" y="1383"/>
                  </a:lnTo>
                  <a:lnTo>
                    <a:pt x="8099" y="1166"/>
                  </a:lnTo>
                  <a:lnTo>
                    <a:pt x="7704" y="929"/>
                  </a:lnTo>
                  <a:lnTo>
                    <a:pt x="7210" y="672"/>
                  </a:lnTo>
                  <a:lnTo>
                    <a:pt x="6914" y="534"/>
                  </a:lnTo>
                  <a:lnTo>
                    <a:pt x="6618" y="396"/>
                  </a:lnTo>
                  <a:lnTo>
                    <a:pt x="6282" y="277"/>
                  </a:lnTo>
                  <a:lnTo>
                    <a:pt x="5946" y="179"/>
                  </a:lnTo>
                  <a:lnTo>
                    <a:pt x="5610" y="100"/>
                  </a:lnTo>
                  <a:lnTo>
                    <a:pt x="5255" y="40"/>
                  </a:lnTo>
                  <a:lnTo>
                    <a:pt x="48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5" name="Google Shape;8925;p34"/>
            <p:cNvSpPr/>
            <p:nvPr/>
          </p:nvSpPr>
          <p:spPr>
            <a:xfrm>
              <a:off x="9050649" y="2339662"/>
              <a:ext cx="326747" cy="320352"/>
            </a:xfrm>
            <a:custGeom>
              <a:rect b="b" l="l" r="r" t="t"/>
              <a:pathLst>
                <a:path extrusionOk="0" h="8949" w="9127">
                  <a:moveTo>
                    <a:pt x="5156" y="1"/>
                  </a:moveTo>
                  <a:lnTo>
                    <a:pt x="4880" y="40"/>
                  </a:lnTo>
                  <a:lnTo>
                    <a:pt x="4603" y="100"/>
                  </a:lnTo>
                  <a:lnTo>
                    <a:pt x="4327" y="179"/>
                  </a:lnTo>
                  <a:lnTo>
                    <a:pt x="4050" y="277"/>
                  </a:lnTo>
                  <a:lnTo>
                    <a:pt x="3773" y="396"/>
                  </a:lnTo>
                  <a:lnTo>
                    <a:pt x="3497" y="534"/>
                  </a:lnTo>
                  <a:lnTo>
                    <a:pt x="3220" y="672"/>
                  </a:lnTo>
                  <a:lnTo>
                    <a:pt x="2944" y="850"/>
                  </a:lnTo>
                  <a:lnTo>
                    <a:pt x="2687" y="1028"/>
                  </a:lnTo>
                  <a:lnTo>
                    <a:pt x="2154" y="1423"/>
                  </a:lnTo>
                  <a:lnTo>
                    <a:pt x="1897" y="1640"/>
                  </a:lnTo>
                  <a:lnTo>
                    <a:pt x="1660" y="1838"/>
                  </a:lnTo>
                  <a:lnTo>
                    <a:pt x="1443" y="2055"/>
                  </a:lnTo>
                  <a:lnTo>
                    <a:pt x="1245" y="2253"/>
                  </a:lnTo>
                  <a:lnTo>
                    <a:pt x="1067" y="2470"/>
                  </a:lnTo>
                  <a:lnTo>
                    <a:pt x="909" y="2667"/>
                  </a:lnTo>
                  <a:lnTo>
                    <a:pt x="771" y="2885"/>
                  </a:lnTo>
                  <a:lnTo>
                    <a:pt x="633" y="3102"/>
                  </a:lnTo>
                  <a:lnTo>
                    <a:pt x="514" y="3319"/>
                  </a:lnTo>
                  <a:lnTo>
                    <a:pt x="416" y="3537"/>
                  </a:lnTo>
                  <a:lnTo>
                    <a:pt x="337" y="3774"/>
                  </a:lnTo>
                  <a:lnTo>
                    <a:pt x="258" y="4011"/>
                  </a:lnTo>
                  <a:lnTo>
                    <a:pt x="139" y="4485"/>
                  </a:lnTo>
                  <a:lnTo>
                    <a:pt x="40" y="4998"/>
                  </a:lnTo>
                  <a:lnTo>
                    <a:pt x="21" y="5275"/>
                  </a:lnTo>
                  <a:lnTo>
                    <a:pt x="1" y="5531"/>
                  </a:lnTo>
                  <a:lnTo>
                    <a:pt x="21" y="5788"/>
                  </a:lnTo>
                  <a:lnTo>
                    <a:pt x="40" y="6045"/>
                  </a:lnTo>
                  <a:lnTo>
                    <a:pt x="80" y="6302"/>
                  </a:lnTo>
                  <a:lnTo>
                    <a:pt x="139" y="6559"/>
                  </a:lnTo>
                  <a:lnTo>
                    <a:pt x="218" y="6796"/>
                  </a:lnTo>
                  <a:lnTo>
                    <a:pt x="297" y="7033"/>
                  </a:lnTo>
                  <a:lnTo>
                    <a:pt x="416" y="7250"/>
                  </a:lnTo>
                  <a:lnTo>
                    <a:pt x="534" y="7467"/>
                  </a:lnTo>
                  <a:lnTo>
                    <a:pt x="653" y="7665"/>
                  </a:lnTo>
                  <a:lnTo>
                    <a:pt x="811" y="7862"/>
                  </a:lnTo>
                  <a:lnTo>
                    <a:pt x="969" y="8040"/>
                  </a:lnTo>
                  <a:lnTo>
                    <a:pt x="1127" y="8198"/>
                  </a:lnTo>
                  <a:lnTo>
                    <a:pt x="1324" y="8336"/>
                  </a:lnTo>
                  <a:lnTo>
                    <a:pt x="1522" y="8475"/>
                  </a:lnTo>
                  <a:lnTo>
                    <a:pt x="1739" y="8573"/>
                  </a:lnTo>
                  <a:lnTo>
                    <a:pt x="1976" y="8672"/>
                  </a:lnTo>
                  <a:lnTo>
                    <a:pt x="2253" y="8751"/>
                  </a:lnTo>
                  <a:lnTo>
                    <a:pt x="2569" y="8810"/>
                  </a:lnTo>
                  <a:lnTo>
                    <a:pt x="2885" y="8870"/>
                  </a:lnTo>
                  <a:lnTo>
                    <a:pt x="3201" y="8889"/>
                  </a:lnTo>
                  <a:lnTo>
                    <a:pt x="3872" y="8949"/>
                  </a:lnTo>
                  <a:lnTo>
                    <a:pt x="4524" y="8949"/>
                  </a:lnTo>
                  <a:lnTo>
                    <a:pt x="5136" y="8909"/>
                  </a:lnTo>
                  <a:lnTo>
                    <a:pt x="5630" y="8870"/>
                  </a:lnTo>
                  <a:lnTo>
                    <a:pt x="5986" y="8810"/>
                  </a:lnTo>
                  <a:lnTo>
                    <a:pt x="6144" y="8771"/>
                  </a:lnTo>
                  <a:lnTo>
                    <a:pt x="6341" y="8692"/>
                  </a:lnTo>
                  <a:lnTo>
                    <a:pt x="6598" y="8593"/>
                  </a:lnTo>
                  <a:lnTo>
                    <a:pt x="6894" y="8455"/>
                  </a:lnTo>
                  <a:lnTo>
                    <a:pt x="7191" y="8257"/>
                  </a:lnTo>
                  <a:lnTo>
                    <a:pt x="7349" y="8139"/>
                  </a:lnTo>
                  <a:lnTo>
                    <a:pt x="7507" y="8001"/>
                  </a:lnTo>
                  <a:lnTo>
                    <a:pt x="7665" y="7842"/>
                  </a:lnTo>
                  <a:lnTo>
                    <a:pt x="7823" y="7665"/>
                  </a:lnTo>
                  <a:lnTo>
                    <a:pt x="7981" y="7467"/>
                  </a:lnTo>
                  <a:lnTo>
                    <a:pt x="8119" y="7250"/>
                  </a:lnTo>
                  <a:lnTo>
                    <a:pt x="8257" y="7013"/>
                  </a:lnTo>
                  <a:lnTo>
                    <a:pt x="8395" y="6756"/>
                  </a:lnTo>
                  <a:lnTo>
                    <a:pt x="8534" y="6480"/>
                  </a:lnTo>
                  <a:lnTo>
                    <a:pt x="8652" y="6183"/>
                  </a:lnTo>
                  <a:lnTo>
                    <a:pt x="8751" y="5867"/>
                  </a:lnTo>
                  <a:lnTo>
                    <a:pt x="8850" y="5551"/>
                  </a:lnTo>
                  <a:lnTo>
                    <a:pt x="8929" y="5215"/>
                  </a:lnTo>
                  <a:lnTo>
                    <a:pt x="9008" y="4880"/>
                  </a:lnTo>
                  <a:lnTo>
                    <a:pt x="9067" y="4544"/>
                  </a:lnTo>
                  <a:lnTo>
                    <a:pt x="9107" y="4208"/>
                  </a:lnTo>
                  <a:lnTo>
                    <a:pt x="9126" y="3872"/>
                  </a:lnTo>
                  <a:lnTo>
                    <a:pt x="9126" y="3537"/>
                  </a:lnTo>
                  <a:lnTo>
                    <a:pt x="9107" y="3221"/>
                  </a:lnTo>
                  <a:lnTo>
                    <a:pt x="9087" y="2885"/>
                  </a:lnTo>
                  <a:lnTo>
                    <a:pt x="9028" y="2588"/>
                  </a:lnTo>
                  <a:lnTo>
                    <a:pt x="8949" y="2292"/>
                  </a:lnTo>
                  <a:lnTo>
                    <a:pt x="8850" y="2035"/>
                  </a:lnTo>
                  <a:lnTo>
                    <a:pt x="8751" y="1798"/>
                  </a:lnTo>
                  <a:lnTo>
                    <a:pt x="8652" y="1601"/>
                  </a:lnTo>
                  <a:lnTo>
                    <a:pt x="8553" y="1423"/>
                  </a:lnTo>
                  <a:lnTo>
                    <a:pt x="8455" y="1265"/>
                  </a:lnTo>
                  <a:lnTo>
                    <a:pt x="8336" y="1127"/>
                  </a:lnTo>
                  <a:lnTo>
                    <a:pt x="8218" y="1008"/>
                  </a:lnTo>
                  <a:lnTo>
                    <a:pt x="8079" y="910"/>
                  </a:lnTo>
                  <a:lnTo>
                    <a:pt x="7941" y="811"/>
                  </a:lnTo>
                  <a:lnTo>
                    <a:pt x="7783" y="732"/>
                  </a:lnTo>
                  <a:lnTo>
                    <a:pt x="7428" y="574"/>
                  </a:lnTo>
                  <a:lnTo>
                    <a:pt x="6519" y="218"/>
                  </a:lnTo>
                  <a:lnTo>
                    <a:pt x="6242" y="119"/>
                  </a:lnTo>
                  <a:lnTo>
                    <a:pt x="5986" y="40"/>
                  </a:lnTo>
                  <a:lnTo>
                    <a:pt x="570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6" name="Google Shape;8926;p34"/>
            <p:cNvSpPr/>
            <p:nvPr/>
          </p:nvSpPr>
          <p:spPr>
            <a:xfrm>
              <a:off x="8740244" y="2435135"/>
              <a:ext cx="277951" cy="152748"/>
            </a:xfrm>
            <a:custGeom>
              <a:rect b="b" l="l" r="r" t="t"/>
              <a:pathLst>
                <a:path extrusionOk="0" h="4267" w="7764">
                  <a:moveTo>
                    <a:pt x="6914" y="0"/>
                  </a:moveTo>
                  <a:lnTo>
                    <a:pt x="6736" y="20"/>
                  </a:lnTo>
                  <a:lnTo>
                    <a:pt x="6302" y="119"/>
                  </a:lnTo>
                  <a:lnTo>
                    <a:pt x="5749" y="257"/>
                  </a:lnTo>
                  <a:lnTo>
                    <a:pt x="5116" y="435"/>
                  </a:lnTo>
                  <a:lnTo>
                    <a:pt x="4465" y="672"/>
                  </a:lnTo>
                  <a:lnTo>
                    <a:pt x="3833" y="949"/>
                  </a:lnTo>
                  <a:lnTo>
                    <a:pt x="3517" y="1087"/>
                  </a:lnTo>
                  <a:lnTo>
                    <a:pt x="3240" y="1245"/>
                  </a:lnTo>
                  <a:lnTo>
                    <a:pt x="2983" y="1403"/>
                  </a:lnTo>
                  <a:lnTo>
                    <a:pt x="2746" y="1561"/>
                  </a:lnTo>
                  <a:lnTo>
                    <a:pt x="2312" y="1916"/>
                  </a:lnTo>
                  <a:lnTo>
                    <a:pt x="1838" y="2311"/>
                  </a:lnTo>
                  <a:lnTo>
                    <a:pt x="1364" y="2726"/>
                  </a:lnTo>
                  <a:lnTo>
                    <a:pt x="909" y="3141"/>
                  </a:lnTo>
                  <a:lnTo>
                    <a:pt x="534" y="3536"/>
                  </a:lnTo>
                  <a:lnTo>
                    <a:pt x="238" y="3852"/>
                  </a:lnTo>
                  <a:lnTo>
                    <a:pt x="119" y="3990"/>
                  </a:lnTo>
                  <a:lnTo>
                    <a:pt x="40" y="4109"/>
                  </a:lnTo>
                  <a:lnTo>
                    <a:pt x="1" y="4188"/>
                  </a:lnTo>
                  <a:lnTo>
                    <a:pt x="1" y="4247"/>
                  </a:lnTo>
                  <a:lnTo>
                    <a:pt x="20" y="4267"/>
                  </a:lnTo>
                  <a:lnTo>
                    <a:pt x="119" y="4267"/>
                  </a:lnTo>
                  <a:lnTo>
                    <a:pt x="218" y="4227"/>
                  </a:lnTo>
                  <a:lnTo>
                    <a:pt x="376" y="4148"/>
                  </a:lnTo>
                  <a:lnTo>
                    <a:pt x="751" y="3931"/>
                  </a:lnTo>
                  <a:lnTo>
                    <a:pt x="1245" y="3655"/>
                  </a:lnTo>
                  <a:lnTo>
                    <a:pt x="1818" y="3319"/>
                  </a:lnTo>
                  <a:lnTo>
                    <a:pt x="2470" y="2944"/>
                  </a:lnTo>
                  <a:lnTo>
                    <a:pt x="3181" y="2568"/>
                  </a:lnTo>
                  <a:lnTo>
                    <a:pt x="3912" y="2213"/>
                  </a:lnTo>
                  <a:lnTo>
                    <a:pt x="6203" y="1166"/>
                  </a:lnTo>
                  <a:lnTo>
                    <a:pt x="6973" y="810"/>
                  </a:lnTo>
                  <a:lnTo>
                    <a:pt x="7309" y="613"/>
                  </a:lnTo>
                  <a:lnTo>
                    <a:pt x="7566" y="455"/>
                  </a:lnTo>
                  <a:lnTo>
                    <a:pt x="7744" y="336"/>
                  </a:lnTo>
                  <a:lnTo>
                    <a:pt x="7763" y="277"/>
                  </a:lnTo>
                  <a:lnTo>
                    <a:pt x="7763" y="218"/>
                  </a:lnTo>
                  <a:lnTo>
                    <a:pt x="7704" y="178"/>
                  </a:lnTo>
                  <a:lnTo>
                    <a:pt x="7625" y="139"/>
                  </a:lnTo>
                  <a:lnTo>
                    <a:pt x="7506" y="79"/>
                  </a:lnTo>
                  <a:lnTo>
                    <a:pt x="7368" y="60"/>
                  </a:lnTo>
                  <a:lnTo>
                    <a:pt x="7210" y="20"/>
                  </a:lnTo>
                  <a:lnTo>
                    <a:pt x="703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7" name="Google Shape;8927;p34"/>
            <p:cNvSpPr/>
            <p:nvPr/>
          </p:nvSpPr>
          <p:spPr>
            <a:xfrm>
              <a:off x="9103702" y="2394111"/>
              <a:ext cx="221351" cy="241884"/>
            </a:xfrm>
            <a:custGeom>
              <a:rect b="b" l="l" r="r" t="t"/>
              <a:pathLst>
                <a:path extrusionOk="0" h="6757" w="6183">
                  <a:moveTo>
                    <a:pt x="2904" y="1"/>
                  </a:moveTo>
                  <a:lnTo>
                    <a:pt x="2588" y="60"/>
                  </a:lnTo>
                  <a:lnTo>
                    <a:pt x="2311" y="139"/>
                  </a:lnTo>
                  <a:lnTo>
                    <a:pt x="2054" y="277"/>
                  </a:lnTo>
                  <a:lnTo>
                    <a:pt x="1798" y="435"/>
                  </a:lnTo>
                  <a:lnTo>
                    <a:pt x="1580" y="633"/>
                  </a:lnTo>
                  <a:lnTo>
                    <a:pt x="1363" y="850"/>
                  </a:lnTo>
                  <a:lnTo>
                    <a:pt x="1166" y="1107"/>
                  </a:lnTo>
                  <a:lnTo>
                    <a:pt x="988" y="1364"/>
                  </a:lnTo>
                  <a:lnTo>
                    <a:pt x="830" y="1660"/>
                  </a:lnTo>
                  <a:lnTo>
                    <a:pt x="692" y="1956"/>
                  </a:lnTo>
                  <a:lnTo>
                    <a:pt x="534" y="2272"/>
                  </a:lnTo>
                  <a:lnTo>
                    <a:pt x="415" y="2608"/>
                  </a:lnTo>
                  <a:lnTo>
                    <a:pt x="178" y="3260"/>
                  </a:lnTo>
                  <a:lnTo>
                    <a:pt x="79" y="3576"/>
                  </a:lnTo>
                  <a:lnTo>
                    <a:pt x="40" y="3872"/>
                  </a:lnTo>
                  <a:lnTo>
                    <a:pt x="0" y="4149"/>
                  </a:lnTo>
                  <a:lnTo>
                    <a:pt x="20" y="4406"/>
                  </a:lnTo>
                  <a:lnTo>
                    <a:pt x="60" y="4643"/>
                  </a:lnTo>
                  <a:lnTo>
                    <a:pt x="119" y="4860"/>
                  </a:lnTo>
                  <a:lnTo>
                    <a:pt x="218" y="5057"/>
                  </a:lnTo>
                  <a:lnTo>
                    <a:pt x="356" y="5235"/>
                  </a:lnTo>
                  <a:lnTo>
                    <a:pt x="494" y="5373"/>
                  </a:lnTo>
                  <a:lnTo>
                    <a:pt x="672" y="5512"/>
                  </a:lnTo>
                  <a:lnTo>
                    <a:pt x="869" y="5610"/>
                  </a:lnTo>
                  <a:lnTo>
                    <a:pt x="1087" y="5670"/>
                  </a:lnTo>
                  <a:lnTo>
                    <a:pt x="1324" y="5709"/>
                  </a:lnTo>
                  <a:lnTo>
                    <a:pt x="1561" y="5729"/>
                  </a:lnTo>
                  <a:lnTo>
                    <a:pt x="1837" y="5729"/>
                  </a:lnTo>
                  <a:lnTo>
                    <a:pt x="2114" y="5689"/>
                  </a:lnTo>
                  <a:lnTo>
                    <a:pt x="2272" y="5650"/>
                  </a:lnTo>
                  <a:lnTo>
                    <a:pt x="2410" y="5591"/>
                  </a:lnTo>
                  <a:lnTo>
                    <a:pt x="2529" y="5531"/>
                  </a:lnTo>
                  <a:lnTo>
                    <a:pt x="2667" y="5452"/>
                  </a:lnTo>
                  <a:lnTo>
                    <a:pt x="2785" y="5373"/>
                  </a:lnTo>
                  <a:lnTo>
                    <a:pt x="2904" y="5275"/>
                  </a:lnTo>
                  <a:lnTo>
                    <a:pt x="3121" y="5057"/>
                  </a:lnTo>
                  <a:lnTo>
                    <a:pt x="3299" y="4801"/>
                  </a:lnTo>
                  <a:lnTo>
                    <a:pt x="3477" y="4524"/>
                  </a:lnTo>
                  <a:lnTo>
                    <a:pt x="3615" y="4228"/>
                  </a:lnTo>
                  <a:lnTo>
                    <a:pt x="3714" y="3931"/>
                  </a:lnTo>
                  <a:lnTo>
                    <a:pt x="3812" y="3615"/>
                  </a:lnTo>
                  <a:lnTo>
                    <a:pt x="3872" y="3319"/>
                  </a:lnTo>
                  <a:lnTo>
                    <a:pt x="3891" y="3043"/>
                  </a:lnTo>
                  <a:lnTo>
                    <a:pt x="3891" y="2766"/>
                  </a:lnTo>
                  <a:lnTo>
                    <a:pt x="3872" y="2549"/>
                  </a:lnTo>
                  <a:lnTo>
                    <a:pt x="3793" y="2351"/>
                  </a:lnTo>
                  <a:lnTo>
                    <a:pt x="3753" y="2253"/>
                  </a:lnTo>
                  <a:lnTo>
                    <a:pt x="3714" y="2193"/>
                  </a:lnTo>
                  <a:lnTo>
                    <a:pt x="3654" y="2134"/>
                  </a:lnTo>
                  <a:lnTo>
                    <a:pt x="3575" y="2095"/>
                  </a:lnTo>
                  <a:lnTo>
                    <a:pt x="3437" y="2035"/>
                  </a:lnTo>
                  <a:lnTo>
                    <a:pt x="3279" y="2016"/>
                  </a:lnTo>
                  <a:lnTo>
                    <a:pt x="3141" y="2035"/>
                  </a:lnTo>
                  <a:lnTo>
                    <a:pt x="2983" y="2055"/>
                  </a:lnTo>
                  <a:lnTo>
                    <a:pt x="2845" y="2114"/>
                  </a:lnTo>
                  <a:lnTo>
                    <a:pt x="2706" y="2193"/>
                  </a:lnTo>
                  <a:lnTo>
                    <a:pt x="2588" y="2292"/>
                  </a:lnTo>
                  <a:lnTo>
                    <a:pt x="2469" y="2371"/>
                  </a:lnTo>
                  <a:lnTo>
                    <a:pt x="2252" y="2588"/>
                  </a:lnTo>
                  <a:lnTo>
                    <a:pt x="2074" y="2766"/>
                  </a:lnTo>
                  <a:lnTo>
                    <a:pt x="1936" y="2964"/>
                  </a:lnTo>
                  <a:lnTo>
                    <a:pt x="1877" y="2944"/>
                  </a:lnTo>
                  <a:lnTo>
                    <a:pt x="1877" y="2964"/>
                  </a:lnTo>
                  <a:lnTo>
                    <a:pt x="1877" y="2983"/>
                  </a:lnTo>
                  <a:lnTo>
                    <a:pt x="1936" y="3062"/>
                  </a:lnTo>
                  <a:lnTo>
                    <a:pt x="1956" y="3082"/>
                  </a:lnTo>
                  <a:lnTo>
                    <a:pt x="1995" y="3082"/>
                  </a:lnTo>
                  <a:lnTo>
                    <a:pt x="2133" y="3023"/>
                  </a:lnTo>
                  <a:lnTo>
                    <a:pt x="2469" y="2786"/>
                  </a:lnTo>
                  <a:lnTo>
                    <a:pt x="2687" y="2648"/>
                  </a:lnTo>
                  <a:lnTo>
                    <a:pt x="2904" y="2549"/>
                  </a:lnTo>
                  <a:lnTo>
                    <a:pt x="3003" y="2509"/>
                  </a:lnTo>
                  <a:lnTo>
                    <a:pt x="3121" y="2490"/>
                  </a:lnTo>
                  <a:lnTo>
                    <a:pt x="3220" y="2490"/>
                  </a:lnTo>
                  <a:lnTo>
                    <a:pt x="3319" y="2509"/>
                  </a:lnTo>
                  <a:lnTo>
                    <a:pt x="3417" y="2549"/>
                  </a:lnTo>
                  <a:lnTo>
                    <a:pt x="3477" y="2588"/>
                  </a:lnTo>
                  <a:lnTo>
                    <a:pt x="3536" y="2667"/>
                  </a:lnTo>
                  <a:lnTo>
                    <a:pt x="3575" y="2727"/>
                  </a:lnTo>
                  <a:lnTo>
                    <a:pt x="3615" y="2806"/>
                  </a:lnTo>
                  <a:lnTo>
                    <a:pt x="3635" y="2904"/>
                  </a:lnTo>
                  <a:lnTo>
                    <a:pt x="3615" y="3102"/>
                  </a:lnTo>
                  <a:lnTo>
                    <a:pt x="3575" y="3339"/>
                  </a:lnTo>
                  <a:lnTo>
                    <a:pt x="3496" y="3576"/>
                  </a:lnTo>
                  <a:lnTo>
                    <a:pt x="3358" y="3813"/>
                  </a:lnTo>
                  <a:lnTo>
                    <a:pt x="3220" y="4070"/>
                  </a:lnTo>
                  <a:lnTo>
                    <a:pt x="3062" y="4307"/>
                  </a:lnTo>
                  <a:lnTo>
                    <a:pt x="2884" y="4524"/>
                  </a:lnTo>
                  <a:lnTo>
                    <a:pt x="2706" y="4722"/>
                  </a:lnTo>
                  <a:lnTo>
                    <a:pt x="2529" y="4899"/>
                  </a:lnTo>
                  <a:lnTo>
                    <a:pt x="2331" y="5038"/>
                  </a:lnTo>
                  <a:lnTo>
                    <a:pt x="2114" y="5136"/>
                  </a:lnTo>
                  <a:lnTo>
                    <a:pt x="1995" y="5176"/>
                  </a:lnTo>
                  <a:lnTo>
                    <a:pt x="1877" y="5196"/>
                  </a:lnTo>
                  <a:lnTo>
                    <a:pt x="1640" y="5196"/>
                  </a:lnTo>
                  <a:lnTo>
                    <a:pt x="1403" y="5156"/>
                  </a:lnTo>
                  <a:lnTo>
                    <a:pt x="1205" y="5117"/>
                  </a:lnTo>
                  <a:lnTo>
                    <a:pt x="1027" y="5038"/>
                  </a:lnTo>
                  <a:lnTo>
                    <a:pt x="889" y="4939"/>
                  </a:lnTo>
                  <a:lnTo>
                    <a:pt x="771" y="4801"/>
                  </a:lnTo>
                  <a:lnTo>
                    <a:pt x="692" y="4623"/>
                  </a:lnTo>
                  <a:lnTo>
                    <a:pt x="632" y="4386"/>
                  </a:lnTo>
                  <a:lnTo>
                    <a:pt x="593" y="4129"/>
                  </a:lnTo>
                  <a:lnTo>
                    <a:pt x="593" y="3971"/>
                  </a:lnTo>
                  <a:lnTo>
                    <a:pt x="613" y="3793"/>
                  </a:lnTo>
                  <a:lnTo>
                    <a:pt x="652" y="3596"/>
                  </a:lnTo>
                  <a:lnTo>
                    <a:pt x="692" y="3398"/>
                  </a:lnTo>
                  <a:lnTo>
                    <a:pt x="830" y="2964"/>
                  </a:lnTo>
                  <a:lnTo>
                    <a:pt x="1008" y="2509"/>
                  </a:lnTo>
                  <a:lnTo>
                    <a:pt x="1205" y="2095"/>
                  </a:lnTo>
                  <a:lnTo>
                    <a:pt x="1403" y="1700"/>
                  </a:lnTo>
                  <a:lnTo>
                    <a:pt x="1620" y="1383"/>
                  </a:lnTo>
                  <a:lnTo>
                    <a:pt x="1699" y="1245"/>
                  </a:lnTo>
                  <a:lnTo>
                    <a:pt x="1798" y="1146"/>
                  </a:lnTo>
                  <a:lnTo>
                    <a:pt x="1995" y="988"/>
                  </a:lnTo>
                  <a:lnTo>
                    <a:pt x="2212" y="830"/>
                  </a:lnTo>
                  <a:lnTo>
                    <a:pt x="2489" y="712"/>
                  </a:lnTo>
                  <a:lnTo>
                    <a:pt x="2766" y="613"/>
                  </a:lnTo>
                  <a:lnTo>
                    <a:pt x="2924" y="574"/>
                  </a:lnTo>
                  <a:lnTo>
                    <a:pt x="3082" y="554"/>
                  </a:lnTo>
                  <a:lnTo>
                    <a:pt x="3259" y="534"/>
                  </a:lnTo>
                  <a:lnTo>
                    <a:pt x="3437" y="534"/>
                  </a:lnTo>
                  <a:lnTo>
                    <a:pt x="3615" y="554"/>
                  </a:lnTo>
                  <a:lnTo>
                    <a:pt x="3793" y="593"/>
                  </a:lnTo>
                  <a:lnTo>
                    <a:pt x="3970" y="633"/>
                  </a:lnTo>
                  <a:lnTo>
                    <a:pt x="4168" y="692"/>
                  </a:lnTo>
                  <a:lnTo>
                    <a:pt x="4504" y="850"/>
                  </a:lnTo>
                  <a:lnTo>
                    <a:pt x="4800" y="988"/>
                  </a:lnTo>
                  <a:lnTo>
                    <a:pt x="5037" y="1146"/>
                  </a:lnTo>
                  <a:lnTo>
                    <a:pt x="5136" y="1245"/>
                  </a:lnTo>
                  <a:lnTo>
                    <a:pt x="5215" y="1324"/>
                  </a:lnTo>
                  <a:lnTo>
                    <a:pt x="5294" y="1423"/>
                  </a:lnTo>
                  <a:lnTo>
                    <a:pt x="5353" y="1541"/>
                  </a:lnTo>
                  <a:lnTo>
                    <a:pt x="5412" y="1660"/>
                  </a:lnTo>
                  <a:lnTo>
                    <a:pt x="5472" y="1779"/>
                  </a:lnTo>
                  <a:lnTo>
                    <a:pt x="5531" y="2055"/>
                  </a:lnTo>
                  <a:lnTo>
                    <a:pt x="5551" y="2371"/>
                  </a:lnTo>
                  <a:lnTo>
                    <a:pt x="5551" y="2549"/>
                  </a:lnTo>
                  <a:lnTo>
                    <a:pt x="5531" y="2727"/>
                  </a:lnTo>
                  <a:lnTo>
                    <a:pt x="5511" y="2904"/>
                  </a:lnTo>
                  <a:lnTo>
                    <a:pt x="5472" y="3082"/>
                  </a:lnTo>
                  <a:lnTo>
                    <a:pt x="5373" y="3398"/>
                  </a:lnTo>
                  <a:lnTo>
                    <a:pt x="5235" y="3734"/>
                  </a:lnTo>
                  <a:lnTo>
                    <a:pt x="5057" y="4030"/>
                  </a:lnTo>
                  <a:lnTo>
                    <a:pt x="4879" y="4307"/>
                  </a:lnTo>
                  <a:lnTo>
                    <a:pt x="4681" y="4583"/>
                  </a:lnTo>
                  <a:lnTo>
                    <a:pt x="4484" y="4801"/>
                  </a:lnTo>
                  <a:lnTo>
                    <a:pt x="4030" y="5354"/>
                  </a:lnTo>
                  <a:lnTo>
                    <a:pt x="3536" y="6005"/>
                  </a:lnTo>
                  <a:lnTo>
                    <a:pt x="3003" y="6756"/>
                  </a:lnTo>
                  <a:lnTo>
                    <a:pt x="3121" y="6677"/>
                  </a:lnTo>
                  <a:lnTo>
                    <a:pt x="3417" y="6440"/>
                  </a:lnTo>
                  <a:lnTo>
                    <a:pt x="3872" y="6065"/>
                  </a:lnTo>
                  <a:lnTo>
                    <a:pt x="4405" y="5591"/>
                  </a:lnTo>
                  <a:lnTo>
                    <a:pt x="4681" y="5314"/>
                  </a:lnTo>
                  <a:lnTo>
                    <a:pt x="4958" y="5018"/>
                  </a:lnTo>
                  <a:lnTo>
                    <a:pt x="5215" y="4702"/>
                  </a:lnTo>
                  <a:lnTo>
                    <a:pt x="5452" y="4366"/>
                  </a:lnTo>
                  <a:lnTo>
                    <a:pt x="5669" y="4030"/>
                  </a:lnTo>
                  <a:lnTo>
                    <a:pt x="5867" y="3675"/>
                  </a:lnTo>
                  <a:lnTo>
                    <a:pt x="6005" y="3319"/>
                  </a:lnTo>
                  <a:lnTo>
                    <a:pt x="6064" y="3141"/>
                  </a:lnTo>
                  <a:lnTo>
                    <a:pt x="6104" y="2964"/>
                  </a:lnTo>
                  <a:lnTo>
                    <a:pt x="6163" y="2608"/>
                  </a:lnTo>
                  <a:lnTo>
                    <a:pt x="6183" y="2292"/>
                  </a:lnTo>
                  <a:lnTo>
                    <a:pt x="6183" y="2016"/>
                  </a:lnTo>
                  <a:lnTo>
                    <a:pt x="6143" y="1739"/>
                  </a:lnTo>
                  <a:lnTo>
                    <a:pt x="6084" y="1502"/>
                  </a:lnTo>
                  <a:lnTo>
                    <a:pt x="5985" y="1285"/>
                  </a:lnTo>
                  <a:lnTo>
                    <a:pt x="5867" y="1087"/>
                  </a:lnTo>
                  <a:lnTo>
                    <a:pt x="5709" y="929"/>
                  </a:lnTo>
                  <a:lnTo>
                    <a:pt x="5531" y="771"/>
                  </a:lnTo>
                  <a:lnTo>
                    <a:pt x="5333" y="633"/>
                  </a:lnTo>
                  <a:lnTo>
                    <a:pt x="5096" y="514"/>
                  </a:lnTo>
                  <a:lnTo>
                    <a:pt x="4840" y="396"/>
                  </a:lnTo>
                  <a:lnTo>
                    <a:pt x="4563" y="297"/>
                  </a:lnTo>
                  <a:lnTo>
                    <a:pt x="4267" y="198"/>
                  </a:lnTo>
                  <a:lnTo>
                    <a:pt x="3931" y="119"/>
                  </a:lnTo>
                  <a:lnTo>
                    <a:pt x="3575" y="40"/>
                  </a:lnTo>
                  <a:lnTo>
                    <a:pt x="3398" y="21"/>
                  </a:lnTo>
                  <a:lnTo>
                    <a:pt x="322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8" name="Google Shape;8928;p34"/>
            <p:cNvSpPr/>
            <p:nvPr/>
          </p:nvSpPr>
          <p:spPr>
            <a:xfrm>
              <a:off x="8759360" y="2179181"/>
              <a:ext cx="334479" cy="300520"/>
            </a:xfrm>
            <a:custGeom>
              <a:rect b="b" l="l" r="r" t="t"/>
              <a:pathLst>
                <a:path extrusionOk="0" h="8395" w="9343">
                  <a:moveTo>
                    <a:pt x="3160" y="0"/>
                  </a:moveTo>
                  <a:lnTo>
                    <a:pt x="2706" y="40"/>
                  </a:lnTo>
                  <a:lnTo>
                    <a:pt x="2252" y="99"/>
                  </a:lnTo>
                  <a:lnTo>
                    <a:pt x="1817" y="217"/>
                  </a:lnTo>
                  <a:lnTo>
                    <a:pt x="1620" y="277"/>
                  </a:lnTo>
                  <a:lnTo>
                    <a:pt x="1422" y="375"/>
                  </a:lnTo>
                  <a:lnTo>
                    <a:pt x="1244" y="474"/>
                  </a:lnTo>
                  <a:lnTo>
                    <a:pt x="1086" y="593"/>
                  </a:lnTo>
                  <a:lnTo>
                    <a:pt x="928" y="711"/>
                  </a:lnTo>
                  <a:lnTo>
                    <a:pt x="790" y="850"/>
                  </a:lnTo>
                  <a:lnTo>
                    <a:pt x="652" y="1008"/>
                  </a:lnTo>
                  <a:lnTo>
                    <a:pt x="533" y="1166"/>
                  </a:lnTo>
                  <a:lnTo>
                    <a:pt x="435" y="1343"/>
                  </a:lnTo>
                  <a:lnTo>
                    <a:pt x="336" y="1521"/>
                  </a:lnTo>
                  <a:lnTo>
                    <a:pt x="257" y="1699"/>
                  </a:lnTo>
                  <a:lnTo>
                    <a:pt x="198" y="1896"/>
                  </a:lnTo>
                  <a:lnTo>
                    <a:pt x="138" y="2094"/>
                  </a:lnTo>
                  <a:lnTo>
                    <a:pt x="79" y="2311"/>
                  </a:lnTo>
                  <a:lnTo>
                    <a:pt x="20" y="2726"/>
                  </a:lnTo>
                  <a:lnTo>
                    <a:pt x="0" y="3180"/>
                  </a:lnTo>
                  <a:lnTo>
                    <a:pt x="40" y="3615"/>
                  </a:lnTo>
                  <a:lnTo>
                    <a:pt x="99" y="4069"/>
                  </a:lnTo>
                  <a:lnTo>
                    <a:pt x="198" y="4504"/>
                  </a:lnTo>
                  <a:lnTo>
                    <a:pt x="356" y="4938"/>
                  </a:lnTo>
                  <a:lnTo>
                    <a:pt x="533" y="5333"/>
                  </a:lnTo>
                  <a:lnTo>
                    <a:pt x="770" y="5728"/>
                  </a:lnTo>
                  <a:lnTo>
                    <a:pt x="889" y="5906"/>
                  </a:lnTo>
                  <a:lnTo>
                    <a:pt x="1027" y="6064"/>
                  </a:lnTo>
                  <a:lnTo>
                    <a:pt x="1323" y="6380"/>
                  </a:lnTo>
                  <a:lnTo>
                    <a:pt x="1659" y="6676"/>
                  </a:lnTo>
                  <a:lnTo>
                    <a:pt x="2015" y="6953"/>
                  </a:lnTo>
                  <a:lnTo>
                    <a:pt x="2410" y="7190"/>
                  </a:lnTo>
                  <a:lnTo>
                    <a:pt x="2805" y="7407"/>
                  </a:lnTo>
                  <a:lnTo>
                    <a:pt x="3239" y="7605"/>
                  </a:lnTo>
                  <a:lnTo>
                    <a:pt x="3654" y="7763"/>
                  </a:lnTo>
                  <a:lnTo>
                    <a:pt x="4089" y="7921"/>
                  </a:lnTo>
                  <a:lnTo>
                    <a:pt x="4503" y="8039"/>
                  </a:lnTo>
                  <a:lnTo>
                    <a:pt x="4918" y="8158"/>
                  </a:lnTo>
                  <a:lnTo>
                    <a:pt x="5313" y="8237"/>
                  </a:lnTo>
                  <a:lnTo>
                    <a:pt x="5689" y="8296"/>
                  </a:lnTo>
                  <a:lnTo>
                    <a:pt x="6024" y="8355"/>
                  </a:lnTo>
                  <a:lnTo>
                    <a:pt x="6340" y="8375"/>
                  </a:lnTo>
                  <a:lnTo>
                    <a:pt x="6617" y="8395"/>
                  </a:lnTo>
                  <a:lnTo>
                    <a:pt x="6854" y="8375"/>
                  </a:lnTo>
                  <a:lnTo>
                    <a:pt x="7051" y="8355"/>
                  </a:lnTo>
                  <a:lnTo>
                    <a:pt x="7249" y="8296"/>
                  </a:lnTo>
                  <a:lnTo>
                    <a:pt x="7447" y="8197"/>
                  </a:lnTo>
                  <a:lnTo>
                    <a:pt x="7644" y="8079"/>
                  </a:lnTo>
                  <a:lnTo>
                    <a:pt x="7822" y="7941"/>
                  </a:lnTo>
                  <a:lnTo>
                    <a:pt x="8000" y="7783"/>
                  </a:lnTo>
                  <a:lnTo>
                    <a:pt x="8316" y="7466"/>
                  </a:lnTo>
                  <a:lnTo>
                    <a:pt x="8592" y="7150"/>
                  </a:lnTo>
                  <a:lnTo>
                    <a:pt x="8809" y="6874"/>
                  </a:lnTo>
                  <a:lnTo>
                    <a:pt x="8987" y="6617"/>
                  </a:lnTo>
                  <a:lnTo>
                    <a:pt x="9027" y="6518"/>
                  </a:lnTo>
                  <a:lnTo>
                    <a:pt x="9125" y="6262"/>
                  </a:lnTo>
                  <a:lnTo>
                    <a:pt x="9224" y="5867"/>
                  </a:lnTo>
                  <a:lnTo>
                    <a:pt x="9283" y="5630"/>
                  </a:lnTo>
                  <a:lnTo>
                    <a:pt x="9323" y="5373"/>
                  </a:lnTo>
                  <a:lnTo>
                    <a:pt x="9343" y="5076"/>
                  </a:lnTo>
                  <a:lnTo>
                    <a:pt x="9343" y="4760"/>
                  </a:lnTo>
                  <a:lnTo>
                    <a:pt x="9323" y="4425"/>
                  </a:lnTo>
                  <a:lnTo>
                    <a:pt x="9264" y="4069"/>
                  </a:lnTo>
                  <a:lnTo>
                    <a:pt x="9185" y="3714"/>
                  </a:lnTo>
                  <a:lnTo>
                    <a:pt x="9046" y="3358"/>
                  </a:lnTo>
                  <a:lnTo>
                    <a:pt x="8888" y="2983"/>
                  </a:lnTo>
                  <a:lnTo>
                    <a:pt x="8651" y="2588"/>
                  </a:lnTo>
                  <a:lnTo>
                    <a:pt x="8533" y="2410"/>
                  </a:lnTo>
                  <a:lnTo>
                    <a:pt x="8375" y="2232"/>
                  </a:lnTo>
                  <a:lnTo>
                    <a:pt x="8079" y="1877"/>
                  </a:lnTo>
                  <a:lnTo>
                    <a:pt x="7723" y="1561"/>
                  </a:lnTo>
                  <a:lnTo>
                    <a:pt x="7348" y="1264"/>
                  </a:lnTo>
                  <a:lnTo>
                    <a:pt x="6933" y="1008"/>
                  </a:lnTo>
                  <a:lnTo>
                    <a:pt x="6498" y="771"/>
                  </a:lnTo>
                  <a:lnTo>
                    <a:pt x="6044" y="553"/>
                  </a:lnTo>
                  <a:lnTo>
                    <a:pt x="5570" y="375"/>
                  </a:lnTo>
                  <a:lnTo>
                    <a:pt x="5096" y="237"/>
                  </a:lnTo>
                  <a:lnTo>
                    <a:pt x="4622" y="119"/>
                  </a:lnTo>
                  <a:lnTo>
                    <a:pt x="4128" y="59"/>
                  </a:lnTo>
                  <a:lnTo>
                    <a:pt x="365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9" name="Google Shape;8929;p34"/>
            <p:cNvSpPr/>
            <p:nvPr/>
          </p:nvSpPr>
          <p:spPr>
            <a:xfrm>
              <a:off x="8791864" y="2231481"/>
              <a:ext cx="260982" cy="182460"/>
            </a:xfrm>
            <a:custGeom>
              <a:rect b="b" l="l" r="r" t="t"/>
              <a:pathLst>
                <a:path extrusionOk="0" h="5097" w="7290">
                  <a:moveTo>
                    <a:pt x="178" y="1"/>
                  </a:moveTo>
                  <a:lnTo>
                    <a:pt x="99" y="21"/>
                  </a:lnTo>
                  <a:lnTo>
                    <a:pt x="60" y="40"/>
                  </a:lnTo>
                  <a:lnTo>
                    <a:pt x="20" y="80"/>
                  </a:lnTo>
                  <a:lnTo>
                    <a:pt x="1" y="119"/>
                  </a:lnTo>
                  <a:lnTo>
                    <a:pt x="20" y="198"/>
                  </a:lnTo>
                  <a:lnTo>
                    <a:pt x="60" y="277"/>
                  </a:lnTo>
                  <a:lnTo>
                    <a:pt x="238" y="534"/>
                  </a:lnTo>
                  <a:lnTo>
                    <a:pt x="514" y="850"/>
                  </a:lnTo>
                  <a:lnTo>
                    <a:pt x="850" y="1225"/>
                  </a:lnTo>
                  <a:lnTo>
                    <a:pt x="1245" y="1621"/>
                  </a:lnTo>
                  <a:lnTo>
                    <a:pt x="1680" y="2016"/>
                  </a:lnTo>
                  <a:lnTo>
                    <a:pt x="2134" y="2391"/>
                  </a:lnTo>
                  <a:lnTo>
                    <a:pt x="2568" y="2727"/>
                  </a:lnTo>
                  <a:lnTo>
                    <a:pt x="3102" y="3082"/>
                  </a:lnTo>
                  <a:lnTo>
                    <a:pt x="3793" y="3477"/>
                  </a:lnTo>
                  <a:lnTo>
                    <a:pt x="4544" y="3912"/>
                  </a:lnTo>
                  <a:lnTo>
                    <a:pt x="5334" y="4307"/>
                  </a:lnTo>
                  <a:lnTo>
                    <a:pt x="6064" y="4662"/>
                  </a:lnTo>
                  <a:lnTo>
                    <a:pt x="6677" y="4939"/>
                  </a:lnTo>
                  <a:lnTo>
                    <a:pt x="6914" y="5018"/>
                  </a:lnTo>
                  <a:lnTo>
                    <a:pt x="7111" y="5077"/>
                  </a:lnTo>
                  <a:lnTo>
                    <a:pt x="7230" y="5097"/>
                  </a:lnTo>
                  <a:lnTo>
                    <a:pt x="7269" y="5097"/>
                  </a:lnTo>
                  <a:lnTo>
                    <a:pt x="7269" y="5077"/>
                  </a:lnTo>
                  <a:lnTo>
                    <a:pt x="7289" y="4978"/>
                  </a:lnTo>
                  <a:lnTo>
                    <a:pt x="7250" y="4860"/>
                  </a:lnTo>
                  <a:lnTo>
                    <a:pt x="7210" y="4741"/>
                  </a:lnTo>
                  <a:lnTo>
                    <a:pt x="7151" y="4623"/>
                  </a:lnTo>
                  <a:lnTo>
                    <a:pt x="7013" y="4425"/>
                  </a:lnTo>
                  <a:lnTo>
                    <a:pt x="6953" y="4346"/>
                  </a:lnTo>
                  <a:lnTo>
                    <a:pt x="6756" y="4090"/>
                  </a:lnTo>
                  <a:lnTo>
                    <a:pt x="6479" y="3773"/>
                  </a:lnTo>
                  <a:lnTo>
                    <a:pt x="6124" y="3378"/>
                  </a:lnTo>
                  <a:lnTo>
                    <a:pt x="5630" y="2924"/>
                  </a:lnTo>
                  <a:lnTo>
                    <a:pt x="5334" y="2687"/>
                  </a:lnTo>
                  <a:lnTo>
                    <a:pt x="5018" y="2430"/>
                  </a:lnTo>
                  <a:lnTo>
                    <a:pt x="4662" y="2174"/>
                  </a:lnTo>
                  <a:lnTo>
                    <a:pt x="4267" y="1917"/>
                  </a:lnTo>
                  <a:lnTo>
                    <a:pt x="3852" y="1640"/>
                  </a:lnTo>
                  <a:lnTo>
                    <a:pt x="3398" y="1383"/>
                  </a:lnTo>
                  <a:lnTo>
                    <a:pt x="2549" y="929"/>
                  </a:lnTo>
                  <a:lnTo>
                    <a:pt x="1818" y="574"/>
                  </a:lnTo>
                  <a:lnTo>
                    <a:pt x="1225" y="317"/>
                  </a:lnTo>
                  <a:lnTo>
                    <a:pt x="771" y="139"/>
                  </a:lnTo>
                  <a:lnTo>
                    <a:pt x="415" y="40"/>
                  </a:lnTo>
                  <a:lnTo>
                    <a:pt x="297" y="21"/>
                  </a:lnTo>
                  <a:lnTo>
                    <a:pt x="17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0" name="Google Shape;8930;p34"/>
            <p:cNvSpPr/>
            <p:nvPr/>
          </p:nvSpPr>
          <p:spPr>
            <a:xfrm>
              <a:off x="9375230" y="2344638"/>
              <a:ext cx="139334" cy="206480"/>
            </a:xfrm>
            <a:custGeom>
              <a:rect b="b" l="l" r="r" t="t"/>
              <a:pathLst>
                <a:path extrusionOk="0" h="5768" w="3892">
                  <a:moveTo>
                    <a:pt x="178" y="0"/>
                  </a:moveTo>
                  <a:lnTo>
                    <a:pt x="375" y="1067"/>
                  </a:lnTo>
                  <a:lnTo>
                    <a:pt x="652" y="1087"/>
                  </a:lnTo>
                  <a:lnTo>
                    <a:pt x="928" y="1126"/>
                  </a:lnTo>
                  <a:lnTo>
                    <a:pt x="1264" y="1166"/>
                  </a:lnTo>
                  <a:lnTo>
                    <a:pt x="1620" y="1245"/>
                  </a:lnTo>
                  <a:lnTo>
                    <a:pt x="1955" y="1343"/>
                  </a:lnTo>
                  <a:lnTo>
                    <a:pt x="2114" y="1403"/>
                  </a:lnTo>
                  <a:lnTo>
                    <a:pt x="2252" y="1482"/>
                  </a:lnTo>
                  <a:lnTo>
                    <a:pt x="2370" y="1561"/>
                  </a:lnTo>
                  <a:lnTo>
                    <a:pt x="2469" y="1659"/>
                  </a:lnTo>
                  <a:lnTo>
                    <a:pt x="2548" y="1758"/>
                  </a:lnTo>
                  <a:lnTo>
                    <a:pt x="2607" y="1896"/>
                  </a:lnTo>
                  <a:lnTo>
                    <a:pt x="2667" y="2035"/>
                  </a:lnTo>
                  <a:lnTo>
                    <a:pt x="2706" y="2193"/>
                  </a:lnTo>
                  <a:lnTo>
                    <a:pt x="2726" y="2351"/>
                  </a:lnTo>
                  <a:lnTo>
                    <a:pt x="2746" y="2528"/>
                  </a:lnTo>
                  <a:lnTo>
                    <a:pt x="2746" y="2706"/>
                  </a:lnTo>
                  <a:lnTo>
                    <a:pt x="2726" y="2884"/>
                  </a:lnTo>
                  <a:lnTo>
                    <a:pt x="2686" y="3062"/>
                  </a:lnTo>
                  <a:lnTo>
                    <a:pt x="2647" y="3240"/>
                  </a:lnTo>
                  <a:lnTo>
                    <a:pt x="2568" y="3417"/>
                  </a:lnTo>
                  <a:lnTo>
                    <a:pt x="2489" y="3575"/>
                  </a:lnTo>
                  <a:lnTo>
                    <a:pt x="2390" y="3733"/>
                  </a:lnTo>
                  <a:lnTo>
                    <a:pt x="2252" y="3891"/>
                  </a:lnTo>
                  <a:lnTo>
                    <a:pt x="2114" y="4010"/>
                  </a:lnTo>
                  <a:lnTo>
                    <a:pt x="1936" y="4128"/>
                  </a:lnTo>
                  <a:lnTo>
                    <a:pt x="1758" y="4227"/>
                  </a:lnTo>
                  <a:lnTo>
                    <a:pt x="1580" y="4326"/>
                  </a:lnTo>
                  <a:lnTo>
                    <a:pt x="1264" y="4425"/>
                  </a:lnTo>
                  <a:lnTo>
                    <a:pt x="968" y="4504"/>
                  </a:lnTo>
                  <a:lnTo>
                    <a:pt x="711" y="4523"/>
                  </a:lnTo>
                  <a:lnTo>
                    <a:pt x="514" y="4523"/>
                  </a:lnTo>
                  <a:lnTo>
                    <a:pt x="356" y="4504"/>
                  </a:lnTo>
                  <a:lnTo>
                    <a:pt x="237" y="4484"/>
                  </a:lnTo>
                  <a:lnTo>
                    <a:pt x="0" y="5728"/>
                  </a:lnTo>
                  <a:lnTo>
                    <a:pt x="454" y="5748"/>
                  </a:lnTo>
                  <a:lnTo>
                    <a:pt x="889" y="5768"/>
                  </a:lnTo>
                  <a:lnTo>
                    <a:pt x="1343" y="5728"/>
                  </a:lnTo>
                  <a:lnTo>
                    <a:pt x="1600" y="5709"/>
                  </a:lnTo>
                  <a:lnTo>
                    <a:pt x="1896" y="5630"/>
                  </a:lnTo>
                  <a:lnTo>
                    <a:pt x="2232" y="5511"/>
                  </a:lnTo>
                  <a:lnTo>
                    <a:pt x="2410" y="5412"/>
                  </a:lnTo>
                  <a:lnTo>
                    <a:pt x="2588" y="5333"/>
                  </a:lnTo>
                  <a:lnTo>
                    <a:pt x="2746" y="5215"/>
                  </a:lnTo>
                  <a:lnTo>
                    <a:pt x="2923" y="5076"/>
                  </a:lnTo>
                  <a:lnTo>
                    <a:pt x="3081" y="4938"/>
                  </a:lnTo>
                  <a:lnTo>
                    <a:pt x="3239" y="4760"/>
                  </a:lnTo>
                  <a:lnTo>
                    <a:pt x="3378" y="4583"/>
                  </a:lnTo>
                  <a:lnTo>
                    <a:pt x="3516" y="4365"/>
                  </a:lnTo>
                  <a:lnTo>
                    <a:pt x="3634" y="4148"/>
                  </a:lnTo>
                  <a:lnTo>
                    <a:pt x="3733" y="3891"/>
                  </a:lnTo>
                  <a:lnTo>
                    <a:pt x="3812" y="3615"/>
                  </a:lnTo>
                  <a:lnTo>
                    <a:pt x="3852" y="3358"/>
                  </a:lnTo>
                  <a:lnTo>
                    <a:pt x="3891" y="3082"/>
                  </a:lnTo>
                  <a:lnTo>
                    <a:pt x="3871" y="2805"/>
                  </a:lnTo>
                  <a:lnTo>
                    <a:pt x="3852" y="2528"/>
                  </a:lnTo>
                  <a:lnTo>
                    <a:pt x="3812" y="2252"/>
                  </a:lnTo>
                  <a:lnTo>
                    <a:pt x="3733" y="1995"/>
                  </a:lnTo>
                  <a:lnTo>
                    <a:pt x="3654" y="1738"/>
                  </a:lnTo>
                  <a:lnTo>
                    <a:pt x="3536" y="1501"/>
                  </a:lnTo>
                  <a:lnTo>
                    <a:pt x="3417" y="1284"/>
                  </a:lnTo>
                  <a:lnTo>
                    <a:pt x="3279" y="1067"/>
                  </a:lnTo>
                  <a:lnTo>
                    <a:pt x="3121" y="889"/>
                  </a:lnTo>
                  <a:lnTo>
                    <a:pt x="2963" y="731"/>
                  </a:lnTo>
                  <a:lnTo>
                    <a:pt x="2765" y="593"/>
                  </a:lnTo>
                  <a:lnTo>
                    <a:pt x="2568" y="474"/>
                  </a:lnTo>
                  <a:lnTo>
                    <a:pt x="2370" y="395"/>
                  </a:lnTo>
                  <a:lnTo>
                    <a:pt x="1955" y="277"/>
                  </a:lnTo>
                  <a:lnTo>
                    <a:pt x="1560" y="198"/>
                  </a:lnTo>
                  <a:lnTo>
                    <a:pt x="1185" y="119"/>
                  </a:lnTo>
                  <a:lnTo>
                    <a:pt x="869" y="79"/>
                  </a:lnTo>
                  <a:lnTo>
                    <a:pt x="375" y="20"/>
                  </a:lnTo>
                  <a:lnTo>
                    <a:pt x="1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1" name="Google Shape;8931;p34"/>
            <p:cNvSpPr/>
            <p:nvPr/>
          </p:nvSpPr>
          <p:spPr>
            <a:xfrm>
              <a:off x="8588925" y="2306442"/>
              <a:ext cx="139334" cy="189548"/>
            </a:xfrm>
            <a:custGeom>
              <a:rect b="b" l="l" r="r" t="t"/>
              <a:pathLst>
                <a:path extrusionOk="0" h="5295" w="3892">
                  <a:moveTo>
                    <a:pt x="2509" y="1"/>
                  </a:moveTo>
                  <a:lnTo>
                    <a:pt x="2272" y="20"/>
                  </a:lnTo>
                  <a:lnTo>
                    <a:pt x="2015" y="60"/>
                  </a:lnTo>
                  <a:lnTo>
                    <a:pt x="1759" y="119"/>
                  </a:lnTo>
                  <a:lnTo>
                    <a:pt x="1502" y="198"/>
                  </a:lnTo>
                  <a:lnTo>
                    <a:pt x="1265" y="317"/>
                  </a:lnTo>
                  <a:lnTo>
                    <a:pt x="1048" y="455"/>
                  </a:lnTo>
                  <a:lnTo>
                    <a:pt x="830" y="633"/>
                  </a:lnTo>
                  <a:lnTo>
                    <a:pt x="633" y="850"/>
                  </a:lnTo>
                  <a:lnTo>
                    <a:pt x="475" y="1067"/>
                  </a:lnTo>
                  <a:lnTo>
                    <a:pt x="337" y="1284"/>
                  </a:lnTo>
                  <a:lnTo>
                    <a:pt x="238" y="1521"/>
                  </a:lnTo>
                  <a:lnTo>
                    <a:pt x="139" y="1758"/>
                  </a:lnTo>
                  <a:lnTo>
                    <a:pt x="80" y="1996"/>
                  </a:lnTo>
                  <a:lnTo>
                    <a:pt x="40" y="2252"/>
                  </a:lnTo>
                  <a:lnTo>
                    <a:pt x="1" y="2489"/>
                  </a:lnTo>
                  <a:lnTo>
                    <a:pt x="1" y="2726"/>
                  </a:lnTo>
                  <a:lnTo>
                    <a:pt x="21" y="2963"/>
                  </a:lnTo>
                  <a:lnTo>
                    <a:pt x="60" y="3200"/>
                  </a:lnTo>
                  <a:lnTo>
                    <a:pt x="119" y="3437"/>
                  </a:lnTo>
                  <a:lnTo>
                    <a:pt x="198" y="3655"/>
                  </a:lnTo>
                  <a:lnTo>
                    <a:pt x="297" y="3852"/>
                  </a:lnTo>
                  <a:lnTo>
                    <a:pt x="416" y="4050"/>
                  </a:lnTo>
                  <a:lnTo>
                    <a:pt x="534" y="4228"/>
                  </a:lnTo>
                  <a:lnTo>
                    <a:pt x="692" y="4386"/>
                  </a:lnTo>
                  <a:lnTo>
                    <a:pt x="870" y="4544"/>
                  </a:lnTo>
                  <a:lnTo>
                    <a:pt x="1067" y="4662"/>
                  </a:lnTo>
                  <a:lnTo>
                    <a:pt x="1285" y="4781"/>
                  </a:lnTo>
                  <a:lnTo>
                    <a:pt x="1522" y="4879"/>
                  </a:lnTo>
                  <a:lnTo>
                    <a:pt x="1759" y="4978"/>
                  </a:lnTo>
                  <a:lnTo>
                    <a:pt x="2213" y="5116"/>
                  </a:lnTo>
                  <a:lnTo>
                    <a:pt x="2648" y="5195"/>
                  </a:lnTo>
                  <a:lnTo>
                    <a:pt x="3023" y="5255"/>
                  </a:lnTo>
                  <a:lnTo>
                    <a:pt x="3359" y="5294"/>
                  </a:lnTo>
                  <a:lnTo>
                    <a:pt x="3398" y="4129"/>
                  </a:lnTo>
                  <a:lnTo>
                    <a:pt x="3181" y="4109"/>
                  </a:lnTo>
                  <a:lnTo>
                    <a:pt x="2924" y="4069"/>
                  </a:lnTo>
                  <a:lnTo>
                    <a:pt x="2628" y="4010"/>
                  </a:lnTo>
                  <a:lnTo>
                    <a:pt x="2292" y="3931"/>
                  </a:lnTo>
                  <a:lnTo>
                    <a:pt x="1956" y="3832"/>
                  </a:lnTo>
                  <a:lnTo>
                    <a:pt x="1778" y="3753"/>
                  </a:lnTo>
                  <a:lnTo>
                    <a:pt x="1640" y="3674"/>
                  </a:lnTo>
                  <a:lnTo>
                    <a:pt x="1482" y="3595"/>
                  </a:lnTo>
                  <a:lnTo>
                    <a:pt x="1364" y="3497"/>
                  </a:lnTo>
                  <a:lnTo>
                    <a:pt x="1265" y="3398"/>
                  </a:lnTo>
                  <a:lnTo>
                    <a:pt x="1186" y="3260"/>
                  </a:lnTo>
                  <a:lnTo>
                    <a:pt x="1127" y="3121"/>
                  </a:lnTo>
                  <a:lnTo>
                    <a:pt x="1087" y="2983"/>
                  </a:lnTo>
                  <a:lnTo>
                    <a:pt x="1067" y="2825"/>
                  </a:lnTo>
                  <a:lnTo>
                    <a:pt x="1067" y="2667"/>
                  </a:lnTo>
                  <a:lnTo>
                    <a:pt x="1087" y="2489"/>
                  </a:lnTo>
                  <a:lnTo>
                    <a:pt x="1127" y="2331"/>
                  </a:lnTo>
                  <a:lnTo>
                    <a:pt x="1206" y="1996"/>
                  </a:lnTo>
                  <a:lnTo>
                    <a:pt x="1324" y="1719"/>
                  </a:lnTo>
                  <a:lnTo>
                    <a:pt x="1443" y="1482"/>
                  </a:lnTo>
                  <a:lnTo>
                    <a:pt x="1561" y="1324"/>
                  </a:lnTo>
                  <a:lnTo>
                    <a:pt x="1640" y="1245"/>
                  </a:lnTo>
                  <a:lnTo>
                    <a:pt x="1739" y="1166"/>
                  </a:lnTo>
                  <a:lnTo>
                    <a:pt x="1857" y="1107"/>
                  </a:lnTo>
                  <a:lnTo>
                    <a:pt x="1976" y="1067"/>
                  </a:lnTo>
                  <a:lnTo>
                    <a:pt x="2253" y="988"/>
                  </a:lnTo>
                  <a:lnTo>
                    <a:pt x="2549" y="929"/>
                  </a:lnTo>
                  <a:lnTo>
                    <a:pt x="2845" y="909"/>
                  </a:lnTo>
                  <a:lnTo>
                    <a:pt x="3122" y="929"/>
                  </a:lnTo>
                  <a:lnTo>
                    <a:pt x="3359" y="968"/>
                  </a:lnTo>
                  <a:lnTo>
                    <a:pt x="3556" y="1028"/>
                  </a:lnTo>
                  <a:lnTo>
                    <a:pt x="3892" y="159"/>
                  </a:lnTo>
                  <a:lnTo>
                    <a:pt x="3793" y="119"/>
                  </a:lnTo>
                  <a:lnTo>
                    <a:pt x="3556" y="80"/>
                  </a:lnTo>
                  <a:lnTo>
                    <a:pt x="3201" y="20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32" name="Google Shape;8932;p34"/>
          <p:cNvGrpSpPr/>
          <p:nvPr/>
        </p:nvGrpSpPr>
        <p:grpSpPr>
          <a:xfrm>
            <a:off x="7939200" y="3677975"/>
            <a:ext cx="1436750" cy="1718156"/>
            <a:chOff x="3853575" y="-2474775"/>
            <a:chExt cx="1436750" cy="1718156"/>
          </a:xfrm>
        </p:grpSpPr>
        <p:sp>
          <p:nvSpPr>
            <p:cNvPr id="8933" name="Google Shape;8933;p34"/>
            <p:cNvSpPr/>
            <p:nvPr/>
          </p:nvSpPr>
          <p:spPr>
            <a:xfrm>
              <a:off x="3873611" y="-1465718"/>
              <a:ext cx="573999" cy="351203"/>
            </a:xfrm>
            <a:custGeom>
              <a:rect b="b" l="l" r="r" t="t"/>
              <a:pathLst>
                <a:path extrusionOk="0" h="9343" w="15270">
                  <a:moveTo>
                    <a:pt x="9205" y="0"/>
                  </a:moveTo>
                  <a:lnTo>
                    <a:pt x="8988" y="20"/>
                  </a:lnTo>
                  <a:lnTo>
                    <a:pt x="8751" y="79"/>
                  </a:lnTo>
                  <a:lnTo>
                    <a:pt x="8514" y="178"/>
                  </a:lnTo>
                  <a:lnTo>
                    <a:pt x="8277" y="316"/>
                  </a:lnTo>
                  <a:lnTo>
                    <a:pt x="8040" y="454"/>
                  </a:lnTo>
                  <a:lnTo>
                    <a:pt x="7783" y="632"/>
                  </a:lnTo>
                  <a:lnTo>
                    <a:pt x="7309" y="1008"/>
                  </a:lnTo>
                  <a:lnTo>
                    <a:pt x="6855" y="1363"/>
                  </a:lnTo>
                  <a:lnTo>
                    <a:pt x="6420" y="1699"/>
                  </a:lnTo>
                  <a:lnTo>
                    <a:pt x="6223" y="1817"/>
                  </a:lnTo>
                  <a:lnTo>
                    <a:pt x="6025" y="1916"/>
                  </a:lnTo>
                  <a:lnTo>
                    <a:pt x="5867" y="1975"/>
                  </a:lnTo>
                  <a:lnTo>
                    <a:pt x="5709" y="1995"/>
                  </a:lnTo>
                  <a:lnTo>
                    <a:pt x="5551" y="1975"/>
                  </a:lnTo>
                  <a:lnTo>
                    <a:pt x="5354" y="1916"/>
                  </a:lnTo>
                  <a:lnTo>
                    <a:pt x="4840" y="1778"/>
                  </a:lnTo>
                  <a:lnTo>
                    <a:pt x="4228" y="1600"/>
                  </a:lnTo>
                  <a:lnTo>
                    <a:pt x="3576" y="1363"/>
                  </a:lnTo>
                  <a:lnTo>
                    <a:pt x="2312" y="968"/>
                  </a:lnTo>
                  <a:lnTo>
                    <a:pt x="1798" y="810"/>
                  </a:lnTo>
                  <a:lnTo>
                    <a:pt x="1581" y="770"/>
                  </a:lnTo>
                  <a:lnTo>
                    <a:pt x="1423" y="751"/>
                  </a:lnTo>
                  <a:lnTo>
                    <a:pt x="1028" y="751"/>
                  </a:lnTo>
                  <a:lnTo>
                    <a:pt x="831" y="790"/>
                  </a:lnTo>
                  <a:lnTo>
                    <a:pt x="633" y="869"/>
                  </a:lnTo>
                  <a:lnTo>
                    <a:pt x="455" y="968"/>
                  </a:lnTo>
                  <a:lnTo>
                    <a:pt x="317" y="1106"/>
                  </a:lnTo>
                  <a:lnTo>
                    <a:pt x="238" y="1185"/>
                  </a:lnTo>
                  <a:lnTo>
                    <a:pt x="179" y="1284"/>
                  </a:lnTo>
                  <a:lnTo>
                    <a:pt x="139" y="1383"/>
                  </a:lnTo>
                  <a:lnTo>
                    <a:pt x="100" y="1501"/>
                  </a:lnTo>
                  <a:lnTo>
                    <a:pt x="60" y="1699"/>
                  </a:lnTo>
                  <a:lnTo>
                    <a:pt x="21" y="1877"/>
                  </a:lnTo>
                  <a:lnTo>
                    <a:pt x="1" y="2054"/>
                  </a:lnTo>
                  <a:lnTo>
                    <a:pt x="1" y="2232"/>
                  </a:lnTo>
                  <a:lnTo>
                    <a:pt x="21" y="2410"/>
                  </a:lnTo>
                  <a:lnTo>
                    <a:pt x="60" y="2568"/>
                  </a:lnTo>
                  <a:lnTo>
                    <a:pt x="139" y="2726"/>
                  </a:lnTo>
                  <a:lnTo>
                    <a:pt x="238" y="2884"/>
                  </a:lnTo>
                  <a:lnTo>
                    <a:pt x="356" y="3002"/>
                  </a:lnTo>
                  <a:lnTo>
                    <a:pt x="495" y="3121"/>
                  </a:lnTo>
                  <a:lnTo>
                    <a:pt x="653" y="3239"/>
                  </a:lnTo>
                  <a:lnTo>
                    <a:pt x="1008" y="3477"/>
                  </a:lnTo>
                  <a:lnTo>
                    <a:pt x="1403" y="3674"/>
                  </a:lnTo>
                  <a:lnTo>
                    <a:pt x="1798" y="3852"/>
                  </a:lnTo>
                  <a:lnTo>
                    <a:pt x="1937" y="3911"/>
                  </a:lnTo>
                  <a:lnTo>
                    <a:pt x="1996" y="3931"/>
                  </a:lnTo>
                  <a:lnTo>
                    <a:pt x="2766" y="4207"/>
                  </a:lnTo>
                  <a:lnTo>
                    <a:pt x="3300" y="4385"/>
                  </a:lnTo>
                  <a:lnTo>
                    <a:pt x="3616" y="4464"/>
                  </a:lnTo>
                  <a:lnTo>
                    <a:pt x="3714" y="4484"/>
                  </a:lnTo>
                  <a:lnTo>
                    <a:pt x="3793" y="4622"/>
                  </a:lnTo>
                  <a:lnTo>
                    <a:pt x="4011" y="4918"/>
                  </a:lnTo>
                  <a:lnTo>
                    <a:pt x="4169" y="5116"/>
                  </a:lnTo>
                  <a:lnTo>
                    <a:pt x="4366" y="5313"/>
                  </a:lnTo>
                  <a:lnTo>
                    <a:pt x="4564" y="5531"/>
                  </a:lnTo>
                  <a:lnTo>
                    <a:pt x="4801" y="5709"/>
                  </a:lnTo>
                  <a:lnTo>
                    <a:pt x="5038" y="5886"/>
                  </a:lnTo>
                  <a:lnTo>
                    <a:pt x="5275" y="6005"/>
                  </a:lnTo>
                  <a:lnTo>
                    <a:pt x="5512" y="6104"/>
                  </a:lnTo>
                  <a:lnTo>
                    <a:pt x="5709" y="6163"/>
                  </a:lnTo>
                  <a:lnTo>
                    <a:pt x="6025" y="6242"/>
                  </a:lnTo>
                  <a:lnTo>
                    <a:pt x="6144" y="6262"/>
                  </a:lnTo>
                  <a:lnTo>
                    <a:pt x="6164" y="6400"/>
                  </a:lnTo>
                  <a:lnTo>
                    <a:pt x="6183" y="6578"/>
                  </a:lnTo>
                  <a:lnTo>
                    <a:pt x="6262" y="6775"/>
                  </a:lnTo>
                  <a:lnTo>
                    <a:pt x="6341" y="6992"/>
                  </a:lnTo>
                  <a:lnTo>
                    <a:pt x="6480" y="7210"/>
                  </a:lnTo>
                  <a:lnTo>
                    <a:pt x="6578" y="7308"/>
                  </a:lnTo>
                  <a:lnTo>
                    <a:pt x="6677" y="7407"/>
                  </a:lnTo>
                  <a:lnTo>
                    <a:pt x="6796" y="7506"/>
                  </a:lnTo>
                  <a:lnTo>
                    <a:pt x="6914" y="7585"/>
                  </a:lnTo>
                  <a:lnTo>
                    <a:pt x="7309" y="7802"/>
                  </a:lnTo>
                  <a:lnTo>
                    <a:pt x="7605" y="7921"/>
                  </a:lnTo>
                  <a:lnTo>
                    <a:pt x="7783" y="7980"/>
                  </a:lnTo>
                  <a:lnTo>
                    <a:pt x="7862" y="7980"/>
                  </a:lnTo>
                  <a:lnTo>
                    <a:pt x="7961" y="8138"/>
                  </a:lnTo>
                  <a:lnTo>
                    <a:pt x="8080" y="8296"/>
                  </a:lnTo>
                  <a:lnTo>
                    <a:pt x="8218" y="8474"/>
                  </a:lnTo>
                  <a:lnTo>
                    <a:pt x="8415" y="8671"/>
                  </a:lnTo>
                  <a:lnTo>
                    <a:pt x="8613" y="8849"/>
                  </a:lnTo>
                  <a:lnTo>
                    <a:pt x="8830" y="9007"/>
                  </a:lnTo>
                  <a:lnTo>
                    <a:pt x="8949" y="9066"/>
                  </a:lnTo>
                  <a:lnTo>
                    <a:pt x="9067" y="9106"/>
                  </a:lnTo>
                  <a:lnTo>
                    <a:pt x="9541" y="9205"/>
                  </a:lnTo>
                  <a:lnTo>
                    <a:pt x="10015" y="9284"/>
                  </a:lnTo>
                  <a:lnTo>
                    <a:pt x="10489" y="9343"/>
                  </a:lnTo>
                  <a:lnTo>
                    <a:pt x="11398" y="9343"/>
                  </a:lnTo>
                  <a:lnTo>
                    <a:pt x="11813" y="9303"/>
                  </a:lnTo>
                  <a:lnTo>
                    <a:pt x="12208" y="9264"/>
                  </a:lnTo>
                  <a:lnTo>
                    <a:pt x="12583" y="9185"/>
                  </a:lnTo>
                  <a:lnTo>
                    <a:pt x="12938" y="9126"/>
                  </a:lnTo>
                  <a:lnTo>
                    <a:pt x="13235" y="9047"/>
                  </a:lnTo>
                  <a:lnTo>
                    <a:pt x="13748" y="8889"/>
                  </a:lnTo>
                  <a:lnTo>
                    <a:pt x="14064" y="8790"/>
                  </a:lnTo>
                  <a:lnTo>
                    <a:pt x="14183" y="8731"/>
                  </a:lnTo>
                  <a:lnTo>
                    <a:pt x="15269" y="869"/>
                  </a:lnTo>
                  <a:lnTo>
                    <a:pt x="14479" y="731"/>
                  </a:lnTo>
                  <a:lnTo>
                    <a:pt x="12682" y="454"/>
                  </a:lnTo>
                  <a:lnTo>
                    <a:pt x="11635" y="296"/>
                  </a:lnTo>
                  <a:lnTo>
                    <a:pt x="10647" y="158"/>
                  </a:lnTo>
                  <a:lnTo>
                    <a:pt x="9798" y="59"/>
                  </a:lnTo>
                  <a:lnTo>
                    <a:pt x="920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4" name="Google Shape;8934;p34"/>
            <p:cNvSpPr/>
            <p:nvPr/>
          </p:nvSpPr>
          <p:spPr>
            <a:xfrm>
              <a:off x="4013224" y="-1297197"/>
              <a:ext cx="118822" cy="26050"/>
            </a:xfrm>
            <a:custGeom>
              <a:rect b="b" l="l" r="r" t="t"/>
              <a:pathLst>
                <a:path extrusionOk="0" h="693" w="3161">
                  <a:moveTo>
                    <a:pt x="0" y="1"/>
                  </a:moveTo>
                  <a:lnTo>
                    <a:pt x="158" y="258"/>
                  </a:lnTo>
                  <a:lnTo>
                    <a:pt x="1620" y="554"/>
                  </a:lnTo>
                  <a:lnTo>
                    <a:pt x="1896" y="613"/>
                  </a:lnTo>
                  <a:lnTo>
                    <a:pt x="2153" y="633"/>
                  </a:lnTo>
                  <a:lnTo>
                    <a:pt x="2647" y="672"/>
                  </a:lnTo>
                  <a:lnTo>
                    <a:pt x="3003" y="692"/>
                  </a:lnTo>
                  <a:lnTo>
                    <a:pt x="3161" y="692"/>
                  </a:lnTo>
                  <a:lnTo>
                    <a:pt x="2904" y="613"/>
                  </a:lnTo>
                  <a:lnTo>
                    <a:pt x="2568" y="554"/>
                  </a:lnTo>
                  <a:lnTo>
                    <a:pt x="2074" y="495"/>
                  </a:lnTo>
                  <a:lnTo>
                    <a:pt x="1758" y="435"/>
                  </a:lnTo>
                  <a:lnTo>
                    <a:pt x="1403" y="376"/>
                  </a:lnTo>
                  <a:lnTo>
                    <a:pt x="731" y="21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5" name="Google Shape;8935;p34"/>
            <p:cNvSpPr/>
            <p:nvPr/>
          </p:nvSpPr>
          <p:spPr>
            <a:xfrm>
              <a:off x="4103067" y="-1230360"/>
              <a:ext cx="60896" cy="10450"/>
            </a:xfrm>
            <a:custGeom>
              <a:rect b="b" l="l" r="r" t="t"/>
              <a:pathLst>
                <a:path extrusionOk="0" h="278" w="1620">
                  <a:moveTo>
                    <a:pt x="40" y="1"/>
                  </a:moveTo>
                  <a:lnTo>
                    <a:pt x="20" y="20"/>
                  </a:lnTo>
                  <a:lnTo>
                    <a:pt x="0" y="99"/>
                  </a:lnTo>
                  <a:lnTo>
                    <a:pt x="20" y="178"/>
                  </a:lnTo>
                  <a:lnTo>
                    <a:pt x="40" y="218"/>
                  </a:lnTo>
                  <a:lnTo>
                    <a:pt x="79" y="238"/>
                  </a:lnTo>
                  <a:lnTo>
                    <a:pt x="178" y="257"/>
                  </a:lnTo>
                  <a:lnTo>
                    <a:pt x="356" y="277"/>
                  </a:lnTo>
                  <a:lnTo>
                    <a:pt x="889" y="277"/>
                  </a:lnTo>
                  <a:lnTo>
                    <a:pt x="1620" y="257"/>
                  </a:lnTo>
                  <a:lnTo>
                    <a:pt x="1264" y="218"/>
                  </a:lnTo>
                  <a:lnTo>
                    <a:pt x="929" y="178"/>
                  </a:lnTo>
                  <a:lnTo>
                    <a:pt x="514" y="99"/>
                  </a:lnTo>
                  <a:lnTo>
                    <a:pt x="4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6" name="Google Shape;8936;p34"/>
            <p:cNvSpPr/>
            <p:nvPr/>
          </p:nvSpPr>
          <p:spPr>
            <a:xfrm>
              <a:off x="4169152" y="-1165779"/>
              <a:ext cx="41612" cy="11202"/>
            </a:xfrm>
            <a:custGeom>
              <a:rect b="b" l="l" r="r" t="t"/>
              <a:pathLst>
                <a:path extrusionOk="0" h="298" w="1107">
                  <a:moveTo>
                    <a:pt x="0" y="1"/>
                  </a:moveTo>
                  <a:lnTo>
                    <a:pt x="40" y="120"/>
                  </a:lnTo>
                  <a:lnTo>
                    <a:pt x="99" y="199"/>
                  </a:lnTo>
                  <a:lnTo>
                    <a:pt x="138" y="278"/>
                  </a:lnTo>
                  <a:lnTo>
                    <a:pt x="218" y="297"/>
                  </a:lnTo>
                  <a:lnTo>
                    <a:pt x="356" y="278"/>
                  </a:lnTo>
                  <a:lnTo>
                    <a:pt x="711" y="199"/>
                  </a:lnTo>
                  <a:lnTo>
                    <a:pt x="1047" y="100"/>
                  </a:lnTo>
                  <a:lnTo>
                    <a:pt x="1106" y="60"/>
                  </a:lnTo>
                  <a:lnTo>
                    <a:pt x="1087" y="40"/>
                  </a:lnTo>
                  <a:lnTo>
                    <a:pt x="455" y="2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7" name="Google Shape;8937;p34"/>
            <p:cNvSpPr/>
            <p:nvPr/>
          </p:nvSpPr>
          <p:spPr>
            <a:xfrm>
              <a:off x="3882520" y="-1393693"/>
              <a:ext cx="75030" cy="75030"/>
            </a:xfrm>
            <a:custGeom>
              <a:rect b="b" l="l" r="r" t="t"/>
              <a:pathLst>
                <a:path extrusionOk="0" h="1996" w="1996">
                  <a:moveTo>
                    <a:pt x="376" y="0"/>
                  </a:moveTo>
                  <a:lnTo>
                    <a:pt x="1" y="968"/>
                  </a:lnTo>
                  <a:lnTo>
                    <a:pt x="119" y="1086"/>
                  </a:lnTo>
                  <a:lnTo>
                    <a:pt x="416" y="198"/>
                  </a:lnTo>
                  <a:lnTo>
                    <a:pt x="1048" y="494"/>
                  </a:lnTo>
                  <a:lnTo>
                    <a:pt x="1502" y="731"/>
                  </a:lnTo>
                  <a:lnTo>
                    <a:pt x="1680" y="830"/>
                  </a:lnTo>
                  <a:lnTo>
                    <a:pt x="1779" y="909"/>
                  </a:lnTo>
                  <a:lnTo>
                    <a:pt x="1798" y="968"/>
                  </a:lnTo>
                  <a:lnTo>
                    <a:pt x="1838" y="1067"/>
                  </a:lnTo>
                  <a:lnTo>
                    <a:pt x="1838" y="1146"/>
                  </a:lnTo>
                  <a:lnTo>
                    <a:pt x="1838" y="1264"/>
                  </a:lnTo>
                  <a:lnTo>
                    <a:pt x="1798" y="1482"/>
                  </a:lnTo>
                  <a:lnTo>
                    <a:pt x="1719" y="1719"/>
                  </a:lnTo>
                  <a:lnTo>
                    <a:pt x="1640" y="1857"/>
                  </a:lnTo>
                  <a:lnTo>
                    <a:pt x="1561" y="1936"/>
                  </a:lnTo>
                  <a:lnTo>
                    <a:pt x="1700" y="1995"/>
                  </a:lnTo>
                  <a:lnTo>
                    <a:pt x="1779" y="1896"/>
                  </a:lnTo>
                  <a:lnTo>
                    <a:pt x="1838" y="1738"/>
                  </a:lnTo>
                  <a:lnTo>
                    <a:pt x="1897" y="1580"/>
                  </a:lnTo>
                  <a:lnTo>
                    <a:pt x="1956" y="1402"/>
                  </a:lnTo>
                  <a:lnTo>
                    <a:pt x="1976" y="1244"/>
                  </a:lnTo>
                  <a:lnTo>
                    <a:pt x="1996" y="1067"/>
                  </a:lnTo>
                  <a:lnTo>
                    <a:pt x="1956" y="928"/>
                  </a:lnTo>
                  <a:lnTo>
                    <a:pt x="1937" y="869"/>
                  </a:lnTo>
                  <a:lnTo>
                    <a:pt x="1897" y="810"/>
                  </a:lnTo>
                  <a:lnTo>
                    <a:pt x="1798" y="711"/>
                  </a:lnTo>
                  <a:lnTo>
                    <a:pt x="1640" y="593"/>
                  </a:lnTo>
                  <a:lnTo>
                    <a:pt x="1463" y="494"/>
                  </a:lnTo>
                  <a:lnTo>
                    <a:pt x="1285" y="395"/>
                  </a:lnTo>
                  <a:lnTo>
                    <a:pt x="989" y="257"/>
                  </a:lnTo>
                  <a:lnTo>
                    <a:pt x="870" y="217"/>
                  </a:lnTo>
                  <a:lnTo>
                    <a:pt x="37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8" name="Google Shape;8938;p34"/>
            <p:cNvSpPr/>
            <p:nvPr/>
          </p:nvSpPr>
          <p:spPr>
            <a:xfrm>
              <a:off x="4047357" y="-2278023"/>
              <a:ext cx="1045453" cy="331920"/>
            </a:xfrm>
            <a:custGeom>
              <a:rect b="b" l="l" r="r" t="t"/>
              <a:pathLst>
                <a:path extrusionOk="0" h="8830" w="27812">
                  <a:moveTo>
                    <a:pt x="9581" y="0"/>
                  </a:moveTo>
                  <a:lnTo>
                    <a:pt x="9363" y="40"/>
                  </a:lnTo>
                  <a:lnTo>
                    <a:pt x="9166" y="60"/>
                  </a:lnTo>
                  <a:lnTo>
                    <a:pt x="8988" y="119"/>
                  </a:lnTo>
                  <a:lnTo>
                    <a:pt x="8830" y="178"/>
                  </a:lnTo>
                  <a:lnTo>
                    <a:pt x="8692" y="237"/>
                  </a:lnTo>
                  <a:lnTo>
                    <a:pt x="8573" y="297"/>
                  </a:lnTo>
                  <a:lnTo>
                    <a:pt x="8396" y="435"/>
                  </a:lnTo>
                  <a:lnTo>
                    <a:pt x="8277" y="553"/>
                  </a:lnTo>
                  <a:lnTo>
                    <a:pt x="8178" y="692"/>
                  </a:lnTo>
                  <a:lnTo>
                    <a:pt x="8099" y="672"/>
                  </a:lnTo>
                  <a:lnTo>
                    <a:pt x="7862" y="672"/>
                  </a:lnTo>
                  <a:lnTo>
                    <a:pt x="7507" y="692"/>
                  </a:lnTo>
                  <a:lnTo>
                    <a:pt x="7309" y="731"/>
                  </a:lnTo>
                  <a:lnTo>
                    <a:pt x="7092" y="771"/>
                  </a:lnTo>
                  <a:lnTo>
                    <a:pt x="6875" y="830"/>
                  </a:lnTo>
                  <a:lnTo>
                    <a:pt x="6638" y="929"/>
                  </a:lnTo>
                  <a:lnTo>
                    <a:pt x="6401" y="1027"/>
                  </a:lnTo>
                  <a:lnTo>
                    <a:pt x="6183" y="1166"/>
                  </a:lnTo>
                  <a:lnTo>
                    <a:pt x="5966" y="1324"/>
                  </a:lnTo>
                  <a:lnTo>
                    <a:pt x="5749" y="1521"/>
                  </a:lnTo>
                  <a:lnTo>
                    <a:pt x="5571" y="1758"/>
                  </a:lnTo>
                  <a:lnTo>
                    <a:pt x="5413" y="2035"/>
                  </a:lnTo>
                  <a:lnTo>
                    <a:pt x="5354" y="2035"/>
                  </a:lnTo>
                  <a:lnTo>
                    <a:pt x="5196" y="2074"/>
                  </a:lnTo>
                  <a:lnTo>
                    <a:pt x="4959" y="2153"/>
                  </a:lnTo>
                  <a:lnTo>
                    <a:pt x="4820" y="2213"/>
                  </a:lnTo>
                  <a:lnTo>
                    <a:pt x="4662" y="2292"/>
                  </a:lnTo>
                  <a:lnTo>
                    <a:pt x="4504" y="2390"/>
                  </a:lnTo>
                  <a:lnTo>
                    <a:pt x="4346" y="2509"/>
                  </a:lnTo>
                  <a:lnTo>
                    <a:pt x="4169" y="2647"/>
                  </a:lnTo>
                  <a:lnTo>
                    <a:pt x="3991" y="2825"/>
                  </a:lnTo>
                  <a:lnTo>
                    <a:pt x="3813" y="3022"/>
                  </a:lnTo>
                  <a:lnTo>
                    <a:pt x="3655" y="3259"/>
                  </a:lnTo>
                  <a:lnTo>
                    <a:pt x="3497" y="3536"/>
                  </a:lnTo>
                  <a:lnTo>
                    <a:pt x="3339" y="3832"/>
                  </a:lnTo>
                  <a:lnTo>
                    <a:pt x="2983" y="3813"/>
                  </a:lnTo>
                  <a:lnTo>
                    <a:pt x="2628" y="3793"/>
                  </a:lnTo>
                  <a:lnTo>
                    <a:pt x="2174" y="3813"/>
                  </a:lnTo>
                  <a:lnTo>
                    <a:pt x="1937" y="3832"/>
                  </a:lnTo>
                  <a:lnTo>
                    <a:pt x="1680" y="3872"/>
                  </a:lnTo>
                  <a:lnTo>
                    <a:pt x="1443" y="3931"/>
                  </a:lnTo>
                  <a:lnTo>
                    <a:pt x="1206" y="3990"/>
                  </a:lnTo>
                  <a:lnTo>
                    <a:pt x="969" y="4069"/>
                  </a:lnTo>
                  <a:lnTo>
                    <a:pt x="751" y="4168"/>
                  </a:lnTo>
                  <a:lnTo>
                    <a:pt x="554" y="4306"/>
                  </a:lnTo>
                  <a:lnTo>
                    <a:pt x="376" y="4445"/>
                  </a:lnTo>
                  <a:lnTo>
                    <a:pt x="238" y="4603"/>
                  </a:lnTo>
                  <a:lnTo>
                    <a:pt x="139" y="4780"/>
                  </a:lnTo>
                  <a:lnTo>
                    <a:pt x="60" y="4938"/>
                  </a:lnTo>
                  <a:lnTo>
                    <a:pt x="21" y="5096"/>
                  </a:lnTo>
                  <a:lnTo>
                    <a:pt x="1" y="5254"/>
                  </a:lnTo>
                  <a:lnTo>
                    <a:pt x="1" y="5393"/>
                  </a:lnTo>
                  <a:lnTo>
                    <a:pt x="40" y="5551"/>
                  </a:lnTo>
                  <a:lnTo>
                    <a:pt x="80" y="5669"/>
                  </a:lnTo>
                  <a:lnTo>
                    <a:pt x="159" y="5807"/>
                  </a:lnTo>
                  <a:lnTo>
                    <a:pt x="238" y="5906"/>
                  </a:lnTo>
                  <a:lnTo>
                    <a:pt x="337" y="6005"/>
                  </a:lnTo>
                  <a:lnTo>
                    <a:pt x="435" y="6104"/>
                  </a:lnTo>
                  <a:lnTo>
                    <a:pt x="534" y="6163"/>
                  </a:lnTo>
                  <a:lnTo>
                    <a:pt x="653" y="6203"/>
                  </a:lnTo>
                  <a:lnTo>
                    <a:pt x="751" y="6242"/>
                  </a:lnTo>
                  <a:lnTo>
                    <a:pt x="870" y="6242"/>
                  </a:lnTo>
                  <a:lnTo>
                    <a:pt x="1265" y="6262"/>
                  </a:lnTo>
                  <a:lnTo>
                    <a:pt x="1937" y="6321"/>
                  </a:lnTo>
                  <a:lnTo>
                    <a:pt x="3813" y="6479"/>
                  </a:lnTo>
                  <a:lnTo>
                    <a:pt x="5808" y="6677"/>
                  </a:lnTo>
                  <a:lnTo>
                    <a:pt x="6598" y="6756"/>
                  </a:lnTo>
                  <a:lnTo>
                    <a:pt x="7171" y="6835"/>
                  </a:lnTo>
                  <a:lnTo>
                    <a:pt x="7388" y="6894"/>
                  </a:lnTo>
                  <a:lnTo>
                    <a:pt x="7625" y="6973"/>
                  </a:lnTo>
                  <a:lnTo>
                    <a:pt x="8198" y="7170"/>
                  </a:lnTo>
                  <a:lnTo>
                    <a:pt x="8810" y="7427"/>
                  </a:lnTo>
                  <a:lnTo>
                    <a:pt x="9482" y="7704"/>
                  </a:lnTo>
                  <a:lnTo>
                    <a:pt x="10134" y="7980"/>
                  </a:lnTo>
                  <a:lnTo>
                    <a:pt x="10766" y="8217"/>
                  </a:lnTo>
                  <a:lnTo>
                    <a:pt x="11062" y="8316"/>
                  </a:lnTo>
                  <a:lnTo>
                    <a:pt x="11319" y="8395"/>
                  </a:lnTo>
                  <a:lnTo>
                    <a:pt x="11576" y="8434"/>
                  </a:lnTo>
                  <a:lnTo>
                    <a:pt x="11793" y="8454"/>
                  </a:lnTo>
                  <a:lnTo>
                    <a:pt x="16336" y="8593"/>
                  </a:lnTo>
                  <a:lnTo>
                    <a:pt x="17837" y="8632"/>
                  </a:lnTo>
                  <a:lnTo>
                    <a:pt x="24493" y="8790"/>
                  </a:lnTo>
                  <a:lnTo>
                    <a:pt x="26864" y="8830"/>
                  </a:lnTo>
                  <a:lnTo>
                    <a:pt x="27555" y="8830"/>
                  </a:lnTo>
                  <a:lnTo>
                    <a:pt x="27812" y="8810"/>
                  </a:lnTo>
                  <a:lnTo>
                    <a:pt x="27792" y="8691"/>
                  </a:lnTo>
                  <a:lnTo>
                    <a:pt x="27654" y="8415"/>
                  </a:lnTo>
                  <a:lnTo>
                    <a:pt x="27199" y="7427"/>
                  </a:lnTo>
                  <a:lnTo>
                    <a:pt x="25758" y="4484"/>
                  </a:lnTo>
                  <a:lnTo>
                    <a:pt x="23644" y="257"/>
                  </a:lnTo>
                  <a:lnTo>
                    <a:pt x="16178" y="771"/>
                  </a:lnTo>
                  <a:lnTo>
                    <a:pt x="16138" y="771"/>
                  </a:lnTo>
                  <a:lnTo>
                    <a:pt x="16099" y="790"/>
                  </a:lnTo>
                  <a:lnTo>
                    <a:pt x="15309" y="830"/>
                  </a:lnTo>
                  <a:lnTo>
                    <a:pt x="13985" y="929"/>
                  </a:lnTo>
                  <a:lnTo>
                    <a:pt x="13590" y="810"/>
                  </a:lnTo>
                  <a:lnTo>
                    <a:pt x="12583" y="514"/>
                  </a:lnTo>
                  <a:lnTo>
                    <a:pt x="11951" y="356"/>
                  </a:lnTo>
                  <a:lnTo>
                    <a:pt x="11299" y="218"/>
                  </a:lnTo>
                  <a:lnTo>
                    <a:pt x="10667" y="99"/>
                  </a:lnTo>
                  <a:lnTo>
                    <a:pt x="10074" y="20"/>
                  </a:lnTo>
                  <a:lnTo>
                    <a:pt x="9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9" name="Google Shape;8939;p34"/>
            <p:cNvSpPr/>
            <p:nvPr/>
          </p:nvSpPr>
          <p:spPr>
            <a:xfrm>
              <a:off x="4160957" y="-2074580"/>
              <a:ext cx="235426" cy="66873"/>
            </a:xfrm>
            <a:custGeom>
              <a:rect b="b" l="l" r="r" t="t"/>
              <a:pathLst>
                <a:path extrusionOk="0" h="1779" w="6263">
                  <a:moveTo>
                    <a:pt x="1482" y="0"/>
                  </a:moveTo>
                  <a:lnTo>
                    <a:pt x="1305" y="40"/>
                  </a:lnTo>
                  <a:lnTo>
                    <a:pt x="1127" y="79"/>
                  </a:lnTo>
                  <a:lnTo>
                    <a:pt x="969" y="139"/>
                  </a:lnTo>
                  <a:lnTo>
                    <a:pt x="831" y="198"/>
                  </a:lnTo>
                  <a:lnTo>
                    <a:pt x="712" y="297"/>
                  </a:lnTo>
                  <a:lnTo>
                    <a:pt x="495" y="494"/>
                  </a:lnTo>
                  <a:lnTo>
                    <a:pt x="317" y="672"/>
                  </a:lnTo>
                  <a:lnTo>
                    <a:pt x="198" y="850"/>
                  </a:lnTo>
                  <a:lnTo>
                    <a:pt x="119" y="1008"/>
                  </a:lnTo>
                  <a:lnTo>
                    <a:pt x="40" y="1126"/>
                  </a:lnTo>
                  <a:lnTo>
                    <a:pt x="21" y="1225"/>
                  </a:lnTo>
                  <a:lnTo>
                    <a:pt x="1" y="1304"/>
                  </a:lnTo>
                  <a:lnTo>
                    <a:pt x="969" y="1403"/>
                  </a:lnTo>
                  <a:lnTo>
                    <a:pt x="3122" y="1600"/>
                  </a:lnTo>
                  <a:lnTo>
                    <a:pt x="4267" y="1699"/>
                  </a:lnTo>
                  <a:lnTo>
                    <a:pt x="5255" y="1758"/>
                  </a:lnTo>
                  <a:lnTo>
                    <a:pt x="5986" y="1778"/>
                  </a:lnTo>
                  <a:lnTo>
                    <a:pt x="6183" y="1758"/>
                  </a:lnTo>
                  <a:lnTo>
                    <a:pt x="6243" y="1758"/>
                  </a:lnTo>
                  <a:lnTo>
                    <a:pt x="6262" y="1739"/>
                  </a:lnTo>
                  <a:lnTo>
                    <a:pt x="6243" y="1699"/>
                  </a:lnTo>
                  <a:lnTo>
                    <a:pt x="6223" y="1660"/>
                  </a:lnTo>
                  <a:lnTo>
                    <a:pt x="6144" y="1541"/>
                  </a:lnTo>
                  <a:lnTo>
                    <a:pt x="6025" y="1403"/>
                  </a:lnTo>
                  <a:lnTo>
                    <a:pt x="5848" y="1265"/>
                  </a:lnTo>
                  <a:lnTo>
                    <a:pt x="5670" y="1146"/>
                  </a:lnTo>
                  <a:lnTo>
                    <a:pt x="5472" y="1028"/>
                  </a:lnTo>
                  <a:lnTo>
                    <a:pt x="5294" y="949"/>
                  </a:lnTo>
                  <a:lnTo>
                    <a:pt x="5117" y="889"/>
                  </a:lnTo>
                  <a:lnTo>
                    <a:pt x="4939" y="850"/>
                  </a:lnTo>
                  <a:lnTo>
                    <a:pt x="4761" y="791"/>
                  </a:lnTo>
                  <a:lnTo>
                    <a:pt x="4327" y="613"/>
                  </a:lnTo>
                  <a:lnTo>
                    <a:pt x="3872" y="415"/>
                  </a:lnTo>
                  <a:lnTo>
                    <a:pt x="3616" y="316"/>
                  </a:lnTo>
                  <a:lnTo>
                    <a:pt x="3379" y="237"/>
                  </a:lnTo>
                  <a:lnTo>
                    <a:pt x="3082" y="158"/>
                  </a:lnTo>
                  <a:lnTo>
                    <a:pt x="2766" y="99"/>
                  </a:lnTo>
                  <a:lnTo>
                    <a:pt x="2411" y="40"/>
                  </a:lnTo>
                  <a:lnTo>
                    <a:pt x="2035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0" name="Google Shape;8940;p34"/>
            <p:cNvSpPr/>
            <p:nvPr/>
          </p:nvSpPr>
          <p:spPr>
            <a:xfrm>
              <a:off x="3853575" y="-2047101"/>
              <a:ext cx="670493" cy="670493"/>
            </a:xfrm>
            <a:custGeom>
              <a:rect b="b" l="l" r="r" t="t"/>
              <a:pathLst>
                <a:path extrusionOk="0" h="17837" w="17837">
                  <a:moveTo>
                    <a:pt x="8395" y="0"/>
                  </a:moveTo>
                  <a:lnTo>
                    <a:pt x="8040" y="20"/>
                  </a:lnTo>
                  <a:lnTo>
                    <a:pt x="7684" y="40"/>
                  </a:lnTo>
                  <a:lnTo>
                    <a:pt x="7329" y="99"/>
                  </a:lnTo>
                  <a:lnTo>
                    <a:pt x="6993" y="158"/>
                  </a:lnTo>
                  <a:lnTo>
                    <a:pt x="6657" y="237"/>
                  </a:lnTo>
                  <a:lnTo>
                    <a:pt x="6341" y="336"/>
                  </a:lnTo>
                  <a:lnTo>
                    <a:pt x="6025" y="455"/>
                  </a:lnTo>
                  <a:lnTo>
                    <a:pt x="5709" y="573"/>
                  </a:lnTo>
                  <a:lnTo>
                    <a:pt x="5413" y="711"/>
                  </a:lnTo>
                  <a:lnTo>
                    <a:pt x="5116" y="869"/>
                  </a:lnTo>
                  <a:lnTo>
                    <a:pt x="4840" y="1027"/>
                  </a:lnTo>
                  <a:lnTo>
                    <a:pt x="4563" y="1185"/>
                  </a:lnTo>
                  <a:lnTo>
                    <a:pt x="4307" y="1363"/>
                  </a:lnTo>
                  <a:lnTo>
                    <a:pt x="3793" y="1738"/>
                  </a:lnTo>
                  <a:lnTo>
                    <a:pt x="3339" y="2153"/>
                  </a:lnTo>
                  <a:lnTo>
                    <a:pt x="2904" y="2568"/>
                  </a:lnTo>
                  <a:lnTo>
                    <a:pt x="2489" y="2983"/>
                  </a:lnTo>
                  <a:lnTo>
                    <a:pt x="2134" y="3417"/>
                  </a:lnTo>
                  <a:lnTo>
                    <a:pt x="1798" y="3832"/>
                  </a:lnTo>
                  <a:lnTo>
                    <a:pt x="1482" y="4267"/>
                  </a:lnTo>
                  <a:lnTo>
                    <a:pt x="1186" y="4741"/>
                  </a:lnTo>
                  <a:lnTo>
                    <a:pt x="929" y="5254"/>
                  </a:lnTo>
                  <a:lnTo>
                    <a:pt x="692" y="5807"/>
                  </a:lnTo>
                  <a:lnTo>
                    <a:pt x="475" y="6380"/>
                  </a:lnTo>
                  <a:lnTo>
                    <a:pt x="297" y="6992"/>
                  </a:lnTo>
                  <a:lnTo>
                    <a:pt x="159" y="7625"/>
                  </a:lnTo>
                  <a:lnTo>
                    <a:pt x="60" y="8276"/>
                  </a:lnTo>
                  <a:lnTo>
                    <a:pt x="20" y="8612"/>
                  </a:lnTo>
                  <a:lnTo>
                    <a:pt x="1" y="8948"/>
                  </a:lnTo>
                  <a:lnTo>
                    <a:pt x="1" y="9284"/>
                  </a:lnTo>
                  <a:lnTo>
                    <a:pt x="1" y="9639"/>
                  </a:lnTo>
                  <a:lnTo>
                    <a:pt x="20" y="9975"/>
                  </a:lnTo>
                  <a:lnTo>
                    <a:pt x="40" y="10331"/>
                  </a:lnTo>
                  <a:lnTo>
                    <a:pt x="99" y="10706"/>
                  </a:lnTo>
                  <a:lnTo>
                    <a:pt x="159" y="11061"/>
                  </a:lnTo>
                  <a:lnTo>
                    <a:pt x="218" y="11417"/>
                  </a:lnTo>
                  <a:lnTo>
                    <a:pt x="317" y="11792"/>
                  </a:lnTo>
                  <a:lnTo>
                    <a:pt x="415" y="12148"/>
                  </a:lnTo>
                  <a:lnTo>
                    <a:pt x="534" y="12523"/>
                  </a:lnTo>
                  <a:lnTo>
                    <a:pt x="672" y="12879"/>
                  </a:lnTo>
                  <a:lnTo>
                    <a:pt x="830" y="13254"/>
                  </a:lnTo>
                  <a:lnTo>
                    <a:pt x="1008" y="13629"/>
                  </a:lnTo>
                  <a:lnTo>
                    <a:pt x="1205" y="14004"/>
                  </a:lnTo>
                  <a:lnTo>
                    <a:pt x="1403" y="14360"/>
                  </a:lnTo>
                  <a:lnTo>
                    <a:pt x="1640" y="14696"/>
                  </a:lnTo>
                  <a:lnTo>
                    <a:pt x="1877" y="15012"/>
                  </a:lnTo>
                  <a:lnTo>
                    <a:pt x="2134" y="15288"/>
                  </a:lnTo>
                  <a:lnTo>
                    <a:pt x="2410" y="15565"/>
                  </a:lnTo>
                  <a:lnTo>
                    <a:pt x="2687" y="15822"/>
                  </a:lnTo>
                  <a:lnTo>
                    <a:pt x="2983" y="16059"/>
                  </a:lnTo>
                  <a:lnTo>
                    <a:pt x="3299" y="16256"/>
                  </a:lnTo>
                  <a:lnTo>
                    <a:pt x="3595" y="16454"/>
                  </a:lnTo>
                  <a:lnTo>
                    <a:pt x="3912" y="16632"/>
                  </a:lnTo>
                  <a:lnTo>
                    <a:pt x="4228" y="16809"/>
                  </a:lnTo>
                  <a:lnTo>
                    <a:pt x="4544" y="16948"/>
                  </a:lnTo>
                  <a:lnTo>
                    <a:pt x="4860" y="17086"/>
                  </a:lnTo>
                  <a:lnTo>
                    <a:pt x="5195" y="17204"/>
                  </a:lnTo>
                  <a:lnTo>
                    <a:pt x="5808" y="17402"/>
                  </a:lnTo>
                  <a:lnTo>
                    <a:pt x="6420" y="17560"/>
                  </a:lnTo>
                  <a:lnTo>
                    <a:pt x="6973" y="17659"/>
                  </a:lnTo>
                  <a:lnTo>
                    <a:pt x="7487" y="17738"/>
                  </a:lnTo>
                  <a:lnTo>
                    <a:pt x="7921" y="17797"/>
                  </a:lnTo>
                  <a:lnTo>
                    <a:pt x="8296" y="17817"/>
                  </a:lnTo>
                  <a:lnTo>
                    <a:pt x="8573" y="17836"/>
                  </a:lnTo>
                  <a:lnTo>
                    <a:pt x="8830" y="17836"/>
                  </a:lnTo>
                  <a:lnTo>
                    <a:pt x="9363" y="17817"/>
                  </a:lnTo>
                  <a:lnTo>
                    <a:pt x="9877" y="17777"/>
                  </a:lnTo>
                  <a:lnTo>
                    <a:pt x="10390" y="17718"/>
                  </a:lnTo>
                  <a:lnTo>
                    <a:pt x="10884" y="17619"/>
                  </a:lnTo>
                  <a:lnTo>
                    <a:pt x="11358" y="17481"/>
                  </a:lnTo>
                  <a:lnTo>
                    <a:pt x="11832" y="17343"/>
                  </a:lnTo>
                  <a:lnTo>
                    <a:pt x="12267" y="17165"/>
                  </a:lnTo>
                  <a:lnTo>
                    <a:pt x="12701" y="16967"/>
                  </a:lnTo>
                  <a:lnTo>
                    <a:pt x="13116" y="16730"/>
                  </a:lnTo>
                  <a:lnTo>
                    <a:pt x="13531" y="16493"/>
                  </a:lnTo>
                  <a:lnTo>
                    <a:pt x="13906" y="16236"/>
                  </a:lnTo>
                  <a:lnTo>
                    <a:pt x="14281" y="15960"/>
                  </a:lnTo>
                  <a:lnTo>
                    <a:pt x="14617" y="15664"/>
                  </a:lnTo>
                  <a:lnTo>
                    <a:pt x="14953" y="15348"/>
                  </a:lnTo>
                  <a:lnTo>
                    <a:pt x="15269" y="15012"/>
                  </a:lnTo>
                  <a:lnTo>
                    <a:pt x="15565" y="14676"/>
                  </a:lnTo>
                  <a:lnTo>
                    <a:pt x="15842" y="14321"/>
                  </a:lnTo>
                  <a:lnTo>
                    <a:pt x="16118" y="13965"/>
                  </a:lnTo>
                  <a:lnTo>
                    <a:pt x="16355" y="13590"/>
                  </a:lnTo>
                  <a:lnTo>
                    <a:pt x="16592" y="13195"/>
                  </a:lnTo>
                  <a:lnTo>
                    <a:pt x="16790" y="12800"/>
                  </a:lnTo>
                  <a:lnTo>
                    <a:pt x="16987" y="12405"/>
                  </a:lnTo>
                  <a:lnTo>
                    <a:pt x="17165" y="12010"/>
                  </a:lnTo>
                  <a:lnTo>
                    <a:pt x="17303" y="11595"/>
                  </a:lnTo>
                  <a:lnTo>
                    <a:pt x="17442" y="11180"/>
                  </a:lnTo>
                  <a:lnTo>
                    <a:pt x="17560" y="10765"/>
                  </a:lnTo>
                  <a:lnTo>
                    <a:pt x="17659" y="10350"/>
                  </a:lnTo>
                  <a:lnTo>
                    <a:pt x="17738" y="9936"/>
                  </a:lnTo>
                  <a:lnTo>
                    <a:pt x="17797" y="9541"/>
                  </a:lnTo>
                  <a:lnTo>
                    <a:pt x="17837" y="9126"/>
                  </a:lnTo>
                  <a:lnTo>
                    <a:pt x="17837" y="8711"/>
                  </a:lnTo>
                  <a:lnTo>
                    <a:pt x="17837" y="8316"/>
                  </a:lnTo>
                  <a:lnTo>
                    <a:pt x="17797" y="7723"/>
                  </a:lnTo>
                  <a:lnTo>
                    <a:pt x="17698" y="7151"/>
                  </a:lnTo>
                  <a:lnTo>
                    <a:pt x="17639" y="6854"/>
                  </a:lnTo>
                  <a:lnTo>
                    <a:pt x="17580" y="6578"/>
                  </a:lnTo>
                  <a:lnTo>
                    <a:pt x="17481" y="6281"/>
                  </a:lnTo>
                  <a:lnTo>
                    <a:pt x="17382" y="6005"/>
                  </a:lnTo>
                  <a:lnTo>
                    <a:pt x="17284" y="5728"/>
                  </a:lnTo>
                  <a:lnTo>
                    <a:pt x="17165" y="5452"/>
                  </a:lnTo>
                  <a:lnTo>
                    <a:pt x="17027" y="5175"/>
                  </a:lnTo>
                  <a:lnTo>
                    <a:pt x="16889" y="4919"/>
                  </a:lnTo>
                  <a:lnTo>
                    <a:pt x="16731" y="4642"/>
                  </a:lnTo>
                  <a:lnTo>
                    <a:pt x="16553" y="4385"/>
                  </a:lnTo>
                  <a:lnTo>
                    <a:pt x="16375" y="4128"/>
                  </a:lnTo>
                  <a:lnTo>
                    <a:pt x="16178" y="3872"/>
                  </a:lnTo>
                  <a:lnTo>
                    <a:pt x="15960" y="3615"/>
                  </a:lnTo>
                  <a:lnTo>
                    <a:pt x="15743" y="3378"/>
                  </a:lnTo>
                  <a:lnTo>
                    <a:pt x="15506" y="3141"/>
                  </a:lnTo>
                  <a:lnTo>
                    <a:pt x="15249" y="2904"/>
                  </a:lnTo>
                  <a:lnTo>
                    <a:pt x="14992" y="2667"/>
                  </a:lnTo>
                  <a:lnTo>
                    <a:pt x="14716" y="2430"/>
                  </a:lnTo>
                  <a:lnTo>
                    <a:pt x="14420" y="2212"/>
                  </a:lnTo>
                  <a:lnTo>
                    <a:pt x="14123" y="1995"/>
                  </a:lnTo>
                  <a:lnTo>
                    <a:pt x="13807" y="1798"/>
                  </a:lnTo>
                  <a:lnTo>
                    <a:pt x="13471" y="1600"/>
                  </a:lnTo>
                  <a:lnTo>
                    <a:pt x="13116" y="1403"/>
                  </a:lnTo>
                  <a:lnTo>
                    <a:pt x="12760" y="1205"/>
                  </a:lnTo>
                  <a:lnTo>
                    <a:pt x="12385" y="1027"/>
                  </a:lnTo>
                  <a:lnTo>
                    <a:pt x="12010" y="850"/>
                  </a:lnTo>
                  <a:lnTo>
                    <a:pt x="11595" y="672"/>
                  </a:lnTo>
                  <a:lnTo>
                    <a:pt x="11180" y="514"/>
                  </a:lnTo>
                  <a:lnTo>
                    <a:pt x="10765" y="376"/>
                  </a:lnTo>
                  <a:lnTo>
                    <a:pt x="10351" y="257"/>
                  </a:lnTo>
                  <a:lnTo>
                    <a:pt x="9936" y="158"/>
                  </a:lnTo>
                  <a:lnTo>
                    <a:pt x="9541" y="79"/>
                  </a:lnTo>
                  <a:lnTo>
                    <a:pt x="9146" y="40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r="4200000" dist="571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1" name="Google Shape;8941;p34"/>
            <p:cNvSpPr/>
            <p:nvPr/>
          </p:nvSpPr>
          <p:spPr>
            <a:xfrm>
              <a:off x="4167648" y="-2064920"/>
              <a:ext cx="414355" cy="185657"/>
            </a:xfrm>
            <a:custGeom>
              <a:rect b="b" l="l" r="r" t="t"/>
              <a:pathLst>
                <a:path extrusionOk="0" h="4939" w="11023">
                  <a:moveTo>
                    <a:pt x="1620" y="0"/>
                  </a:moveTo>
                  <a:lnTo>
                    <a:pt x="1443" y="20"/>
                  </a:lnTo>
                  <a:lnTo>
                    <a:pt x="1265" y="40"/>
                  </a:lnTo>
                  <a:lnTo>
                    <a:pt x="1087" y="79"/>
                  </a:lnTo>
                  <a:lnTo>
                    <a:pt x="929" y="138"/>
                  </a:lnTo>
                  <a:lnTo>
                    <a:pt x="791" y="198"/>
                  </a:lnTo>
                  <a:lnTo>
                    <a:pt x="653" y="277"/>
                  </a:lnTo>
                  <a:lnTo>
                    <a:pt x="534" y="356"/>
                  </a:lnTo>
                  <a:lnTo>
                    <a:pt x="435" y="455"/>
                  </a:lnTo>
                  <a:lnTo>
                    <a:pt x="337" y="573"/>
                  </a:lnTo>
                  <a:lnTo>
                    <a:pt x="258" y="711"/>
                  </a:lnTo>
                  <a:lnTo>
                    <a:pt x="178" y="850"/>
                  </a:lnTo>
                  <a:lnTo>
                    <a:pt x="119" y="1008"/>
                  </a:lnTo>
                  <a:lnTo>
                    <a:pt x="60" y="1185"/>
                  </a:lnTo>
                  <a:lnTo>
                    <a:pt x="20" y="1383"/>
                  </a:lnTo>
                  <a:lnTo>
                    <a:pt x="1" y="1561"/>
                  </a:lnTo>
                  <a:lnTo>
                    <a:pt x="20" y="1738"/>
                  </a:lnTo>
                  <a:lnTo>
                    <a:pt x="60" y="1916"/>
                  </a:lnTo>
                  <a:lnTo>
                    <a:pt x="119" y="2074"/>
                  </a:lnTo>
                  <a:lnTo>
                    <a:pt x="218" y="2212"/>
                  </a:lnTo>
                  <a:lnTo>
                    <a:pt x="337" y="2351"/>
                  </a:lnTo>
                  <a:lnTo>
                    <a:pt x="475" y="2489"/>
                  </a:lnTo>
                  <a:lnTo>
                    <a:pt x="633" y="2607"/>
                  </a:lnTo>
                  <a:lnTo>
                    <a:pt x="811" y="2726"/>
                  </a:lnTo>
                  <a:lnTo>
                    <a:pt x="1008" y="2825"/>
                  </a:lnTo>
                  <a:lnTo>
                    <a:pt x="1206" y="2924"/>
                  </a:lnTo>
                  <a:lnTo>
                    <a:pt x="1403" y="3003"/>
                  </a:lnTo>
                  <a:lnTo>
                    <a:pt x="1838" y="3141"/>
                  </a:lnTo>
                  <a:lnTo>
                    <a:pt x="2292" y="3240"/>
                  </a:lnTo>
                  <a:lnTo>
                    <a:pt x="2549" y="3299"/>
                  </a:lnTo>
                  <a:lnTo>
                    <a:pt x="2825" y="3378"/>
                  </a:lnTo>
                  <a:lnTo>
                    <a:pt x="3536" y="3635"/>
                  </a:lnTo>
                  <a:lnTo>
                    <a:pt x="4346" y="3951"/>
                  </a:lnTo>
                  <a:lnTo>
                    <a:pt x="5215" y="4286"/>
                  </a:lnTo>
                  <a:lnTo>
                    <a:pt x="5670" y="4444"/>
                  </a:lnTo>
                  <a:lnTo>
                    <a:pt x="6124" y="4583"/>
                  </a:lnTo>
                  <a:lnTo>
                    <a:pt x="6558" y="4721"/>
                  </a:lnTo>
                  <a:lnTo>
                    <a:pt x="6993" y="4820"/>
                  </a:lnTo>
                  <a:lnTo>
                    <a:pt x="7408" y="4899"/>
                  </a:lnTo>
                  <a:lnTo>
                    <a:pt x="7783" y="4938"/>
                  </a:lnTo>
                  <a:lnTo>
                    <a:pt x="8139" y="4918"/>
                  </a:lnTo>
                  <a:lnTo>
                    <a:pt x="8316" y="4918"/>
                  </a:lnTo>
                  <a:lnTo>
                    <a:pt x="8474" y="4879"/>
                  </a:lnTo>
                  <a:lnTo>
                    <a:pt x="8771" y="4800"/>
                  </a:lnTo>
                  <a:lnTo>
                    <a:pt x="9047" y="4681"/>
                  </a:lnTo>
                  <a:lnTo>
                    <a:pt x="9304" y="4523"/>
                  </a:lnTo>
                  <a:lnTo>
                    <a:pt x="9541" y="4365"/>
                  </a:lnTo>
                  <a:lnTo>
                    <a:pt x="9778" y="4188"/>
                  </a:lnTo>
                  <a:lnTo>
                    <a:pt x="9975" y="4010"/>
                  </a:lnTo>
                  <a:lnTo>
                    <a:pt x="10173" y="3812"/>
                  </a:lnTo>
                  <a:lnTo>
                    <a:pt x="10351" y="3615"/>
                  </a:lnTo>
                  <a:lnTo>
                    <a:pt x="10627" y="3240"/>
                  </a:lnTo>
                  <a:lnTo>
                    <a:pt x="10845" y="2943"/>
                  </a:lnTo>
                  <a:lnTo>
                    <a:pt x="11022" y="2647"/>
                  </a:lnTo>
                  <a:lnTo>
                    <a:pt x="10469" y="2390"/>
                  </a:lnTo>
                  <a:lnTo>
                    <a:pt x="9857" y="2133"/>
                  </a:lnTo>
                  <a:lnTo>
                    <a:pt x="9146" y="1837"/>
                  </a:lnTo>
                  <a:lnTo>
                    <a:pt x="8356" y="1561"/>
                  </a:lnTo>
                  <a:lnTo>
                    <a:pt x="7586" y="1304"/>
                  </a:lnTo>
                  <a:lnTo>
                    <a:pt x="7230" y="1205"/>
                  </a:lnTo>
                  <a:lnTo>
                    <a:pt x="6894" y="1126"/>
                  </a:lnTo>
                  <a:lnTo>
                    <a:pt x="6578" y="1067"/>
                  </a:lnTo>
                  <a:lnTo>
                    <a:pt x="6321" y="1047"/>
                  </a:lnTo>
                  <a:lnTo>
                    <a:pt x="6084" y="1047"/>
                  </a:lnTo>
                  <a:lnTo>
                    <a:pt x="5828" y="1008"/>
                  </a:lnTo>
                  <a:lnTo>
                    <a:pt x="5551" y="968"/>
                  </a:lnTo>
                  <a:lnTo>
                    <a:pt x="5294" y="909"/>
                  </a:lnTo>
                  <a:lnTo>
                    <a:pt x="4721" y="751"/>
                  </a:lnTo>
                  <a:lnTo>
                    <a:pt x="4149" y="573"/>
                  </a:lnTo>
                  <a:lnTo>
                    <a:pt x="3576" y="395"/>
                  </a:lnTo>
                  <a:lnTo>
                    <a:pt x="3023" y="237"/>
                  </a:lnTo>
                  <a:lnTo>
                    <a:pt x="2509" y="99"/>
                  </a:lnTo>
                  <a:lnTo>
                    <a:pt x="2272" y="59"/>
                  </a:lnTo>
                  <a:lnTo>
                    <a:pt x="2035" y="20"/>
                  </a:lnTo>
                  <a:lnTo>
                    <a:pt x="1818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2" name="Google Shape;8942;p34"/>
            <p:cNvSpPr/>
            <p:nvPr/>
          </p:nvSpPr>
          <p:spPr>
            <a:xfrm>
              <a:off x="4172836" y="-2147357"/>
              <a:ext cx="207948" cy="21577"/>
            </a:xfrm>
            <a:custGeom>
              <a:rect b="b" l="l" r="r" t="t"/>
              <a:pathLst>
                <a:path extrusionOk="0" h="574" w="5532">
                  <a:moveTo>
                    <a:pt x="1305" y="1"/>
                  </a:moveTo>
                  <a:lnTo>
                    <a:pt x="969" y="40"/>
                  </a:lnTo>
                  <a:lnTo>
                    <a:pt x="673" y="80"/>
                  </a:lnTo>
                  <a:lnTo>
                    <a:pt x="436" y="119"/>
                  </a:lnTo>
                  <a:lnTo>
                    <a:pt x="238" y="178"/>
                  </a:lnTo>
                  <a:lnTo>
                    <a:pt x="100" y="218"/>
                  </a:lnTo>
                  <a:lnTo>
                    <a:pt x="1" y="356"/>
                  </a:lnTo>
                  <a:lnTo>
                    <a:pt x="811" y="356"/>
                  </a:lnTo>
                  <a:lnTo>
                    <a:pt x="1739" y="376"/>
                  </a:lnTo>
                  <a:lnTo>
                    <a:pt x="2885" y="416"/>
                  </a:lnTo>
                  <a:lnTo>
                    <a:pt x="5532" y="574"/>
                  </a:lnTo>
                  <a:lnTo>
                    <a:pt x="4228" y="356"/>
                  </a:lnTo>
                  <a:lnTo>
                    <a:pt x="3102" y="178"/>
                  </a:lnTo>
                  <a:lnTo>
                    <a:pt x="2095" y="40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3" name="Google Shape;8943;p34"/>
            <p:cNvSpPr/>
            <p:nvPr/>
          </p:nvSpPr>
          <p:spPr>
            <a:xfrm>
              <a:off x="4250800" y="-2217126"/>
              <a:ext cx="159682" cy="15600"/>
            </a:xfrm>
            <a:custGeom>
              <a:rect b="b" l="l" r="r" t="t"/>
              <a:pathLst>
                <a:path extrusionOk="0" h="415" w="4248">
                  <a:moveTo>
                    <a:pt x="1621" y="0"/>
                  </a:moveTo>
                  <a:lnTo>
                    <a:pt x="1305" y="20"/>
                  </a:lnTo>
                  <a:lnTo>
                    <a:pt x="969" y="59"/>
                  </a:lnTo>
                  <a:lnTo>
                    <a:pt x="673" y="119"/>
                  </a:lnTo>
                  <a:lnTo>
                    <a:pt x="396" y="198"/>
                  </a:lnTo>
                  <a:lnTo>
                    <a:pt x="198" y="257"/>
                  </a:lnTo>
                  <a:lnTo>
                    <a:pt x="40" y="336"/>
                  </a:lnTo>
                  <a:lnTo>
                    <a:pt x="1" y="375"/>
                  </a:lnTo>
                  <a:lnTo>
                    <a:pt x="1" y="415"/>
                  </a:lnTo>
                  <a:lnTo>
                    <a:pt x="198" y="375"/>
                  </a:lnTo>
                  <a:lnTo>
                    <a:pt x="732" y="277"/>
                  </a:lnTo>
                  <a:lnTo>
                    <a:pt x="1107" y="237"/>
                  </a:lnTo>
                  <a:lnTo>
                    <a:pt x="1502" y="217"/>
                  </a:lnTo>
                  <a:lnTo>
                    <a:pt x="1937" y="217"/>
                  </a:lnTo>
                  <a:lnTo>
                    <a:pt x="2411" y="237"/>
                  </a:lnTo>
                  <a:lnTo>
                    <a:pt x="3793" y="336"/>
                  </a:lnTo>
                  <a:lnTo>
                    <a:pt x="4248" y="375"/>
                  </a:lnTo>
                  <a:lnTo>
                    <a:pt x="4011" y="316"/>
                  </a:lnTo>
                  <a:lnTo>
                    <a:pt x="3418" y="198"/>
                  </a:lnTo>
                  <a:lnTo>
                    <a:pt x="2667" y="59"/>
                  </a:lnTo>
                  <a:lnTo>
                    <a:pt x="2292" y="20"/>
                  </a:lnTo>
                  <a:lnTo>
                    <a:pt x="195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4" name="Google Shape;8944;p34"/>
            <p:cNvSpPr/>
            <p:nvPr/>
          </p:nvSpPr>
          <p:spPr>
            <a:xfrm>
              <a:off x="4354777" y="-2259453"/>
              <a:ext cx="69090" cy="17103"/>
            </a:xfrm>
            <a:custGeom>
              <a:rect b="b" l="l" r="r" t="t"/>
              <a:pathLst>
                <a:path extrusionOk="0" h="455" w="1838">
                  <a:moveTo>
                    <a:pt x="138" y="0"/>
                  </a:moveTo>
                  <a:lnTo>
                    <a:pt x="99" y="20"/>
                  </a:lnTo>
                  <a:lnTo>
                    <a:pt x="59" y="40"/>
                  </a:lnTo>
                  <a:lnTo>
                    <a:pt x="20" y="99"/>
                  </a:lnTo>
                  <a:lnTo>
                    <a:pt x="0" y="158"/>
                  </a:lnTo>
                  <a:lnTo>
                    <a:pt x="0" y="198"/>
                  </a:lnTo>
                  <a:lnTo>
                    <a:pt x="652" y="277"/>
                  </a:lnTo>
                  <a:lnTo>
                    <a:pt x="1521" y="395"/>
                  </a:lnTo>
                  <a:lnTo>
                    <a:pt x="1837" y="454"/>
                  </a:lnTo>
                  <a:lnTo>
                    <a:pt x="1047" y="217"/>
                  </a:lnTo>
                  <a:lnTo>
                    <a:pt x="455" y="59"/>
                  </a:lnTo>
                  <a:lnTo>
                    <a:pt x="257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5" name="Google Shape;8945;p34"/>
            <p:cNvSpPr/>
            <p:nvPr/>
          </p:nvSpPr>
          <p:spPr>
            <a:xfrm>
              <a:off x="4064461" y="-2125065"/>
              <a:ext cx="73526" cy="41612"/>
            </a:xfrm>
            <a:custGeom>
              <a:rect b="b" l="l" r="r" t="t"/>
              <a:pathLst>
                <a:path extrusionOk="0" h="1107" w="1956">
                  <a:moveTo>
                    <a:pt x="1936" y="0"/>
                  </a:moveTo>
                  <a:lnTo>
                    <a:pt x="1896" y="158"/>
                  </a:lnTo>
                  <a:lnTo>
                    <a:pt x="1798" y="415"/>
                  </a:lnTo>
                  <a:lnTo>
                    <a:pt x="1719" y="553"/>
                  </a:lnTo>
                  <a:lnTo>
                    <a:pt x="1640" y="672"/>
                  </a:lnTo>
                  <a:lnTo>
                    <a:pt x="1561" y="771"/>
                  </a:lnTo>
                  <a:lnTo>
                    <a:pt x="1462" y="850"/>
                  </a:lnTo>
                  <a:lnTo>
                    <a:pt x="1343" y="889"/>
                  </a:lnTo>
                  <a:lnTo>
                    <a:pt x="1146" y="929"/>
                  </a:lnTo>
                  <a:lnTo>
                    <a:pt x="711" y="948"/>
                  </a:lnTo>
                  <a:lnTo>
                    <a:pt x="336" y="968"/>
                  </a:lnTo>
                  <a:lnTo>
                    <a:pt x="178" y="948"/>
                  </a:lnTo>
                  <a:lnTo>
                    <a:pt x="257" y="316"/>
                  </a:lnTo>
                  <a:lnTo>
                    <a:pt x="79" y="494"/>
                  </a:lnTo>
                  <a:lnTo>
                    <a:pt x="0" y="1087"/>
                  </a:lnTo>
                  <a:lnTo>
                    <a:pt x="198" y="1106"/>
                  </a:lnTo>
                  <a:lnTo>
                    <a:pt x="909" y="1106"/>
                  </a:lnTo>
                  <a:lnTo>
                    <a:pt x="1166" y="1087"/>
                  </a:lnTo>
                  <a:lnTo>
                    <a:pt x="1403" y="1027"/>
                  </a:lnTo>
                  <a:lnTo>
                    <a:pt x="1521" y="988"/>
                  </a:lnTo>
                  <a:lnTo>
                    <a:pt x="1600" y="948"/>
                  </a:lnTo>
                  <a:lnTo>
                    <a:pt x="1679" y="889"/>
                  </a:lnTo>
                  <a:lnTo>
                    <a:pt x="1738" y="830"/>
                  </a:lnTo>
                  <a:lnTo>
                    <a:pt x="1837" y="692"/>
                  </a:lnTo>
                  <a:lnTo>
                    <a:pt x="1896" y="534"/>
                  </a:lnTo>
                  <a:lnTo>
                    <a:pt x="1936" y="376"/>
                  </a:lnTo>
                  <a:lnTo>
                    <a:pt x="1956" y="237"/>
                  </a:lnTo>
                  <a:lnTo>
                    <a:pt x="1956" y="119"/>
                  </a:lnTo>
                  <a:lnTo>
                    <a:pt x="1936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6" name="Google Shape;8946;p34"/>
            <p:cNvSpPr/>
            <p:nvPr/>
          </p:nvSpPr>
          <p:spPr>
            <a:xfrm>
              <a:off x="4368122" y="-1450155"/>
              <a:ext cx="596253" cy="494534"/>
            </a:xfrm>
            <a:custGeom>
              <a:rect b="b" l="l" r="r" t="t"/>
              <a:pathLst>
                <a:path extrusionOk="0" h="13156" w="15862">
                  <a:moveTo>
                    <a:pt x="1680" y="1"/>
                  </a:moveTo>
                  <a:lnTo>
                    <a:pt x="1" y="7902"/>
                  </a:lnTo>
                  <a:lnTo>
                    <a:pt x="2865" y="9423"/>
                  </a:lnTo>
                  <a:lnTo>
                    <a:pt x="4129" y="10094"/>
                  </a:lnTo>
                  <a:lnTo>
                    <a:pt x="8020" y="12148"/>
                  </a:lnTo>
                  <a:lnTo>
                    <a:pt x="9403" y="12860"/>
                  </a:lnTo>
                  <a:lnTo>
                    <a:pt x="9995" y="13156"/>
                  </a:lnTo>
                  <a:lnTo>
                    <a:pt x="10035" y="13136"/>
                  </a:lnTo>
                  <a:lnTo>
                    <a:pt x="10094" y="13077"/>
                  </a:lnTo>
                  <a:lnTo>
                    <a:pt x="10311" y="12800"/>
                  </a:lnTo>
                  <a:lnTo>
                    <a:pt x="10627" y="12405"/>
                  </a:lnTo>
                  <a:lnTo>
                    <a:pt x="11042" y="11872"/>
                  </a:lnTo>
                  <a:lnTo>
                    <a:pt x="12010" y="10509"/>
                  </a:lnTo>
                  <a:lnTo>
                    <a:pt x="13116" y="8949"/>
                  </a:lnTo>
                  <a:lnTo>
                    <a:pt x="14183" y="7388"/>
                  </a:lnTo>
                  <a:lnTo>
                    <a:pt x="15091" y="6025"/>
                  </a:lnTo>
                  <a:lnTo>
                    <a:pt x="15447" y="5492"/>
                  </a:lnTo>
                  <a:lnTo>
                    <a:pt x="15684" y="5057"/>
                  </a:lnTo>
                  <a:lnTo>
                    <a:pt x="15842" y="4781"/>
                  </a:lnTo>
                  <a:lnTo>
                    <a:pt x="15862" y="4722"/>
                  </a:lnTo>
                  <a:lnTo>
                    <a:pt x="15862" y="4702"/>
                  </a:lnTo>
                  <a:lnTo>
                    <a:pt x="15842" y="4682"/>
                  </a:lnTo>
                  <a:lnTo>
                    <a:pt x="15585" y="4623"/>
                  </a:lnTo>
                  <a:lnTo>
                    <a:pt x="14973" y="4425"/>
                  </a:lnTo>
                  <a:lnTo>
                    <a:pt x="12899" y="3754"/>
                  </a:lnTo>
                  <a:lnTo>
                    <a:pt x="7131" y="1818"/>
                  </a:lnTo>
                  <a:lnTo>
                    <a:pt x="6005" y="1443"/>
                  </a:lnTo>
                  <a:lnTo>
                    <a:pt x="5946" y="1423"/>
                  </a:lnTo>
                  <a:lnTo>
                    <a:pt x="5907" y="1423"/>
                  </a:lnTo>
                  <a:lnTo>
                    <a:pt x="1680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7" name="Google Shape;8947;p34"/>
            <p:cNvSpPr/>
            <p:nvPr/>
          </p:nvSpPr>
          <p:spPr>
            <a:xfrm>
              <a:off x="4091188" y="-1384784"/>
              <a:ext cx="191596" cy="27478"/>
            </a:xfrm>
            <a:custGeom>
              <a:rect b="b" l="l" r="r" t="t"/>
              <a:pathLst>
                <a:path extrusionOk="0" h="731" w="5097">
                  <a:moveTo>
                    <a:pt x="0" y="0"/>
                  </a:moveTo>
                  <a:lnTo>
                    <a:pt x="158" y="59"/>
                  </a:lnTo>
                  <a:lnTo>
                    <a:pt x="593" y="217"/>
                  </a:lnTo>
                  <a:lnTo>
                    <a:pt x="1245" y="415"/>
                  </a:lnTo>
                  <a:lnTo>
                    <a:pt x="1620" y="514"/>
                  </a:lnTo>
                  <a:lnTo>
                    <a:pt x="2015" y="593"/>
                  </a:lnTo>
                  <a:lnTo>
                    <a:pt x="2430" y="672"/>
                  </a:lnTo>
                  <a:lnTo>
                    <a:pt x="2864" y="711"/>
                  </a:lnTo>
                  <a:lnTo>
                    <a:pt x="3299" y="731"/>
                  </a:lnTo>
                  <a:lnTo>
                    <a:pt x="3694" y="731"/>
                  </a:lnTo>
                  <a:lnTo>
                    <a:pt x="4069" y="691"/>
                  </a:lnTo>
                  <a:lnTo>
                    <a:pt x="4405" y="632"/>
                  </a:lnTo>
                  <a:lnTo>
                    <a:pt x="4681" y="553"/>
                  </a:lnTo>
                  <a:lnTo>
                    <a:pt x="4780" y="514"/>
                  </a:lnTo>
                  <a:lnTo>
                    <a:pt x="4879" y="454"/>
                  </a:lnTo>
                  <a:lnTo>
                    <a:pt x="4998" y="356"/>
                  </a:lnTo>
                  <a:lnTo>
                    <a:pt x="5077" y="296"/>
                  </a:lnTo>
                  <a:lnTo>
                    <a:pt x="5096" y="237"/>
                  </a:lnTo>
                  <a:lnTo>
                    <a:pt x="5077" y="198"/>
                  </a:lnTo>
                  <a:lnTo>
                    <a:pt x="5057" y="178"/>
                  </a:lnTo>
                  <a:lnTo>
                    <a:pt x="4978" y="1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8" name="Google Shape;8948;p34"/>
            <p:cNvSpPr/>
            <p:nvPr/>
          </p:nvSpPr>
          <p:spPr>
            <a:xfrm>
              <a:off x="4190692" y="-2054544"/>
              <a:ext cx="86908" cy="92096"/>
            </a:xfrm>
            <a:custGeom>
              <a:rect b="b" l="l" r="r" t="t"/>
              <a:pathLst>
                <a:path extrusionOk="0" h="2450" w="2312">
                  <a:moveTo>
                    <a:pt x="711" y="139"/>
                  </a:moveTo>
                  <a:lnTo>
                    <a:pt x="849" y="179"/>
                  </a:lnTo>
                  <a:lnTo>
                    <a:pt x="1205" y="258"/>
                  </a:lnTo>
                  <a:lnTo>
                    <a:pt x="1422" y="337"/>
                  </a:lnTo>
                  <a:lnTo>
                    <a:pt x="1639" y="416"/>
                  </a:lnTo>
                  <a:lnTo>
                    <a:pt x="1857" y="495"/>
                  </a:lnTo>
                  <a:lnTo>
                    <a:pt x="2015" y="613"/>
                  </a:lnTo>
                  <a:lnTo>
                    <a:pt x="2094" y="672"/>
                  </a:lnTo>
                  <a:lnTo>
                    <a:pt x="2133" y="751"/>
                  </a:lnTo>
                  <a:lnTo>
                    <a:pt x="2173" y="850"/>
                  </a:lnTo>
                  <a:lnTo>
                    <a:pt x="2193" y="969"/>
                  </a:lnTo>
                  <a:lnTo>
                    <a:pt x="2193" y="1107"/>
                  </a:lnTo>
                  <a:lnTo>
                    <a:pt x="2173" y="1225"/>
                  </a:lnTo>
                  <a:lnTo>
                    <a:pt x="2114" y="1502"/>
                  </a:lnTo>
                  <a:lnTo>
                    <a:pt x="2015" y="1778"/>
                  </a:lnTo>
                  <a:lnTo>
                    <a:pt x="1896" y="2015"/>
                  </a:lnTo>
                  <a:lnTo>
                    <a:pt x="1778" y="2193"/>
                  </a:lnTo>
                  <a:lnTo>
                    <a:pt x="1699" y="2252"/>
                  </a:lnTo>
                  <a:lnTo>
                    <a:pt x="1639" y="2292"/>
                  </a:lnTo>
                  <a:lnTo>
                    <a:pt x="1560" y="2312"/>
                  </a:lnTo>
                  <a:lnTo>
                    <a:pt x="1481" y="2312"/>
                  </a:lnTo>
                  <a:lnTo>
                    <a:pt x="1264" y="2272"/>
                  </a:lnTo>
                  <a:lnTo>
                    <a:pt x="1007" y="2213"/>
                  </a:lnTo>
                  <a:lnTo>
                    <a:pt x="770" y="2114"/>
                  </a:lnTo>
                  <a:lnTo>
                    <a:pt x="533" y="2015"/>
                  </a:lnTo>
                  <a:lnTo>
                    <a:pt x="316" y="1917"/>
                  </a:lnTo>
                  <a:lnTo>
                    <a:pt x="178" y="1838"/>
                  </a:lnTo>
                  <a:lnTo>
                    <a:pt x="138" y="1798"/>
                  </a:lnTo>
                  <a:lnTo>
                    <a:pt x="119" y="1759"/>
                  </a:lnTo>
                  <a:lnTo>
                    <a:pt x="138" y="1660"/>
                  </a:lnTo>
                  <a:lnTo>
                    <a:pt x="158" y="1462"/>
                  </a:lnTo>
                  <a:lnTo>
                    <a:pt x="217" y="1206"/>
                  </a:lnTo>
                  <a:lnTo>
                    <a:pt x="296" y="929"/>
                  </a:lnTo>
                  <a:lnTo>
                    <a:pt x="395" y="633"/>
                  </a:lnTo>
                  <a:lnTo>
                    <a:pt x="494" y="396"/>
                  </a:lnTo>
                  <a:lnTo>
                    <a:pt x="553" y="297"/>
                  </a:lnTo>
                  <a:lnTo>
                    <a:pt x="593" y="218"/>
                  </a:lnTo>
                  <a:lnTo>
                    <a:pt x="652" y="159"/>
                  </a:lnTo>
                  <a:lnTo>
                    <a:pt x="711" y="139"/>
                  </a:lnTo>
                  <a:close/>
                  <a:moveTo>
                    <a:pt x="652" y="1"/>
                  </a:moveTo>
                  <a:lnTo>
                    <a:pt x="593" y="40"/>
                  </a:lnTo>
                  <a:lnTo>
                    <a:pt x="533" y="99"/>
                  </a:lnTo>
                  <a:lnTo>
                    <a:pt x="474" y="179"/>
                  </a:lnTo>
                  <a:lnTo>
                    <a:pt x="415" y="297"/>
                  </a:lnTo>
                  <a:lnTo>
                    <a:pt x="296" y="574"/>
                  </a:lnTo>
                  <a:lnTo>
                    <a:pt x="198" y="890"/>
                  </a:lnTo>
                  <a:lnTo>
                    <a:pt x="119" y="1225"/>
                  </a:lnTo>
                  <a:lnTo>
                    <a:pt x="40" y="1502"/>
                  </a:lnTo>
                  <a:lnTo>
                    <a:pt x="0" y="1719"/>
                  </a:lnTo>
                  <a:lnTo>
                    <a:pt x="0" y="1838"/>
                  </a:lnTo>
                  <a:lnTo>
                    <a:pt x="20" y="1877"/>
                  </a:lnTo>
                  <a:lnTo>
                    <a:pt x="59" y="1917"/>
                  </a:lnTo>
                  <a:lnTo>
                    <a:pt x="217" y="2015"/>
                  </a:lnTo>
                  <a:lnTo>
                    <a:pt x="454" y="2134"/>
                  </a:lnTo>
                  <a:lnTo>
                    <a:pt x="711" y="2233"/>
                  </a:lnTo>
                  <a:lnTo>
                    <a:pt x="1007" y="2351"/>
                  </a:lnTo>
                  <a:lnTo>
                    <a:pt x="1284" y="2410"/>
                  </a:lnTo>
                  <a:lnTo>
                    <a:pt x="1521" y="2450"/>
                  </a:lnTo>
                  <a:lnTo>
                    <a:pt x="1620" y="2450"/>
                  </a:lnTo>
                  <a:lnTo>
                    <a:pt x="1699" y="2430"/>
                  </a:lnTo>
                  <a:lnTo>
                    <a:pt x="1778" y="2391"/>
                  </a:lnTo>
                  <a:lnTo>
                    <a:pt x="1857" y="2312"/>
                  </a:lnTo>
                  <a:lnTo>
                    <a:pt x="1936" y="2233"/>
                  </a:lnTo>
                  <a:lnTo>
                    <a:pt x="1995" y="2114"/>
                  </a:lnTo>
                  <a:lnTo>
                    <a:pt x="2133" y="1857"/>
                  </a:lnTo>
                  <a:lnTo>
                    <a:pt x="2232" y="1561"/>
                  </a:lnTo>
                  <a:lnTo>
                    <a:pt x="2311" y="1245"/>
                  </a:lnTo>
                  <a:lnTo>
                    <a:pt x="2311" y="1087"/>
                  </a:lnTo>
                  <a:lnTo>
                    <a:pt x="2311" y="949"/>
                  </a:lnTo>
                  <a:lnTo>
                    <a:pt x="2311" y="811"/>
                  </a:lnTo>
                  <a:lnTo>
                    <a:pt x="2272" y="712"/>
                  </a:lnTo>
                  <a:lnTo>
                    <a:pt x="2212" y="613"/>
                  </a:lnTo>
                  <a:lnTo>
                    <a:pt x="2133" y="534"/>
                  </a:lnTo>
                  <a:lnTo>
                    <a:pt x="1936" y="416"/>
                  </a:lnTo>
                  <a:lnTo>
                    <a:pt x="1718" y="317"/>
                  </a:lnTo>
                  <a:lnTo>
                    <a:pt x="1462" y="218"/>
                  </a:lnTo>
                  <a:lnTo>
                    <a:pt x="1225" y="159"/>
                  </a:lnTo>
                  <a:lnTo>
                    <a:pt x="830" y="40"/>
                  </a:lnTo>
                  <a:lnTo>
                    <a:pt x="652" y="1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9" name="Google Shape;8949;p34"/>
            <p:cNvSpPr/>
            <p:nvPr/>
          </p:nvSpPr>
          <p:spPr>
            <a:xfrm>
              <a:off x="4035478" y="-1510263"/>
              <a:ext cx="409167" cy="144797"/>
            </a:xfrm>
            <a:custGeom>
              <a:rect b="b" l="l" r="r" t="t"/>
              <a:pathLst>
                <a:path extrusionOk="0" h="3852" w="10885">
                  <a:moveTo>
                    <a:pt x="7665" y="0"/>
                  </a:moveTo>
                  <a:lnTo>
                    <a:pt x="6894" y="20"/>
                  </a:lnTo>
                  <a:lnTo>
                    <a:pt x="6084" y="59"/>
                  </a:lnTo>
                  <a:lnTo>
                    <a:pt x="5275" y="138"/>
                  </a:lnTo>
                  <a:lnTo>
                    <a:pt x="4485" y="217"/>
                  </a:lnTo>
                  <a:lnTo>
                    <a:pt x="3734" y="277"/>
                  </a:lnTo>
                  <a:lnTo>
                    <a:pt x="3043" y="316"/>
                  </a:lnTo>
                  <a:lnTo>
                    <a:pt x="2727" y="336"/>
                  </a:lnTo>
                  <a:lnTo>
                    <a:pt x="2430" y="316"/>
                  </a:lnTo>
                  <a:lnTo>
                    <a:pt x="1937" y="296"/>
                  </a:lnTo>
                  <a:lnTo>
                    <a:pt x="1502" y="277"/>
                  </a:lnTo>
                  <a:lnTo>
                    <a:pt x="1166" y="296"/>
                  </a:lnTo>
                  <a:lnTo>
                    <a:pt x="1008" y="316"/>
                  </a:lnTo>
                  <a:lnTo>
                    <a:pt x="870" y="356"/>
                  </a:lnTo>
                  <a:lnTo>
                    <a:pt x="751" y="395"/>
                  </a:lnTo>
                  <a:lnTo>
                    <a:pt x="633" y="474"/>
                  </a:lnTo>
                  <a:lnTo>
                    <a:pt x="534" y="533"/>
                  </a:lnTo>
                  <a:lnTo>
                    <a:pt x="455" y="632"/>
                  </a:lnTo>
                  <a:lnTo>
                    <a:pt x="356" y="751"/>
                  </a:lnTo>
                  <a:lnTo>
                    <a:pt x="277" y="889"/>
                  </a:lnTo>
                  <a:lnTo>
                    <a:pt x="218" y="1027"/>
                  </a:lnTo>
                  <a:lnTo>
                    <a:pt x="139" y="1205"/>
                  </a:lnTo>
                  <a:lnTo>
                    <a:pt x="80" y="1383"/>
                  </a:lnTo>
                  <a:lnTo>
                    <a:pt x="40" y="1560"/>
                  </a:lnTo>
                  <a:lnTo>
                    <a:pt x="21" y="1718"/>
                  </a:lnTo>
                  <a:lnTo>
                    <a:pt x="1" y="1876"/>
                  </a:lnTo>
                  <a:lnTo>
                    <a:pt x="1" y="2015"/>
                  </a:lnTo>
                  <a:lnTo>
                    <a:pt x="21" y="2153"/>
                  </a:lnTo>
                  <a:lnTo>
                    <a:pt x="60" y="2291"/>
                  </a:lnTo>
                  <a:lnTo>
                    <a:pt x="100" y="2410"/>
                  </a:lnTo>
                  <a:lnTo>
                    <a:pt x="159" y="2528"/>
                  </a:lnTo>
                  <a:lnTo>
                    <a:pt x="238" y="2647"/>
                  </a:lnTo>
                  <a:lnTo>
                    <a:pt x="317" y="2765"/>
                  </a:lnTo>
                  <a:lnTo>
                    <a:pt x="416" y="2864"/>
                  </a:lnTo>
                  <a:lnTo>
                    <a:pt x="613" y="3042"/>
                  </a:lnTo>
                  <a:lnTo>
                    <a:pt x="870" y="3200"/>
                  </a:lnTo>
                  <a:lnTo>
                    <a:pt x="1028" y="3279"/>
                  </a:lnTo>
                  <a:lnTo>
                    <a:pt x="1186" y="3338"/>
                  </a:lnTo>
                  <a:lnTo>
                    <a:pt x="1384" y="3397"/>
                  </a:lnTo>
                  <a:lnTo>
                    <a:pt x="1601" y="3457"/>
                  </a:lnTo>
                  <a:lnTo>
                    <a:pt x="2095" y="3536"/>
                  </a:lnTo>
                  <a:lnTo>
                    <a:pt x="2628" y="3595"/>
                  </a:lnTo>
                  <a:lnTo>
                    <a:pt x="3754" y="3694"/>
                  </a:lnTo>
                  <a:lnTo>
                    <a:pt x="4287" y="3733"/>
                  </a:lnTo>
                  <a:lnTo>
                    <a:pt x="4781" y="3792"/>
                  </a:lnTo>
                  <a:lnTo>
                    <a:pt x="5275" y="3832"/>
                  </a:lnTo>
                  <a:lnTo>
                    <a:pt x="5788" y="3852"/>
                  </a:lnTo>
                  <a:lnTo>
                    <a:pt x="6341" y="3852"/>
                  </a:lnTo>
                  <a:lnTo>
                    <a:pt x="6934" y="3812"/>
                  </a:lnTo>
                  <a:lnTo>
                    <a:pt x="7507" y="3753"/>
                  </a:lnTo>
                  <a:lnTo>
                    <a:pt x="8079" y="3674"/>
                  </a:lnTo>
                  <a:lnTo>
                    <a:pt x="8632" y="3575"/>
                  </a:lnTo>
                  <a:lnTo>
                    <a:pt x="9166" y="3437"/>
                  </a:lnTo>
                  <a:lnTo>
                    <a:pt x="9640" y="3299"/>
                  </a:lnTo>
                  <a:lnTo>
                    <a:pt x="10015" y="3180"/>
                  </a:lnTo>
                  <a:lnTo>
                    <a:pt x="10311" y="3062"/>
                  </a:lnTo>
                  <a:lnTo>
                    <a:pt x="10548" y="2943"/>
                  </a:lnTo>
                  <a:lnTo>
                    <a:pt x="10805" y="2805"/>
                  </a:lnTo>
                  <a:lnTo>
                    <a:pt x="10884" y="2746"/>
                  </a:lnTo>
                  <a:lnTo>
                    <a:pt x="10884" y="2627"/>
                  </a:lnTo>
                  <a:lnTo>
                    <a:pt x="10825" y="2351"/>
                  </a:lnTo>
                  <a:lnTo>
                    <a:pt x="10785" y="2153"/>
                  </a:lnTo>
                  <a:lnTo>
                    <a:pt x="10726" y="1936"/>
                  </a:lnTo>
                  <a:lnTo>
                    <a:pt x="10627" y="1718"/>
                  </a:lnTo>
                  <a:lnTo>
                    <a:pt x="10529" y="1481"/>
                  </a:lnTo>
                  <a:lnTo>
                    <a:pt x="10390" y="1225"/>
                  </a:lnTo>
                  <a:lnTo>
                    <a:pt x="10213" y="988"/>
                  </a:lnTo>
                  <a:lnTo>
                    <a:pt x="10015" y="770"/>
                  </a:lnTo>
                  <a:lnTo>
                    <a:pt x="9778" y="553"/>
                  </a:lnTo>
                  <a:lnTo>
                    <a:pt x="9640" y="454"/>
                  </a:lnTo>
                  <a:lnTo>
                    <a:pt x="9502" y="375"/>
                  </a:lnTo>
                  <a:lnTo>
                    <a:pt x="9344" y="296"/>
                  </a:lnTo>
                  <a:lnTo>
                    <a:pt x="9186" y="217"/>
                  </a:lnTo>
                  <a:lnTo>
                    <a:pt x="9008" y="158"/>
                  </a:lnTo>
                  <a:lnTo>
                    <a:pt x="8830" y="99"/>
                  </a:lnTo>
                  <a:lnTo>
                    <a:pt x="8632" y="59"/>
                  </a:lnTo>
                  <a:lnTo>
                    <a:pt x="8415" y="40"/>
                  </a:lnTo>
                  <a:lnTo>
                    <a:pt x="8040" y="20"/>
                  </a:lnTo>
                  <a:lnTo>
                    <a:pt x="7665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0" name="Google Shape;8950;p34"/>
            <p:cNvSpPr/>
            <p:nvPr/>
          </p:nvSpPr>
          <p:spPr>
            <a:xfrm>
              <a:off x="4061491" y="-1489475"/>
              <a:ext cx="86156" cy="83938"/>
            </a:xfrm>
            <a:custGeom>
              <a:rect b="b" l="l" r="r" t="t"/>
              <a:pathLst>
                <a:path extrusionOk="0" h="2233" w="2292">
                  <a:moveTo>
                    <a:pt x="1106" y="119"/>
                  </a:moveTo>
                  <a:lnTo>
                    <a:pt x="1343" y="138"/>
                  </a:lnTo>
                  <a:lnTo>
                    <a:pt x="1580" y="138"/>
                  </a:lnTo>
                  <a:lnTo>
                    <a:pt x="1798" y="178"/>
                  </a:lnTo>
                  <a:lnTo>
                    <a:pt x="1956" y="237"/>
                  </a:lnTo>
                  <a:lnTo>
                    <a:pt x="2015" y="277"/>
                  </a:lnTo>
                  <a:lnTo>
                    <a:pt x="2074" y="356"/>
                  </a:lnTo>
                  <a:lnTo>
                    <a:pt x="2114" y="435"/>
                  </a:lnTo>
                  <a:lnTo>
                    <a:pt x="2153" y="533"/>
                  </a:lnTo>
                  <a:lnTo>
                    <a:pt x="2193" y="770"/>
                  </a:lnTo>
                  <a:lnTo>
                    <a:pt x="2193" y="1047"/>
                  </a:lnTo>
                  <a:lnTo>
                    <a:pt x="2153" y="1323"/>
                  </a:lnTo>
                  <a:lnTo>
                    <a:pt x="2133" y="1442"/>
                  </a:lnTo>
                  <a:lnTo>
                    <a:pt x="2074" y="1580"/>
                  </a:lnTo>
                  <a:lnTo>
                    <a:pt x="2035" y="1679"/>
                  </a:lnTo>
                  <a:lnTo>
                    <a:pt x="1956" y="1778"/>
                  </a:lnTo>
                  <a:lnTo>
                    <a:pt x="1877" y="1877"/>
                  </a:lnTo>
                  <a:lnTo>
                    <a:pt x="1798" y="1936"/>
                  </a:lnTo>
                  <a:lnTo>
                    <a:pt x="1699" y="1975"/>
                  </a:lnTo>
                  <a:lnTo>
                    <a:pt x="1580" y="2015"/>
                  </a:lnTo>
                  <a:lnTo>
                    <a:pt x="1343" y="2074"/>
                  </a:lnTo>
                  <a:lnTo>
                    <a:pt x="1067" y="2094"/>
                  </a:lnTo>
                  <a:lnTo>
                    <a:pt x="810" y="2114"/>
                  </a:lnTo>
                  <a:lnTo>
                    <a:pt x="553" y="2094"/>
                  </a:lnTo>
                  <a:lnTo>
                    <a:pt x="356" y="2054"/>
                  </a:lnTo>
                  <a:lnTo>
                    <a:pt x="217" y="1995"/>
                  </a:lnTo>
                  <a:lnTo>
                    <a:pt x="178" y="1956"/>
                  </a:lnTo>
                  <a:lnTo>
                    <a:pt x="158" y="1936"/>
                  </a:lnTo>
                  <a:lnTo>
                    <a:pt x="158" y="1798"/>
                  </a:lnTo>
                  <a:lnTo>
                    <a:pt x="158" y="1600"/>
                  </a:lnTo>
                  <a:lnTo>
                    <a:pt x="178" y="1343"/>
                  </a:lnTo>
                  <a:lnTo>
                    <a:pt x="217" y="1047"/>
                  </a:lnTo>
                  <a:lnTo>
                    <a:pt x="257" y="751"/>
                  </a:lnTo>
                  <a:lnTo>
                    <a:pt x="336" y="494"/>
                  </a:lnTo>
                  <a:lnTo>
                    <a:pt x="415" y="277"/>
                  </a:lnTo>
                  <a:lnTo>
                    <a:pt x="454" y="198"/>
                  </a:lnTo>
                  <a:lnTo>
                    <a:pt x="494" y="158"/>
                  </a:lnTo>
                  <a:lnTo>
                    <a:pt x="672" y="138"/>
                  </a:lnTo>
                  <a:lnTo>
                    <a:pt x="1106" y="119"/>
                  </a:lnTo>
                  <a:close/>
                  <a:moveTo>
                    <a:pt x="1067" y="0"/>
                  </a:moveTo>
                  <a:lnTo>
                    <a:pt x="593" y="20"/>
                  </a:lnTo>
                  <a:lnTo>
                    <a:pt x="395" y="40"/>
                  </a:lnTo>
                  <a:lnTo>
                    <a:pt x="336" y="99"/>
                  </a:lnTo>
                  <a:lnTo>
                    <a:pt x="277" y="178"/>
                  </a:lnTo>
                  <a:lnTo>
                    <a:pt x="198" y="415"/>
                  </a:lnTo>
                  <a:lnTo>
                    <a:pt x="119" y="711"/>
                  </a:lnTo>
                  <a:lnTo>
                    <a:pt x="59" y="1047"/>
                  </a:lnTo>
                  <a:lnTo>
                    <a:pt x="20" y="1363"/>
                  </a:lnTo>
                  <a:lnTo>
                    <a:pt x="0" y="1659"/>
                  </a:lnTo>
                  <a:lnTo>
                    <a:pt x="0" y="1896"/>
                  </a:lnTo>
                  <a:lnTo>
                    <a:pt x="0" y="2035"/>
                  </a:lnTo>
                  <a:lnTo>
                    <a:pt x="20" y="2074"/>
                  </a:lnTo>
                  <a:lnTo>
                    <a:pt x="59" y="2114"/>
                  </a:lnTo>
                  <a:lnTo>
                    <a:pt x="237" y="2173"/>
                  </a:lnTo>
                  <a:lnTo>
                    <a:pt x="454" y="2212"/>
                  </a:lnTo>
                  <a:lnTo>
                    <a:pt x="731" y="2232"/>
                  </a:lnTo>
                  <a:lnTo>
                    <a:pt x="1027" y="2232"/>
                  </a:lnTo>
                  <a:lnTo>
                    <a:pt x="1324" y="2193"/>
                  </a:lnTo>
                  <a:lnTo>
                    <a:pt x="1600" y="2133"/>
                  </a:lnTo>
                  <a:lnTo>
                    <a:pt x="1738" y="2094"/>
                  </a:lnTo>
                  <a:lnTo>
                    <a:pt x="1837" y="2035"/>
                  </a:lnTo>
                  <a:lnTo>
                    <a:pt x="1936" y="1975"/>
                  </a:lnTo>
                  <a:lnTo>
                    <a:pt x="2035" y="1877"/>
                  </a:lnTo>
                  <a:lnTo>
                    <a:pt x="2114" y="1758"/>
                  </a:lnTo>
                  <a:lnTo>
                    <a:pt x="2173" y="1640"/>
                  </a:lnTo>
                  <a:lnTo>
                    <a:pt x="2212" y="1501"/>
                  </a:lnTo>
                  <a:lnTo>
                    <a:pt x="2252" y="1343"/>
                  </a:lnTo>
                  <a:lnTo>
                    <a:pt x="2291" y="1047"/>
                  </a:lnTo>
                  <a:lnTo>
                    <a:pt x="2291" y="731"/>
                  </a:lnTo>
                  <a:lnTo>
                    <a:pt x="2272" y="593"/>
                  </a:lnTo>
                  <a:lnTo>
                    <a:pt x="2252" y="474"/>
                  </a:lnTo>
                  <a:lnTo>
                    <a:pt x="2212" y="356"/>
                  </a:lnTo>
                  <a:lnTo>
                    <a:pt x="2153" y="257"/>
                  </a:lnTo>
                  <a:lnTo>
                    <a:pt x="2094" y="178"/>
                  </a:lnTo>
                  <a:lnTo>
                    <a:pt x="2035" y="119"/>
                  </a:lnTo>
                  <a:lnTo>
                    <a:pt x="1857" y="59"/>
                  </a:lnTo>
                  <a:lnTo>
                    <a:pt x="1600" y="20"/>
                  </a:lnTo>
                  <a:lnTo>
                    <a:pt x="1343" y="20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AB5A4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1" name="Google Shape;8951;p34"/>
            <p:cNvSpPr/>
            <p:nvPr/>
          </p:nvSpPr>
          <p:spPr>
            <a:xfrm>
              <a:off x="4011006" y="-1882265"/>
              <a:ext cx="351955" cy="350489"/>
            </a:xfrm>
            <a:custGeom>
              <a:rect b="b" l="l" r="r" t="t"/>
              <a:pathLst>
                <a:path extrusionOk="0" h="9324" w="9363">
                  <a:moveTo>
                    <a:pt x="4859" y="376"/>
                  </a:moveTo>
                  <a:lnTo>
                    <a:pt x="5234" y="395"/>
                  </a:lnTo>
                  <a:lnTo>
                    <a:pt x="5610" y="455"/>
                  </a:lnTo>
                  <a:lnTo>
                    <a:pt x="5965" y="514"/>
                  </a:lnTo>
                  <a:lnTo>
                    <a:pt x="6163" y="573"/>
                  </a:lnTo>
                  <a:lnTo>
                    <a:pt x="6340" y="632"/>
                  </a:lnTo>
                  <a:lnTo>
                    <a:pt x="6696" y="771"/>
                  </a:lnTo>
                  <a:lnTo>
                    <a:pt x="7052" y="968"/>
                  </a:lnTo>
                  <a:lnTo>
                    <a:pt x="7387" y="1205"/>
                  </a:lnTo>
                  <a:lnTo>
                    <a:pt x="7684" y="1482"/>
                  </a:lnTo>
                  <a:lnTo>
                    <a:pt x="7980" y="1798"/>
                  </a:lnTo>
                  <a:lnTo>
                    <a:pt x="8237" y="2133"/>
                  </a:lnTo>
                  <a:lnTo>
                    <a:pt x="8454" y="2489"/>
                  </a:lnTo>
                  <a:lnTo>
                    <a:pt x="8651" y="2884"/>
                  </a:lnTo>
                  <a:lnTo>
                    <a:pt x="8790" y="3299"/>
                  </a:lnTo>
                  <a:lnTo>
                    <a:pt x="8849" y="3496"/>
                  </a:lnTo>
                  <a:lnTo>
                    <a:pt x="8908" y="3714"/>
                  </a:lnTo>
                  <a:lnTo>
                    <a:pt x="8928" y="3931"/>
                  </a:lnTo>
                  <a:lnTo>
                    <a:pt x="8948" y="4168"/>
                  </a:lnTo>
                  <a:lnTo>
                    <a:pt x="8967" y="4385"/>
                  </a:lnTo>
                  <a:lnTo>
                    <a:pt x="8948" y="4622"/>
                  </a:lnTo>
                  <a:lnTo>
                    <a:pt x="8928" y="4839"/>
                  </a:lnTo>
                  <a:lnTo>
                    <a:pt x="8908" y="5077"/>
                  </a:lnTo>
                  <a:lnTo>
                    <a:pt x="8849" y="5294"/>
                  </a:lnTo>
                  <a:lnTo>
                    <a:pt x="8790" y="5531"/>
                  </a:lnTo>
                  <a:lnTo>
                    <a:pt x="8711" y="5768"/>
                  </a:lnTo>
                  <a:lnTo>
                    <a:pt x="8612" y="6005"/>
                  </a:lnTo>
                  <a:lnTo>
                    <a:pt x="8493" y="6242"/>
                  </a:lnTo>
                  <a:lnTo>
                    <a:pt x="8375" y="6459"/>
                  </a:lnTo>
                  <a:lnTo>
                    <a:pt x="8237" y="6676"/>
                  </a:lnTo>
                  <a:lnTo>
                    <a:pt x="8098" y="6894"/>
                  </a:lnTo>
                  <a:lnTo>
                    <a:pt x="7940" y="7111"/>
                  </a:lnTo>
                  <a:lnTo>
                    <a:pt x="7782" y="7308"/>
                  </a:lnTo>
                  <a:lnTo>
                    <a:pt x="7605" y="7486"/>
                  </a:lnTo>
                  <a:lnTo>
                    <a:pt x="7427" y="7664"/>
                  </a:lnTo>
                  <a:lnTo>
                    <a:pt x="7249" y="7842"/>
                  </a:lnTo>
                  <a:lnTo>
                    <a:pt x="7052" y="8000"/>
                  </a:lnTo>
                  <a:lnTo>
                    <a:pt x="6854" y="8158"/>
                  </a:lnTo>
                  <a:lnTo>
                    <a:pt x="6637" y="8296"/>
                  </a:lnTo>
                  <a:lnTo>
                    <a:pt x="6439" y="8415"/>
                  </a:lnTo>
                  <a:lnTo>
                    <a:pt x="6222" y="8533"/>
                  </a:lnTo>
                  <a:lnTo>
                    <a:pt x="6005" y="8632"/>
                  </a:lnTo>
                  <a:lnTo>
                    <a:pt x="5768" y="8711"/>
                  </a:lnTo>
                  <a:lnTo>
                    <a:pt x="5531" y="8790"/>
                  </a:lnTo>
                  <a:lnTo>
                    <a:pt x="5313" y="8849"/>
                  </a:lnTo>
                  <a:lnTo>
                    <a:pt x="5076" y="8908"/>
                  </a:lnTo>
                  <a:lnTo>
                    <a:pt x="4820" y="8928"/>
                  </a:lnTo>
                  <a:lnTo>
                    <a:pt x="4583" y="8948"/>
                  </a:lnTo>
                  <a:lnTo>
                    <a:pt x="4345" y="8948"/>
                  </a:lnTo>
                  <a:lnTo>
                    <a:pt x="4089" y="8928"/>
                  </a:lnTo>
                  <a:lnTo>
                    <a:pt x="3852" y="8889"/>
                  </a:lnTo>
                  <a:lnTo>
                    <a:pt x="3595" y="8829"/>
                  </a:lnTo>
                  <a:lnTo>
                    <a:pt x="3338" y="8750"/>
                  </a:lnTo>
                  <a:lnTo>
                    <a:pt x="3101" y="8671"/>
                  </a:lnTo>
                  <a:lnTo>
                    <a:pt x="2844" y="8553"/>
                  </a:lnTo>
                  <a:lnTo>
                    <a:pt x="2607" y="8434"/>
                  </a:lnTo>
                  <a:lnTo>
                    <a:pt x="2351" y="8276"/>
                  </a:lnTo>
                  <a:lnTo>
                    <a:pt x="2114" y="8099"/>
                  </a:lnTo>
                  <a:lnTo>
                    <a:pt x="1857" y="7921"/>
                  </a:lnTo>
                  <a:lnTo>
                    <a:pt x="1521" y="7605"/>
                  </a:lnTo>
                  <a:lnTo>
                    <a:pt x="1343" y="7427"/>
                  </a:lnTo>
                  <a:lnTo>
                    <a:pt x="1165" y="7229"/>
                  </a:lnTo>
                  <a:lnTo>
                    <a:pt x="988" y="7012"/>
                  </a:lnTo>
                  <a:lnTo>
                    <a:pt x="830" y="6775"/>
                  </a:lnTo>
                  <a:lnTo>
                    <a:pt x="691" y="6518"/>
                  </a:lnTo>
                  <a:lnTo>
                    <a:pt x="573" y="6262"/>
                  </a:lnTo>
                  <a:lnTo>
                    <a:pt x="474" y="5965"/>
                  </a:lnTo>
                  <a:lnTo>
                    <a:pt x="395" y="5669"/>
                  </a:lnTo>
                  <a:lnTo>
                    <a:pt x="356" y="5333"/>
                  </a:lnTo>
                  <a:lnTo>
                    <a:pt x="356" y="4998"/>
                  </a:lnTo>
                  <a:lnTo>
                    <a:pt x="375" y="4622"/>
                  </a:lnTo>
                  <a:lnTo>
                    <a:pt x="454" y="4247"/>
                  </a:lnTo>
                  <a:lnTo>
                    <a:pt x="593" y="3832"/>
                  </a:lnTo>
                  <a:lnTo>
                    <a:pt x="770" y="3398"/>
                  </a:lnTo>
                  <a:lnTo>
                    <a:pt x="1007" y="2904"/>
                  </a:lnTo>
                  <a:lnTo>
                    <a:pt x="1264" y="2469"/>
                  </a:lnTo>
                  <a:lnTo>
                    <a:pt x="1541" y="2074"/>
                  </a:lnTo>
                  <a:lnTo>
                    <a:pt x="1837" y="1719"/>
                  </a:lnTo>
                  <a:lnTo>
                    <a:pt x="2133" y="1422"/>
                  </a:lnTo>
                  <a:lnTo>
                    <a:pt x="2449" y="1166"/>
                  </a:lnTo>
                  <a:lnTo>
                    <a:pt x="2765" y="948"/>
                  </a:lnTo>
                  <a:lnTo>
                    <a:pt x="3101" y="751"/>
                  </a:lnTo>
                  <a:lnTo>
                    <a:pt x="3437" y="613"/>
                  </a:lnTo>
                  <a:lnTo>
                    <a:pt x="3792" y="514"/>
                  </a:lnTo>
                  <a:lnTo>
                    <a:pt x="4148" y="435"/>
                  </a:lnTo>
                  <a:lnTo>
                    <a:pt x="4504" y="395"/>
                  </a:lnTo>
                  <a:lnTo>
                    <a:pt x="4859" y="376"/>
                  </a:lnTo>
                  <a:close/>
                  <a:moveTo>
                    <a:pt x="4899" y="0"/>
                  </a:moveTo>
                  <a:lnTo>
                    <a:pt x="4504" y="20"/>
                  </a:lnTo>
                  <a:lnTo>
                    <a:pt x="4108" y="59"/>
                  </a:lnTo>
                  <a:lnTo>
                    <a:pt x="3733" y="138"/>
                  </a:lnTo>
                  <a:lnTo>
                    <a:pt x="3358" y="257"/>
                  </a:lnTo>
                  <a:lnTo>
                    <a:pt x="2983" y="415"/>
                  </a:lnTo>
                  <a:lnTo>
                    <a:pt x="2627" y="613"/>
                  </a:lnTo>
                  <a:lnTo>
                    <a:pt x="2272" y="850"/>
                  </a:lnTo>
                  <a:lnTo>
                    <a:pt x="1936" y="1146"/>
                  </a:lnTo>
                  <a:lnTo>
                    <a:pt x="1600" y="1462"/>
                  </a:lnTo>
                  <a:lnTo>
                    <a:pt x="1284" y="1857"/>
                  </a:lnTo>
                  <a:lnTo>
                    <a:pt x="988" y="2272"/>
                  </a:lnTo>
                  <a:lnTo>
                    <a:pt x="711" y="2766"/>
                  </a:lnTo>
                  <a:lnTo>
                    <a:pt x="435" y="3299"/>
                  </a:lnTo>
                  <a:lnTo>
                    <a:pt x="257" y="3753"/>
                  </a:lnTo>
                  <a:lnTo>
                    <a:pt x="119" y="4207"/>
                  </a:lnTo>
                  <a:lnTo>
                    <a:pt x="20" y="4622"/>
                  </a:lnTo>
                  <a:lnTo>
                    <a:pt x="0" y="5017"/>
                  </a:lnTo>
                  <a:lnTo>
                    <a:pt x="0" y="5393"/>
                  </a:lnTo>
                  <a:lnTo>
                    <a:pt x="40" y="5748"/>
                  </a:lnTo>
                  <a:lnTo>
                    <a:pt x="119" y="6084"/>
                  </a:lnTo>
                  <a:lnTo>
                    <a:pt x="237" y="6400"/>
                  </a:lnTo>
                  <a:lnTo>
                    <a:pt x="375" y="6696"/>
                  </a:lnTo>
                  <a:lnTo>
                    <a:pt x="514" y="6953"/>
                  </a:lnTo>
                  <a:lnTo>
                    <a:pt x="691" y="7210"/>
                  </a:lnTo>
                  <a:lnTo>
                    <a:pt x="869" y="7447"/>
                  </a:lnTo>
                  <a:lnTo>
                    <a:pt x="1067" y="7664"/>
                  </a:lnTo>
                  <a:lnTo>
                    <a:pt x="1264" y="7862"/>
                  </a:lnTo>
                  <a:lnTo>
                    <a:pt x="1639" y="8197"/>
                  </a:lnTo>
                  <a:lnTo>
                    <a:pt x="1896" y="8415"/>
                  </a:lnTo>
                  <a:lnTo>
                    <a:pt x="2173" y="8592"/>
                  </a:lnTo>
                  <a:lnTo>
                    <a:pt x="2430" y="8750"/>
                  </a:lnTo>
                  <a:lnTo>
                    <a:pt x="2706" y="8908"/>
                  </a:lnTo>
                  <a:lnTo>
                    <a:pt x="2983" y="9027"/>
                  </a:lnTo>
                  <a:lnTo>
                    <a:pt x="3259" y="9126"/>
                  </a:lnTo>
                  <a:lnTo>
                    <a:pt x="3516" y="9205"/>
                  </a:lnTo>
                  <a:lnTo>
                    <a:pt x="3792" y="9264"/>
                  </a:lnTo>
                  <a:lnTo>
                    <a:pt x="4069" y="9303"/>
                  </a:lnTo>
                  <a:lnTo>
                    <a:pt x="4326" y="9323"/>
                  </a:lnTo>
                  <a:lnTo>
                    <a:pt x="4602" y="9323"/>
                  </a:lnTo>
                  <a:lnTo>
                    <a:pt x="4859" y="9303"/>
                  </a:lnTo>
                  <a:lnTo>
                    <a:pt x="5136" y="9264"/>
                  </a:lnTo>
                  <a:lnTo>
                    <a:pt x="5392" y="9224"/>
                  </a:lnTo>
                  <a:lnTo>
                    <a:pt x="5629" y="9165"/>
                  </a:lnTo>
                  <a:lnTo>
                    <a:pt x="5886" y="9086"/>
                  </a:lnTo>
                  <a:lnTo>
                    <a:pt x="6143" y="8987"/>
                  </a:lnTo>
                  <a:lnTo>
                    <a:pt x="6380" y="8869"/>
                  </a:lnTo>
                  <a:lnTo>
                    <a:pt x="6617" y="8750"/>
                  </a:lnTo>
                  <a:lnTo>
                    <a:pt x="6834" y="8612"/>
                  </a:lnTo>
                  <a:lnTo>
                    <a:pt x="7071" y="8454"/>
                  </a:lnTo>
                  <a:lnTo>
                    <a:pt x="7289" y="8296"/>
                  </a:lnTo>
                  <a:lnTo>
                    <a:pt x="7486" y="8118"/>
                  </a:lnTo>
                  <a:lnTo>
                    <a:pt x="7684" y="7941"/>
                  </a:lnTo>
                  <a:lnTo>
                    <a:pt x="7881" y="7743"/>
                  </a:lnTo>
                  <a:lnTo>
                    <a:pt x="8079" y="7546"/>
                  </a:lnTo>
                  <a:lnTo>
                    <a:pt x="8256" y="7328"/>
                  </a:lnTo>
                  <a:lnTo>
                    <a:pt x="8414" y="7091"/>
                  </a:lnTo>
                  <a:lnTo>
                    <a:pt x="8572" y="6854"/>
                  </a:lnTo>
                  <a:lnTo>
                    <a:pt x="8711" y="6617"/>
                  </a:lnTo>
                  <a:lnTo>
                    <a:pt x="8849" y="6380"/>
                  </a:lnTo>
                  <a:lnTo>
                    <a:pt x="8987" y="6123"/>
                  </a:lnTo>
                  <a:lnTo>
                    <a:pt x="9086" y="5867"/>
                  </a:lnTo>
                  <a:lnTo>
                    <a:pt x="9165" y="5610"/>
                  </a:lnTo>
                  <a:lnTo>
                    <a:pt x="9244" y="5353"/>
                  </a:lnTo>
                  <a:lnTo>
                    <a:pt x="9303" y="5116"/>
                  </a:lnTo>
                  <a:lnTo>
                    <a:pt x="9343" y="4859"/>
                  </a:lnTo>
                  <a:lnTo>
                    <a:pt x="9363" y="4602"/>
                  </a:lnTo>
                  <a:lnTo>
                    <a:pt x="9363" y="4365"/>
                  </a:lnTo>
                  <a:lnTo>
                    <a:pt x="9363" y="4109"/>
                  </a:lnTo>
                  <a:lnTo>
                    <a:pt x="9323" y="3872"/>
                  </a:lnTo>
                  <a:lnTo>
                    <a:pt x="9303" y="3635"/>
                  </a:lnTo>
                  <a:lnTo>
                    <a:pt x="9244" y="3398"/>
                  </a:lnTo>
                  <a:lnTo>
                    <a:pt x="9185" y="3180"/>
                  </a:lnTo>
                  <a:lnTo>
                    <a:pt x="9106" y="2943"/>
                  </a:lnTo>
                  <a:lnTo>
                    <a:pt x="9027" y="2726"/>
                  </a:lnTo>
                  <a:lnTo>
                    <a:pt x="8928" y="2509"/>
                  </a:lnTo>
                  <a:lnTo>
                    <a:pt x="8809" y="2311"/>
                  </a:lnTo>
                  <a:lnTo>
                    <a:pt x="8572" y="1916"/>
                  </a:lnTo>
                  <a:lnTo>
                    <a:pt x="8296" y="1541"/>
                  </a:lnTo>
                  <a:lnTo>
                    <a:pt x="7980" y="1205"/>
                  </a:lnTo>
                  <a:lnTo>
                    <a:pt x="7644" y="909"/>
                  </a:lnTo>
                  <a:lnTo>
                    <a:pt x="7289" y="652"/>
                  </a:lnTo>
                  <a:lnTo>
                    <a:pt x="6913" y="435"/>
                  </a:lnTo>
                  <a:lnTo>
                    <a:pt x="6716" y="336"/>
                  </a:lnTo>
                  <a:lnTo>
                    <a:pt x="6518" y="257"/>
                  </a:lnTo>
                  <a:lnTo>
                    <a:pt x="6321" y="198"/>
                  </a:lnTo>
                  <a:lnTo>
                    <a:pt x="6103" y="158"/>
                  </a:lnTo>
                  <a:lnTo>
                    <a:pt x="5708" y="79"/>
                  </a:lnTo>
                  <a:lnTo>
                    <a:pt x="5313" y="20"/>
                  </a:lnTo>
                  <a:lnTo>
                    <a:pt x="48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2" name="Google Shape;8952;p34"/>
            <p:cNvSpPr/>
            <p:nvPr/>
          </p:nvSpPr>
          <p:spPr>
            <a:xfrm>
              <a:off x="4556002" y="-1142735"/>
              <a:ext cx="752" cy="789"/>
            </a:xfrm>
            <a:custGeom>
              <a:rect b="b" l="l" r="r" t="t"/>
              <a:pathLst>
                <a:path extrusionOk="0" h="21" w="20">
                  <a:moveTo>
                    <a:pt x="20" y="20"/>
                  </a:moveTo>
                  <a:lnTo>
                    <a:pt x="2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0" y="20"/>
                  </a:lnTo>
                  <a:lnTo>
                    <a:pt x="2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3" name="Google Shape;8953;p34"/>
            <p:cNvSpPr/>
            <p:nvPr/>
          </p:nvSpPr>
          <p:spPr>
            <a:xfrm>
              <a:off x="4619831" y="-1325390"/>
              <a:ext cx="38" cy="789"/>
            </a:xfrm>
            <a:custGeom>
              <a:rect b="b" l="l" r="r" t="t"/>
              <a:pathLst>
                <a:path extrusionOk="0" h="21" w="1">
                  <a:moveTo>
                    <a:pt x="1" y="20"/>
                  </a:move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4" name="Google Shape;8954;p34"/>
            <p:cNvSpPr/>
            <p:nvPr/>
          </p:nvSpPr>
          <p:spPr>
            <a:xfrm>
              <a:off x="4475782" y="-1401136"/>
              <a:ext cx="160434" cy="330454"/>
            </a:xfrm>
            <a:custGeom>
              <a:rect b="b" l="l" r="r" t="t"/>
              <a:pathLst>
                <a:path extrusionOk="0" h="8791" w="4268">
                  <a:moveTo>
                    <a:pt x="2450" y="5551"/>
                  </a:moveTo>
                  <a:lnTo>
                    <a:pt x="2470" y="5610"/>
                  </a:lnTo>
                  <a:lnTo>
                    <a:pt x="2490" y="5669"/>
                  </a:lnTo>
                  <a:lnTo>
                    <a:pt x="2509" y="5669"/>
                  </a:lnTo>
                  <a:lnTo>
                    <a:pt x="2529" y="5650"/>
                  </a:lnTo>
                  <a:lnTo>
                    <a:pt x="2529" y="5610"/>
                  </a:lnTo>
                  <a:lnTo>
                    <a:pt x="2569" y="5590"/>
                  </a:lnTo>
                  <a:lnTo>
                    <a:pt x="2529" y="5590"/>
                  </a:lnTo>
                  <a:lnTo>
                    <a:pt x="2509" y="5571"/>
                  </a:lnTo>
                  <a:lnTo>
                    <a:pt x="2470" y="5551"/>
                  </a:lnTo>
                  <a:close/>
                  <a:moveTo>
                    <a:pt x="3062" y="1"/>
                  </a:moveTo>
                  <a:lnTo>
                    <a:pt x="3082" y="40"/>
                  </a:lnTo>
                  <a:lnTo>
                    <a:pt x="3082" y="60"/>
                  </a:lnTo>
                  <a:lnTo>
                    <a:pt x="3043" y="119"/>
                  </a:lnTo>
                  <a:lnTo>
                    <a:pt x="3043" y="139"/>
                  </a:lnTo>
                  <a:lnTo>
                    <a:pt x="3043" y="159"/>
                  </a:lnTo>
                  <a:lnTo>
                    <a:pt x="3023" y="198"/>
                  </a:lnTo>
                  <a:lnTo>
                    <a:pt x="3003" y="238"/>
                  </a:lnTo>
                  <a:lnTo>
                    <a:pt x="2944" y="297"/>
                  </a:lnTo>
                  <a:lnTo>
                    <a:pt x="2924" y="317"/>
                  </a:lnTo>
                  <a:lnTo>
                    <a:pt x="2924" y="336"/>
                  </a:lnTo>
                  <a:lnTo>
                    <a:pt x="2924" y="376"/>
                  </a:lnTo>
                  <a:lnTo>
                    <a:pt x="2964" y="415"/>
                  </a:lnTo>
                  <a:lnTo>
                    <a:pt x="3003" y="396"/>
                  </a:lnTo>
                  <a:lnTo>
                    <a:pt x="3043" y="396"/>
                  </a:lnTo>
                  <a:lnTo>
                    <a:pt x="3062" y="415"/>
                  </a:lnTo>
                  <a:lnTo>
                    <a:pt x="3023" y="435"/>
                  </a:lnTo>
                  <a:lnTo>
                    <a:pt x="3003" y="455"/>
                  </a:lnTo>
                  <a:lnTo>
                    <a:pt x="2983" y="475"/>
                  </a:lnTo>
                  <a:lnTo>
                    <a:pt x="2964" y="475"/>
                  </a:lnTo>
                  <a:lnTo>
                    <a:pt x="2944" y="435"/>
                  </a:lnTo>
                  <a:lnTo>
                    <a:pt x="2904" y="514"/>
                  </a:lnTo>
                  <a:lnTo>
                    <a:pt x="2885" y="554"/>
                  </a:lnTo>
                  <a:lnTo>
                    <a:pt x="2964" y="593"/>
                  </a:lnTo>
                  <a:lnTo>
                    <a:pt x="2983" y="633"/>
                  </a:lnTo>
                  <a:lnTo>
                    <a:pt x="3003" y="652"/>
                  </a:lnTo>
                  <a:lnTo>
                    <a:pt x="2964" y="672"/>
                  </a:lnTo>
                  <a:lnTo>
                    <a:pt x="2944" y="672"/>
                  </a:lnTo>
                  <a:lnTo>
                    <a:pt x="2904" y="652"/>
                  </a:lnTo>
                  <a:lnTo>
                    <a:pt x="2865" y="613"/>
                  </a:lnTo>
                  <a:lnTo>
                    <a:pt x="2845" y="593"/>
                  </a:lnTo>
                  <a:lnTo>
                    <a:pt x="2806" y="613"/>
                  </a:lnTo>
                  <a:lnTo>
                    <a:pt x="2825" y="731"/>
                  </a:lnTo>
                  <a:lnTo>
                    <a:pt x="2766" y="731"/>
                  </a:lnTo>
                  <a:lnTo>
                    <a:pt x="2727" y="771"/>
                  </a:lnTo>
                  <a:lnTo>
                    <a:pt x="2707" y="830"/>
                  </a:lnTo>
                  <a:lnTo>
                    <a:pt x="2707" y="949"/>
                  </a:lnTo>
                  <a:lnTo>
                    <a:pt x="2707" y="1067"/>
                  </a:lnTo>
                  <a:lnTo>
                    <a:pt x="2707" y="1126"/>
                  </a:lnTo>
                  <a:lnTo>
                    <a:pt x="2687" y="1186"/>
                  </a:lnTo>
                  <a:lnTo>
                    <a:pt x="2648" y="1146"/>
                  </a:lnTo>
                  <a:lnTo>
                    <a:pt x="2628" y="1087"/>
                  </a:lnTo>
                  <a:lnTo>
                    <a:pt x="2628" y="1028"/>
                  </a:lnTo>
                  <a:lnTo>
                    <a:pt x="2628" y="988"/>
                  </a:lnTo>
                  <a:lnTo>
                    <a:pt x="2608" y="988"/>
                  </a:lnTo>
                  <a:lnTo>
                    <a:pt x="2588" y="1008"/>
                  </a:lnTo>
                  <a:lnTo>
                    <a:pt x="2569" y="1067"/>
                  </a:lnTo>
                  <a:lnTo>
                    <a:pt x="2569" y="1107"/>
                  </a:lnTo>
                  <a:lnTo>
                    <a:pt x="2549" y="1126"/>
                  </a:lnTo>
                  <a:lnTo>
                    <a:pt x="2529" y="1146"/>
                  </a:lnTo>
                  <a:lnTo>
                    <a:pt x="2509" y="1205"/>
                  </a:lnTo>
                  <a:lnTo>
                    <a:pt x="2529" y="1245"/>
                  </a:lnTo>
                  <a:lnTo>
                    <a:pt x="2549" y="1284"/>
                  </a:lnTo>
                  <a:lnTo>
                    <a:pt x="2588" y="1304"/>
                  </a:lnTo>
                  <a:lnTo>
                    <a:pt x="2588" y="1344"/>
                  </a:lnTo>
                  <a:lnTo>
                    <a:pt x="2549" y="1344"/>
                  </a:lnTo>
                  <a:lnTo>
                    <a:pt x="2509" y="1324"/>
                  </a:lnTo>
                  <a:lnTo>
                    <a:pt x="2529" y="1383"/>
                  </a:lnTo>
                  <a:lnTo>
                    <a:pt x="2529" y="1442"/>
                  </a:lnTo>
                  <a:lnTo>
                    <a:pt x="2509" y="1541"/>
                  </a:lnTo>
                  <a:lnTo>
                    <a:pt x="2450" y="1521"/>
                  </a:lnTo>
                  <a:lnTo>
                    <a:pt x="2470" y="1640"/>
                  </a:lnTo>
                  <a:lnTo>
                    <a:pt x="2509" y="1640"/>
                  </a:lnTo>
                  <a:lnTo>
                    <a:pt x="2569" y="1680"/>
                  </a:lnTo>
                  <a:lnTo>
                    <a:pt x="2549" y="1699"/>
                  </a:lnTo>
                  <a:lnTo>
                    <a:pt x="2608" y="1680"/>
                  </a:lnTo>
                  <a:lnTo>
                    <a:pt x="2628" y="1660"/>
                  </a:lnTo>
                  <a:lnTo>
                    <a:pt x="2628" y="1561"/>
                  </a:lnTo>
                  <a:lnTo>
                    <a:pt x="2648" y="1521"/>
                  </a:lnTo>
                  <a:lnTo>
                    <a:pt x="2648" y="1482"/>
                  </a:lnTo>
                  <a:lnTo>
                    <a:pt x="2687" y="1442"/>
                  </a:lnTo>
                  <a:lnTo>
                    <a:pt x="2746" y="1442"/>
                  </a:lnTo>
                  <a:lnTo>
                    <a:pt x="2766" y="1462"/>
                  </a:lnTo>
                  <a:lnTo>
                    <a:pt x="2786" y="1462"/>
                  </a:lnTo>
                  <a:lnTo>
                    <a:pt x="2806" y="1482"/>
                  </a:lnTo>
                  <a:lnTo>
                    <a:pt x="2786" y="1502"/>
                  </a:lnTo>
                  <a:lnTo>
                    <a:pt x="2746" y="1502"/>
                  </a:lnTo>
                  <a:lnTo>
                    <a:pt x="2806" y="1541"/>
                  </a:lnTo>
                  <a:lnTo>
                    <a:pt x="2825" y="1561"/>
                  </a:lnTo>
                  <a:lnTo>
                    <a:pt x="2825" y="1541"/>
                  </a:lnTo>
                  <a:lnTo>
                    <a:pt x="2865" y="1561"/>
                  </a:lnTo>
                  <a:lnTo>
                    <a:pt x="2885" y="1581"/>
                  </a:lnTo>
                  <a:lnTo>
                    <a:pt x="2904" y="1640"/>
                  </a:lnTo>
                  <a:lnTo>
                    <a:pt x="2885" y="1699"/>
                  </a:lnTo>
                  <a:lnTo>
                    <a:pt x="2885" y="1759"/>
                  </a:lnTo>
                  <a:lnTo>
                    <a:pt x="2825" y="1759"/>
                  </a:lnTo>
                  <a:lnTo>
                    <a:pt x="2806" y="1719"/>
                  </a:lnTo>
                  <a:lnTo>
                    <a:pt x="2786" y="1660"/>
                  </a:lnTo>
                  <a:lnTo>
                    <a:pt x="2766" y="1600"/>
                  </a:lnTo>
                  <a:lnTo>
                    <a:pt x="2766" y="1660"/>
                  </a:lnTo>
                  <a:lnTo>
                    <a:pt x="2766" y="1680"/>
                  </a:lnTo>
                  <a:lnTo>
                    <a:pt x="2746" y="1699"/>
                  </a:lnTo>
                  <a:lnTo>
                    <a:pt x="2667" y="1660"/>
                  </a:lnTo>
                  <a:lnTo>
                    <a:pt x="2687" y="1719"/>
                  </a:lnTo>
                  <a:lnTo>
                    <a:pt x="2707" y="1739"/>
                  </a:lnTo>
                  <a:lnTo>
                    <a:pt x="2746" y="1739"/>
                  </a:lnTo>
                  <a:lnTo>
                    <a:pt x="2806" y="1778"/>
                  </a:lnTo>
                  <a:lnTo>
                    <a:pt x="2825" y="1798"/>
                  </a:lnTo>
                  <a:lnTo>
                    <a:pt x="2845" y="1818"/>
                  </a:lnTo>
                  <a:lnTo>
                    <a:pt x="2825" y="1838"/>
                  </a:lnTo>
                  <a:lnTo>
                    <a:pt x="2786" y="1857"/>
                  </a:lnTo>
                  <a:lnTo>
                    <a:pt x="2746" y="1877"/>
                  </a:lnTo>
                  <a:lnTo>
                    <a:pt x="2746" y="1838"/>
                  </a:lnTo>
                  <a:lnTo>
                    <a:pt x="2727" y="1897"/>
                  </a:lnTo>
                  <a:lnTo>
                    <a:pt x="2727" y="1936"/>
                  </a:lnTo>
                  <a:lnTo>
                    <a:pt x="2727" y="1976"/>
                  </a:lnTo>
                  <a:lnTo>
                    <a:pt x="2727" y="2015"/>
                  </a:lnTo>
                  <a:lnTo>
                    <a:pt x="2667" y="2015"/>
                  </a:lnTo>
                  <a:lnTo>
                    <a:pt x="2687" y="1976"/>
                  </a:lnTo>
                  <a:lnTo>
                    <a:pt x="2667" y="1936"/>
                  </a:lnTo>
                  <a:lnTo>
                    <a:pt x="2628" y="1877"/>
                  </a:lnTo>
                  <a:lnTo>
                    <a:pt x="2628" y="1857"/>
                  </a:lnTo>
                  <a:lnTo>
                    <a:pt x="2549" y="1857"/>
                  </a:lnTo>
                  <a:lnTo>
                    <a:pt x="2529" y="1838"/>
                  </a:lnTo>
                  <a:lnTo>
                    <a:pt x="2490" y="1818"/>
                  </a:lnTo>
                  <a:lnTo>
                    <a:pt x="2411" y="1680"/>
                  </a:lnTo>
                  <a:lnTo>
                    <a:pt x="2411" y="1719"/>
                  </a:lnTo>
                  <a:lnTo>
                    <a:pt x="2391" y="1739"/>
                  </a:lnTo>
                  <a:lnTo>
                    <a:pt x="2371" y="1778"/>
                  </a:lnTo>
                  <a:lnTo>
                    <a:pt x="2332" y="1778"/>
                  </a:lnTo>
                  <a:lnTo>
                    <a:pt x="2351" y="1818"/>
                  </a:lnTo>
                  <a:lnTo>
                    <a:pt x="2332" y="1857"/>
                  </a:lnTo>
                  <a:lnTo>
                    <a:pt x="2312" y="1917"/>
                  </a:lnTo>
                  <a:lnTo>
                    <a:pt x="2272" y="1976"/>
                  </a:lnTo>
                  <a:lnTo>
                    <a:pt x="2292" y="2015"/>
                  </a:lnTo>
                  <a:lnTo>
                    <a:pt x="2312" y="2055"/>
                  </a:lnTo>
                  <a:lnTo>
                    <a:pt x="2292" y="2055"/>
                  </a:lnTo>
                  <a:lnTo>
                    <a:pt x="2272" y="2035"/>
                  </a:lnTo>
                  <a:lnTo>
                    <a:pt x="2253" y="2015"/>
                  </a:lnTo>
                  <a:lnTo>
                    <a:pt x="2253" y="2035"/>
                  </a:lnTo>
                  <a:lnTo>
                    <a:pt x="2193" y="2154"/>
                  </a:lnTo>
                  <a:lnTo>
                    <a:pt x="2193" y="2233"/>
                  </a:lnTo>
                  <a:lnTo>
                    <a:pt x="2193" y="2312"/>
                  </a:lnTo>
                  <a:lnTo>
                    <a:pt x="2174" y="2331"/>
                  </a:lnTo>
                  <a:lnTo>
                    <a:pt x="2154" y="2331"/>
                  </a:lnTo>
                  <a:lnTo>
                    <a:pt x="2095" y="2312"/>
                  </a:lnTo>
                  <a:lnTo>
                    <a:pt x="2055" y="2391"/>
                  </a:lnTo>
                  <a:lnTo>
                    <a:pt x="2035" y="2450"/>
                  </a:lnTo>
                  <a:lnTo>
                    <a:pt x="2035" y="2588"/>
                  </a:lnTo>
                  <a:lnTo>
                    <a:pt x="2035" y="2726"/>
                  </a:lnTo>
                  <a:lnTo>
                    <a:pt x="2016" y="2805"/>
                  </a:lnTo>
                  <a:lnTo>
                    <a:pt x="1976" y="2884"/>
                  </a:lnTo>
                  <a:lnTo>
                    <a:pt x="1956" y="2825"/>
                  </a:lnTo>
                  <a:lnTo>
                    <a:pt x="1917" y="2884"/>
                  </a:lnTo>
                  <a:lnTo>
                    <a:pt x="1917" y="2924"/>
                  </a:lnTo>
                  <a:lnTo>
                    <a:pt x="1937" y="2944"/>
                  </a:lnTo>
                  <a:lnTo>
                    <a:pt x="1877" y="2963"/>
                  </a:lnTo>
                  <a:lnTo>
                    <a:pt x="1858" y="2983"/>
                  </a:lnTo>
                  <a:lnTo>
                    <a:pt x="1858" y="3062"/>
                  </a:lnTo>
                  <a:lnTo>
                    <a:pt x="1838" y="3121"/>
                  </a:lnTo>
                  <a:lnTo>
                    <a:pt x="1838" y="3161"/>
                  </a:lnTo>
                  <a:lnTo>
                    <a:pt x="1798" y="3181"/>
                  </a:lnTo>
                  <a:lnTo>
                    <a:pt x="1759" y="3200"/>
                  </a:lnTo>
                  <a:lnTo>
                    <a:pt x="1739" y="3240"/>
                  </a:lnTo>
                  <a:lnTo>
                    <a:pt x="1719" y="3260"/>
                  </a:lnTo>
                  <a:lnTo>
                    <a:pt x="1739" y="3319"/>
                  </a:lnTo>
                  <a:lnTo>
                    <a:pt x="1778" y="3378"/>
                  </a:lnTo>
                  <a:lnTo>
                    <a:pt x="1798" y="3437"/>
                  </a:lnTo>
                  <a:lnTo>
                    <a:pt x="1739" y="3398"/>
                  </a:lnTo>
                  <a:lnTo>
                    <a:pt x="1680" y="3398"/>
                  </a:lnTo>
                  <a:lnTo>
                    <a:pt x="1620" y="3615"/>
                  </a:lnTo>
                  <a:lnTo>
                    <a:pt x="1581" y="3813"/>
                  </a:lnTo>
                  <a:lnTo>
                    <a:pt x="1443" y="4208"/>
                  </a:lnTo>
                  <a:lnTo>
                    <a:pt x="1423" y="4188"/>
                  </a:lnTo>
                  <a:lnTo>
                    <a:pt x="1403" y="4247"/>
                  </a:lnTo>
                  <a:lnTo>
                    <a:pt x="1383" y="4326"/>
                  </a:lnTo>
                  <a:lnTo>
                    <a:pt x="1364" y="4465"/>
                  </a:lnTo>
                  <a:lnTo>
                    <a:pt x="1344" y="4623"/>
                  </a:lnTo>
                  <a:lnTo>
                    <a:pt x="1324" y="4682"/>
                  </a:lnTo>
                  <a:lnTo>
                    <a:pt x="1285" y="4741"/>
                  </a:lnTo>
                  <a:lnTo>
                    <a:pt x="1304" y="4820"/>
                  </a:lnTo>
                  <a:lnTo>
                    <a:pt x="1324" y="4860"/>
                  </a:lnTo>
                  <a:lnTo>
                    <a:pt x="1423" y="4860"/>
                  </a:lnTo>
                  <a:lnTo>
                    <a:pt x="1502" y="4879"/>
                  </a:lnTo>
                  <a:lnTo>
                    <a:pt x="1502" y="4919"/>
                  </a:lnTo>
                  <a:lnTo>
                    <a:pt x="1482" y="4958"/>
                  </a:lnTo>
                  <a:lnTo>
                    <a:pt x="1383" y="4958"/>
                  </a:lnTo>
                  <a:lnTo>
                    <a:pt x="1364" y="4978"/>
                  </a:lnTo>
                  <a:lnTo>
                    <a:pt x="1364" y="4998"/>
                  </a:lnTo>
                  <a:lnTo>
                    <a:pt x="1304" y="4978"/>
                  </a:lnTo>
                  <a:lnTo>
                    <a:pt x="1265" y="4939"/>
                  </a:lnTo>
                  <a:lnTo>
                    <a:pt x="1245" y="4899"/>
                  </a:lnTo>
                  <a:lnTo>
                    <a:pt x="1206" y="4879"/>
                  </a:lnTo>
                  <a:lnTo>
                    <a:pt x="1225" y="5037"/>
                  </a:lnTo>
                  <a:lnTo>
                    <a:pt x="1186" y="5077"/>
                  </a:lnTo>
                  <a:lnTo>
                    <a:pt x="1166" y="5136"/>
                  </a:lnTo>
                  <a:lnTo>
                    <a:pt x="1146" y="5195"/>
                  </a:lnTo>
                  <a:lnTo>
                    <a:pt x="1107" y="5235"/>
                  </a:lnTo>
                  <a:lnTo>
                    <a:pt x="1107" y="5215"/>
                  </a:lnTo>
                  <a:lnTo>
                    <a:pt x="1087" y="5195"/>
                  </a:lnTo>
                  <a:lnTo>
                    <a:pt x="1067" y="5176"/>
                  </a:lnTo>
                  <a:lnTo>
                    <a:pt x="1087" y="5156"/>
                  </a:lnTo>
                  <a:lnTo>
                    <a:pt x="1107" y="5176"/>
                  </a:lnTo>
                  <a:lnTo>
                    <a:pt x="1127" y="5116"/>
                  </a:lnTo>
                  <a:lnTo>
                    <a:pt x="1127" y="5097"/>
                  </a:lnTo>
                  <a:lnTo>
                    <a:pt x="1107" y="5057"/>
                  </a:lnTo>
                  <a:lnTo>
                    <a:pt x="1087" y="5018"/>
                  </a:lnTo>
                  <a:lnTo>
                    <a:pt x="1067" y="5156"/>
                  </a:lnTo>
                  <a:lnTo>
                    <a:pt x="1048" y="5235"/>
                  </a:lnTo>
                  <a:lnTo>
                    <a:pt x="1008" y="5274"/>
                  </a:lnTo>
                  <a:lnTo>
                    <a:pt x="1048" y="5294"/>
                  </a:lnTo>
                  <a:lnTo>
                    <a:pt x="1048" y="5334"/>
                  </a:lnTo>
                  <a:lnTo>
                    <a:pt x="1048" y="5373"/>
                  </a:lnTo>
                  <a:lnTo>
                    <a:pt x="1067" y="5393"/>
                  </a:lnTo>
                  <a:lnTo>
                    <a:pt x="1048" y="5393"/>
                  </a:lnTo>
                  <a:lnTo>
                    <a:pt x="1067" y="5413"/>
                  </a:lnTo>
                  <a:lnTo>
                    <a:pt x="1087" y="5452"/>
                  </a:lnTo>
                  <a:lnTo>
                    <a:pt x="1087" y="5492"/>
                  </a:lnTo>
                  <a:lnTo>
                    <a:pt x="988" y="5472"/>
                  </a:lnTo>
                  <a:lnTo>
                    <a:pt x="988" y="5492"/>
                  </a:lnTo>
                  <a:lnTo>
                    <a:pt x="1028" y="5492"/>
                  </a:lnTo>
                  <a:lnTo>
                    <a:pt x="1048" y="5511"/>
                  </a:lnTo>
                  <a:lnTo>
                    <a:pt x="1028" y="5571"/>
                  </a:lnTo>
                  <a:lnTo>
                    <a:pt x="1008" y="5650"/>
                  </a:lnTo>
                  <a:lnTo>
                    <a:pt x="949" y="5709"/>
                  </a:lnTo>
                  <a:lnTo>
                    <a:pt x="909" y="5729"/>
                  </a:lnTo>
                  <a:lnTo>
                    <a:pt x="870" y="5729"/>
                  </a:lnTo>
                  <a:lnTo>
                    <a:pt x="870" y="5768"/>
                  </a:lnTo>
                  <a:lnTo>
                    <a:pt x="890" y="5808"/>
                  </a:lnTo>
                  <a:lnTo>
                    <a:pt x="890" y="5827"/>
                  </a:lnTo>
                  <a:lnTo>
                    <a:pt x="870" y="5867"/>
                  </a:lnTo>
                  <a:lnTo>
                    <a:pt x="830" y="5827"/>
                  </a:lnTo>
                  <a:lnTo>
                    <a:pt x="751" y="6025"/>
                  </a:lnTo>
                  <a:lnTo>
                    <a:pt x="692" y="6143"/>
                  </a:lnTo>
                  <a:lnTo>
                    <a:pt x="633" y="6222"/>
                  </a:lnTo>
                  <a:lnTo>
                    <a:pt x="613" y="6361"/>
                  </a:lnTo>
                  <a:lnTo>
                    <a:pt x="613" y="6440"/>
                  </a:lnTo>
                  <a:lnTo>
                    <a:pt x="633" y="6499"/>
                  </a:lnTo>
                  <a:lnTo>
                    <a:pt x="653" y="6479"/>
                  </a:lnTo>
                  <a:lnTo>
                    <a:pt x="672" y="6460"/>
                  </a:lnTo>
                  <a:lnTo>
                    <a:pt x="692" y="6440"/>
                  </a:lnTo>
                  <a:lnTo>
                    <a:pt x="732" y="6479"/>
                  </a:lnTo>
                  <a:lnTo>
                    <a:pt x="751" y="6519"/>
                  </a:lnTo>
                  <a:lnTo>
                    <a:pt x="751" y="6539"/>
                  </a:lnTo>
                  <a:lnTo>
                    <a:pt x="732" y="6598"/>
                  </a:lnTo>
                  <a:lnTo>
                    <a:pt x="692" y="6598"/>
                  </a:lnTo>
                  <a:lnTo>
                    <a:pt x="672" y="6618"/>
                  </a:lnTo>
                  <a:lnTo>
                    <a:pt x="653" y="6637"/>
                  </a:lnTo>
                  <a:lnTo>
                    <a:pt x="633" y="6598"/>
                  </a:lnTo>
                  <a:lnTo>
                    <a:pt x="593" y="6598"/>
                  </a:lnTo>
                  <a:lnTo>
                    <a:pt x="574" y="6618"/>
                  </a:lnTo>
                  <a:lnTo>
                    <a:pt x="554" y="6677"/>
                  </a:lnTo>
                  <a:lnTo>
                    <a:pt x="534" y="6716"/>
                  </a:lnTo>
                  <a:lnTo>
                    <a:pt x="514" y="6736"/>
                  </a:lnTo>
                  <a:lnTo>
                    <a:pt x="475" y="6736"/>
                  </a:lnTo>
                  <a:lnTo>
                    <a:pt x="495" y="6776"/>
                  </a:lnTo>
                  <a:lnTo>
                    <a:pt x="475" y="6815"/>
                  </a:lnTo>
                  <a:lnTo>
                    <a:pt x="475" y="6874"/>
                  </a:lnTo>
                  <a:lnTo>
                    <a:pt x="495" y="6934"/>
                  </a:lnTo>
                  <a:lnTo>
                    <a:pt x="455" y="6914"/>
                  </a:lnTo>
                  <a:lnTo>
                    <a:pt x="455" y="6894"/>
                  </a:lnTo>
                  <a:lnTo>
                    <a:pt x="455" y="6874"/>
                  </a:lnTo>
                  <a:lnTo>
                    <a:pt x="435" y="6855"/>
                  </a:lnTo>
                  <a:lnTo>
                    <a:pt x="435" y="6914"/>
                  </a:lnTo>
                  <a:lnTo>
                    <a:pt x="396" y="6894"/>
                  </a:lnTo>
                  <a:lnTo>
                    <a:pt x="376" y="6934"/>
                  </a:lnTo>
                  <a:lnTo>
                    <a:pt x="376" y="6953"/>
                  </a:lnTo>
                  <a:lnTo>
                    <a:pt x="416" y="7013"/>
                  </a:lnTo>
                  <a:lnTo>
                    <a:pt x="435" y="7072"/>
                  </a:lnTo>
                  <a:lnTo>
                    <a:pt x="455" y="7131"/>
                  </a:lnTo>
                  <a:lnTo>
                    <a:pt x="455" y="7171"/>
                  </a:lnTo>
                  <a:lnTo>
                    <a:pt x="376" y="7092"/>
                  </a:lnTo>
                  <a:lnTo>
                    <a:pt x="376" y="7131"/>
                  </a:lnTo>
                  <a:lnTo>
                    <a:pt x="396" y="7190"/>
                  </a:lnTo>
                  <a:lnTo>
                    <a:pt x="416" y="7250"/>
                  </a:lnTo>
                  <a:lnTo>
                    <a:pt x="416" y="7289"/>
                  </a:lnTo>
                  <a:lnTo>
                    <a:pt x="396" y="7289"/>
                  </a:lnTo>
                  <a:lnTo>
                    <a:pt x="396" y="7348"/>
                  </a:lnTo>
                  <a:lnTo>
                    <a:pt x="376" y="7329"/>
                  </a:lnTo>
                  <a:lnTo>
                    <a:pt x="416" y="7388"/>
                  </a:lnTo>
                  <a:lnTo>
                    <a:pt x="416" y="7447"/>
                  </a:lnTo>
                  <a:lnTo>
                    <a:pt x="416" y="7506"/>
                  </a:lnTo>
                  <a:lnTo>
                    <a:pt x="435" y="7546"/>
                  </a:lnTo>
                  <a:lnTo>
                    <a:pt x="356" y="7566"/>
                  </a:lnTo>
                  <a:lnTo>
                    <a:pt x="337" y="7585"/>
                  </a:lnTo>
                  <a:lnTo>
                    <a:pt x="356" y="7625"/>
                  </a:lnTo>
                  <a:lnTo>
                    <a:pt x="258" y="7585"/>
                  </a:lnTo>
                  <a:lnTo>
                    <a:pt x="277" y="7526"/>
                  </a:lnTo>
                  <a:lnTo>
                    <a:pt x="297" y="7526"/>
                  </a:lnTo>
                  <a:lnTo>
                    <a:pt x="337" y="7506"/>
                  </a:lnTo>
                  <a:lnTo>
                    <a:pt x="337" y="7447"/>
                  </a:lnTo>
                  <a:lnTo>
                    <a:pt x="277" y="7467"/>
                  </a:lnTo>
                  <a:lnTo>
                    <a:pt x="238" y="7506"/>
                  </a:lnTo>
                  <a:lnTo>
                    <a:pt x="159" y="7605"/>
                  </a:lnTo>
                  <a:lnTo>
                    <a:pt x="100" y="7724"/>
                  </a:lnTo>
                  <a:lnTo>
                    <a:pt x="60" y="7842"/>
                  </a:lnTo>
                  <a:lnTo>
                    <a:pt x="60" y="7901"/>
                  </a:lnTo>
                  <a:lnTo>
                    <a:pt x="40" y="7980"/>
                  </a:lnTo>
                  <a:lnTo>
                    <a:pt x="1" y="8040"/>
                  </a:lnTo>
                  <a:lnTo>
                    <a:pt x="1" y="8119"/>
                  </a:lnTo>
                  <a:lnTo>
                    <a:pt x="1265" y="8790"/>
                  </a:lnTo>
                  <a:lnTo>
                    <a:pt x="1383" y="8652"/>
                  </a:lnTo>
                  <a:lnTo>
                    <a:pt x="1423" y="8593"/>
                  </a:lnTo>
                  <a:lnTo>
                    <a:pt x="1423" y="8514"/>
                  </a:lnTo>
                  <a:lnTo>
                    <a:pt x="1304" y="8533"/>
                  </a:lnTo>
                  <a:lnTo>
                    <a:pt x="1383" y="8593"/>
                  </a:lnTo>
                  <a:lnTo>
                    <a:pt x="1324" y="8593"/>
                  </a:lnTo>
                  <a:lnTo>
                    <a:pt x="1265" y="8553"/>
                  </a:lnTo>
                  <a:lnTo>
                    <a:pt x="1166" y="8454"/>
                  </a:lnTo>
                  <a:lnTo>
                    <a:pt x="1186" y="8454"/>
                  </a:lnTo>
                  <a:lnTo>
                    <a:pt x="1206" y="8415"/>
                  </a:lnTo>
                  <a:lnTo>
                    <a:pt x="1245" y="8415"/>
                  </a:lnTo>
                  <a:lnTo>
                    <a:pt x="1245" y="8336"/>
                  </a:lnTo>
                  <a:lnTo>
                    <a:pt x="1206" y="8336"/>
                  </a:lnTo>
                  <a:lnTo>
                    <a:pt x="1206" y="8356"/>
                  </a:lnTo>
                  <a:lnTo>
                    <a:pt x="1186" y="8356"/>
                  </a:lnTo>
                  <a:lnTo>
                    <a:pt x="1166" y="8336"/>
                  </a:lnTo>
                  <a:lnTo>
                    <a:pt x="1225" y="8277"/>
                  </a:lnTo>
                  <a:lnTo>
                    <a:pt x="1265" y="8277"/>
                  </a:lnTo>
                  <a:lnTo>
                    <a:pt x="1285" y="8316"/>
                  </a:lnTo>
                  <a:lnTo>
                    <a:pt x="1285" y="8277"/>
                  </a:lnTo>
                  <a:lnTo>
                    <a:pt x="1285" y="8237"/>
                  </a:lnTo>
                  <a:lnTo>
                    <a:pt x="1285" y="8198"/>
                  </a:lnTo>
                  <a:lnTo>
                    <a:pt x="1245" y="8198"/>
                  </a:lnTo>
                  <a:lnTo>
                    <a:pt x="1265" y="8178"/>
                  </a:lnTo>
                  <a:lnTo>
                    <a:pt x="1304" y="8198"/>
                  </a:lnTo>
                  <a:lnTo>
                    <a:pt x="1364" y="8277"/>
                  </a:lnTo>
                  <a:lnTo>
                    <a:pt x="1403" y="8257"/>
                  </a:lnTo>
                  <a:lnTo>
                    <a:pt x="1423" y="8257"/>
                  </a:lnTo>
                  <a:lnTo>
                    <a:pt x="1482" y="8296"/>
                  </a:lnTo>
                  <a:lnTo>
                    <a:pt x="1502" y="8217"/>
                  </a:lnTo>
                  <a:lnTo>
                    <a:pt x="1541" y="8237"/>
                  </a:lnTo>
                  <a:lnTo>
                    <a:pt x="1561" y="8277"/>
                  </a:lnTo>
                  <a:lnTo>
                    <a:pt x="1581" y="8237"/>
                  </a:lnTo>
                  <a:lnTo>
                    <a:pt x="1581" y="8198"/>
                  </a:lnTo>
                  <a:lnTo>
                    <a:pt x="1581" y="8178"/>
                  </a:lnTo>
                  <a:lnTo>
                    <a:pt x="1620" y="8158"/>
                  </a:lnTo>
                  <a:lnTo>
                    <a:pt x="1561" y="8099"/>
                  </a:lnTo>
                  <a:lnTo>
                    <a:pt x="1680" y="8000"/>
                  </a:lnTo>
                  <a:lnTo>
                    <a:pt x="1739" y="7882"/>
                  </a:lnTo>
                  <a:lnTo>
                    <a:pt x="1680" y="7882"/>
                  </a:lnTo>
                  <a:lnTo>
                    <a:pt x="1660" y="7842"/>
                  </a:lnTo>
                  <a:lnTo>
                    <a:pt x="1680" y="7822"/>
                  </a:lnTo>
                  <a:lnTo>
                    <a:pt x="1719" y="7803"/>
                  </a:lnTo>
                  <a:lnTo>
                    <a:pt x="1778" y="7763"/>
                  </a:lnTo>
                  <a:lnTo>
                    <a:pt x="1798" y="7743"/>
                  </a:lnTo>
                  <a:lnTo>
                    <a:pt x="1798" y="7704"/>
                  </a:lnTo>
                  <a:lnTo>
                    <a:pt x="1798" y="7645"/>
                  </a:lnTo>
                  <a:lnTo>
                    <a:pt x="1798" y="7585"/>
                  </a:lnTo>
                  <a:lnTo>
                    <a:pt x="1759" y="7546"/>
                  </a:lnTo>
                  <a:lnTo>
                    <a:pt x="1719" y="7526"/>
                  </a:lnTo>
                  <a:lnTo>
                    <a:pt x="1719" y="7506"/>
                  </a:lnTo>
                  <a:lnTo>
                    <a:pt x="1739" y="7487"/>
                  </a:lnTo>
                  <a:lnTo>
                    <a:pt x="1798" y="7487"/>
                  </a:lnTo>
                  <a:lnTo>
                    <a:pt x="1739" y="7368"/>
                  </a:lnTo>
                  <a:lnTo>
                    <a:pt x="1739" y="7329"/>
                  </a:lnTo>
                  <a:lnTo>
                    <a:pt x="1759" y="7309"/>
                  </a:lnTo>
                  <a:lnTo>
                    <a:pt x="1778" y="7289"/>
                  </a:lnTo>
                  <a:lnTo>
                    <a:pt x="1798" y="7408"/>
                  </a:lnTo>
                  <a:lnTo>
                    <a:pt x="1838" y="7408"/>
                  </a:lnTo>
                  <a:lnTo>
                    <a:pt x="1858" y="7368"/>
                  </a:lnTo>
                  <a:lnTo>
                    <a:pt x="1877" y="7309"/>
                  </a:lnTo>
                  <a:lnTo>
                    <a:pt x="1917" y="7269"/>
                  </a:lnTo>
                  <a:lnTo>
                    <a:pt x="1858" y="7131"/>
                  </a:lnTo>
                  <a:lnTo>
                    <a:pt x="1798" y="6953"/>
                  </a:lnTo>
                  <a:lnTo>
                    <a:pt x="1739" y="6934"/>
                  </a:lnTo>
                  <a:lnTo>
                    <a:pt x="1680" y="6914"/>
                  </a:lnTo>
                  <a:lnTo>
                    <a:pt x="1620" y="6874"/>
                  </a:lnTo>
                  <a:lnTo>
                    <a:pt x="1581" y="6815"/>
                  </a:lnTo>
                  <a:lnTo>
                    <a:pt x="1620" y="6815"/>
                  </a:lnTo>
                  <a:lnTo>
                    <a:pt x="1640" y="6795"/>
                  </a:lnTo>
                  <a:lnTo>
                    <a:pt x="1680" y="6756"/>
                  </a:lnTo>
                  <a:lnTo>
                    <a:pt x="1719" y="6716"/>
                  </a:lnTo>
                  <a:lnTo>
                    <a:pt x="1759" y="6736"/>
                  </a:lnTo>
                  <a:lnTo>
                    <a:pt x="1818" y="6716"/>
                  </a:lnTo>
                  <a:lnTo>
                    <a:pt x="1858" y="6736"/>
                  </a:lnTo>
                  <a:lnTo>
                    <a:pt x="1858" y="6776"/>
                  </a:lnTo>
                  <a:lnTo>
                    <a:pt x="1798" y="6776"/>
                  </a:lnTo>
                  <a:lnTo>
                    <a:pt x="1759" y="6795"/>
                  </a:lnTo>
                  <a:lnTo>
                    <a:pt x="1759" y="6815"/>
                  </a:lnTo>
                  <a:lnTo>
                    <a:pt x="1858" y="6795"/>
                  </a:lnTo>
                  <a:lnTo>
                    <a:pt x="1976" y="6736"/>
                  </a:lnTo>
                  <a:lnTo>
                    <a:pt x="2016" y="6776"/>
                  </a:lnTo>
                  <a:lnTo>
                    <a:pt x="2016" y="6835"/>
                  </a:lnTo>
                  <a:lnTo>
                    <a:pt x="1976" y="6815"/>
                  </a:lnTo>
                  <a:lnTo>
                    <a:pt x="1956" y="6815"/>
                  </a:lnTo>
                  <a:lnTo>
                    <a:pt x="1956" y="6855"/>
                  </a:lnTo>
                  <a:lnTo>
                    <a:pt x="1976" y="6874"/>
                  </a:lnTo>
                  <a:lnTo>
                    <a:pt x="2035" y="6874"/>
                  </a:lnTo>
                  <a:lnTo>
                    <a:pt x="2095" y="6855"/>
                  </a:lnTo>
                  <a:lnTo>
                    <a:pt x="2134" y="6874"/>
                  </a:lnTo>
                  <a:lnTo>
                    <a:pt x="2134" y="6815"/>
                  </a:lnTo>
                  <a:lnTo>
                    <a:pt x="2134" y="6795"/>
                  </a:lnTo>
                  <a:lnTo>
                    <a:pt x="2114" y="6795"/>
                  </a:lnTo>
                  <a:lnTo>
                    <a:pt x="2154" y="6776"/>
                  </a:lnTo>
                  <a:lnTo>
                    <a:pt x="2174" y="6756"/>
                  </a:lnTo>
                  <a:lnTo>
                    <a:pt x="2174" y="6677"/>
                  </a:lnTo>
                  <a:lnTo>
                    <a:pt x="2174" y="6618"/>
                  </a:lnTo>
                  <a:lnTo>
                    <a:pt x="2193" y="6578"/>
                  </a:lnTo>
                  <a:lnTo>
                    <a:pt x="2233" y="6558"/>
                  </a:lnTo>
                  <a:lnTo>
                    <a:pt x="2174" y="6558"/>
                  </a:lnTo>
                  <a:lnTo>
                    <a:pt x="2154" y="6519"/>
                  </a:lnTo>
                  <a:lnTo>
                    <a:pt x="2174" y="6479"/>
                  </a:lnTo>
                  <a:lnTo>
                    <a:pt x="2193" y="6479"/>
                  </a:lnTo>
                  <a:lnTo>
                    <a:pt x="2253" y="6460"/>
                  </a:lnTo>
                  <a:lnTo>
                    <a:pt x="2253" y="6420"/>
                  </a:lnTo>
                  <a:lnTo>
                    <a:pt x="2233" y="6381"/>
                  </a:lnTo>
                  <a:lnTo>
                    <a:pt x="2253" y="6341"/>
                  </a:lnTo>
                  <a:lnTo>
                    <a:pt x="2253" y="6321"/>
                  </a:lnTo>
                  <a:lnTo>
                    <a:pt x="2233" y="6321"/>
                  </a:lnTo>
                  <a:lnTo>
                    <a:pt x="2174" y="6301"/>
                  </a:lnTo>
                  <a:lnTo>
                    <a:pt x="2114" y="6301"/>
                  </a:lnTo>
                  <a:lnTo>
                    <a:pt x="2095" y="6282"/>
                  </a:lnTo>
                  <a:lnTo>
                    <a:pt x="2095" y="6262"/>
                  </a:lnTo>
                  <a:lnTo>
                    <a:pt x="2055" y="6203"/>
                  </a:lnTo>
                  <a:lnTo>
                    <a:pt x="2075" y="6163"/>
                  </a:lnTo>
                  <a:lnTo>
                    <a:pt x="2095" y="6143"/>
                  </a:lnTo>
                  <a:lnTo>
                    <a:pt x="2114" y="6104"/>
                  </a:lnTo>
                  <a:lnTo>
                    <a:pt x="2154" y="6104"/>
                  </a:lnTo>
                  <a:lnTo>
                    <a:pt x="2154" y="6124"/>
                  </a:lnTo>
                  <a:lnTo>
                    <a:pt x="2134" y="6163"/>
                  </a:lnTo>
                  <a:lnTo>
                    <a:pt x="2154" y="6203"/>
                  </a:lnTo>
                  <a:lnTo>
                    <a:pt x="2174" y="6025"/>
                  </a:lnTo>
                  <a:lnTo>
                    <a:pt x="2213" y="6025"/>
                  </a:lnTo>
                  <a:lnTo>
                    <a:pt x="2233" y="6045"/>
                  </a:lnTo>
                  <a:lnTo>
                    <a:pt x="2233" y="6084"/>
                  </a:lnTo>
                  <a:lnTo>
                    <a:pt x="2213" y="6124"/>
                  </a:lnTo>
                  <a:lnTo>
                    <a:pt x="2253" y="6084"/>
                  </a:lnTo>
                  <a:lnTo>
                    <a:pt x="2272" y="6025"/>
                  </a:lnTo>
                  <a:lnTo>
                    <a:pt x="2253" y="5985"/>
                  </a:lnTo>
                  <a:lnTo>
                    <a:pt x="2213" y="5926"/>
                  </a:lnTo>
                  <a:lnTo>
                    <a:pt x="2253" y="5887"/>
                  </a:lnTo>
                  <a:lnTo>
                    <a:pt x="2292" y="5847"/>
                  </a:lnTo>
                  <a:lnTo>
                    <a:pt x="2312" y="5887"/>
                  </a:lnTo>
                  <a:lnTo>
                    <a:pt x="2371" y="5926"/>
                  </a:lnTo>
                  <a:lnTo>
                    <a:pt x="2411" y="5966"/>
                  </a:lnTo>
                  <a:lnTo>
                    <a:pt x="2430" y="6005"/>
                  </a:lnTo>
                  <a:lnTo>
                    <a:pt x="2411" y="6045"/>
                  </a:lnTo>
                  <a:lnTo>
                    <a:pt x="2391" y="6045"/>
                  </a:lnTo>
                  <a:lnTo>
                    <a:pt x="2371" y="6025"/>
                  </a:lnTo>
                  <a:lnTo>
                    <a:pt x="2332" y="6005"/>
                  </a:lnTo>
                  <a:lnTo>
                    <a:pt x="2312" y="6005"/>
                  </a:lnTo>
                  <a:lnTo>
                    <a:pt x="2292" y="6025"/>
                  </a:lnTo>
                  <a:lnTo>
                    <a:pt x="2371" y="6045"/>
                  </a:lnTo>
                  <a:lnTo>
                    <a:pt x="2351" y="6064"/>
                  </a:lnTo>
                  <a:lnTo>
                    <a:pt x="2332" y="6104"/>
                  </a:lnTo>
                  <a:lnTo>
                    <a:pt x="2351" y="6163"/>
                  </a:lnTo>
                  <a:lnTo>
                    <a:pt x="2312" y="6163"/>
                  </a:lnTo>
                  <a:lnTo>
                    <a:pt x="2312" y="6124"/>
                  </a:lnTo>
                  <a:lnTo>
                    <a:pt x="2272" y="6222"/>
                  </a:lnTo>
                  <a:lnTo>
                    <a:pt x="2272" y="6262"/>
                  </a:lnTo>
                  <a:lnTo>
                    <a:pt x="2292" y="6321"/>
                  </a:lnTo>
                  <a:lnTo>
                    <a:pt x="2332" y="6301"/>
                  </a:lnTo>
                  <a:lnTo>
                    <a:pt x="2351" y="6262"/>
                  </a:lnTo>
                  <a:lnTo>
                    <a:pt x="2371" y="6183"/>
                  </a:lnTo>
                  <a:lnTo>
                    <a:pt x="2411" y="6104"/>
                  </a:lnTo>
                  <a:lnTo>
                    <a:pt x="2430" y="6084"/>
                  </a:lnTo>
                  <a:lnTo>
                    <a:pt x="2470" y="6064"/>
                  </a:lnTo>
                  <a:lnTo>
                    <a:pt x="2430" y="5847"/>
                  </a:lnTo>
                  <a:lnTo>
                    <a:pt x="2332" y="5847"/>
                  </a:lnTo>
                  <a:lnTo>
                    <a:pt x="2292" y="5808"/>
                  </a:lnTo>
                  <a:lnTo>
                    <a:pt x="2351" y="5808"/>
                  </a:lnTo>
                  <a:lnTo>
                    <a:pt x="2411" y="5788"/>
                  </a:lnTo>
                  <a:lnTo>
                    <a:pt x="2450" y="5748"/>
                  </a:lnTo>
                  <a:lnTo>
                    <a:pt x="2490" y="5709"/>
                  </a:lnTo>
                  <a:lnTo>
                    <a:pt x="2470" y="5709"/>
                  </a:lnTo>
                  <a:lnTo>
                    <a:pt x="2450" y="5689"/>
                  </a:lnTo>
                  <a:lnTo>
                    <a:pt x="2430" y="5630"/>
                  </a:lnTo>
                  <a:lnTo>
                    <a:pt x="2411" y="5590"/>
                  </a:lnTo>
                  <a:lnTo>
                    <a:pt x="2391" y="5571"/>
                  </a:lnTo>
                  <a:lnTo>
                    <a:pt x="2371" y="5571"/>
                  </a:lnTo>
                  <a:lnTo>
                    <a:pt x="2371" y="5590"/>
                  </a:lnTo>
                  <a:lnTo>
                    <a:pt x="2351" y="5610"/>
                  </a:lnTo>
                  <a:lnTo>
                    <a:pt x="2312" y="5610"/>
                  </a:lnTo>
                  <a:lnTo>
                    <a:pt x="2312" y="5571"/>
                  </a:lnTo>
                  <a:lnTo>
                    <a:pt x="2272" y="5551"/>
                  </a:lnTo>
                  <a:lnTo>
                    <a:pt x="2253" y="5551"/>
                  </a:lnTo>
                  <a:lnTo>
                    <a:pt x="2233" y="5531"/>
                  </a:lnTo>
                  <a:lnTo>
                    <a:pt x="2272" y="5472"/>
                  </a:lnTo>
                  <a:lnTo>
                    <a:pt x="2312" y="5492"/>
                  </a:lnTo>
                  <a:lnTo>
                    <a:pt x="2332" y="5492"/>
                  </a:lnTo>
                  <a:lnTo>
                    <a:pt x="2371" y="5452"/>
                  </a:lnTo>
                  <a:lnTo>
                    <a:pt x="2450" y="5551"/>
                  </a:lnTo>
                  <a:lnTo>
                    <a:pt x="2430" y="5373"/>
                  </a:lnTo>
                  <a:lnTo>
                    <a:pt x="2430" y="5255"/>
                  </a:lnTo>
                  <a:lnTo>
                    <a:pt x="2450" y="5156"/>
                  </a:lnTo>
                  <a:lnTo>
                    <a:pt x="2470" y="5195"/>
                  </a:lnTo>
                  <a:lnTo>
                    <a:pt x="2509" y="5235"/>
                  </a:lnTo>
                  <a:lnTo>
                    <a:pt x="2529" y="5314"/>
                  </a:lnTo>
                  <a:lnTo>
                    <a:pt x="2529" y="5353"/>
                  </a:lnTo>
                  <a:lnTo>
                    <a:pt x="2549" y="5393"/>
                  </a:lnTo>
                  <a:lnTo>
                    <a:pt x="2588" y="5413"/>
                  </a:lnTo>
                  <a:lnTo>
                    <a:pt x="2628" y="5432"/>
                  </a:lnTo>
                  <a:lnTo>
                    <a:pt x="2628" y="5393"/>
                  </a:lnTo>
                  <a:lnTo>
                    <a:pt x="2608" y="5353"/>
                  </a:lnTo>
                  <a:lnTo>
                    <a:pt x="2588" y="5334"/>
                  </a:lnTo>
                  <a:lnTo>
                    <a:pt x="2608" y="5294"/>
                  </a:lnTo>
                  <a:lnTo>
                    <a:pt x="2628" y="5294"/>
                  </a:lnTo>
                  <a:lnTo>
                    <a:pt x="2648" y="5274"/>
                  </a:lnTo>
                  <a:lnTo>
                    <a:pt x="2687" y="5215"/>
                  </a:lnTo>
                  <a:lnTo>
                    <a:pt x="2687" y="5136"/>
                  </a:lnTo>
                  <a:lnTo>
                    <a:pt x="2707" y="5077"/>
                  </a:lnTo>
                  <a:lnTo>
                    <a:pt x="2648" y="5097"/>
                  </a:lnTo>
                  <a:lnTo>
                    <a:pt x="2648" y="5057"/>
                  </a:lnTo>
                  <a:lnTo>
                    <a:pt x="2648" y="5037"/>
                  </a:lnTo>
                  <a:lnTo>
                    <a:pt x="2687" y="4978"/>
                  </a:lnTo>
                  <a:lnTo>
                    <a:pt x="2707" y="4998"/>
                  </a:lnTo>
                  <a:lnTo>
                    <a:pt x="2707" y="4939"/>
                  </a:lnTo>
                  <a:lnTo>
                    <a:pt x="2707" y="4899"/>
                  </a:lnTo>
                  <a:lnTo>
                    <a:pt x="2727" y="4840"/>
                  </a:lnTo>
                  <a:lnTo>
                    <a:pt x="2766" y="4781"/>
                  </a:lnTo>
                  <a:lnTo>
                    <a:pt x="2766" y="4721"/>
                  </a:lnTo>
                  <a:lnTo>
                    <a:pt x="2746" y="4721"/>
                  </a:lnTo>
                  <a:lnTo>
                    <a:pt x="2727" y="4741"/>
                  </a:lnTo>
                  <a:lnTo>
                    <a:pt x="2727" y="4781"/>
                  </a:lnTo>
                  <a:lnTo>
                    <a:pt x="2727" y="4820"/>
                  </a:lnTo>
                  <a:lnTo>
                    <a:pt x="2667" y="4840"/>
                  </a:lnTo>
                  <a:lnTo>
                    <a:pt x="2648" y="4860"/>
                  </a:lnTo>
                  <a:lnTo>
                    <a:pt x="2608" y="4840"/>
                  </a:lnTo>
                  <a:lnTo>
                    <a:pt x="2628" y="4761"/>
                  </a:lnTo>
                  <a:lnTo>
                    <a:pt x="2628" y="4682"/>
                  </a:lnTo>
                  <a:lnTo>
                    <a:pt x="2628" y="4623"/>
                  </a:lnTo>
                  <a:lnTo>
                    <a:pt x="2648" y="4544"/>
                  </a:lnTo>
                  <a:lnTo>
                    <a:pt x="2608" y="4563"/>
                  </a:lnTo>
                  <a:lnTo>
                    <a:pt x="2588" y="4524"/>
                  </a:lnTo>
                  <a:lnTo>
                    <a:pt x="2608" y="4504"/>
                  </a:lnTo>
                  <a:lnTo>
                    <a:pt x="2628" y="4425"/>
                  </a:lnTo>
                  <a:lnTo>
                    <a:pt x="2667" y="4405"/>
                  </a:lnTo>
                  <a:lnTo>
                    <a:pt x="2687" y="4405"/>
                  </a:lnTo>
                  <a:lnTo>
                    <a:pt x="2707" y="4445"/>
                  </a:lnTo>
                  <a:lnTo>
                    <a:pt x="2727" y="4484"/>
                  </a:lnTo>
                  <a:lnTo>
                    <a:pt x="2746" y="4504"/>
                  </a:lnTo>
                  <a:lnTo>
                    <a:pt x="2766" y="4484"/>
                  </a:lnTo>
                  <a:lnTo>
                    <a:pt x="2766" y="4524"/>
                  </a:lnTo>
                  <a:lnTo>
                    <a:pt x="2766" y="4563"/>
                  </a:lnTo>
                  <a:lnTo>
                    <a:pt x="2766" y="4603"/>
                  </a:lnTo>
                  <a:lnTo>
                    <a:pt x="2786" y="4623"/>
                  </a:lnTo>
                  <a:lnTo>
                    <a:pt x="2904" y="4603"/>
                  </a:lnTo>
                  <a:lnTo>
                    <a:pt x="2904" y="4563"/>
                  </a:lnTo>
                  <a:lnTo>
                    <a:pt x="2924" y="4544"/>
                  </a:lnTo>
                  <a:lnTo>
                    <a:pt x="2964" y="4504"/>
                  </a:lnTo>
                  <a:lnTo>
                    <a:pt x="2983" y="4484"/>
                  </a:lnTo>
                  <a:lnTo>
                    <a:pt x="2924" y="4504"/>
                  </a:lnTo>
                  <a:lnTo>
                    <a:pt x="2904" y="4484"/>
                  </a:lnTo>
                  <a:lnTo>
                    <a:pt x="2904" y="4465"/>
                  </a:lnTo>
                  <a:lnTo>
                    <a:pt x="2944" y="4445"/>
                  </a:lnTo>
                  <a:lnTo>
                    <a:pt x="2825" y="4425"/>
                  </a:lnTo>
                  <a:lnTo>
                    <a:pt x="2806" y="4465"/>
                  </a:lnTo>
                  <a:lnTo>
                    <a:pt x="2825" y="4504"/>
                  </a:lnTo>
                  <a:lnTo>
                    <a:pt x="2825" y="4544"/>
                  </a:lnTo>
                  <a:lnTo>
                    <a:pt x="2786" y="4563"/>
                  </a:lnTo>
                  <a:lnTo>
                    <a:pt x="2786" y="4484"/>
                  </a:lnTo>
                  <a:lnTo>
                    <a:pt x="2746" y="4445"/>
                  </a:lnTo>
                  <a:lnTo>
                    <a:pt x="2727" y="4386"/>
                  </a:lnTo>
                  <a:lnTo>
                    <a:pt x="2746" y="4326"/>
                  </a:lnTo>
                  <a:lnTo>
                    <a:pt x="2766" y="4326"/>
                  </a:lnTo>
                  <a:lnTo>
                    <a:pt x="2766" y="4346"/>
                  </a:lnTo>
                  <a:lnTo>
                    <a:pt x="2766" y="4366"/>
                  </a:lnTo>
                  <a:lnTo>
                    <a:pt x="2786" y="4346"/>
                  </a:lnTo>
                  <a:lnTo>
                    <a:pt x="2786" y="4307"/>
                  </a:lnTo>
                  <a:lnTo>
                    <a:pt x="2786" y="4267"/>
                  </a:lnTo>
                  <a:lnTo>
                    <a:pt x="2806" y="4228"/>
                  </a:lnTo>
                  <a:lnTo>
                    <a:pt x="2845" y="4307"/>
                  </a:lnTo>
                  <a:lnTo>
                    <a:pt x="2865" y="4326"/>
                  </a:lnTo>
                  <a:lnTo>
                    <a:pt x="2904" y="4326"/>
                  </a:lnTo>
                  <a:lnTo>
                    <a:pt x="2845" y="4267"/>
                  </a:lnTo>
                  <a:lnTo>
                    <a:pt x="2885" y="4247"/>
                  </a:lnTo>
                  <a:lnTo>
                    <a:pt x="2904" y="4247"/>
                  </a:lnTo>
                  <a:lnTo>
                    <a:pt x="2904" y="4228"/>
                  </a:lnTo>
                  <a:lnTo>
                    <a:pt x="2885" y="4228"/>
                  </a:lnTo>
                  <a:lnTo>
                    <a:pt x="2865" y="4208"/>
                  </a:lnTo>
                  <a:lnTo>
                    <a:pt x="2865" y="4168"/>
                  </a:lnTo>
                  <a:lnTo>
                    <a:pt x="2924" y="4168"/>
                  </a:lnTo>
                  <a:lnTo>
                    <a:pt x="2944" y="4129"/>
                  </a:lnTo>
                  <a:lnTo>
                    <a:pt x="2924" y="4109"/>
                  </a:lnTo>
                  <a:lnTo>
                    <a:pt x="2924" y="4089"/>
                  </a:lnTo>
                  <a:lnTo>
                    <a:pt x="2904" y="4030"/>
                  </a:lnTo>
                  <a:lnTo>
                    <a:pt x="2885" y="4050"/>
                  </a:lnTo>
                  <a:lnTo>
                    <a:pt x="2865" y="4070"/>
                  </a:lnTo>
                  <a:lnTo>
                    <a:pt x="2825" y="4070"/>
                  </a:lnTo>
                  <a:lnTo>
                    <a:pt x="2786" y="4030"/>
                  </a:lnTo>
                  <a:lnTo>
                    <a:pt x="2766" y="3991"/>
                  </a:lnTo>
                  <a:lnTo>
                    <a:pt x="2806" y="3911"/>
                  </a:lnTo>
                  <a:lnTo>
                    <a:pt x="2806" y="3852"/>
                  </a:lnTo>
                  <a:lnTo>
                    <a:pt x="2845" y="3813"/>
                  </a:lnTo>
                  <a:lnTo>
                    <a:pt x="2904" y="3793"/>
                  </a:lnTo>
                  <a:lnTo>
                    <a:pt x="2865" y="3734"/>
                  </a:lnTo>
                  <a:lnTo>
                    <a:pt x="2904" y="3753"/>
                  </a:lnTo>
                  <a:lnTo>
                    <a:pt x="2924" y="3714"/>
                  </a:lnTo>
                  <a:lnTo>
                    <a:pt x="2944" y="3655"/>
                  </a:lnTo>
                  <a:lnTo>
                    <a:pt x="2964" y="3674"/>
                  </a:lnTo>
                  <a:lnTo>
                    <a:pt x="2983" y="3694"/>
                  </a:lnTo>
                  <a:lnTo>
                    <a:pt x="2964" y="3734"/>
                  </a:lnTo>
                  <a:lnTo>
                    <a:pt x="2964" y="3793"/>
                  </a:lnTo>
                  <a:lnTo>
                    <a:pt x="2983" y="3832"/>
                  </a:lnTo>
                  <a:lnTo>
                    <a:pt x="3023" y="3852"/>
                  </a:lnTo>
                  <a:lnTo>
                    <a:pt x="3043" y="3832"/>
                  </a:lnTo>
                  <a:lnTo>
                    <a:pt x="3062" y="3832"/>
                  </a:lnTo>
                  <a:lnTo>
                    <a:pt x="3122" y="3872"/>
                  </a:lnTo>
                  <a:lnTo>
                    <a:pt x="3102" y="3832"/>
                  </a:lnTo>
                  <a:lnTo>
                    <a:pt x="3082" y="3813"/>
                  </a:lnTo>
                  <a:lnTo>
                    <a:pt x="3023" y="3793"/>
                  </a:lnTo>
                  <a:lnTo>
                    <a:pt x="2983" y="3753"/>
                  </a:lnTo>
                  <a:lnTo>
                    <a:pt x="3023" y="3753"/>
                  </a:lnTo>
                  <a:lnTo>
                    <a:pt x="3043" y="3714"/>
                  </a:lnTo>
                  <a:lnTo>
                    <a:pt x="3062" y="3694"/>
                  </a:lnTo>
                  <a:lnTo>
                    <a:pt x="3102" y="3714"/>
                  </a:lnTo>
                  <a:lnTo>
                    <a:pt x="3102" y="3674"/>
                  </a:lnTo>
                  <a:lnTo>
                    <a:pt x="3082" y="3655"/>
                  </a:lnTo>
                  <a:lnTo>
                    <a:pt x="3082" y="3615"/>
                  </a:lnTo>
                  <a:lnTo>
                    <a:pt x="3082" y="3595"/>
                  </a:lnTo>
                  <a:lnTo>
                    <a:pt x="3201" y="3655"/>
                  </a:lnTo>
                  <a:lnTo>
                    <a:pt x="3181" y="3635"/>
                  </a:lnTo>
                  <a:lnTo>
                    <a:pt x="3201" y="3615"/>
                  </a:lnTo>
                  <a:lnTo>
                    <a:pt x="3240" y="3595"/>
                  </a:lnTo>
                  <a:lnTo>
                    <a:pt x="3201" y="3576"/>
                  </a:lnTo>
                  <a:lnTo>
                    <a:pt x="3181" y="3576"/>
                  </a:lnTo>
                  <a:lnTo>
                    <a:pt x="3181" y="3595"/>
                  </a:lnTo>
                  <a:lnTo>
                    <a:pt x="3161" y="3576"/>
                  </a:lnTo>
                  <a:lnTo>
                    <a:pt x="3161" y="3556"/>
                  </a:lnTo>
                  <a:lnTo>
                    <a:pt x="3161" y="3516"/>
                  </a:lnTo>
                  <a:lnTo>
                    <a:pt x="3181" y="3497"/>
                  </a:lnTo>
                  <a:lnTo>
                    <a:pt x="3181" y="3477"/>
                  </a:lnTo>
                  <a:lnTo>
                    <a:pt x="3201" y="3457"/>
                  </a:lnTo>
                  <a:lnTo>
                    <a:pt x="3220" y="3418"/>
                  </a:lnTo>
                  <a:lnTo>
                    <a:pt x="3240" y="3378"/>
                  </a:lnTo>
                  <a:lnTo>
                    <a:pt x="3280" y="3339"/>
                  </a:lnTo>
                  <a:lnTo>
                    <a:pt x="3220" y="3319"/>
                  </a:lnTo>
                  <a:lnTo>
                    <a:pt x="3201" y="3319"/>
                  </a:lnTo>
                  <a:lnTo>
                    <a:pt x="3201" y="3339"/>
                  </a:lnTo>
                  <a:lnTo>
                    <a:pt x="3201" y="3358"/>
                  </a:lnTo>
                  <a:lnTo>
                    <a:pt x="3201" y="3398"/>
                  </a:lnTo>
                  <a:lnTo>
                    <a:pt x="3201" y="3418"/>
                  </a:lnTo>
                  <a:lnTo>
                    <a:pt x="3141" y="3418"/>
                  </a:lnTo>
                  <a:lnTo>
                    <a:pt x="3141" y="3339"/>
                  </a:lnTo>
                  <a:lnTo>
                    <a:pt x="3181" y="3240"/>
                  </a:lnTo>
                  <a:lnTo>
                    <a:pt x="3201" y="3141"/>
                  </a:lnTo>
                  <a:lnTo>
                    <a:pt x="3220" y="3102"/>
                  </a:lnTo>
                  <a:lnTo>
                    <a:pt x="3201" y="3042"/>
                  </a:lnTo>
                  <a:lnTo>
                    <a:pt x="3260" y="3023"/>
                  </a:lnTo>
                  <a:lnTo>
                    <a:pt x="3280" y="3023"/>
                  </a:lnTo>
                  <a:lnTo>
                    <a:pt x="3299" y="3062"/>
                  </a:lnTo>
                  <a:lnTo>
                    <a:pt x="3339" y="3082"/>
                  </a:lnTo>
                  <a:lnTo>
                    <a:pt x="3339" y="3141"/>
                  </a:lnTo>
                  <a:lnTo>
                    <a:pt x="3319" y="3181"/>
                  </a:lnTo>
                  <a:lnTo>
                    <a:pt x="3280" y="3220"/>
                  </a:lnTo>
                  <a:lnTo>
                    <a:pt x="3280" y="3260"/>
                  </a:lnTo>
                  <a:lnTo>
                    <a:pt x="3319" y="3200"/>
                  </a:lnTo>
                  <a:lnTo>
                    <a:pt x="3359" y="3121"/>
                  </a:lnTo>
                  <a:lnTo>
                    <a:pt x="3359" y="3042"/>
                  </a:lnTo>
                  <a:lnTo>
                    <a:pt x="3359" y="2983"/>
                  </a:lnTo>
                  <a:lnTo>
                    <a:pt x="3378" y="2944"/>
                  </a:lnTo>
                  <a:lnTo>
                    <a:pt x="3398" y="2944"/>
                  </a:lnTo>
                  <a:lnTo>
                    <a:pt x="3477" y="2924"/>
                  </a:lnTo>
                  <a:lnTo>
                    <a:pt x="3536" y="2884"/>
                  </a:lnTo>
                  <a:lnTo>
                    <a:pt x="3556" y="2865"/>
                  </a:lnTo>
                  <a:lnTo>
                    <a:pt x="3576" y="2825"/>
                  </a:lnTo>
                  <a:lnTo>
                    <a:pt x="3497" y="2825"/>
                  </a:lnTo>
                  <a:lnTo>
                    <a:pt x="3457" y="2845"/>
                  </a:lnTo>
                  <a:lnTo>
                    <a:pt x="3457" y="2805"/>
                  </a:lnTo>
                  <a:lnTo>
                    <a:pt x="3477" y="2786"/>
                  </a:lnTo>
                  <a:lnTo>
                    <a:pt x="3497" y="2746"/>
                  </a:lnTo>
                  <a:lnTo>
                    <a:pt x="3477" y="2726"/>
                  </a:lnTo>
                  <a:lnTo>
                    <a:pt x="3457" y="2746"/>
                  </a:lnTo>
                  <a:lnTo>
                    <a:pt x="3438" y="2746"/>
                  </a:lnTo>
                  <a:lnTo>
                    <a:pt x="3418" y="2726"/>
                  </a:lnTo>
                  <a:lnTo>
                    <a:pt x="3457" y="2687"/>
                  </a:lnTo>
                  <a:lnTo>
                    <a:pt x="3477" y="2687"/>
                  </a:lnTo>
                  <a:lnTo>
                    <a:pt x="3497" y="2707"/>
                  </a:lnTo>
                  <a:lnTo>
                    <a:pt x="3517" y="2667"/>
                  </a:lnTo>
                  <a:lnTo>
                    <a:pt x="3517" y="2647"/>
                  </a:lnTo>
                  <a:lnTo>
                    <a:pt x="3576" y="2647"/>
                  </a:lnTo>
                  <a:lnTo>
                    <a:pt x="3615" y="2628"/>
                  </a:lnTo>
                  <a:lnTo>
                    <a:pt x="3615" y="2608"/>
                  </a:lnTo>
                  <a:lnTo>
                    <a:pt x="3596" y="2568"/>
                  </a:lnTo>
                  <a:lnTo>
                    <a:pt x="3576" y="2568"/>
                  </a:lnTo>
                  <a:lnTo>
                    <a:pt x="3576" y="2588"/>
                  </a:lnTo>
                  <a:lnTo>
                    <a:pt x="3576" y="2608"/>
                  </a:lnTo>
                  <a:lnTo>
                    <a:pt x="3536" y="2588"/>
                  </a:lnTo>
                  <a:lnTo>
                    <a:pt x="3497" y="2549"/>
                  </a:lnTo>
                  <a:lnTo>
                    <a:pt x="3477" y="2470"/>
                  </a:lnTo>
                  <a:lnTo>
                    <a:pt x="3517" y="2470"/>
                  </a:lnTo>
                  <a:lnTo>
                    <a:pt x="3536" y="2410"/>
                  </a:lnTo>
                  <a:lnTo>
                    <a:pt x="3556" y="2430"/>
                  </a:lnTo>
                  <a:lnTo>
                    <a:pt x="3556" y="2470"/>
                  </a:lnTo>
                  <a:lnTo>
                    <a:pt x="3536" y="2489"/>
                  </a:lnTo>
                  <a:lnTo>
                    <a:pt x="3556" y="2529"/>
                  </a:lnTo>
                  <a:lnTo>
                    <a:pt x="3596" y="2450"/>
                  </a:lnTo>
                  <a:lnTo>
                    <a:pt x="3576" y="2470"/>
                  </a:lnTo>
                  <a:lnTo>
                    <a:pt x="3556" y="2351"/>
                  </a:lnTo>
                  <a:lnTo>
                    <a:pt x="3536" y="2391"/>
                  </a:lnTo>
                  <a:lnTo>
                    <a:pt x="3517" y="2371"/>
                  </a:lnTo>
                  <a:lnTo>
                    <a:pt x="3477" y="2351"/>
                  </a:lnTo>
                  <a:lnTo>
                    <a:pt x="3477" y="2331"/>
                  </a:lnTo>
                  <a:lnTo>
                    <a:pt x="3536" y="2252"/>
                  </a:lnTo>
                  <a:lnTo>
                    <a:pt x="3576" y="2233"/>
                  </a:lnTo>
                  <a:lnTo>
                    <a:pt x="3615" y="2252"/>
                  </a:lnTo>
                  <a:lnTo>
                    <a:pt x="3576" y="2213"/>
                  </a:lnTo>
                  <a:lnTo>
                    <a:pt x="3576" y="2173"/>
                  </a:lnTo>
                  <a:lnTo>
                    <a:pt x="3596" y="2094"/>
                  </a:lnTo>
                  <a:lnTo>
                    <a:pt x="3536" y="2094"/>
                  </a:lnTo>
                  <a:lnTo>
                    <a:pt x="3517" y="2035"/>
                  </a:lnTo>
                  <a:lnTo>
                    <a:pt x="3615" y="1996"/>
                  </a:lnTo>
                  <a:lnTo>
                    <a:pt x="3615" y="2035"/>
                  </a:lnTo>
                  <a:lnTo>
                    <a:pt x="3734" y="2035"/>
                  </a:lnTo>
                  <a:lnTo>
                    <a:pt x="3754" y="2075"/>
                  </a:lnTo>
                  <a:lnTo>
                    <a:pt x="3754" y="2114"/>
                  </a:lnTo>
                  <a:lnTo>
                    <a:pt x="3694" y="2173"/>
                  </a:lnTo>
                  <a:lnTo>
                    <a:pt x="3754" y="2154"/>
                  </a:lnTo>
                  <a:lnTo>
                    <a:pt x="3773" y="2134"/>
                  </a:lnTo>
                  <a:lnTo>
                    <a:pt x="3773" y="2114"/>
                  </a:lnTo>
                  <a:lnTo>
                    <a:pt x="3773" y="2075"/>
                  </a:lnTo>
                  <a:lnTo>
                    <a:pt x="3754" y="2015"/>
                  </a:lnTo>
                  <a:lnTo>
                    <a:pt x="3754" y="1996"/>
                  </a:lnTo>
                  <a:lnTo>
                    <a:pt x="3773" y="1956"/>
                  </a:lnTo>
                  <a:lnTo>
                    <a:pt x="3813" y="1976"/>
                  </a:lnTo>
                  <a:lnTo>
                    <a:pt x="3833" y="2015"/>
                  </a:lnTo>
                  <a:lnTo>
                    <a:pt x="3833" y="1956"/>
                  </a:lnTo>
                  <a:lnTo>
                    <a:pt x="3833" y="1917"/>
                  </a:lnTo>
                  <a:lnTo>
                    <a:pt x="3852" y="1897"/>
                  </a:lnTo>
                  <a:lnTo>
                    <a:pt x="3793" y="1897"/>
                  </a:lnTo>
                  <a:lnTo>
                    <a:pt x="3754" y="1877"/>
                  </a:lnTo>
                  <a:lnTo>
                    <a:pt x="3734" y="1838"/>
                  </a:lnTo>
                  <a:lnTo>
                    <a:pt x="3852" y="1798"/>
                  </a:lnTo>
                  <a:lnTo>
                    <a:pt x="3872" y="1778"/>
                  </a:lnTo>
                  <a:lnTo>
                    <a:pt x="3872" y="1759"/>
                  </a:lnTo>
                  <a:lnTo>
                    <a:pt x="3833" y="1739"/>
                  </a:lnTo>
                  <a:lnTo>
                    <a:pt x="3793" y="1699"/>
                  </a:lnTo>
                  <a:lnTo>
                    <a:pt x="3773" y="1660"/>
                  </a:lnTo>
                  <a:lnTo>
                    <a:pt x="3694" y="1660"/>
                  </a:lnTo>
                  <a:lnTo>
                    <a:pt x="3675" y="1640"/>
                  </a:lnTo>
                  <a:lnTo>
                    <a:pt x="3675" y="1600"/>
                  </a:lnTo>
                  <a:lnTo>
                    <a:pt x="3694" y="1581"/>
                  </a:lnTo>
                  <a:lnTo>
                    <a:pt x="3655" y="1541"/>
                  </a:lnTo>
                  <a:lnTo>
                    <a:pt x="3655" y="1581"/>
                  </a:lnTo>
                  <a:lnTo>
                    <a:pt x="3655" y="1600"/>
                  </a:lnTo>
                  <a:lnTo>
                    <a:pt x="3655" y="1640"/>
                  </a:lnTo>
                  <a:lnTo>
                    <a:pt x="3655" y="1660"/>
                  </a:lnTo>
                  <a:lnTo>
                    <a:pt x="3615" y="1640"/>
                  </a:lnTo>
                  <a:lnTo>
                    <a:pt x="3596" y="1620"/>
                  </a:lnTo>
                  <a:lnTo>
                    <a:pt x="3615" y="1581"/>
                  </a:lnTo>
                  <a:lnTo>
                    <a:pt x="3596" y="1541"/>
                  </a:lnTo>
                  <a:lnTo>
                    <a:pt x="3675" y="1482"/>
                  </a:lnTo>
                  <a:lnTo>
                    <a:pt x="3754" y="1442"/>
                  </a:lnTo>
                  <a:lnTo>
                    <a:pt x="3833" y="1502"/>
                  </a:lnTo>
                  <a:lnTo>
                    <a:pt x="3872" y="1561"/>
                  </a:lnTo>
                  <a:lnTo>
                    <a:pt x="3931" y="1640"/>
                  </a:lnTo>
                  <a:lnTo>
                    <a:pt x="3971" y="1660"/>
                  </a:lnTo>
                  <a:lnTo>
                    <a:pt x="4010" y="1680"/>
                  </a:lnTo>
                  <a:lnTo>
                    <a:pt x="4050" y="1521"/>
                  </a:lnTo>
                  <a:lnTo>
                    <a:pt x="4089" y="1442"/>
                  </a:lnTo>
                  <a:lnTo>
                    <a:pt x="4129" y="1403"/>
                  </a:lnTo>
                  <a:lnTo>
                    <a:pt x="4109" y="1344"/>
                  </a:lnTo>
                  <a:lnTo>
                    <a:pt x="4070" y="1304"/>
                  </a:lnTo>
                  <a:lnTo>
                    <a:pt x="4030" y="1284"/>
                  </a:lnTo>
                  <a:lnTo>
                    <a:pt x="3971" y="1265"/>
                  </a:lnTo>
                  <a:lnTo>
                    <a:pt x="3971" y="1205"/>
                  </a:lnTo>
                  <a:lnTo>
                    <a:pt x="4010" y="1186"/>
                  </a:lnTo>
                  <a:lnTo>
                    <a:pt x="4030" y="1245"/>
                  </a:lnTo>
                  <a:lnTo>
                    <a:pt x="4030" y="1107"/>
                  </a:lnTo>
                  <a:lnTo>
                    <a:pt x="4050" y="1028"/>
                  </a:lnTo>
                  <a:lnTo>
                    <a:pt x="4070" y="949"/>
                  </a:lnTo>
                  <a:lnTo>
                    <a:pt x="4070" y="909"/>
                  </a:lnTo>
                  <a:lnTo>
                    <a:pt x="4030" y="889"/>
                  </a:lnTo>
                  <a:lnTo>
                    <a:pt x="3931" y="870"/>
                  </a:lnTo>
                  <a:lnTo>
                    <a:pt x="3951" y="791"/>
                  </a:lnTo>
                  <a:lnTo>
                    <a:pt x="3931" y="810"/>
                  </a:lnTo>
                  <a:lnTo>
                    <a:pt x="3892" y="771"/>
                  </a:lnTo>
                  <a:lnTo>
                    <a:pt x="3892" y="731"/>
                  </a:lnTo>
                  <a:lnTo>
                    <a:pt x="3931" y="672"/>
                  </a:lnTo>
                  <a:lnTo>
                    <a:pt x="3971" y="692"/>
                  </a:lnTo>
                  <a:lnTo>
                    <a:pt x="3991" y="712"/>
                  </a:lnTo>
                  <a:lnTo>
                    <a:pt x="4010" y="692"/>
                  </a:lnTo>
                  <a:lnTo>
                    <a:pt x="4030" y="672"/>
                  </a:lnTo>
                  <a:lnTo>
                    <a:pt x="4030" y="633"/>
                  </a:lnTo>
                  <a:lnTo>
                    <a:pt x="4030" y="593"/>
                  </a:lnTo>
                  <a:lnTo>
                    <a:pt x="4089" y="633"/>
                  </a:lnTo>
                  <a:lnTo>
                    <a:pt x="4089" y="672"/>
                  </a:lnTo>
                  <a:lnTo>
                    <a:pt x="4070" y="692"/>
                  </a:lnTo>
                  <a:lnTo>
                    <a:pt x="4050" y="692"/>
                  </a:lnTo>
                  <a:lnTo>
                    <a:pt x="4050" y="791"/>
                  </a:lnTo>
                  <a:lnTo>
                    <a:pt x="4070" y="731"/>
                  </a:lnTo>
                  <a:lnTo>
                    <a:pt x="4129" y="692"/>
                  </a:lnTo>
                  <a:lnTo>
                    <a:pt x="4188" y="692"/>
                  </a:lnTo>
                  <a:lnTo>
                    <a:pt x="4247" y="712"/>
                  </a:lnTo>
                  <a:lnTo>
                    <a:pt x="4228" y="672"/>
                  </a:lnTo>
                  <a:lnTo>
                    <a:pt x="4149" y="672"/>
                  </a:lnTo>
                  <a:lnTo>
                    <a:pt x="4149" y="652"/>
                  </a:lnTo>
                  <a:lnTo>
                    <a:pt x="4149" y="633"/>
                  </a:lnTo>
                  <a:lnTo>
                    <a:pt x="4228" y="573"/>
                  </a:lnTo>
                  <a:lnTo>
                    <a:pt x="4267" y="514"/>
                  </a:lnTo>
                  <a:lnTo>
                    <a:pt x="3141" y="139"/>
                  </a:lnTo>
                  <a:lnTo>
                    <a:pt x="3102" y="178"/>
                  </a:lnTo>
                  <a:lnTo>
                    <a:pt x="3082" y="119"/>
                  </a:lnTo>
                  <a:lnTo>
                    <a:pt x="3082" y="99"/>
                  </a:lnTo>
                  <a:lnTo>
                    <a:pt x="3102" y="119"/>
                  </a:lnTo>
                  <a:lnTo>
                    <a:pt x="3082" y="80"/>
                  </a:lnTo>
                  <a:lnTo>
                    <a:pt x="3102" y="60"/>
                  </a:lnTo>
                  <a:lnTo>
                    <a:pt x="3082" y="20"/>
                  </a:lnTo>
                  <a:lnTo>
                    <a:pt x="306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5" name="Google Shape;8955;p34"/>
            <p:cNvSpPr/>
            <p:nvPr/>
          </p:nvSpPr>
          <p:spPr>
            <a:xfrm>
              <a:off x="4577504" y="-1215512"/>
              <a:ext cx="789" cy="789"/>
            </a:xfrm>
            <a:custGeom>
              <a:rect b="b" l="l" r="r" t="t"/>
              <a:pathLst>
                <a:path extrusionOk="0" h="21" w="21">
                  <a:moveTo>
                    <a:pt x="1" y="1"/>
                  </a:moveTo>
                  <a:lnTo>
                    <a:pt x="1" y="1"/>
                  </a:lnTo>
                  <a:lnTo>
                    <a:pt x="21" y="20"/>
                  </a:lnTo>
                  <a:lnTo>
                    <a:pt x="21" y="20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6" name="Google Shape;8956;p34"/>
            <p:cNvSpPr/>
            <p:nvPr/>
          </p:nvSpPr>
          <p:spPr>
            <a:xfrm>
              <a:off x="4712644" y="-2018156"/>
              <a:ext cx="789" cy="38"/>
            </a:xfrm>
            <a:custGeom>
              <a:rect b="b" l="l" r="r" t="t"/>
              <a:pathLst>
                <a:path extrusionOk="0" h="1" w="21">
                  <a:moveTo>
                    <a:pt x="1" y="1"/>
                  </a:moveTo>
                  <a:lnTo>
                    <a:pt x="1" y="1"/>
                  </a:lnTo>
                  <a:lnTo>
                    <a:pt x="20" y="1"/>
                  </a:lnTo>
                  <a:lnTo>
                    <a:pt x="20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7" name="Google Shape;8957;p34"/>
            <p:cNvSpPr/>
            <p:nvPr/>
          </p:nvSpPr>
          <p:spPr>
            <a:xfrm>
              <a:off x="4622049" y="-2251296"/>
              <a:ext cx="96569" cy="297788"/>
            </a:xfrm>
            <a:custGeom>
              <a:rect b="b" l="l" r="r" t="t"/>
              <a:pathLst>
                <a:path extrusionOk="0" h="7922" w="2569">
                  <a:moveTo>
                    <a:pt x="1206" y="60"/>
                  </a:moveTo>
                  <a:lnTo>
                    <a:pt x="1186" y="79"/>
                  </a:lnTo>
                  <a:lnTo>
                    <a:pt x="1186" y="119"/>
                  </a:lnTo>
                  <a:lnTo>
                    <a:pt x="1226" y="178"/>
                  </a:lnTo>
                  <a:lnTo>
                    <a:pt x="1245" y="237"/>
                  </a:lnTo>
                  <a:lnTo>
                    <a:pt x="1245" y="257"/>
                  </a:lnTo>
                  <a:lnTo>
                    <a:pt x="1206" y="277"/>
                  </a:lnTo>
                  <a:lnTo>
                    <a:pt x="1245" y="297"/>
                  </a:lnTo>
                  <a:lnTo>
                    <a:pt x="1265" y="316"/>
                  </a:lnTo>
                  <a:lnTo>
                    <a:pt x="1344" y="336"/>
                  </a:lnTo>
                  <a:lnTo>
                    <a:pt x="1344" y="376"/>
                  </a:lnTo>
                  <a:lnTo>
                    <a:pt x="1384" y="356"/>
                  </a:lnTo>
                  <a:lnTo>
                    <a:pt x="1463" y="316"/>
                  </a:lnTo>
                  <a:lnTo>
                    <a:pt x="1364" y="218"/>
                  </a:lnTo>
                  <a:lnTo>
                    <a:pt x="1344" y="178"/>
                  </a:lnTo>
                  <a:lnTo>
                    <a:pt x="1324" y="99"/>
                  </a:lnTo>
                  <a:lnTo>
                    <a:pt x="1285" y="99"/>
                  </a:lnTo>
                  <a:lnTo>
                    <a:pt x="1265" y="79"/>
                  </a:lnTo>
                  <a:lnTo>
                    <a:pt x="1245" y="60"/>
                  </a:lnTo>
                  <a:close/>
                  <a:moveTo>
                    <a:pt x="21" y="593"/>
                  </a:moveTo>
                  <a:lnTo>
                    <a:pt x="60" y="613"/>
                  </a:lnTo>
                  <a:lnTo>
                    <a:pt x="60" y="593"/>
                  </a:lnTo>
                  <a:close/>
                  <a:moveTo>
                    <a:pt x="1265" y="1521"/>
                  </a:moveTo>
                  <a:lnTo>
                    <a:pt x="1265" y="1561"/>
                  </a:lnTo>
                  <a:lnTo>
                    <a:pt x="1285" y="1581"/>
                  </a:lnTo>
                  <a:lnTo>
                    <a:pt x="1305" y="1600"/>
                  </a:lnTo>
                  <a:lnTo>
                    <a:pt x="1305" y="1561"/>
                  </a:lnTo>
                  <a:lnTo>
                    <a:pt x="1305" y="1541"/>
                  </a:lnTo>
                  <a:lnTo>
                    <a:pt x="1265" y="1521"/>
                  </a:lnTo>
                  <a:close/>
                  <a:moveTo>
                    <a:pt x="2068" y="5065"/>
                  </a:moveTo>
                  <a:lnTo>
                    <a:pt x="2075" y="5077"/>
                  </a:lnTo>
                  <a:lnTo>
                    <a:pt x="2079" y="5073"/>
                  </a:lnTo>
                  <a:lnTo>
                    <a:pt x="2079" y="5073"/>
                  </a:lnTo>
                  <a:lnTo>
                    <a:pt x="2068" y="5065"/>
                  </a:lnTo>
                  <a:close/>
                  <a:moveTo>
                    <a:pt x="2095" y="5057"/>
                  </a:moveTo>
                  <a:lnTo>
                    <a:pt x="2079" y="5073"/>
                  </a:lnTo>
                  <a:lnTo>
                    <a:pt x="2079" y="5073"/>
                  </a:lnTo>
                  <a:lnTo>
                    <a:pt x="2114" y="5096"/>
                  </a:lnTo>
                  <a:lnTo>
                    <a:pt x="2154" y="5136"/>
                  </a:lnTo>
                  <a:lnTo>
                    <a:pt x="2174" y="5136"/>
                  </a:lnTo>
                  <a:lnTo>
                    <a:pt x="2174" y="5096"/>
                  </a:lnTo>
                  <a:lnTo>
                    <a:pt x="2174" y="5077"/>
                  </a:lnTo>
                  <a:lnTo>
                    <a:pt x="2193" y="5057"/>
                  </a:lnTo>
                  <a:close/>
                  <a:moveTo>
                    <a:pt x="613" y="5254"/>
                  </a:moveTo>
                  <a:lnTo>
                    <a:pt x="673" y="5373"/>
                  </a:lnTo>
                  <a:lnTo>
                    <a:pt x="673" y="5393"/>
                  </a:lnTo>
                  <a:lnTo>
                    <a:pt x="692" y="5373"/>
                  </a:lnTo>
                  <a:lnTo>
                    <a:pt x="712" y="5373"/>
                  </a:lnTo>
                  <a:lnTo>
                    <a:pt x="692" y="5314"/>
                  </a:lnTo>
                  <a:lnTo>
                    <a:pt x="673" y="5294"/>
                  </a:lnTo>
                  <a:lnTo>
                    <a:pt x="653" y="5294"/>
                  </a:lnTo>
                  <a:lnTo>
                    <a:pt x="613" y="5254"/>
                  </a:lnTo>
                  <a:close/>
                  <a:moveTo>
                    <a:pt x="890" y="0"/>
                  </a:moveTo>
                  <a:lnTo>
                    <a:pt x="850" y="60"/>
                  </a:lnTo>
                  <a:lnTo>
                    <a:pt x="850" y="139"/>
                  </a:lnTo>
                  <a:lnTo>
                    <a:pt x="811" y="139"/>
                  </a:lnTo>
                  <a:lnTo>
                    <a:pt x="791" y="119"/>
                  </a:lnTo>
                  <a:lnTo>
                    <a:pt x="811" y="79"/>
                  </a:lnTo>
                  <a:lnTo>
                    <a:pt x="21" y="119"/>
                  </a:lnTo>
                  <a:lnTo>
                    <a:pt x="1" y="158"/>
                  </a:lnTo>
                  <a:lnTo>
                    <a:pt x="40" y="139"/>
                  </a:lnTo>
                  <a:lnTo>
                    <a:pt x="80" y="158"/>
                  </a:lnTo>
                  <a:lnTo>
                    <a:pt x="179" y="158"/>
                  </a:lnTo>
                  <a:lnTo>
                    <a:pt x="218" y="198"/>
                  </a:lnTo>
                  <a:lnTo>
                    <a:pt x="218" y="237"/>
                  </a:lnTo>
                  <a:lnTo>
                    <a:pt x="218" y="297"/>
                  </a:lnTo>
                  <a:lnTo>
                    <a:pt x="179" y="297"/>
                  </a:lnTo>
                  <a:lnTo>
                    <a:pt x="159" y="277"/>
                  </a:lnTo>
                  <a:lnTo>
                    <a:pt x="119" y="237"/>
                  </a:lnTo>
                  <a:lnTo>
                    <a:pt x="80" y="198"/>
                  </a:lnTo>
                  <a:lnTo>
                    <a:pt x="60" y="198"/>
                  </a:lnTo>
                  <a:lnTo>
                    <a:pt x="21" y="218"/>
                  </a:lnTo>
                  <a:lnTo>
                    <a:pt x="21" y="237"/>
                  </a:lnTo>
                  <a:lnTo>
                    <a:pt x="40" y="257"/>
                  </a:lnTo>
                  <a:lnTo>
                    <a:pt x="80" y="257"/>
                  </a:lnTo>
                  <a:lnTo>
                    <a:pt x="100" y="237"/>
                  </a:lnTo>
                  <a:lnTo>
                    <a:pt x="80" y="336"/>
                  </a:lnTo>
                  <a:lnTo>
                    <a:pt x="40" y="395"/>
                  </a:lnTo>
                  <a:lnTo>
                    <a:pt x="1" y="435"/>
                  </a:lnTo>
                  <a:lnTo>
                    <a:pt x="40" y="474"/>
                  </a:lnTo>
                  <a:lnTo>
                    <a:pt x="80" y="514"/>
                  </a:lnTo>
                  <a:lnTo>
                    <a:pt x="100" y="534"/>
                  </a:lnTo>
                  <a:lnTo>
                    <a:pt x="159" y="573"/>
                  </a:lnTo>
                  <a:lnTo>
                    <a:pt x="139" y="553"/>
                  </a:lnTo>
                  <a:lnTo>
                    <a:pt x="119" y="534"/>
                  </a:lnTo>
                  <a:lnTo>
                    <a:pt x="100" y="514"/>
                  </a:lnTo>
                  <a:lnTo>
                    <a:pt x="119" y="494"/>
                  </a:lnTo>
                  <a:lnTo>
                    <a:pt x="218" y="534"/>
                  </a:lnTo>
                  <a:lnTo>
                    <a:pt x="198" y="593"/>
                  </a:lnTo>
                  <a:lnTo>
                    <a:pt x="179" y="632"/>
                  </a:lnTo>
                  <a:lnTo>
                    <a:pt x="139" y="712"/>
                  </a:lnTo>
                  <a:lnTo>
                    <a:pt x="80" y="652"/>
                  </a:lnTo>
                  <a:lnTo>
                    <a:pt x="100" y="652"/>
                  </a:lnTo>
                  <a:lnTo>
                    <a:pt x="80" y="632"/>
                  </a:lnTo>
                  <a:lnTo>
                    <a:pt x="60" y="613"/>
                  </a:lnTo>
                  <a:lnTo>
                    <a:pt x="60" y="652"/>
                  </a:lnTo>
                  <a:lnTo>
                    <a:pt x="60" y="692"/>
                  </a:lnTo>
                  <a:lnTo>
                    <a:pt x="80" y="712"/>
                  </a:lnTo>
                  <a:lnTo>
                    <a:pt x="60" y="712"/>
                  </a:lnTo>
                  <a:lnTo>
                    <a:pt x="80" y="751"/>
                  </a:lnTo>
                  <a:lnTo>
                    <a:pt x="80" y="791"/>
                  </a:lnTo>
                  <a:lnTo>
                    <a:pt x="60" y="850"/>
                  </a:lnTo>
                  <a:lnTo>
                    <a:pt x="40" y="889"/>
                  </a:lnTo>
                  <a:lnTo>
                    <a:pt x="40" y="909"/>
                  </a:lnTo>
                  <a:lnTo>
                    <a:pt x="60" y="929"/>
                  </a:lnTo>
                  <a:lnTo>
                    <a:pt x="119" y="949"/>
                  </a:lnTo>
                  <a:lnTo>
                    <a:pt x="159" y="929"/>
                  </a:lnTo>
                  <a:lnTo>
                    <a:pt x="179" y="909"/>
                  </a:lnTo>
                  <a:lnTo>
                    <a:pt x="218" y="909"/>
                  </a:lnTo>
                  <a:lnTo>
                    <a:pt x="198" y="929"/>
                  </a:lnTo>
                  <a:lnTo>
                    <a:pt x="179" y="968"/>
                  </a:lnTo>
                  <a:lnTo>
                    <a:pt x="159" y="988"/>
                  </a:lnTo>
                  <a:lnTo>
                    <a:pt x="139" y="988"/>
                  </a:lnTo>
                  <a:lnTo>
                    <a:pt x="119" y="968"/>
                  </a:lnTo>
                  <a:lnTo>
                    <a:pt x="100" y="1047"/>
                  </a:lnTo>
                  <a:lnTo>
                    <a:pt x="119" y="1087"/>
                  </a:lnTo>
                  <a:lnTo>
                    <a:pt x="198" y="1087"/>
                  </a:lnTo>
                  <a:lnTo>
                    <a:pt x="238" y="1107"/>
                  </a:lnTo>
                  <a:lnTo>
                    <a:pt x="258" y="1126"/>
                  </a:lnTo>
                  <a:lnTo>
                    <a:pt x="238" y="1146"/>
                  </a:lnTo>
                  <a:lnTo>
                    <a:pt x="218" y="1166"/>
                  </a:lnTo>
                  <a:lnTo>
                    <a:pt x="179" y="1146"/>
                  </a:lnTo>
                  <a:lnTo>
                    <a:pt x="100" y="1146"/>
                  </a:lnTo>
                  <a:lnTo>
                    <a:pt x="60" y="1166"/>
                  </a:lnTo>
                  <a:lnTo>
                    <a:pt x="139" y="1245"/>
                  </a:lnTo>
                  <a:lnTo>
                    <a:pt x="80" y="1284"/>
                  </a:lnTo>
                  <a:lnTo>
                    <a:pt x="80" y="1324"/>
                  </a:lnTo>
                  <a:lnTo>
                    <a:pt x="80" y="1383"/>
                  </a:lnTo>
                  <a:lnTo>
                    <a:pt x="139" y="1462"/>
                  </a:lnTo>
                  <a:lnTo>
                    <a:pt x="198" y="1561"/>
                  </a:lnTo>
                  <a:lnTo>
                    <a:pt x="218" y="1600"/>
                  </a:lnTo>
                  <a:lnTo>
                    <a:pt x="238" y="1660"/>
                  </a:lnTo>
                  <a:lnTo>
                    <a:pt x="179" y="1660"/>
                  </a:lnTo>
                  <a:lnTo>
                    <a:pt x="119" y="1620"/>
                  </a:lnTo>
                  <a:lnTo>
                    <a:pt x="100" y="1561"/>
                  </a:lnTo>
                  <a:lnTo>
                    <a:pt x="80" y="1521"/>
                  </a:lnTo>
                  <a:lnTo>
                    <a:pt x="60" y="1541"/>
                  </a:lnTo>
                  <a:lnTo>
                    <a:pt x="60" y="1561"/>
                  </a:lnTo>
                  <a:lnTo>
                    <a:pt x="60" y="1620"/>
                  </a:lnTo>
                  <a:lnTo>
                    <a:pt x="80" y="1660"/>
                  </a:lnTo>
                  <a:lnTo>
                    <a:pt x="80" y="1679"/>
                  </a:lnTo>
                  <a:lnTo>
                    <a:pt x="80" y="1699"/>
                  </a:lnTo>
                  <a:lnTo>
                    <a:pt x="80" y="1739"/>
                  </a:lnTo>
                  <a:lnTo>
                    <a:pt x="119" y="1778"/>
                  </a:lnTo>
                  <a:lnTo>
                    <a:pt x="159" y="1798"/>
                  </a:lnTo>
                  <a:lnTo>
                    <a:pt x="198" y="1798"/>
                  </a:lnTo>
                  <a:lnTo>
                    <a:pt x="198" y="1818"/>
                  </a:lnTo>
                  <a:lnTo>
                    <a:pt x="179" y="1837"/>
                  </a:lnTo>
                  <a:lnTo>
                    <a:pt x="139" y="1857"/>
                  </a:lnTo>
                  <a:lnTo>
                    <a:pt x="179" y="1877"/>
                  </a:lnTo>
                  <a:lnTo>
                    <a:pt x="218" y="1916"/>
                  </a:lnTo>
                  <a:lnTo>
                    <a:pt x="238" y="2015"/>
                  </a:lnTo>
                  <a:lnTo>
                    <a:pt x="179" y="2015"/>
                  </a:lnTo>
                  <a:lnTo>
                    <a:pt x="258" y="2114"/>
                  </a:lnTo>
                  <a:lnTo>
                    <a:pt x="258" y="2094"/>
                  </a:lnTo>
                  <a:lnTo>
                    <a:pt x="337" y="2094"/>
                  </a:lnTo>
                  <a:lnTo>
                    <a:pt x="337" y="2114"/>
                  </a:lnTo>
                  <a:lnTo>
                    <a:pt x="376" y="2074"/>
                  </a:lnTo>
                  <a:lnTo>
                    <a:pt x="396" y="2055"/>
                  </a:lnTo>
                  <a:lnTo>
                    <a:pt x="356" y="1976"/>
                  </a:lnTo>
                  <a:lnTo>
                    <a:pt x="337" y="1936"/>
                  </a:lnTo>
                  <a:lnTo>
                    <a:pt x="337" y="1897"/>
                  </a:lnTo>
                  <a:lnTo>
                    <a:pt x="337" y="1857"/>
                  </a:lnTo>
                  <a:lnTo>
                    <a:pt x="396" y="1837"/>
                  </a:lnTo>
                  <a:lnTo>
                    <a:pt x="475" y="1837"/>
                  </a:lnTo>
                  <a:lnTo>
                    <a:pt x="455" y="1857"/>
                  </a:lnTo>
                  <a:lnTo>
                    <a:pt x="436" y="1877"/>
                  </a:lnTo>
                  <a:lnTo>
                    <a:pt x="495" y="1897"/>
                  </a:lnTo>
                  <a:lnTo>
                    <a:pt x="515" y="1897"/>
                  </a:lnTo>
                  <a:lnTo>
                    <a:pt x="515" y="1877"/>
                  </a:lnTo>
                  <a:lnTo>
                    <a:pt x="594" y="1877"/>
                  </a:lnTo>
                  <a:lnTo>
                    <a:pt x="613" y="1916"/>
                  </a:lnTo>
                  <a:lnTo>
                    <a:pt x="633" y="1976"/>
                  </a:lnTo>
                  <a:lnTo>
                    <a:pt x="673" y="2015"/>
                  </a:lnTo>
                  <a:lnTo>
                    <a:pt x="613" y="2035"/>
                  </a:lnTo>
                  <a:lnTo>
                    <a:pt x="574" y="2015"/>
                  </a:lnTo>
                  <a:lnTo>
                    <a:pt x="534" y="1976"/>
                  </a:lnTo>
                  <a:lnTo>
                    <a:pt x="475" y="1956"/>
                  </a:lnTo>
                  <a:lnTo>
                    <a:pt x="515" y="1995"/>
                  </a:lnTo>
                  <a:lnTo>
                    <a:pt x="534" y="2015"/>
                  </a:lnTo>
                  <a:lnTo>
                    <a:pt x="515" y="2035"/>
                  </a:lnTo>
                  <a:lnTo>
                    <a:pt x="436" y="2035"/>
                  </a:lnTo>
                  <a:lnTo>
                    <a:pt x="475" y="2074"/>
                  </a:lnTo>
                  <a:lnTo>
                    <a:pt x="534" y="2074"/>
                  </a:lnTo>
                  <a:lnTo>
                    <a:pt x="594" y="2055"/>
                  </a:lnTo>
                  <a:lnTo>
                    <a:pt x="653" y="2074"/>
                  </a:lnTo>
                  <a:lnTo>
                    <a:pt x="653" y="2114"/>
                  </a:lnTo>
                  <a:lnTo>
                    <a:pt x="613" y="2153"/>
                  </a:lnTo>
                  <a:lnTo>
                    <a:pt x="613" y="2173"/>
                  </a:lnTo>
                  <a:lnTo>
                    <a:pt x="594" y="2134"/>
                  </a:lnTo>
                  <a:lnTo>
                    <a:pt x="574" y="2193"/>
                  </a:lnTo>
                  <a:lnTo>
                    <a:pt x="613" y="2213"/>
                  </a:lnTo>
                  <a:lnTo>
                    <a:pt x="633" y="2252"/>
                  </a:lnTo>
                  <a:lnTo>
                    <a:pt x="653" y="2292"/>
                  </a:lnTo>
                  <a:lnTo>
                    <a:pt x="574" y="2331"/>
                  </a:lnTo>
                  <a:lnTo>
                    <a:pt x="594" y="2292"/>
                  </a:lnTo>
                  <a:lnTo>
                    <a:pt x="594" y="2272"/>
                  </a:lnTo>
                  <a:lnTo>
                    <a:pt x="554" y="2232"/>
                  </a:lnTo>
                  <a:lnTo>
                    <a:pt x="495" y="2213"/>
                  </a:lnTo>
                  <a:lnTo>
                    <a:pt x="475" y="2213"/>
                  </a:lnTo>
                  <a:lnTo>
                    <a:pt x="495" y="2193"/>
                  </a:lnTo>
                  <a:lnTo>
                    <a:pt x="455" y="2213"/>
                  </a:lnTo>
                  <a:lnTo>
                    <a:pt x="416" y="2232"/>
                  </a:lnTo>
                  <a:lnTo>
                    <a:pt x="356" y="2232"/>
                  </a:lnTo>
                  <a:lnTo>
                    <a:pt x="218" y="2153"/>
                  </a:lnTo>
                  <a:lnTo>
                    <a:pt x="218" y="2213"/>
                  </a:lnTo>
                  <a:lnTo>
                    <a:pt x="218" y="2252"/>
                  </a:lnTo>
                  <a:lnTo>
                    <a:pt x="179" y="2272"/>
                  </a:lnTo>
                  <a:lnTo>
                    <a:pt x="218" y="2292"/>
                  </a:lnTo>
                  <a:lnTo>
                    <a:pt x="238" y="2331"/>
                  </a:lnTo>
                  <a:lnTo>
                    <a:pt x="238" y="2390"/>
                  </a:lnTo>
                  <a:lnTo>
                    <a:pt x="238" y="2430"/>
                  </a:lnTo>
                  <a:lnTo>
                    <a:pt x="258" y="2469"/>
                  </a:lnTo>
                  <a:lnTo>
                    <a:pt x="297" y="2489"/>
                  </a:lnTo>
                  <a:lnTo>
                    <a:pt x="277" y="2509"/>
                  </a:lnTo>
                  <a:lnTo>
                    <a:pt x="258" y="2489"/>
                  </a:lnTo>
                  <a:lnTo>
                    <a:pt x="238" y="2489"/>
                  </a:lnTo>
                  <a:lnTo>
                    <a:pt x="238" y="2509"/>
                  </a:lnTo>
                  <a:lnTo>
                    <a:pt x="258" y="2608"/>
                  </a:lnTo>
                  <a:lnTo>
                    <a:pt x="277" y="2667"/>
                  </a:lnTo>
                  <a:lnTo>
                    <a:pt x="317" y="2726"/>
                  </a:lnTo>
                  <a:lnTo>
                    <a:pt x="297" y="2746"/>
                  </a:lnTo>
                  <a:lnTo>
                    <a:pt x="277" y="2766"/>
                  </a:lnTo>
                  <a:lnTo>
                    <a:pt x="238" y="2785"/>
                  </a:lnTo>
                  <a:lnTo>
                    <a:pt x="238" y="2845"/>
                  </a:lnTo>
                  <a:lnTo>
                    <a:pt x="238" y="2904"/>
                  </a:lnTo>
                  <a:lnTo>
                    <a:pt x="317" y="3003"/>
                  </a:lnTo>
                  <a:lnTo>
                    <a:pt x="376" y="3121"/>
                  </a:lnTo>
                  <a:lnTo>
                    <a:pt x="396" y="3181"/>
                  </a:lnTo>
                  <a:lnTo>
                    <a:pt x="396" y="3260"/>
                  </a:lnTo>
                  <a:lnTo>
                    <a:pt x="337" y="3220"/>
                  </a:lnTo>
                  <a:lnTo>
                    <a:pt x="337" y="3299"/>
                  </a:lnTo>
                  <a:lnTo>
                    <a:pt x="356" y="3319"/>
                  </a:lnTo>
                  <a:lnTo>
                    <a:pt x="396" y="3339"/>
                  </a:lnTo>
                  <a:lnTo>
                    <a:pt x="356" y="3358"/>
                  </a:lnTo>
                  <a:lnTo>
                    <a:pt x="337" y="3398"/>
                  </a:lnTo>
                  <a:lnTo>
                    <a:pt x="376" y="3457"/>
                  </a:lnTo>
                  <a:lnTo>
                    <a:pt x="396" y="3497"/>
                  </a:lnTo>
                  <a:lnTo>
                    <a:pt x="396" y="3536"/>
                  </a:lnTo>
                  <a:lnTo>
                    <a:pt x="376" y="3576"/>
                  </a:lnTo>
                  <a:lnTo>
                    <a:pt x="337" y="3595"/>
                  </a:lnTo>
                  <a:lnTo>
                    <a:pt x="337" y="3635"/>
                  </a:lnTo>
                  <a:lnTo>
                    <a:pt x="356" y="3655"/>
                  </a:lnTo>
                  <a:lnTo>
                    <a:pt x="396" y="3694"/>
                  </a:lnTo>
                  <a:lnTo>
                    <a:pt x="455" y="3714"/>
                  </a:lnTo>
                  <a:lnTo>
                    <a:pt x="495" y="3753"/>
                  </a:lnTo>
                  <a:lnTo>
                    <a:pt x="416" y="3753"/>
                  </a:lnTo>
                  <a:lnTo>
                    <a:pt x="396" y="3773"/>
                  </a:lnTo>
                  <a:lnTo>
                    <a:pt x="376" y="3793"/>
                  </a:lnTo>
                  <a:lnTo>
                    <a:pt x="475" y="4129"/>
                  </a:lnTo>
                  <a:lnTo>
                    <a:pt x="554" y="4504"/>
                  </a:lnTo>
                  <a:lnTo>
                    <a:pt x="515" y="4484"/>
                  </a:lnTo>
                  <a:lnTo>
                    <a:pt x="534" y="4543"/>
                  </a:lnTo>
                  <a:lnTo>
                    <a:pt x="554" y="4603"/>
                  </a:lnTo>
                  <a:lnTo>
                    <a:pt x="613" y="4721"/>
                  </a:lnTo>
                  <a:lnTo>
                    <a:pt x="653" y="4840"/>
                  </a:lnTo>
                  <a:lnTo>
                    <a:pt x="673" y="4899"/>
                  </a:lnTo>
                  <a:lnTo>
                    <a:pt x="653" y="4958"/>
                  </a:lnTo>
                  <a:lnTo>
                    <a:pt x="712" y="5017"/>
                  </a:lnTo>
                  <a:lnTo>
                    <a:pt x="752" y="5037"/>
                  </a:lnTo>
                  <a:lnTo>
                    <a:pt x="791" y="5017"/>
                  </a:lnTo>
                  <a:lnTo>
                    <a:pt x="811" y="4998"/>
                  </a:lnTo>
                  <a:lnTo>
                    <a:pt x="831" y="4978"/>
                  </a:lnTo>
                  <a:lnTo>
                    <a:pt x="929" y="4978"/>
                  </a:lnTo>
                  <a:lnTo>
                    <a:pt x="949" y="5017"/>
                  </a:lnTo>
                  <a:lnTo>
                    <a:pt x="949" y="5037"/>
                  </a:lnTo>
                  <a:lnTo>
                    <a:pt x="910" y="5057"/>
                  </a:lnTo>
                  <a:lnTo>
                    <a:pt x="850" y="5077"/>
                  </a:lnTo>
                  <a:lnTo>
                    <a:pt x="850" y="5096"/>
                  </a:lnTo>
                  <a:lnTo>
                    <a:pt x="850" y="5136"/>
                  </a:lnTo>
                  <a:lnTo>
                    <a:pt x="771" y="5136"/>
                  </a:lnTo>
                  <a:lnTo>
                    <a:pt x="752" y="5116"/>
                  </a:lnTo>
                  <a:lnTo>
                    <a:pt x="712" y="5096"/>
                  </a:lnTo>
                  <a:lnTo>
                    <a:pt x="653" y="5096"/>
                  </a:lnTo>
                  <a:lnTo>
                    <a:pt x="752" y="5215"/>
                  </a:lnTo>
                  <a:lnTo>
                    <a:pt x="732" y="5254"/>
                  </a:lnTo>
                  <a:lnTo>
                    <a:pt x="752" y="5314"/>
                  </a:lnTo>
                  <a:lnTo>
                    <a:pt x="752" y="5353"/>
                  </a:lnTo>
                  <a:lnTo>
                    <a:pt x="732" y="5413"/>
                  </a:lnTo>
                  <a:lnTo>
                    <a:pt x="732" y="5393"/>
                  </a:lnTo>
                  <a:lnTo>
                    <a:pt x="673" y="5393"/>
                  </a:lnTo>
                  <a:lnTo>
                    <a:pt x="673" y="5432"/>
                  </a:lnTo>
                  <a:lnTo>
                    <a:pt x="673" y="5492"/>
                  </a:lnTo>
                  <a:lnTo>
                    <a:pt x="712" y="5492"/>
                  </a:lnTo>
                  <a:lnTo>
                    <a:pt x="732" y="5511"/>
                  </a:lnTo>
                  <a:lnTo>
                    <a:pt x="752" y="5531"/>
                  </a:lnTo>
                  <a:lnTo>
                    <a:pt x="771" y="5551"/>
                  </a:lnTo>
                  <a:lnTo>
                    <a:pt x="771" y="5571"/>
                  </a:lnTo>
                  <a:lnTo>
                    <a:pt x="811" y="5571"/>
                  </a:lnTo>
                  <a:lnTo>
                    <a:pt x="850" y="5610"/>
                  </a:lnTo>
                  <a:lnTo>
                    <a:pt x="732" y="5650"/>
                  </a:lnTo>
                  <a:lnTo>
                    <a:pt x="811" y="5650"/>
                  </a:lnTo>
                  <a:lnTo>
                    <a:pt x="831" y="5709"/>
                  </a:lnTo>
                  <a:lnTo>
                    <a:pt x="831" y="5768"/>
                  </a:lnTo>
                  <a:lnTo>
                    <a:pt x="811" y="5847"/>
                  </a:lnTo>
                  <a:lnTo>
                    <a:pt x="791" y="5867"/>
                  </a:lnTo>
                  <a:lnTo>
                    <a:pt x="771" y="5887"/>
                  </a:lnTo>
                  <a:lnTo>
                    <a:pt x="771" y="5906"/>
                  </a:lnTo>
                  <a:lnTo>
                    <a:pt x="811" y="5926"/>
                  </a:lnTo>
                  <a:lnTo>
                    <a:pt x="831" y="5966"/>
                  </a:lnTo>
                  <a:lnTo>
                    <a:pt x="831" y="5985"/>
                  </a:lnTo>
                  <a:lnTo>
                    <a:pt x="771" y="5985"/>
                  </a:lnTo>
                  <a:lnTo>
                    <a:pt x="771" y="6064"/>
                  </a:lnTo>
                  <a:lnTo>
                    <a:pt x="791" y="6163"/>
                  </a:lnTo>
                  <a:lnTo>
                    <a:pt x="791" y="6262"/>
                  </a:lnTo>
                  <a:lnTo>
                    <a:pt x="771" y="6361"/>
                  </a:lnTo>
                  <a:lnTo>
                    <a:pt x="831" y="6479"/>
                  </a:lnTo>
                  <a:lnTo>
                    <a:pt x="870" y="6519"/>
                  </a:lnTo>
                  <a:lnTo>
                    <a:pt x="910" y="6578"/>
                  </a:lnTo>
                  <a:lnTo>
                    <a:pt x="910" y="6538"/>
                  </a:lnTo>
                  <a:lnTo>
                    <a:pt x="929" y="6519"/>
                  </a:lnTo>
                  <a:lnTo>
                    <a:pt x="949" y="6499"/>
                  </a:lnTo>
                  <a:lnTo>
                    <a:pt x="989" y="6519"/>
                  </a:lnTo>
                  <a:lnTo>
                    <a:pt x="1008" y="6519"/>
                  </a:lnTo>
                  <a:lnTo>
                    <a:pt x="1028" y="6558"/>
                  </a:lnTo>
                  <a:lnTo>
                    <a:pt x="1048" y="6598"/>
                  </a:lnTo>
                  <a:lnTo>
                    <a:pt x="1008" y="6617"/>
                  </a:lnTo>
                  <a:lnTo>
                    <a:pt x="1008" y="6637"/>
                  </a:lnTo>
                  <a:lnTo>
                    <a:pt x="989" y="6657"/>
                  </a:lnTo>
                  <a:lnTo>
                    <a:pt x="969" y="6637"/>
                  </a:lnTo>
                  <a:lnTo>
                    <a:pt x="929" y="6657"/>
                  </a:lnTo>
                  <a:lnTo>
                    <a:pt x="910" y="6677"/>
                  </a:lnTo>
                  <a:lnTo>
                    <a:pt x="929" y="6736"/>
                  </a:lnTo>
                  <a:lnTo>
                    <a:pt x="929" y="6775"/>
                  </a:lnTo>
                  <a:lnTo>
                    <a:pt x="910" y="6795"/>
                  </a:lnTo>
                  <a:lnTo>
                    <a:pt x="890" y="6815"/>
                  </a:lnTo>
                  <a:lnTo>
                    <a:pt x="910" y="6835"/>
                  </a:lnTo>
                  <a:lnTo>
                    <a:pt x="929" y="6874"/>
                  </a:lnTo>
                  <a:lnTo>
                    <a:pt x="949" y="6933"/>
                  </a:lnTo>
                  <a:lnTo>
                    <a:pt x="989" y="6953"/>
                  </a:lnTo>
                  <a:lnTo>
                    <a:pt x="949" y="6953"/>
                  </a:lnTo>
                  <a:lnTo>
                    <a:pt x="929" y="6933"/>
                  </a:lnTo>
                  <a:lnTo>
                    <a:pt x="929" y="6914"/>
                  </a:lnTo>
                  <a:lnTo>
                    <a:pt x="910" y="6914"/>
                  </a:lnTo>
                  <a:lnTo>
                    <a:pt x="929" y="6953"/>
                  </a:lnTo>
                  <a:lnTo>
                    <a:pt x="890" y="6953"/>
                  </a:lnTo>
                  <a:lnTo>
                    <a:pt x="890" y="6993"/>
                  </a:lnTo>
                  <a:lnTo>
                    <a:pt x="910" y="7012"/>
                  </a:lnTo>
                  <a:lnTo>
                    <a:pt x="949" y="7052"/>
                  </a:lnTo>
                  <a:lnTo>
                    <a:pt x="1008" y="7072"/>
                  </a:lnTo>
                  <a:lnTo>
                    <a:pt x="1048" y="7111"/>
                  </a:lnTo>
                  <a:lnTo>
                    <a:pt x="1028" y="7111"/>
                  </a:lnTo>
                  <a:lnTo>
                    <a:pt x="1068" y="7151"/>
                  </a:lnTo>
                  <a:lnTo>
                    <a:pt x="949" y="7111"/>
                  </a:lnTo>
                  <a:lnTo>
                    <a:pt x="989" y="7151"/>
                  </a:lnTo>
                  <a:lnTo>
                    <a:pt x="1028" y="7190"/>
                  </a:lnTo>
                  <a:lnTo>
                    <a:pt x="1068" y="7210"/>
                  </a:lnTo>
                  <a:lnTo>
                    <a:pt x="1087" y="7249"/>
                  </a:lnTo>
                  <a:lnTo>
                    <a:pt x="1068" y="7269"/>
                  </a:lnTo>
                  <a:lnTo>
                    <a:pt x="1107" y="7309"/>
                  </a:lnTo>
                  <a:lnTo>
                    <a:pt x="1068" y="7309"/>
                  </a:lnTo>
                  <a:lnTo>
                    <a:pt x="1127" y="7328"/>
                  </a:lnTo>
                  <a:lnTo>
                    <a:pt x="1147" y="7368"/>
                  </a:lnTo>
                  <a:lnTo>
                    <a:pt x="1186" y="7407"/>
                  </a:lnTo>
                  <a:lnTo>
                    <a:pt x="1226" y="7447"/>
                  </a:lnTo>
                  <a:lnTo>
                    <a:pt x="1166" y="7486"/>
                  </a:lnTo>
                  <a:lnTo>
                    <a:pt x="1147" y="7506"/>
                  </a:lnTo>
                  <a:lnTo>
                    <a:pt x="1186" y="7526"/>
                  </a:lnTo>
                  <a:lnTo>
                    <a:pt x="1068" y="7546"/>
                  </a:lnTo>
                  <a:lnTo>
                    <a:pt x="1068" y="7486"/>
                  </a:lnTo>
                  <a:lnTo>
                    <a:pt x="1087" y="7467"/>
                  </a:lnTo>
                  <a:lnTo>
                    <a:pt x="1107" y="7447"/>
                  </a:lnTo>
                  <a:lnTo>
                    <a:pt x="1087" y="7407"/>
                  </a:lnTo>
                  <a:lnTo>
                    <a:pt x="1048" y="7447"/>
                  </a:lnTo>
                  <a:lnTo>
                    <a:pt x="1028" y="7486"/>
                  </a:lnTo>
                  <a:lnTo>
                    <a:pt x="989" y="7605"/>
                  </a:lnTo>
                  <a:lnTo>
                    <a:pt x="1008" y="7704"/>
                  </a:lnTo>
                  <a:lnTo>
                    <a:pt x="1028" y="7803"/>
                  </a:lnTo>
                  <a:lnTo>
                    <a:pt x="1048" y="7842"/>
                  </a:lnTo>
                  <a:lnTo>
                    <a:pt x="1048" y="7882"/>
                  </a:lnTo>
                  <a:lnTo>
                    <a:pt x="2549" y="7921"/>
                  </a:lnTo>
                  <a:lnTo>
                    <a:pt x="2569" y="7842"/>
                  </a:lnTo>
                  <a:lnTo>
                    <a:pt x="2549" y="7783"/>
                  </a:lnTo>
                  <a:lnTo>
                    <a:pt x="2529" y="7743"/>
                  </a:lnTo>
                  <a:lnTo>
                    <a:pt x="2450" y="7822"/>
                  </a:lnTo>
                  <a:lnTo>
                    <a:pt x="2549" y="7822"/>
                  </a:lnTo>
                  <a:lnTo>
                    <a:pt x="2490" y="7862"/>
                  </a:lnTo>
                  <a:lnTo>
                    <a:pt x="2411" y="7862"/>
                  </a:lnTo>
                  <a:lnTo>
                    <a:pt x="2272" y="7822"/>
                  </a:lnTo>
                  <a:lnTo>
                    <a:pt x="2292" y="7803"/>
                  </a:lnTo>
                  <a:lnTo>
                    <a:pt x="2292" y="7783"/>
                  </a:lnTo>
                  <a:lnTo>
                    <a:pt x="2312" y="7763"/>
                  </a:lnTo>
                  <a:lnTo>
                    <a:pt x="2332" y="7763"/>
                  </a:lnTo>
                  <a:lnTo>
                    <a:pt x="2292" y="7684"/>
                  </a:lnTo>
                  <a:lnTo>
                    <a:pt x="2272" y="7704"/>
                  </a:lnTo>
                  <a:lnTo>
                    <a:pt x="2253" y="7723"/>
                  </a:lnTo>
                  <a:lnTo>
                    <a:pt x="2233" y="7723"/>
                  </a:lnTo>
                  <a:lnTo>
                    <a:pt x="2272" y="7664"/>
                  </a:lnTo>
                  <a:lnTo>
                    <a:pt x="2292" y="7644"/>
                  </a:lnTo>
                  <a:lnTo>
                    <a:pt x="2312" y="7664"/>
                  </a:lnTo>
                  <a:lnTo>
                    <a:pt x="2292" y="7605"/>
                  </a:lnTo>
                  <a:lnTo>
                    <a:pt x="2272" y="7585"/>
                  </a:lnTo>
                  <a:lnTo>
                    <a:pt x="2233" y="7585"/>
                  </a:lnTo>
                  <a:lnTo>
                    <a:pt x="2233" y="7565"/>
                  </a:lnTo>
                  <a:lnTo>
                    <a:pt x="2292" y="7565"/>
                  </a:lnTo>
                  <a:lnTo>
                    <a:pt x="2391" y="7605"/>
                  </a:lnTo>
                  <a:lnTo>
                    <a:pt x="2391" y="7565"/>
                  </a:lnTo>
                  <a:lnTo>
                    <a:pt x="2490" y="7565"/>
                  </a:lnTo>
                  <a:lnTo>
                    <a:pt x="2470" y="7486"/>
                  </a:lnTo>
                  <a:lnTo>
                    <a:pt x="2569" y="7506"/>
                  </a:lnTo>
                  <a:lnTo>
                    <a:pt x="2569" y="7486"/>
                  </a:lnTo>
                  <a:lnTo>
                    <a:pt x="2549" y="7447"/>
                  </a:lnTo>
                  <a:lnTo>
                    <a:pt x="2529" y="7427"/>
                  </a:lnTo>
                  <a:lnTo>
                    <a:pt x="2549" y="7388"/>
                  </a:lnTo>
                  <a:lnTo>
                    <a:pt x="2470" y="7388"/>
                  </a:lnTo>
                  <a:lnTo>
                    <a:pt x="2529" y="7249"/>
                  </a:lnTo>
                  <a:lnTo>
                    <a:pt x="2529" y="7131"/>
                  </a:lnTo>
                  <a:lnTo>
                    <a:pt x="2470" y="7170"/>
                  </a:lnTo>
                  <a:lnTo>
                    <a:pt x="2450" y="7131"/>
                  </a:lnTo>
                  <a:lnTo>
                    <a:pt x="2450" y="7111"/>
                  </a:lnTo>
                  <a:lnTo>
                    <a:pt x="2470" y="7072"/>
                  </a:lnTo>
                  <a:lnTo>
                    <a:pt x="2509" y="7032"/>
                  </a:lnTo>
                  <a:lnTo>
                    <a:pt x="2509" y="7012"/>
                  </a:lnTo>
                  <a:lnTo>
                    <a:pt x="2509" y="6973"/>
                  </a:lnTo>
                  <a:lnTo>
                    <a:pt x="2470" y="6933"/>
                  </a:lnTo>
                  <a:lnTo>
                    <a:pt x="2430" y="6894"/>
                  </a:lnTo>
                  <a:lnTo>
                    <a:pt x="2391" y="6874"/>
                  </a:lnTo>
                  <a:lnTo>
                    <a:pt x="2332" y="6874"/>
                  </a:lnTo>
                  <a:lnTo>
                    <a:pt x="2332" y="6854"/>
                  </a:lnTo>
                  <a:lnTo>
                    <a:pt x="2332" y="6835"/>
                  </a:lnTo>
                  <a:lnTo>
                    <a:pt x="2391" y="6815"/>
                  </a:lnTo>
                  <a:lnTo>
                    <a:pt x="2292" y="6756"/>
                  </a:lnTo>
                  <a:lnTo>
                    <a:pt x="2272" y="6716"/>
                  </a:lnTo>
                  <a:lnTo>
                    <a:pt x="2272" y="6696"/>
                  </a:lnTo>
                  <a:lnTo>
                    <a:pt x="2272" y="6677"/>
                  </a:lnTo>
                  <a:lnTo>
                    <a:pt x="2351" y="6756"/>
                  </a:lnTo>
                  <a:lnTo>
                    <a:pt x="2391" y="6736"/>
                  </a:lnTo>
                  <a:lnTo>
                    <a:pt x="2391" y="6677"/>
                  </a:lnTo>
                  <a:lnTo>
                    <a:pt x="2391" y="6637"/>
                  </a:lnTo>
                  <a:lnTo>
                    <a:pt x="2391" y="6598"/>
                  </a:lnTo>
                  <a:lnTo>
                    <a:pt x="2154" y="6400"/>
                  </a:lnTo>
                  <a:lnTo>
                    <a:pt x="2095" y="6420"/>
                  </a:lnTo>
                  <a:lnTo>
                    <a:pt x="2016" y="6440"/>
                  </a:lnTo>
                  <a:lnTo>
                    <a:pt x="1956" y="6420"/>
                  </a:lnTo>
                  <a:lnTo>
                    <a:pt x="1897" y="6400"/>
                  </a:lnTo>
                  <a:lnTo>
                    <a:pt x="1917" y="6380"/>
                  </a:lnTo>
                  <a:lnTo>
                    <a:pt x="1937" y="6341"/>
                  </a:lnTo>
                  <a:lnTo>
                    <a:pt x="1976" y="6262"/>
                  </a:lnTo>
                  <a:lnTo>
                    <a:pt x="2016" y="6262"/>
                  </a:lnTo>
                  <a:lnTo>
                    <a:pt x="2055" y="6222"/>
                  </a:lnTo>
                  <a:lnTo>
                    <a:pt x="2095" y="6203"/>
                  </a:lnTo>
                  <a:lnTo>
                    <a:pt x="2114" y="6222"/>
                  </a:lnTo>
                  <a:lnTo>
                    <a:pt x="2114" y="6242"/>
                  </a:lnTo>
                  <a:lnTo>
                    <a:pt x="2075" y="6282"/>
                  </a:lnTo>
                  <a:lnTo>
                    <a:pt x="2055" y="6301"/>
                  </a:lnTo>
                  <a:lnTo>
                    <a:pt x="2055" y="6321"/>
                  </a:lnTo>
                  <a:lnTo>
                    <a:pt x="2134" y="6262"/>
                  </a:lnTo>
                  <a:lnTo>
                    <a:pt x="2213" y="6163"/>
                  </a:lnTo>
                  <a:lnTo>
                    <a:pt x="2253" y="6183"/>
                  </a:lnTo>
                  <a:lnTo>
                    <a:pt x="2272" y="6222"/>
                  </a:lnTo>
                  <a:lnTo>
                    <a:pt x="2213" y="6222"/>
                  </a:lnTo>
                  <a:lnTo>
                    <a:pt x="2253" y="6262"/>
                  </a:lnTo>
                  <a:lnTo>
                    <a:pt x="2272" y="6262"/>
                  </a:lnTo>
                  <a:lnTo>
                    <a:pt x="2312" y="6242"/>
                  </a:lnTo>
                  <a:lnTo>
                    <a:pt x="2351" y="6203"/>
                  </a:lnTo>
                  <a:lnTo>
                    <a:pt x="2411" y="6203"/>
                  </a:lnTo>
                  <a:lnTo>
                    <a:pt x="2391" y="6143"/>
                  </a:lnTo>
                  <a:lnTo>
                    <a:pt x="2351" y="6143"/>
                  </a:lnTo>
                  <a:lnTo>
                    <a:pt x="2371" y="6124"/>
                  </a:lnTo>
                  <a:lnTo>
                    <a:pt x="2391" y="6084"/>
                  </a:lnTo>
                  <a:lnTo>
                    <a:pt x="2351" y="6045"/>
                  </a:lnTo>
                  <a:lnTo>
                    <a:pt x="2332" y="5985"/>
                  </a:lnTo>
                  <a:lnTo>
                    <a:pt x="2332" y="5946"/>
                  </a:lnTo>
                  <a:lnTo>
                    <a:pt x="2351" y="5926"/>
                  </a:lnTo>
                  <a:lnTo>
                    <a:pt x="2312" y="5946"/>
                  </a:lnTo>
                  <a:lnTo>
                    <a:pt x="2292" y="5946"/>
                  </a:lnTo>
                  <a:lnTo>
                    <a:pt x="2253" y="5926"/>
                  </a:lnTo>
                  <a:lnTo>
                    <a:pt x="2253" y="5887"/>
                  </a:lnTo>
                  <a:lnTo>
                    <a:pt x="2272" y="5867"/>
                  </a:lnTo>
                  <a:lnTo>
                    <a:pt x="2332" y="5827"/>
                  </a:lnTo>
                  <a:lnTo>
                    <a:pt x="2292" y="5808"/>
                  </a:lnTo>
                  <a:lnTo>
                    <a:pt x="2272" y="5788"/>
                  </a:lnTo>
                  <a:lnTo>
                    <a:pt x="2272" y="5748"/>
                  </a:lnTo>
                  <a:lnTo>
                    <a:pt x="2233" y="5729"/>
                  </a:lnTo>
                  <a:lnTo>
                    <a:pt x="2174" y="5748"/>
                  </a:lnTo>
                  <a:lnTo>
                    <a:pt x="2134" y="5768"/>
                  </a:lnTo>
                  <a:lnTo>
                    <a:pt x="2075" y="5748"/>
                  </a:lnTo>
                  <a:lnTo>
                    <a:pt x="2035" y="5729"/>
                  </a:lnTo>
                  <a:lnTo>
                    <a:pt x="2016" y="5689"/>
                  </a:lnTo>
                  <a:lnTo>
                    <a:pt x="2035" y="5650"/>
                  </a:lnTo>
                  <a:lnTo>
                    <a:pt x="2016" y="5630"/>
                  </a:lnTo>
                  <a:lnTo>
                    <a:pt x="2055" y="5610"/>
                  </a:lnTo>
                  <a:lnTo>
                    <a:pt x="2075" y="5630"/>
                  </a:lnTo>
                  <a:lnTo>
                    <a:pt x="2095" y="5669"/>
                  </a:lnTo>
                  <a:lnTo>
                    <a:pt x="2114" y="5689"/>
                  </a:lnTo>
                  <a:lnTo>
                    <a:pt x="2035" y="5551"/>
                  </a:lnTo>
                  <a:lnTo>
                    <a:pt x="2075" y="5531"/>
                  </a:lnTo>
                  <a:lnTo>
                    <a:pt x="2114" y="5531"/>
                  </a:lnTo>
                  <a:lnTo>
                    <a:pt x="2134" y="5571"/>
                  </a:lnTo>
                  <a:lnTo>
                    <a:pt x="2134" y="5610"/>
                  </a:lnTo>
                  <a:lnTo>
                    <a:pt x="2154" y="5551"/>
                  </a:lnTo>
                  <a:lnTo>
                    <a:pt x="2134" y="5511"/>
                  </a:lnTo>
                  <a:lnTo>
                    <a:pt x="2095" y="5472"/>
                  </a:lnTo>
                  <a:lnTo>
                    <a:pt x="2035" y="5452"/>
                  </a:lnTo>
                  <a:lnTo>
                    <a:pt x="2055" y="5413"/>
                  </a:lnTo>
                  <a:lnTo>
                    <a:pt x="2055" y="5353"/>
                  </a:lnTo>
                  <a:lnTo>
                    <a:pt x="2114" y="5373"/>
                  </a:lnTo>
                  <a:lnTo>
                    <a:pt x="2174" y="5373"/>
                  </a:lnTo>
                  <a:lnTo>
                    <a:pt x="2233" y="5393"/>
                  </a:lnTo>
                  <a:lnTo>
                    <a:pt x="2272" y="5413"/>
                  </a:lnTo>
                  <a:lnTo>
                    <a:pt x="2253" y="5452"/>
                  </a:lnTo>
                  <a:lnTo>
                    <a:pt x="2154" y="5452"/>
                  </a:lnTo>
                  <a:lnTo>
                    <a:pt x="2154" y="5472"/>
                  </a:lnTo>
                  <a:lnTo>
                    <a:pt x="2233" y="5472"/>
                  </a:lnTo>
                  <a:lnTo>
                    <a:pt x="2213" y="5511"/>
                  </a:lnTo>
                  <a:lnTo>
                    <a:pt x="2233" y="5531"/>
                  </a:lnTo>
                  <a:lnTo>
                    <a:pt x="2253" y="5571"/>
                  </a:lnTo>
                  <a:lnTo>
                    <a:pt x="2233" y="5571"/>
                  </a:lnTo>
                  <a:lnTo>
                    <a:pt x="2213" y="5551"/>
                  </a:lnTo>
                  <a:lnTo>
                    <a:pt x="2233" y="5650"/>
                  </a:lnTo>
                  <a:lnTo>
                    <a:pt x="2253" y="5689"/>
                  </a:lnTo>
                  <a:lnTo>
                    <a:pt x="2292" y="5709"/>
                  </a:lnTo>
                  <a:lnTo>
                    <a:pt x="2312" y="5669"/>
                  </a:lnTo>
                  <a:lnTo>
                    <a:pt x="2312" y="5650"/>
                  </a:lnTo>
                  <a:lnTo>
                    <a:pt x="2292" y="5571"/>
                  </a:lnTo>
                  <a:lnTo>
                    <a:pt x="2292" y="5492"/>
                  </a:lnTo>
                  <a:lnTo>
                    <a:pt x="2292" y="5472"/>
                  </a:lnTo>
                  <a:lnTo>
                    <a:pt x="2332" y="5452"/>
                  </a:lnTo>
                  <a:lnTo>
                    <a:pt x="2193" y="5294"/>
                  </a:lnTo>
                  <a:lnTo>
                    <a:pt x="2134" y="5333"/>
                  </a:lnTo>
                  <a:lnTo>
                    <a:pt x="2095" y="5333"/>
                  </a:lnTo>
                  <a:lnTo>
                    <a:pt x="2055" y="5314"/>
                  </a:lnTo>
                  <a:lnTo>
                    <a:pt x="2114" y="5294"/>
                  </a:lnTo>
                  <a:lnTo>
                    <a:pt x="2154" y="5254"/>
                  </a:lnTo>
                  <a:lnTo>
                    <a:pt x="2174" y="5215"/>
                  </a:lnTo>
                  <a:lnTo>
                    <a:pt x="2174" y="5175"/>
                  </a:lnTo>
                  <a:lnTo>
                    <a:pt x="2134" y="5175"/>
                  </a:lnTo>
                  <a:lnTo>
                    <a:pt x="2095" y="5136"/>
                  </a:lnTo>
                  <a:lnTo>
                    <a:pt x="2055" y="5116"/>
                  </a:lnTo>
                  <a:lnTo>
                    <a:pt x="1996" y="5116"/>
                  </a:lnTo>
                  <a:lnTo>
                    <a:pt x="2016" y="5136"/>
                  </a:lnTo>
                  <a:lnTo>
                    <a:pt x="2016" y="5156"/>
                  </a:lnTo>
                  <a:lnTo>
                    <a:pt x="1976" y="5175"/>
                  </a:lnTo>
                  <a:lnTo>
                    <a:pt x="1956" y="5136"/>
                  </a:lnTo>
                  <a:lnTo>
                    <a:pt x="1917" y="5136"/>
                  </a:lnTo>
                  <a:lnTo>
                    <a:pt x="1877" y="5156"/>
                  </a:lnTo>
                  <a:lnTo>
                    <a:pt x="1877" y="5136"/>
                  </a:lnTo>
                  <a:lnTo>
                    <a:pt x="1877" y="5077"/>
                  </a:lnTo>
                  <a:lnTo>
                    <a:pt x="1937" y="5077"/>
                  </a:lnTo>
                  <a:lnTo>
                    <a:pt x="1956" y="5017"/>
                  </a:lnTo>
                  <a:lnTo>
                    <a:pt x="2055" y="5057"/>
                  </a:lnTo>
                  <a:lnTo>
                    <a:pt x="2068" y="5065"/>
                  </a:lnTo>
                  <a:lnTo>
                    <a:pt x="1976" y="4919"/>
                  </a:lnTo>
                  <a:lnTo>
                    <a:pt x="1917" y="4859"/>
                  </a:lnTo>
                  <a:lnTo>
                    <a:pt x="1877" y="4780"/>
                  </a:lnTo>
                  <a:lnTo>
                    <a:pt x="1917" y="4780"/>
                  </a:lnTo>
                  <a:lnTo>
                    <a:pt x="1956" y="4800"/>
                  </a:lnTo>
                  <a:lnTo>
                    <a:pt x="2016" y="4859"/>
                  </a:lnTo>
                  <a:lnTo>
                    <a:pt x="2075" y="4899"/>
                  </a:lnTo>
                  <a:lnTo>
                    <a:pt x="2174" y="4899"/>
                  </a:lnTo>
                  <a:lnTo>
                    <a:pt x="2154" y="4859"/>
                  </a:lnTo>
                  <a:lnTo>
                    <a:pt x="2114" y="4840"/>
                  </a:lnTo>
                  <a:lnTo>
                    <a:pt x="2095" y="4840"/>
                  </a:lnTo>
                  <a:lnTo>
                    <a:pt x="2075" y="4800"/>
                  </a:lnTo>
                  <a:lnTo>
                    <a:pt x="2095" y="4780"/>
                  </a:lnTo>
                  <a:lnTo>
                    <a:pt x="2114" y="4761"/>
                  </a:lnTo>
                  <a:lnTo>
                    <a:pt x="2114" y="4721"/>
                  </a:lnTo>
                  <a:lnTo>
                    <a:pt x="2075" y="4662"/>
                  </a:lnTo>
                  <a:lnTo>
                    <a:pt x="2055" y="4603"/>
                  </a:lnTo>
                  <a:lnTo>
                    <a:pt x="2016" y="4642"/>
                  </a:lnTo>
                  <a:lnTo>
                    <a:pt x="1996" y="4622"/>
                  </a:lnTo>
                  <a:lnTo>
                    <a:pt x="1996" y="4583"/>
                  </a:lnTo>
                  <a:lnTo>
                    <a:pt x="2016" y="4524"/>
                  </a:lnTo>
                  <a:lnTo>
                    <a:pt x="2035" y="4524"/>
                  </a:lnTo>
                  <a:lnTo>
                    <a:pt x="1996" y="4504"/>
                  </a:lnTo>
                  <a:lnTo>
                    <a:pt x="2016" y="4484"/>
                  </a:lnTo>
                  <a:lnTo>
                    <a:pt x="1996" y="4464"/>
                  </a:lnTo>
                  <a:lnTo>
                    <a:pt x="1976" y="4405"/>
                  </a:lnTo>
                  <a:lnTo>
                    <a:pt x="1976" y="4346"/>
                  </a:lnTo>
                  <a:lnTo>
                    <a:pt x="1956" y="4306"/>
                  </a:lnTo>
                  <a:lnTo>
                    <a:pt x="1937" y="4306"/>
                  </a:lnTo>
                  <a:lnTo>
                    <a:pt x="1937" y="4346"/>
                  </a:lnTo>
                  <a:lnTo>
                    <a:pt x="1956" y="4366"/>
                  </a:lnTo>
                  <a:lnTo>
                    <a:pt x="1956" y="4405"/>
                  </a:lnTo>
                  <a:lnTo>
                    <a:pt x="1937" y="4445"/>
                  </a:lnTo>
                  <a:lnTo>
                    <a:pt x="1897" y="4464"/>
                  </a:lnTo>
                  <a:lnTo>
                    <a:pt x="1877" y="4445"/>
                  </a:lnTo>
                  <a:lnTo>
                    <a:pt x="1858" y="4385"/>
                  </a:lnTo>
                  <a:lnTo>
                    <a:pt x="1818" y="4346"/>
                  </a:lnTo>
                  <a:lnTo>
                    <a:pt x="1779" y="4287"/>
                  </a:lnTo>
                  <a:lnTo>
                    <a:pt x="1759" y="4227"/>
                  </a:lnTo>
                  <a:lnTo>
                    <a:pt x="1739" y="4247"/>
                  </a:lnTo>
                  <a:lnTo>
                    <a:pt x="1719" y="4227"/>
                  </a:lnTo>
                  <a:lnTo>
                    <a:pt x="1700" y="4208"/>
                  </a:lnTo>
                  <a:lnTo>
                    <a:pt x="1700" y="4148"/>
                  </a:lnTo>
                  <a:lnTo>
                    <a:pt x="1719" y="4109"/>
                  </a:lnTo>
                  <a:lnTo>
                    <a:pt x="1739" y="4109"/>
                  </a:lnTo>
                  <a:lnTo>
                    <a:pt x="1779" y="4129"/>
                  </a:lnTo>
                  <a:lnTo>
                    <a:pt x="1818" y="4148"/>
                  </a:lnTo>
                  <a:lnTo>
                    <a:pt x="1838" y="4129"/>
                  </a:lnTo>
                  <a:lnTo>
                    <a:pt x="1877" y="4168"/>
                  </a:lnTo>
                  <a:lnTo>
                    <a:pt x="1877" y="4188"/>
                  </a:lnTo>
                  <a:lnTo>
                    <a:pt x="1897" y="4208"/>
                  </a:lnTo>
                  <a:lnTo>
                    <a:pt x="1937" y="4227"/>
                  </a:lnTo>
                  <a:lnTo>
                    <a:pt x="2035" y="4168"/>
                  </a:lnTo>
                  <a:lnTo>
                    <a:pt x="1996" y="4129"/>
                  </a:lnTo>
                  <a:lnTo>
                    <a:pt x="2016" y="4089"/>
                  </a:lnTo>
                  <a:lnTo>
                    <a:pt x="2035" y="4069"/>
                  </a:lnTo>
                  <a:lnTo>
                    <a:pt x="2035" y="4030"/>
                  </a:lnTo>
                  <a:lnTo>
                    <a:pt x="1996" y="4069"/>
                  </a:lnTo>
                  <a:lnTo>
                    <a:pt x="1956" y="4069"/>
                  </a:lnTo>
                  <a:lnTo>
                    <a:pt x="1956" y="4050"/>
                  </a:lnTo>
                  <a:lnTo>
                    <a:pt x="1976" y="4030"/>
                  </a:lnTo>
                  <a:lnTo>
                    <a:pt x="1858" y="4050"/>
                  </a:lnTo>
                  <a:lnTo>
                    <a:pt x="1877" y="4089"/>
                  </a:lnTo>
                  <a:lnTo>
                    <a:pt x="1897" y="4109"/>
                  </a:lnTo>
                  <a:lnTo>
                    <a:pt x="1917" y="4148"/>
                  </a:lnTo>
                  <a:lnTo>
                    <a:pt x="1897" y="4168"/>
                  </a:lnTo>
                  <a:lnTo>
                    <a:pt x="1858" y="4129"/>
                  </a:lnTo>
                  <a:lnTo>
                    <a:pt x="1798" y="4109"/>
                  </a:lnTo>
                  <a:lnTo>
                    <a:pt x="1759" y="4069"/>
                  </a:lnTo>
                  <a:lnTo>
                    <a:pt x="1739" y="4010"/>
                  </a:lnTo>
                  <a:lnTo>
                    <a:pt x="1759" y="4010"/>
                  </a:lnTo>
                  <a:lnTo>
                    <a:pt x="1779" y="4030"/>
                  </a:lnTo>
                  <a:lnTo>
                    <a:pt x="1798" y="4050"/>
                  </a:lnTo>
                  <a:lnTo>
                    <a:pt x="1798" y="4010"/>
                  </a:lnTo>
                  <a:lnTo>
                    <a:pt x="1779" y="3990"/>
                  </a:lnTo>
                  <a:lnTo>
                    <a:pt x="1759" y="3951"/>
                  </a:lnTo>
                  <a:lnTo>
                    <a:pt x="1759" y="3911"/>
                  </a:lnTo>
                  <a:lnTo>
                    <a:pt x="1818" y="3951"/>
                  </a:lnTo>
                  <a:lnTo>
                    <a:pt x="1858" y="3971"/>
                  </a:lnTo>
                  <a:lnTo>
                    <a:pt x="1897" y="3951"/>
                  </a:lnTo>
                  <a:lnTo>
                    <a:pt x="1798" y="3931"/>
                  </a:lnTo>
                  <a:lnTo>
                    <a:pt x="1838" y="3892"/>
                  </a:lnTo>
                  <a:lnTo>
                    <a:pt x="1858" y="3892"/>
                  </a:lnTo>
                  <a:lnTo>
                    <a:pt x="1838" y="3872"/>
                  </a:lnTo>
                  <a:lnTo>
                    <a:pt x="1779" y="3872"/>
                  </a:lnTo>
                  <a:lnTo>
                    <a:pt x="1779" y="3852"/>
                  </a:lnTo>
                  <a:lnTo>
                    <a:pt x="1798" y="3832"/>
                  </a:lnTo>
                  <a:lnTo>
                    <a:pt x="1838" y="3813"/>
                  </a:lnTo>
                  <a:lnTo>
                    <a:pt x="1818" y="3793"/>
                  </a:lnTo>
                  <a:lnTo>
                    <a:pt x="1818" y="3773"/>
                  </a:lnTo>
                  <a:lnTo>
                    <a:pt x="1779" y="3753"/>
                  </a:lnTo>
                  <a:lnTo>
                    <a:pt x="1759" y="3734"/>
                  </a:lnTo>
                  <a:lnTo>
                    <a:pt x="1739" y="3773"/>
                  </a:lnTo>
                  <a:lnTo>
                    <a:pt x="1640" y="3773"/>
                  </a:lnTo>
                  <a:lnTo>
                    <a:pt x="1601" y="3753"/>
                  </a:lnTo>
                  <a:lnTo>
                    <a:pt x="1601" y="3694"/>
                  </a:lnTo>
                  <a:lnTo>
                    <a:pt x="1581" y="3635"/>
                  </a:lnTo>
                  <a:lnTo>
                    <a:pt x="1601" y="3595"/>
                  </a:lnTo>
                  <a:lnTo>
                    <a:pt x="1640" y="3536"/>
                  </a:lnTo>
                  <a:lnTo>
                    <a:pt x="1581" y="3516"/>
                  </a:lnTo>
                  <a:lnTo>
                    <a:pt x="1621" y="3516"/>
                  </a:lnTo>
                  <a:lnTo>
                    <a:pt x="1621" y="3477"/>
                  </a:lnTo>
                  <a:lnTo>
                    <a:pt x="1621" y="3437"/>
                  </a:lnTo>
                  <a:lnTo>
                    <a:pt x="1660" y="3437"/>
                  </a:lnTo>
                  <a:lnTo>
                    <a:pt x="1660" y="3477"/>
                  </a:lnTo>
                  <a:lnTo>
                    <a:pt x="1700" y="3516"/>
                  </a:lnTo>
                  <a:lnTo>
                    <a:pt x="1719" y="3536"/>
                  </a:lnTo>
                  <a:lnTo>
                    <a:pt x="1759" y="3536"/>
                  </a:lnTo>
                  <a:lnTo>
                    <a:pt x="1779" y="3516"/>
                  </a:lnTo>
                  <a:lnTo>
                    <a:pt x="1798" y="3497"/>
                  </a:lnTo>
                  <a:lnTo>
                    <a:pt x="1858" y="3516"/>
                  </a:lnTo>
                  <a:lnTo>
                    <a:pt x="1858" y="3516"/>
                  </a:lnTo>
                  <a:lnTo>
                    <a:pt x="1838" y="3497"/>
                  </a:lnTo>
                  <a:lnTo>
                    <a:pt x="1798" y="3477"/>
                  </a:lnTo>
                  <a:lnTo>
                    <a:pt x="1739" y="3497"/>
                  </a:lnTo>
                  <a:lnTo>
                    <a:pt x="1700" y="3477"/>
                  </a:lnTo>
                  <a:lnTo>
                    <a:pt x="1719" y="3457"/>
                  </a:lnTo>
                  <a:lnTo>
                    <a:pt x="1719" y="3437"/>
                  </a:lnTo>
                  <a:lnTo>
                    <a:pt x="1739" y="3418"/>
                  </a:lnTo>
                  <a:lnTo>
                    <a:pt x="1779" y="3418"/>
                  </a:lnTo>
                  <a:lnTo>
                    <a:pt x="1759" y="3378"/>
                  </a:lnTo>
                  <a:lnTo>
                    <a:pt x="1739" y="3358"/>
                  </a:lnTo>
                  <a:lnTo>
                    <a:pt x="1700" y="3339"/>
                  </a:lnTo>
                  <a:lnTo>
                    <a:pt x="1700" y="3319"/>
                  </a:lnTo>
                  <a:lnTo>
                    <a:pt x="1818" y="3319"/>
                  </a:lnTo>
                  <a:lnTo>
                    <a:pt x="1818" y="3299"/>
                  </a:lnTo>
                  <a:lnTo>
                    <a:pt x="1818" y="3279"/>
                  </a:lnTo>
                  <a:lnTo>
                    <a:pt x="1838" y="3260"/>
                  </a:lnTo>
                  <a:lnTo>
                    <a:pt x="1779" y="3260"/>
                  </a:lnTo>
                  <a:lnTo>
                    <a:pt x="1779" y="3279"/>
                  </a:lnTo>
                  <a:lnTo>
                    <a:pt x="1759" y="3260"/>
                  </a:lnTo>
                  <a:lnTo>
                    <a:pt x="1739" y="3240"/>
                  </a:lnTo>
                  <a:lnTo>
                    <a:pt x="1739" y="3200"/>
                  </a:lnTo>
                  <a:lnTo>
                    <a:pt x="1719" y="3181"/>
                  </a:lnTo>
                  <a:lnTo>
                    <a:pt x="1739" y="3161"/>
                  </a:lnTo>
                  <a:lnTo>
                    <a:pt x="1739" y="3121"/>
                  </a:lnTo>
                  <a:lnTo>
                    <a:pt x="1739" y="3082"/>
                  </a:lnTo>
                  <a:lnTo>
                    <a:pt x="1739" y="3042"/>
                  </a:lnTo>
                  <a:lnTo>
                    <a:pt x="1700" y="3062"/>
                  </a:lnTo>
                  <a:lnTo>
                    <a:pt x="1680" y="3062"/>
                  </a:lnTo>
                  <a:lnTo>
                    <a:pt x="1680" y="3082"/>
                  </a:lnTo>
                  <a:lnTo>
                    <a:pt x="1700" y="3102"/>
                  </a:lnTo>
                  <a:lnTo>
                    <a:pt x="1719" y="3121"/>
                  </a:lnTo>
                  <a:lnTo>
                    <a:pt x="1719" y="3141"/>
                  </a:lnTo>
                  <a:lnTo>
                    <a:pt x="1680" y="3161"/>
                  </a:lnTo>
                  <a:lnTo>
                    <a:pt x="1640" y="3102"/>
                  </a:lnTo>
                  <a:lnTo>
                    <a:pt x="1621" y="3022"/>
                  </a:lnTo>
                  <a:lnTo>
                    <a:pt x="1601" y="2924"/>
                  </a:lnTo>
                  <a:lnTo>
                    <a:pt x="1561" y="2864"/>
                  </a:lnTo>
                  <a:lnTo>
                    <a:pt x="1581" y="2825"/>
                  </a:lnTo>
                  <a:lnTo>
                    <a:pt x="1700" y="2825"/>
                  </a:lnTo>
                  <a:lnTo>
                    <a:pt x="1700" y="2864"/>
                  </a:lnTo>
                  <a:lnTo>
                    <a:pt x="1700" y="2904"/>
                  </a:lnTo>
                  <a:lnTo>
                    <a:pt x="1700" y="2943"/>
                  </a:lnTo>
                  <a:lnTo>
                    <a:pt x="1719" y="2983"/>
                  </a:lnTo>
                  <a:lnTo>
                    <a:pt x="1719" y="2924"/>
                  </a:lnTo>
                  <a:lnTo>
                    <a:pt x="1719" y="2864"/>
                  </a:lnTo>
                  <a:lnTo>
                    <a:pt x="1700" y="2785"/>
                  </a:lnTo>
                  <a:lnTo>
                    <a:pt x="1640" y="2746"/>
                  </a:lnTo>
                  <a:lnTo>
                    <a:pt x="1660" y="2706"/>
                  </a:lnTo>
                  <a:lnTo>
                    <a:pt x="1680" y="2687"/>
                  </a:lnTo>
                  <a:lnTo>
                    <a:pt x="1719" y="2647"/>
                  </a:lnTo>
                  <a:lnTo>
                    <a:pt x="1779" y="2608"/>
                  </a:lnTo>
                  <a:lnTo>
                    <a:pt x="1779" y="2568"/>
                  </a:lnTo>
                  <a:lnTo>
                    <a:pt x="1779" y="2548"/>
                  </a:lnTo>
                  <a:lnTo>
                    <a:pt x="1719" y="2568"/>
                  </a:lnTo>
                  <a:lnTo>
                    <a:pt x="1680" y="2588"/>
                  </a:lnTo>
                  <a:lnTo>
                    <a:pt x="1660" y="2568"/>
                  </a:lnTo>
                  <a:lnTo>
                    <a:pt x="1660" y="2548"/>
                  </a:lnTo>
                  <a:lnTo>
                    <a:pt x="1680" y="2509"/>
                  </a:lnTo>
                  <a:lnTo>
                    <a:pt x="1640" y="2509"/>
                  </a:lnTo>
                  <a:lnTo>
                    <a:pt x="1640" y="2529"/>
                  </a:lnTo>
                  <a:lnTo>
                    <a:pt x="1621" y="2529"/>
                  </a:lnTo>
                  <a:lnTo>
                    <a:pt x="1601" y="2509"/>
                  </a:lnTo>
                  <a:lnTo>
                    <a:pt x="1601" y="2489"/>
                  </a:lnTo>
                  <a:lnTo>
                    <a:pt x="1621" y="2469"/>
                  </a:lnTo>
                  <a:lnTo>
                    <a:pt x="1660" y="2469"/>
                  </a:lnTo>
                  <a:lnTo>
                    <a:pt x="1640" y="2450"/>
                  </a:lnTo>
                  <a:lnTo>
                    <a:pt x="1640" y="2430"/>
                  </a:lnTo>
                  <a:lnTo>
                    <a:pt x="1680" y="2390"/>
                  </a:lnTo>
                  <a:lnTo>
                    <a:pt x="1719" y="2371"/>
                  </a:lnTo>
                  <a:lnTo>
                    <a:pt x="1700" y="2351"/>
                  </a:lnTo>
                  <a:lnTo>
                    <a:pt x="1680" y="2331"/>
                  </a:lnTo>
                  <a:lnTo>
                    <a:pt x="1660" y="2331"/>
                  </a:lnTo>
                  <a:lnTo>
                    <a:pt x="1660" y="2351"/>
                  </a:lnTo>
                  <a:lnTo>
                    <a:pt x="1660" y="2371"/>
                  </a:lnTo>
                  <a:lnTo>
                    <a:pt x="1621" y="2371"/>
                  </a:lnTo>
                  <a:lnTo>
                    <a:pt x="1581" y="2351"/>
                  </a:lnTo>
                  <a:lnTo>
                    <a:pt x="1522" y="2311"/>
                  </a:lnTo>
                  <a:lnTo>
                    <a:pt x="1542" y="2311"/>
                  </a:lnTo>
                  <a:lnTo>
                    <a:pt x="1542" y="2292"/>
                  </a:lnTo>
                  <a:lnTo>
                    <a:pt x="1542" y="2252"/>
                  </a:lnTo>
                  <a:lnTo>
                    <a:pt x="1581" y="2252"/>
                  </a:lnTo>
                  <a:lnTo>
                    <a:pt x="1581" y="2272"/>
                  </a:lnTo>
                  <a:lnTo>
                    <a:pt x="1601" y="2311"/>
                  </a:lnTo>
                  <a:lnTo>
                    <a:pt x="1621" y="2311"/>
                  </a:lnTo>
                  <a:lnTo>
                    <a:pt x="1621" y="2252"/>
                  </a:lnTo>
                  <a:lnTo>
                    <a:pt x="1601" y="2272"/>
                  </a:lnTo>
                  <a:lnTo>
                    <a:pt x="1542" y="2193"/>
                  </a:lnTo>
                  <a:lnTo>
                    <a:pt x="1542" y="2213"/>
                  </a:lnTo>
                  <a:lnTo>
                    <a:pt x="1502" y="2232"/>
                  </a:lnTo>
                  <a:lnTo>
                    <a:pt x="1463" y="2213"/>
                  </a:lnTo>
                  <a:lnTo>
                    <a:pt x="1443" y="2193"/>
                  </a:lnTo>
                  <a:lnTo>
                    <a:pt x="1463" y="2114"/>
                  </a:lnTo>
                  <a:lnTo>
                    <a:pt x="1502" y="2094"/>
                  </a:lnTo>
                  <a:lnTo>
                    <a:pt x="1542" y="2094"/>
                  </a:lnTo>
                  <a:lnTo>
                    <a:pt x="1502" y="2074"/>
                  </a:lnTo>
                  <a:lnTo>
                    <a:pt x="1463" y="2055"/>
                  </a:lnTo>
                  <a:lnTo>
                    <a:pt x="1443" y="1976"/>
                  </a:lnTo>
                  <a:lnTo>
                    <a:pt x="1423" y="1995"/>
                  </a:lnTo>
                  <a:lnTo>
                    <a:pt x="1403" y="1995"/>
                  </a:lnTo>
                  <a:lnTo>
                    <a:pt x="1344" y="1976"/>
                  </a:lnTo>
                  <a:lnTo>
                    <a:pt x="1423" y="1877"/>
                  </a:lnTo>
                  <a:lnTo>
                    <a:pt x="1443" y="1916"/>
                  </a:lnTo>
                  <a:lnTo>
                    <a:pt x="1463" y="1916"/>
                  </a:lnTo>
                  <a:lnTo>
                    <a:pt x="1502" y="1877"/>
                  </a:lnTo>
                  <a:lnTo>
                    <a:pt x="1542" y="1877"/>
                  </a:lnTo>
                  <a:lnTo>
                    <a:pt x="1581" y="1897"/>
                  </a:lnTo>
                  <a:lnTo>
                    <a:pt x="1601" y="1936"/>
                  </a:lnTo>
                  <a:lnTo>
                    <a:pt x="1581" y="1995"/>
                  </a:lnTo>
                  <a:lnTo>
                    <a:pt x="1621" y="1956"/>
                  </a:lnTo>
                  <a:lnTo>
                    <a:pt x="1621" y="1936"/>
                  </a:lnTo>
                  <a:lnTo>
                    <a:pt x="1621" y="1916"/>
                  </a:lnTo>
                  <a:lnTo>
                    <a:pt x="1601" y="1897"/>
                  </a:lnTo>
                  <a:lnTo>
                    <a:pt x="1561" y="1857"/>
                  </a:lnTo>
                  <a:lnTo>
                    <a:pt x="1542" y="1837"/>
                  </a:lnTo>
                  <a:lnTo>
                    <a:pt x="1561" y="1798"/>
                  </a:lnTo>
                  <a:lnTo>
                    <a:pt x="1601" y="1798"/>
                  </a:lnTo>
                  <a:lnTo>
                    <a:pt x="1621" y="1818"/>
                  </a:lnTo>
                  <a:lnTo>
                    <a:pt x="1601" y="1778"/>
                  </a:lnTo>
                  <a:lnTo>
                    <a:pt x="1581" y="1739"/>
                  </a:lnTo>
                  <a:lnTo>
                    <a:pt x="1601" y="1719"/>
                  </a:lnTo>
                  <a:lnTo>
                    <a:pt x="1542" y="1739"/>
                  </a:lnTo>
                  <a:lnTo>
                    <a:pt x="1502" y="1739"/>
                  </a:lnTo>
                  <a:lnTo>
                    <a:pt x="1463" y="1719"/>
                  </a:lnTo>
                  <a:lnTo>
                    <a:pt x="1542" y="1640"/>
                  </a:lnTo>
                  <a:lnTo>
                    <a:pt x="1542" y="1620"/>
                  </a:lnTo>
                  <a:lnTo>
                    <a:pt x="1542" y="1600"/>
                  </a:lnTo>
                  <a:lnTo>
                    <a:pt x="1443" y="1600"/>
                  </a:lnTo>
                  <a:lnTo>
                    <a:pt x="1403" y="1561"/>
                  </a:lnTo>
                  <a:lnTo>
                    <a:pt x="1344" y="1620"/>
                  </a:lnTo>
                  <a:lnTo>
                    <a:pt x="1305" y="1600"/>
                  </a:lnTo>
                  <a:lnTo>
                    <a:pt x="1305" y="1640"/>
                  </a:lnTo>
                  <a:lnTo>
                    <a:pt x="1265" y="1640"/>
                  </a:lnTo>
                  <a:lnTo>
                    <a:pt x="1245" y="1620"/>
                  </a:lnTo>
                  <a:lnTo>
                    <a:pt x="1226" y="1581"/>
                  </a:lnTo>
                  <a:lnTo>
                    <a:pt x="1206" y="1561"/>
                  </a:lnTo>
                  <a:lnTo>
                    <a:pt x="1245" y="1482"/>
                  </a:lnTo>
                  <a:lnTo>
                    <a:pt x="1305" y="1423"/>
                  </a:lnTo>
                  <a:lnTo>
                    <a:pt x="1384" y="1423"/>
                  </a:lnTo>
                  <a:lnTo>
                    <a:pt x="1463" y="1462"/>
                  </a:lnTo>
                  <a:lnTo>
                    <a:pt x="1542" y="1482"/>
                  </a:lnTo>
                  <a:lnTo>
                    <a:pt x="1640" y="1482"/>
                  </a:lnTo>
                  <a:lnTo>
                    <a:pt x="1601" y="1363"/>
                  </a:lnTo>
                  <a:lnTo>
                    <a:pt x="1581" y="1284"/>
                  </a:lnTo>
                  <a:lnTo>
                    <a:pt x="1601" y="1245"/>
                  </a:lnTo>
                  <a:lnTo>
                    <a:pt x="1561" y="1205"/>
                  </a:lnTo>
                  <a:lnTo>
                    <a:pt x="1522" y="1186"/>
                  </a:lnTo>
                  <a:lnTo>
                    <a:pt x="1384" y="1186"/>
                  </a:lnTo>
                  <a:lnTo>
                    <a:pt x="1384" y="1146"/>
                  </a:lnTo>
                  <a:lnTo>
                    <a:pt x="1403" y="1126"/>
                  </a:lnTo>
                  <a:lnTo>
                    <a:pt x="1443" y="1166"/>
                  </a:lnTo>
                  <a:lnTo>
                    <a:pt x="1384" y="1047"/>
                  </a:lnTo>
                  <a:lnTo>
                    <a:pt x="1364" y="988"/>
                  </a:lnTo>
                  <a:lnTo>
                    <a:pt x="1364" y="929"/>
                  </a:lnTo>
                  <a:lnTo>
                    <a:pt x="1324" y="889"/>
                  </a:lnTo>
                  <a:lnTo>
                    <a:pt x="1285" y="889"/>
                  </a:lnTo>
                  <a:lnTo>
                    <a:pt x="1186" y="909"/>
                  </a:lnTo>
                  <a:lnTo>
                    <a:pt x="1166" y="850"/>
                  </a:lnTo>
                  <a:lnTo>
                    <a:pt x="1107" y="850"/>
                  </a:lnTo>
                  <a:lnTo>
                    <a:pt x="1107" y="810"/>
                  </a:lnTo>
                  <a:lnTo>
                    <a:pt x="1107" y="751"/>
                  </a:lnTo>
                  <a:lnTo>
                    <a:pt x="1147" y="771"/>
                  </a:lnTo>
                  <a:lnTo>
                    <a:pt x="1166" y="771"/>
                  </a:lnTo>
                  <a:lnTo>
                    <a:pt x="1186" y="751"/>
                  </a:lnTo>
                  <a:lnTo>
                    <a:pt x="1186" y="712"/>
                  </a:lnTo>
                  <a:lnTo>
                    <a:pt x="1166" y="672"/>
                  </a:lnTo>
                  <a:lnTo>
                    <a:pt x="1147" y="652"/>
                  </a:lnTo>
                  <a:lnTo>
                    <a:pt x="1226" y="672"/>
                  </a:lnTo>
                  <a:lnTo>
                    <a:pt x="1245" y="692"/>
                  </a:lnTo>
                  <a:lnTo>
                    <a:pt x="1245" y="712"/>
                  </a:lnTo>
                  <a:lnTo>
                    <a:pt x="1206" y="731"/>
                  </a:lnTo>
                  <a:lnTo>
                    <a:pt x="1265" y="791"/>
                  </a:lnTo>
                  <a:lnTo>
                    <a:pt x="1245" y="731"/>
                  </a:lnTo>
                  <a:lnTo>
                    <a:pt x="1285" y="692"/>
                  </a:lnTo>
                  <a:lnTo>
                    <a:pt x="1324" y="672"/>
                  </a:lnTo>
                  <a:lnTo>
                    <a:pt x="1403" y="672"/>
                  </a:lnTo>
                  <a:lnTo>
                    <a:pt x="1384" y="652"/>
                  </a:lnTo>
                  <a:lnTo>
                    <a:pt x="1364" y="632"/>
                  </a:lnTo>
                  <a:lnTo>
                    <a:pt x="1324" y="652"/>
                  </a:lnTo>
                  <a:lnTo>
                    <a:pt x="1305" y="672"/>
                  </a:lnTo>
                  <a:lnTo>
                    <a:pt x="1285" y="652"/>
                  </a:lnTo>
                  <a:lnTo>
                    <a:pt x="1265" y="632"/>
                  </a:lnTo>
                  <a:lnTo>
                    <a:pt x="1324" y="593"/>
                  </a:lnTo>
                  <a:lnTo>
                    <a:pt x="1344" y="534"/>
                  </a:lnTo>
                  <a:lnTo>
                    <a:pt x="1344" y="455"/>
                  </a:lnTo>
                  <a:lnTo>
                    <a:pt x="1344" y="415"/>
                  </a:lnTo>
                  <a:lnTo>
                    <a:pt x="1344" y="376"/>
                  </a:lnTo>
                  <a:lnTo>
                    <a:pt x="1324" y="395"/>
                  </a:lnTo>
                  <a:lnTo>
                    <a:pt x="1305" y="395"/>
                  </a:lnTo>
                  <a:lnTo>
                    <a:pt x="1285" y="376"/>
                  </a:lnTo>
                  <a:lnTo>
                    <a:pt x="1245" y="356"/>
                  </a:lnTo>
                  <a:lnTo>
                    <a:pt x="1186" y="356"/>
                  </a:lnTo>
                  <a:lnTo>
                    <a:pt x="1147" y="336"/>
                  </a:lnTo>
                  <a:lnTo>
                    <a:pt x="1127" y="316"/>
                  </a:lnTo>
                  <a:lnTo>
                    <a:pt x="1127" y="277"/>
                  </a:lnTo>
                  <a:lnTo>
                    <a:pt x="1087" y="297"/>
                  </a:lnTo>
                  <a:lnTo>
                    <a:pt x="1068" y="336"/>
                  </a:lnTo>
                  <a:lnTo>
                    <a:pt x="1068" y="415"/>
                  </a:lnTo>
                  <a:lnTo>
                    <a:pt x="1008" y="415"/>
                  </a:lnTo>
                  <a:lnTo>
                    <a:pt x="969" y="435"/>
                  </a:lnTo>
                  <a:lnTo>
                    <a:pt x="890" y="376"/>
                  </a:lnTo>
                  <a:lnTo>
                    <a:pt x="811" y="316"/>
                  </a:lnTo>
                  <a:lnTo>
                    <a:pt x="870" y="316"/>
                  </a:lnTo>
                  <a:lnTo>
                    <a:pt x="771" y="218"/>
                  </a:lnTo>
                  <a:lnTo>
                    <a:pt x="850" y="178"/>
                  </a:lnTo>
                  <a:lnTo>
                    <a:pt x="910" y="198"/>
                  </a:lnTo>
                  <a:lnTo>
                    <a:pt x="910" y="119"/>
                  </a:lnTo>
                  <a:lnTo>
                    <a:pt x="890" y="60"/>
                  </a:lnTo>
                  <a:lnTo>
                    <a:pt x="890" y="40"/>
                  </a:lnTo>
                  <a:lnTo>
                    <a:pt x="949" y="20"/>
                  </a:lnTo>
                  <a:lnTo>
                    <a:pt x="929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8" name="Google Shape;8958;p34"/>
            <p:cNvSpPr/>
            <p:nvPr/>
          </p:nvSpPr>
          <p:spPr>
            <a:xfrm>
              <a:off x="4697795" y="-2082738"/>
              <a:ext cx="789" cy="752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9" name="Google Shape;8959;p34"/>
            <p:cNvSpPr/>
            <p:nvPr/>
          </p:nvSpPr>
          <p:spPr>
            <a:xfrm>
              <a:off x="4509953" y="-1421173"/>
              <a:ext cx="679402" cy="664554"/>
            </a:xfrm>
            <a:custGeom>
              <a:rect b="b" l="l" r="r" t="t"/>
              <a:pathLst>
                <a:path extrusionOk="0" h="17679" w="18074">
                  <a:moveTo>
                    <a:pt x="3892" y="0"/>
                  </a:moveTo>
                  <a:lnTo>
                    <a:pt x="3832" y="40"/>
                  </a:lnTo>
                  <a:lnTo>
                    <a:pt x="3734" y="139"/>
                  </a:lnTo>
                  <a:lnTo>
                    <a:pt x="3635" y="277"/>
                  </a:lnTo>
                  <a:lnTo>
                    <a:pt x="3516" y="455"/>
                  </a:lnTo>
                  <a:lnTo>
                    <a:pt x="3240" y="948"/>
                  </a:lnTo>
                  <a:lnTo>
                    <a:pt x="2924" y="1580"/>
                  </a:lnTo>
                  <a:lnTo>
                    <a:pt x="2588" y="2311"/>
                  </a:lnTo>
                  <a:lnTo>
                    <a:pt x="2232" y="3141"/>
                  </a:lnTo>
                  <a:lnTo>
                    <a:pt x="1877" y="4010"/>
                  </a:lnTo>
                  <a:lnTo>
                    <a:pt x="1521" y="4938"/>
                  </a:lnTo>
                  <a:lnTo>
                    <a:pt x="1166" y="5847"/>
                  </a:lnTo>
                  <a:lnTo>
                    <a:pt x="850" y="6736"/>
                  </a:lnTo>
                  <a:lnTo>
                    <a:pt x="573" y="7565"/>
                  </a:lnTo>
                  <a:lnTo>
                    <a:pt x="336" y="8316"/>
                  </a:lnTo>
                  <a:lnTo>
                    <a:pt x="158" y="8968"/>
                  </a:lnTo>
                  <a:lnTo>
                    <a:pt x="40" y="9481"/>
                  </a:lnTo>
                  <a:lnTo>
                    <a:pt x="20" y="9679"/>
                  </a:lnTo>
                  <a:lnTo>
                    <a:pt x="0" y="9837"/>
                  </a:lnTo>
                  <a:lnTo>
                    <a:pt x="20" y="9936"/>
                  </a:lnTo>
                  <a:lnTo>
                    <a:pt x="40" y="9975"/>
                  </a:lnTo>
                  <a:lnTo>
                    <a:pt x="60" y="9995"/>
                  </a:lnTo>
                  <a:lnTo>
                    <a:pt x="2272" y="11318"/>
                  </a:lnTo>
                  <a:lnTo>
                    <a:pt x="6578" y="13945"/>
                  </a:lnTo>
                  <a:lnTo>
                    <a:pt x="12701" y="17678"/>
                  </a:lnTo>
                  <a:lnTo>
                    <a:pt x="18074" y="4148"/>
                  </a:lnTo>
                  <a:lnTo>
                    <a:pt x="15960" y="3477"/>
                  </a:lnTo>
                  <a:lnTo>
                    <a:pt x="11239" y="2035"/>
                  </a:lnTo>
                  <a:lnTo>
                    <a:pt x="8691" y="1264"/>
                  </a:lnTo>
                  <a:lnTo>
                    <a:pt x="6400" y="613"/>
                  </a:lnTo>
                  <a:lnTo>
                    <a:pt x="5472" y="356"/>
                  </a:lnTo>
                  <a:lnTo>
                    <a:pt x="4701" y="158"/>
                  </a:lnTo>
                  <a:lnTo>
                    <a:pt x="4168" y="40"/>
                  </a:lnTo>
                  <a:lnTo>
                    <a:pt x="401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0" name="Google Shape;8960;p34"/>
            <p:cNvSpPr/>
            <p:nvPr/>
          </p:nvSpPr>
          <p:spPr>
            <a:xfrm>
              <a:off x="4648062" y="-2474775"/>
              <a:ext cx="642263" cy="596967"/>
            </a:xfrm>
            <a:custGeom>
              <a:rect b="b" l="l" r="r" t="t"/>
              <a:pathLst>
                <a:path extrusionOk="0" h="15881" w="17086">
                  <a:moveTo>
                    <a:pt x="12345" y="0"/>
                  </a:moveTo>
                  <a:lnTo>
                    <a:pt x="0" y="4444"/>
                  </a:lnTo>
                  <a:lnTo>
                    <a:pt x="1699" y="15802"/>
                  </a:lnTo>
                  <a:lnTo>
                    <a:pt x="1778" y="15821"/>
                  </a:lnTo>
                  <a:lnTo>
                    <a:pt x="1936" y="15861"/>
                  </a:lnTo>
                  <a:lnTo>
                    <a:pt x="2173" y="15861"/>
                  </a:lnTo>
                  <a:lnTo>
                    <a:pt x="2469" y="15881"/>
                  </a:lnTo>
                  <a:lnTo>
                    <a:pt x="3259" y="15861"/>
                  </a:lnTo>
                  <a:lnTo>
                    <a:pt x="4267" y="15802"/>
                  </a:lnTo>
                  <a:lnTo>
                    <a:pt x="5452" y="15723"/>
                  </a:lnTo>
                  <a:lnTo>
                    <a:pt x="6736" y="15644"/>
                  </a:lnTo>
                  <a:lnTo>
                    <a:pt x="9541" y="15407"/>
                  </a:lnTo>
                  <a:lnTo>
                    <a:pt x="12326" y="15170"/>
                  </a:lnTo>
                  <a:lnTo>
                    <a:pt x="14735" y="14933"/>
                  </a:lnTo>
                  <a:lnTo>
                    <a:pt x="17086" y="14696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61" name="Google Shape;8961;p34"/>
          <p:cNvGrpSpPr/>
          <p:nvPr/>
        </p:nvGrpSpPr>
        <p:grpSpPr>
          <a:xfrm flipH="1" rot="998323">
            <a:off x="-364210" y="1988007"/>
            <a:ext cx="1294642" cy="1350930"/>
            <a:chOff x="8465725" y="2863051"/>
            <a:chExt cx="1956212" cy="2041561"/>
          </a:xfrm>
        </p:grpSpPr>
        <p:sp>
          <p:nvSpPr>
            <p:cNvPr id="8962" name="Google Shape;8962;p34"/>
            <p:cNvSpPr/>
            <p:nvPr/>
          </p:nvSpPr>
          <p:spPr>
            <a:xfrm>
              <a:off x="8465725" y="2863051"/>
              <a:ext cx="489356" cy="498619"/>
            </a:xfrm>
            <a:custGeom>
              <a:rect b="b" l="l" r="r" t="t"/>
              <a:pathLst>
                <a:path extrusionOk="0" h="9581" w="9403">
                  <a:moveTo>
                    <a:pt x="4327" y="277"/>
                  </a:moveTo>
                  <a:lnTo>
                    <a:pt x="4623" y="297"/>
                  </a:lnTo>
                  <a:lnTo>
                    <a:pt x="4899" y="337"/>
                  </a:lnTo>
                  <a:lnTo>
                    <a:pt x="5196" y="396"/>
                  </a:lnTo>
                  <a:lnTo>
                    <a:pt x="5472" y="475"/>
                  </a:lnTo>
                  <a:lnTo>
                    <a:pt x="5749" y="554"/>
                  </a:lnTo>
                  <a:lnTo>
                    <a:pt x="6025" y="653"/>
                  </a:lnTo>
                  <a:lnTo>
                    <a:pt x="6282" y="771"/>
                  </a:lnTo>
                  <a:lnTo>
                    <a:pt x="6539" y="890"/>
                  </a:lnTo>
                  <a:lnTo>
                    <a:pt x="7033" y="1147"/>
                  </a:lnTo>
                  <a:lnTo>
                    <a:pt x="7467" y="1443"/>
                  </a:lnTo>
                  <a:lnTo>
                    <a:pt x="7842" y="1759"/>
                  </a:lnTo>
                  <a:lnTo>
                    <a:pt x="8178" y="2075"/>
                  </a:lnTo>
                  <a:lnTo>
                    <a:pt x="8317" y="2213"/>
                  </a:lnTo>
                  <a:lnTo>
                    <a:pt x="8435" y="2371"/>
                  </a:lnTo>
                  <a:lnTo>
                    <a:pt x="8613" y="2687"/>
                  </a:lnTo>
                  <a:lnTo>
                    <a:pt x="8791" y="3023"/>
                  </a:lnTo>
                  <a:lnTo>
                    <a:pt x="8909" y="3378"/>
                  </a:lnTo>
                  <a:lnTo>
                    <a:pt x="9008" y="3754"/>
                  </a:lnTo>
                  <a:lnTo>
                    <a:pt x="9067" y="4129"/>
                  </a:lnTo>
                  <a:lnTo>
                    <a:pt x="9107" y="4524"/>
                  </a:lnTo>
                  <a:lnTo>
                    <a:pt x="9107" y="4939"/>
                  </a:lnTo>
                  <a:lnTo>
                    <a:pt x="9087" y="5334"/>
                  </a:lnTo>
                  <a:lnTo>
                    <a:pt x="9028" y="5749"/>
                  </a:lnTo>
                  <a:lnTo>
                    <a:pt x="8929" y="6144"/>
                  </a:lnTo>
                  <a:lnTo>
                    <a:pt x="8810" y="6519"/>
                  </a:lnTo>
                  <a:lnTo>
                    <a:pt x="8652" y="6894"/>
                  </a:lnTo>
                  <a:lnTo>
                    <a:pt x="8475" y="7250"/>
                  </a:lnTo>
                  <a:lnTo>
                    <a:pt x="8257" y="7586"/>
                  </a:lnTo>
                  <a:lnTo>
                    <a:pt x="8020" y="7902"/>
                  </a:lnTo>
                  <a:lnTo>
                    <a:pt x="7763" y="8178"/>
                  </a:lnTo>
                  <a:lnTo>
                    <a:pt x="7467" y="8415"/>
                  </a:lnTo>
                  <a:lnTo>
                    <a:pt x="7151" y="8652"/>
                  </a:lnTo>
                  <a:lnTo>
                    <a:pt x="6835" y="8830"/>
                  </a:lnTo>
                  <a:lnTo>
                    <a:pt x="6519" y="8988"/>
                  </a:lnTo>
                  <a:lnTo>
                    <a:pt x="6183" y="9126"/>
                  </a:lnTo>
                  <a:lnTo>
                    <a:pt x="5828" y="9225"/>
                  </a:lnTo>
                  <a:lnTo>
                    <a:pt x="5472" y="9284"/>
                  </a:lnTo>
                  <a:lnTo>
                    <a:pt x="5117" y="9324"/>
                  </a:lnTo>
                  <a:lnTo>
                    <a:pt x="4761" y="9324"/>
                  </a:lnTo>
                  <a:lnTo>
                    <a:pt x="4406" y="9304"/>
                  </a:lnTo>
                  <a:lnTo>
                    <a:pt x="4050" y="9245"/>
                  </a:lnTo>
                  <a:lnTo>
                    <a:pt x="3675" y="9166"/>
                  </a:lnTo>
                  <a:lnTo>
                    <a:pt x="3319" y="9047"/>
                  </a:lnTo>
                  <a:lnTo>
                    <a:pt x="2983" y="8909"/>
                  </a:lnTo>
                  <a:lnTo>
                    <a:pt x="2628" y="8731"/>
                  </a:lnTo>
                  <a:lnTo>
                    <a:pt x="2292" y="8534"/>
                  </a:lnTo>
                  <a:lnTo>
                    <a:pt x="2154" y="8455"/>
                  </a:lnTo>
                  <a:lnTo>
                    <a:pt x="1996" y="8356"/>
                  </a:lnTo>
                  <a:lnTo>
                    <a:pt x="1798" y="8218"/>
                  </a:lnTo>
                  <a:lnTo>
                    <a:pt x="1561" y="8020"/>
                  </a:lnTo>
                  <a:lnTo>
                    <a:pt x="1324" y="7803"/>
                  </a:lnTo>
                  <a:lnTo>
                    <a:pt x="1068" y="7526"/>
                  </a:lnTo>
                  <a:lnTo>
                    <a:pt x="830" y="7191"/>
                  </a:lnTo>
                  <a:lnTo>
                    <a:pt x="732" y="7013"/>
                  </a:lnTo>
                  <a:lnTo>
                    <a:pt x="633" y="6815"/>
                  </a:lnTo>
                  <a:lnTo>
                    <a:pt x="534" y="6618"/>
                  </a:lnTo>
                  <a:lnTo>
                    <a:pt x="435" y="6401"/>
                  </a:lnTo>
                  <a:lnTo>
                    <a:pt x="376" y="6164"/>
                  </a:lnTo>
                  <a:lnTo>
                    <a:pt x="317" y="5927"/>
                  </a:lnTo>
                  <a:lnTo>
                    <a:pt x="258" y="5650"/>
                  </a:lnTo>
                  <a:lnTo>
                    <a:pt x="238" y="5393"/>
                  </a:lnTo>
                  <a:lnTo>
                    <a:pt x="238" y="5097"/>
                  </a:lnTo>
                  <a:lnTo>
                    <a:pt x="238" y="4801"/>
                  </a:lnTo>
                  <a:lnTo>
                    <a:pt x="277" y="4485"/>
                  </a:lnTo>
                  <a:lnTo>
                    <a:pt x="317" y="4149"/>
                  </a:lnTo>
                  <a:lnTo>
                    <a:pt x="396" y="3813"/>
                  </a:lnTo>
                  <a:lnTo>
                    <a:pt x="514" y="3438"/>
                  </a:lnTo>
                  <a:lnTo>
                    <a:pt x="633" y="3082"/>
                  </a:lnTo>
                  <a:lnTo>
                    <a:pt x="811" y="2687"/>
                  </a:lnTo>
                  <a:lnTo>
                    <a:pt x="989" y="2312"/>
                  </a:lnTo>
                  <a:lnTo>
                    <a:pt x="1186" y="1956"/>
                  </a:lnTo>
                  <a:lnTo>
                    <a:pt x="1403" y="1660"/>
                  </a:lnTo>
                  <a:lnTo>
                    <a:pt x="1621" y="1384"/>
                  </a:lnTo>
                  <a:lnTo>
                    <a:pt x="1858" y="1147"/>
                  </a:lnTo>
                  <a:lnTo>
                    <a:pt x="2114" y="949"/>
                  </a:lnTo>
                  <a:lnTo>
                    <a:pt x="2371" y="771"/>
                  </a:lnTo>
                  <a:lnTo>
                    <a:pt x="2628" y="613"/>
                  </a:lnTo>
                  <a:lnTo>
                    <a:pt x="2904" y="495"/>
                  </a:lnTo>
                  <a:lnTo>
                    <a:pt x="3181" y="416"/>
                  </a:lnTo>
                  <a:lnTo>
                    <a:pt x="3458" y="337"/>
                  </a:lnTo>
                  <a:lnTo>
                    <a:pt x="3754" y="297"/>
                  </a:lnTo>
                  <a:lnTo>
                    <a:pt x="4030" y="277"/>
                  </a:lnTo>
                  <a:close/>
                  <a:moveTo>
                    <a:pt x="4030" y="1"/>
                  </a:moveTo>
                  <a:lnTo>
                    <a:pt x="3734" y="40"/>
                  </a:lnTo>
                  <a:lnTo>
                    <a:pt x="3438" y="80"/>
                  </a:lnTo>
                  <a:lnTo>
                    <a:pt x="3141" y="139"/>
                  </a:lnTo>
                  <a:lnTo>
                    <a:pt x="2845" y="238"/>
                  </a:lnTo>
                  <a:lnTo>
                    <a:pt x="2549" y="376"/>
                  </a:lnTo>
                  <a:lnTo>
                    <a:pt x="2272" y="534"/>
                  </a:lnTo>
                  <a:lnTo>
                    <a:pt x="1996" y="712"/>
                  </a:lnTo>
                  <a:lnTo>
                    <a:pt x="1739" y="929"/>
                  </a:lnTo>
                  <a:lnTo>
                    <a:pt x="1482" y="1186"/>
                  </a:lnTo>
                  <a:lnTo>
                    <a:pt x="1245" y="1463"/>
                  </a:lnTo>
                  <a:lnTo>
                    <a:pt x="1028" y="1798"/>
                  </a:lnTo>
                  <a:lnTo>
                    <a:pt x="811" y="2154"/>
                  </a:lnTo>
                  <a:lnTo>
                    <a:pt x="613" y="2549"/>
                  </a:lnTo>
                  <a:lnTo>
                    <a:pt x="435" y="2964"/>
                  </a:lnTo>
                  <a:lnTo>
                    <a:pt x="297" y="3359"/>
                  </a:lnTo>
                  <a:lnTo>
                    <a:pt x="198" y="3754"/>
                  </a:lnTo>
                  <a:lnTo>
                    <a:pt x="119" y="4109"/>
                  </a:lnTo>
                  <a:lnTo>
                    <a:pt x="60" y="4465"/>
                  </a:lnTo>
                  <a:lnTo>
                    <a:pt x="21" y="4801"/>
                  </a:lnTo>
                  <a:lnTo>
                    <a:pt x="1" y="5117"/>
                  </a:lnTo>
                  <a:lnTo>
                    <a:pt x="21" y="5413"/>
                  </a:lnTo>
                  <a:lnTo>
                    <a:pt x="40" y="5709"/>
                  </a:lnTo>
                  <a:lnTo>
                    <a:pt x="100" y="5986"/>
                  </a:lnTo>
                  <a:lnTo>
                    <a:pt x="159" y="6243"/>
                  </a:lnTo>
                  <a:lnTo>
                    <a:pt x="238" y="6480"/>
                  </a:lnTo>
                  <a:lnTo>
                    <a:pt x="317" y="6717"/>
                  </a:lnTo>
                  <a:lnTo>
                    <a:pt x="435" y="6934"/>
                  </a:lnTo>
                  <a:lnTo>
                    <a:pt x="534" y="7151"/>
                  </a:lnTo>
                  <a:lnTo>
                    <a:pt x="653" y="7329"/>
                  </a:lnTo>
                  <a:lnTo>
                    <a:pt x="910" y="7684"/>
                  </a:lnTo>
                  <a:lnTo>
                    <a:pt x="1166" y="7961"/>
                  </a:lnTo>
                  <a:lnTo>
                    <a:pt x="1423" y="8218"/>
                  </a:lnTo>
                  <a:lnTo>
                    <a:pt x="1660" y="8415"/>
                  </a:lnTo>
                  <a:lnTo>
                    <a:pt x="1877" y="8554"/>
                  </a:lnTo>
                  <a:lnTo>
                    <a:pt x="2035" y="8652"/>
                  </a:lnTo>
                  <a:lnTo>
                    <a:pt x="2193" y="8751"/>
                  </a:lnTo>
                  <a:lnTo>
                    <a:pt x="2549" y="8968"/>
                  </a:lnTo>
                  <a:lnTo>
                    <a:pt x="2924" y="9146"/>
                  </a:lnTo>
                  <a:lnTo>
                    <a:pt x="3280" y="9304"/>
                  </a:lnTo>
                  <a:lnTo>
                    <a:pt x="3675" y="9423"/>
                  </a:lnTo>
                  <a:lnTo>
                    <a:pt x="4050" y="9502"/>
                  </a:lnTo>
                  <a:lnTo>
                    <a:pt x="4425" y="9561"/>
                  </a:lnTo>
                  <a:lnTo>
                    <a:pt x="4820" y="9581"/>
                  </a:lnTo>
                  <a:lnTo>
                    <a:pt x="5196" y="9581"/>
                  </a:lnTo>
                  <a:lnTo>
                    <a:pt x="5571" y="9541"/>
                  </a:lnTo>
                  <a:lnTo>
                    <a:pt x="5946" y="9482"/>
                  </a:lnTo>
                  <a:lnTo>
                    <a:pt x="6302" y="9363"/>
                  </a:lnTo>
                  <a:lnTo>
                    <a:pt x="6657" y="9225"/>
                  </a:lnTo>
                  <a:lnTo>
                    <a:pt x="7013" y="9067"/>
                  </a:lnTo>
                  <a:lnTo>
                    <a:pt x="7349" y="8870"/>
                  </a:lnTo>
                  <a:lnTo>
                    <a:pt x="7665" y="8633"/>
                  </a:lnTo>
                  <a:lnTo>
                    <a:pt x="7981" y="8376"/>
                  </a:lnTo>
                  <a:lnTo>
                    <a:pt x="8257" y="8079"/>
                  </a:lnTo>
                  <a:lnTo>
                    <a:pt x="8514" y="7744"/>
                  </a:lnTo>
                  <a:lnTo>
                    <a:pt x="8751" y="7388"/>
                  </a:lnTo>
                  <a:lnTo>
                    <a:pt x="8929" y="7013"/>
                  </a:lnTo>
                  <a:lnTo>
                    <a:pt x="9087" y="6618"/>
                  </a:lnTo>
                  <a:lnTo>
                    <a:pt x="9225" y="6203"/>
                  </a:lnTo>
                  <a:lnTo>
                    <a:pt x="9324" y="5788"/>
                  </a:lnTo>
                  <a:lnTo>
                    <a:pt x="9383" y="5373"/>
                  </a:lnTo>
                  <a:lnTo>
                    <a:pt x="9403" y="4939"/>
                  </a:lnTo>
                  <a:lnTo>
                    <a:pt x="9403" y="4504"/>
                  </a:lnTo>
                  <a:lnTo>
                    <a:pt x="9383" y="4090"/>
                  </a:lnTo>
                  <a:lnTo>
                    <a:pt x="9304" y="3675"/>
                  </a:lnTo>
                  <a:lnTo>
                    <a:pt x="9205" y="3280"/>
                  </a:lnTo>
                  <a:lnTo>
                    <a:pt x="9067" y="2904"/>
                  </a:lnTo>
                  <a:lnTo>
                    <a:pt x="8889" y="2549"/>
                  </a:lnTo>
                  <a:lnTo>
                    <a:pt x="8692" y="2213"/>
                  </a:lnTo>
                  <a:lnTo>
                    <a:pt x="8573" y="2055"/>
                  </a:lnTo>
                  <a:lnTo>
                    <a:pt x="8415" y="1897"/>
                  </a:lnTo>
                  <a:lnTo>
                    <a:pt x="8257" y="1739"/>
                  </a:lnTo>
                  <a:lnTo>
                    <a:pt x="8079" y="1581"/>
                  </a:lnTo>
                  <a:lnTo>
                    <a:pt x="7665" y="1245"/>
                  </a:lnTo>
                  <a:lnTo>
                    <a:pt x="7210" y="929"/>
                  </a:lnTo>
                  <a:lnTo>
                    <a:pt x="6954" y="791"/>
                  </a:lnTo>
                  <a:lnTo>
                    <a:pt x="6697" y="653"/>
                  </a:lnTo>
                  <a:lnTo>
                    <a:pt x="6420" y="514"/>
                  </a:lnTo>
                  <a:lnTo>
                    <a:pt x="6144" y="416"/>
                  </a:lnTo>
                  <a:lnTo>
                    <a:pt x="5848" y="297"/>
                  </a:lnTo>
                  <a:lnTo>
                    <a:pt x="5551" y="218"/>
                  </a:lnTo>
                  <a:lnTo>
                    <a:pt x="5255" y="139"/>
                  </a:lnTo>
                  <a:lnTo>
                    <a:pt x="4959" y="80"/>
                  </a:lnTo>
                  <a:lnTo>
                    <a:pt x="4643" y="40"/>
                  </a:lnTo>
                  <a:lnTo>
                    <a:pt x="4346" y="21"/>
                  </a:lnTo>
                  <a:lnTo>
                    <a:pt x="403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rotWithShape="0" algn="bl" dist="19050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3" name="Google Shape;8963;p34"/>
            <p:cNvSpPr/>
            <p:nvPr/>
          </p:nvSpPr>
          <p:spPr>
            <a:xfrm>
              <a:off x="8500697" y="2894953"/>
              <a:ext cx="420503" cy="428674"/>
            </a:xfrm>
            <a:custGeom>
              <a:rect b="b" l="l" r="r" t="t"/>
              <a:pathLst>
                <a:path extrusionOk="0" h="8237" w="8080">
                  <a:moveTo>
                    <a:pt x="3457" y="0"/>
                  </a:moveTo>
                  <a:lnTo>
                    <a:pt x="3200" y="20"/>
                  </a:lnTo>
                  <a:lnTo>
                    <a:pt x="2944" y="59"/>
                  </a:lnTo>
                  <a:lnTo>
                    <a:pt x="2687" y="119"/>
                  </a:lnTo>
                  <a:lnTo>
                    <a:pt x="2430" y="198"/>
                  </a:lnTo>
                  <a:lnTo>
                    <a:pt x="2193" y="316"/>
                  </a:lnTo>
                  <a:lnTo>
                    <a:pt x="1956" y="435"/>
                  </a:lnTo>
                  <a:lnTo>
                    <a:pt x="1719" y="613"/>
                  </a:lnTo>
                  <a:lnTo>
                    <a:pt x="1482" y="790"/>
                  </a:lnTo>
                  <a:lnTo>
                    <a:pt x="1265" y="1008"/>
                  </a:lnTo>
                  <a:lnTo>
                    <a:pt x="1067" y="1245"/>
                  </a:lnTo>
                  <a:lnTo>
                    <a:pt x="870" y="1541"/>
                  </a:lnTo>
                  <a:lnTo>
                    <a:pt x="692" y="1837"/>
                  </a:lnTo>
                  <a:lnTo>
                    <a:pt x="514" y="2193"/>
                  </a:lnTo>
                  <a:lnTo>
                    <a:pt x="376" y="2548"/>
                  </a:lnTo>
                  <a:lnTo>
                    <a:pt x="257" y="2884"/>
                  </a:lnTo>
                  <a:lnTo>
                    <a:pt x="158" y="3220"/>
                  </a:lnTo>
                  <a:lnTo>
                    <a:pt x="79" y="3536"/>
                  </a:lnTo>
                  <a:lnTo>
                    <a:pt x="40" y="3832"/>
                  </a:lnTo>
                  <a:lnTo>
                    <a:pt x="0" y="4109"/>
                  </a:lnTo>
                  <a:lnTo>
                    <a:pt x="0" y="4385"/>
                  </a:lnTo>
                  <a:lnTo>
                    <a:pt x="0" y="4662"/>
                  </a:lnTo>
                  <a:lnTo>
                    <a:pt x="40" y="4899"/>
                  </a:lnTo>
                  <a:lnTo>
                    <a:pt x="79" y="5136"/>
                  </a:lnTo>
                  <a:lnTo>
                    <a:pt x="139" y="5353"/>
                  </a:lnTo>
                  <a:lnTo>
                    <a:pt x="198" y="5570"/>
                  </a:lnTo>
                  <a:lnTo>
                    <a:pt x="277" y="5768"/>
                  </a:lnTo>
                  <a:lnTo>
                    <a:pt x="356" y="5965"/>
                  </a:lnTo>
                  <a:lnTo>
                    <a:pt x="554" y="6301"/>
                  </a:lnTo>
                  <a:lnTo>
                    <a:pt x="771" y="6597"/>
                  </a:lnTo>
                  <a:lnTo>
                    <a:pt x="988" y="6854"/>
                  </a:lnTo>
                  <a:lnTo>
                    <a:pt x="1225" y="7052"/>
                  </a:lnTo>
                  <a:lnTo>
                    <a:pt x="1423" y="7229"/>
                  </a:lnTo>
                  <a:lnTo>
                    <a:pt x="1600" y="7348"/>
                  </a:lnTo>
                  <a:lnTo>
                    <a:pt x="1758" y="7447"/>
                  </a:lnTo>
                  <a:lnTo>
                    <a:pt x="1877" y="7506"/>
                  </a:lnTo>
                  <a:lnTo>
                    <a:pt x="2193" y="7704"/>
                  </a:lnTo>
                  <a:lnTo>
                    <a:pt x="2509" y="7862"/>
                  </a:lnTo>
                  <a:lnTo>
                    <a:pt x="2825" y="7980"/>
                  </a:lnTo>
                  <a:lnTo>
                    <a:pt x="3141" y="8099"/>
                  </a:lnTo>
                  <a:lnTo>
                    <a:pt x="3477" y="8178"/>
                  </a:lnTo>
                  <a:lnTo>
                    <a:pt x="3793" y="8217"/>
                  </a:lnTo>
                  <a:lnTo>
                    <a:pt x="4129" y="8237"/>
                  </a:lnTo>
                  <a:lnTo>
                    <a:pt x="4464" y="8237"/>
                  </a:lnTo>
                  <a:lnTo>
                    <a:pt x="4780" y="8197"/>
                  </a:lnTo>
                  <a:lnTo>
                    <a:pt x="5096" y="8138"/>
                  </a:lnTo>
                  <a:lnTo>
                    <a:pt x="5413" y="8059"/>
                  </a:lnTo>
                  <a:lnTo>
                    <a:pt x="5729" y="7941"/>
                  </a:lnTo>
                  <a:lnTo>
                    <a:pt x="6025" y="7783"/>
                  </a:lnTo>
                  <a:lnTo>
                    <a:pt x="6321" y="7625"/>
                  </a:lnTo>
                  <a:lnTo>
                    <a:pt x="6598" y="7427"/>
                  </a:lnTo>
                  <a:lnTo>
                    <a:pt x="6854" y="7190"/>
                  </a:lnTo>
                  <a:lnTo>
                    <a:pt x="7091" y="6933"/>
                  </a:lnTo>
                  <a:lnTo>
                    <a:pt x="7328" y="6657"/>
                  </a:lnTo>
                  <a:lnTo>
                    <a:pt x="7506" y="6360"/>
                  </a:lnTo>
                  <a:lnTo>
                    <a:pt x="7684" y="6025"/>
                  </a:lnTo>
                  <a:lnTo>
                    <a:pt x="7822" y="5689"/>
                  </a:lnTo>
                  <a:lnTo>
                    <a:pt x="7921" y="5333"/>
                  </a:lnTo>
                  <a:lnTo>
                    <a:pt x="8000" y="4978"/>
                  </a:lnTo>
                  <a:lnTo>
                    <a:pt x="8059" y="4602"/>
                  </a:lnTo>
                  <a:lnTo>
                    <a:pt x="8079" y="4247"/>
                  </a:lnTo>
                  <a:lnTo>
                    <a:pt x="8079" y="3872"/>
                  </a:lnTo>
                  <a:lnTo>
                    <a:pt x="8059" y="3516"/>
                  </a:lnTo>
                  <a:lnTo>
                    <a:pt x="8000" y="3161"/>
                  </a:lnTo>
                  <a:lnTo>
                    <a:pt x="7901" y="2825"/>
                  </a:lnTo>
                  <a:lnTo>
                    <a:pt x="7783" y="2489"/>
                  </a:lnTo>
                  <a:lnTo>
                    <a:pt x="7645" y="2193"/>
                  </a:lnTo>
                  <a:lnTo>
                    <a:pt x="7467" y="1896"/>
                  </a:lnTo>
                  <a:lnTo>
                    <a:pt x="7230" y="1620"/>
                  </a:lnTo>
                  <a:lnTo>
                    <a:pt x="6933" y="1343"/>
                  </a:lnTo>
                  <a:lnTo>
                    <a:pt x="6598" y="1067"/>
                  </a:lnTo>
                  <a:lnTo>
                    <a:pt x="6183" y="790"/>
                  </a:lnTo>
                  <a:lnTo>
                    <a:pt x="5748" y="553"/>
                  </a:lnTo>
                  <a:lnTo>
                    <a:pt x="5274" y="336"/>
                  </a:lnTo>
                  <a:lnTo>
                    <a:pt x="5017" y="257"/>
                  </a:lnTo>
                  <a:lnTo>
                    <a:pt x="4780" y="178"/>
                  </a:lnTo>
                  <a:lnTo>
                    <a:pt x="4524" y="99"/>
                  </a:lnTo>
                  <a:lnTo>
                    <a:pt x="4247" y="59"/>
                  </a:lnTo>
                  <a:lnTo>
                    <a:pt x="3990" y="20"/>
                  </a:lnTo>
                  <a:lnTo>
                    <a:pt x="37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4" name="Google Shape;8964;p34"/>
            <p:cNvSpPr/>
            <p:nvPr/>
          </p:nvSpPr>
          <p:spPr>
            <a:xfrm>
              <a:off x="9589256" y="3455183"/>
              <a:ext cx="89513" cy="97684"/>
            </a:xfrm>
            <a:custGeom>
              <a:rect b="b" l="l" r="r" t="t"/>
              <a:pathLst>
                <a:path extrusionOk="0" h="1877" w="1720">
                  <a:moveTo>
                    <a:pt x="1" y="0"/>
                  </a:moveTo>
                  <a:lnTo>
                    <a:pt x="297" y="257"/>
                  </a:lnTo>
                  <a:lnTo>
                    <a:pt x="593" y="573"/>
                  </a:lnTo>
                  <a:lnTo>
                    <a:pt x="949" y="948"/>
                  </a:lnTo>
                  <a:lnTo>
                    <a:pt x="1502" y="1620"/>
                  </a:lnTo>
                  <a:lnTo>
                    <a:pt x="1719" y="1877"/>
                  </a:lnTo>
                  <a:lnTo>
                    <a:pt x="1621" y="1719"/>
                  </a:lnTo>
                  <a:lnTo>
                    <a:pt x="1384" y="1363"/>
                  </a:lnTo>
                  <a:lnTo>
                    <a:pt x="1067" y="909"/>
                  </a:lnTo>
                  <a:lnTo>
                    <a:pt x="909" y="711"/>
                  </a:lnTo>
                  <a:lnTo>
                    <a:pt x="732" y="533"/>
                  </a:lnTo>
                  <a:lnTo>
                    <a:pt x="435" y="277"/>
                  </a:lnTo>
                  <a:lnTo>
                    <a:pt x="218" y="99"/>
                  </a:lnTo>
                  <a:lnTo>
                    <a:pt x="60" y="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5" name="Google Shape;8965;p34"/>
            <p:cNvSpPr/>
            <p:nvPr/>
          </p:nvSpPr>
          <p:spPr>
            <a:xfrm>
              <a:off x="9131860" y="3347249"/>
              <a:ext cx="663073" cy="480092"/>
            </a:xfrm>
            <a:custGeom>
              <a:rect b="b" l="l" r="r" t="t"/>
              <a:pathLst>
                <a:path extrusionOk="0" h="9225" w="12741">
                  <a:moveTo>
                    <a:pt x="1225" y="0"/>
                  </a:moveTo>
                  <a:lnTo>
                    <a:pt x="1047" y="40"/>
                  </a:lnTo>
                  <a:lnTo>
                    <a:pt x="889" y="99"/>
                  </a:lnTo>
                  <a:lnTo>
                    <a:pt x="613" y="237"/>
                  </a:lnTo>
                  <a:lnTo>
                    <a:pt x="395" y="395"/>
                  </a:lnTo>
                  <a:lnTo>
                    <a:pt x="296" y="494"/>
                  </a:lnTo>
                  <a:lnTo>
                    <a:pt x="217" y="573"/>
                  </a:lnTo>
                  <a:lnTo>
                    <a:pt x="158" y="672"/>
                  </a:lnTo>
                  <a:lnTo>
                    <a:pt x="99" y="770"/>
                  </a:lnTo>
                  <a:lnTo>
                    <a:pt x="59" y="869"/>
                  </a:lnTo>
                  <a:lnTo>
                    <a:pt x="20" y="988"/>
                  </a:lnTo>
                  <a:lnTo>
                    <a:pt x="0" y="1205"/>
                  </a:lnTo>
                  <a:lnTo>
                    <a:pt x="20" y="1442"/>
                  </a:lnTo>
                  <a:lnTo>
                    <a:pt x="79" y="1719"/>
                  </a:lnTo>
                  <a:lnTo>
                    <a:pt x="138" y="1837"/>
                  </a:lnTo>
                  <a:lnTo>
                    <a:pt x="217" y="1975"/>
                  </a:lnTo>
                  <a:lnTo>
                    <a:pt x="316" y="2094"/>
                  </a:lnTo>
                  <a:lnTo>
                    <a:pt x="455" y="2212"/>
                  </a:lnTo>
                  <a:lnTo>
                    <a:pt x="751" y="2469"/>
                  </a:lnTo>
                  <a:lnTo>
                    <a:pt x="1126" y="2706"/>
                  </a:lnTo>
                  <a:lnTo>
                    <a:pt x="1936" y="3200"/>
                  </a:lnTo>
                  <a:lnTo>
                    <a:pt x="2351" y="3457"/>
                  </a:lnTo>
                  <a:lnTo>
                    <a:pt x="2528" y="3595"/>
                  </a:lnTo>
                  <a:lnTo>
                    <a:pt x="2706" y="3753"/>
                  </a:lnTo>
                  <a:lnTo>
                    <a:pt x="2983" y="3951"/>
                  </a:lnTo>
                  <a:lnTo>
                    <a:pt x="3417" y="4207"/>
                  </a:lnTo>
                  <a:lnTo>
                    <a:pt x="3990" y="4543"/>
                  </a:lnTo>
                  <a:lnTo>
                    <a:pt x="4662" y="4938"/>
                  </a:lnTo>
                  <a:lnTo>
                    <a:pt x="6301" y="5827"/>
                  </a:lnTo>
                  <a:lnTo>
                    <a:pt x="8079" y="6795"/>
                  </a:lnTo>
                  <a:lnTo>
                    <a:pt x="11298" y="8474"/>
                  </a:lnTo>
                  <a:lnTo>
                    <a:pt x="12740" y="9224"/>
                  </a:lnTo>
                  <a:lnTo>
                    <a:pt x="12740" y="8889"/>
                  </a:lnTo>
                  <a:lnTo>
                    <a:pt x="12721" y="8513"/>
                  </a:lnTo>
                  <a:lnTo>
                    <a:pt x="12701" y="8059"/>
                  </a:lnTo>
                  <a:lnTo>
                    <a:pt x="12661" y="7545"/>
                  </a:lnTo>
                  <a:lnTo>
                    <a:pt x="12582" y="7032"/>
                  </a:lnTo>
                  <a:lnTo>
                    <a:pt x="12483" y="6538"/>
                  </a:lnTo>
                  <a:lnTo>
                    <a:pt x="12424" y="6321"/>
                  </a:lnTo>
                  <a:lnTo>
                    <a:pt x="12345" y="6104"/>
                  </a:lnTo>
                  <a:lnTo>
                    <a:pt x="12167" y="5689"/>
                  </a:lnTo>
                  <a:lnTo>
                    <a:pt x="11891" y="5234"/>
                  </a:lnTo>
                  <a:lnTo>
                    <a:pt x="11595" y="4741"/>
                  </a:lnTo>
                  <a:lnTo>
                    <a:pt x="11239" y="4247"/>
                  </a:lnTo>
                  <a:lnTo>
                    <a:pt x="10864" y="3793"/>
                  </a:lnTo>
                  <a:lnTo>
                    <a:pt x="10489" y="3358"/>
                  </a:lnTo>
                  <a:lnTo>
                    <a:pt x="10113" y="3002"/>
                  </a:lnTo>
                  <a:lnTo>
                    <a:pt x="9935" y="2844"/>
                  </a:lnTo>
                  <a:lnTo>
                    <a:pt x="9777" y="2726"/>
                  </a:lnTo>
                  <a:lnTo>
                    <a:pt x="8829" y="2094"/>
                  </a:lnTo>
                  <a:lnTo>
                    <a:pt x="8513" y="1896"/>
                  </a:lnTo>
                  <a:lnTo>
                    <a:pt x="8296" y="1758"/>
                  </a:lnTo>
                  <a:lnTo>
                    <a:pt x="8039" y="1620"/>
                  </a:lnTo>
                  <a:lnTo>
                    <a:pt x="7723" y="1462"/>
                  </a:lnTo>
                  <a:lnTo>
                    <a:pt x="7348" y="1304"/>
                  </a:lnTo>
                  <a:lnTo>
                    <a:pt x="6953" y="1185"/>
                  </a:lnTo>
                  <a:lnTo>
                    <a:pt x="6736" y="1126"/>
                  </a:lnTo>
                  <a:lnTo>
                    <a:pt x="6538" y="1086"/>
                  </a:lnTo>
                  <a:lnTo>
                    <a:pt x="6341" y="1067"/>
                  </a:lnTo>
                  <a:lnTo>
                    <a:pt x="6123" y="1067"/>
                  </a:lnTo>
                  <a:lnTo>
                    <a:pt x="5985" y="988"/>
                  </a:lnTo>
                  <a:lnTo>
                    <a:pt x="5827" y="909"/>
                  </a:lnTo>
                  <a:lnTo>
                    <a:pt x="5610" y="790"/>
                  </a:lnTo>
                  <a:lnTo>
                    <a:pt x="5353" y="691"/>
                  </a:lnTo>
                  <a:lnTo>
                    <a:pt x="5057" y="593"/>
                  </a:lnTo>
                  <a:lnTo>
                    <a:pt x="4741" y="514"/>
                  </a:lnTo>
                  <a:lnTo>
                    <a:pt x="4385" y="474"/>
                  </a:lnTo>
                  <a:lnTo>
                    <a:pt x="4049" y="454"/>
                  </a:lnTo>
                  <a:lnTo>
                    <a:pt x="3773" y="454"/>
                  </a:lnTo>
                  <a:lnTo>
                    <a:pt x="3358" y="474"/>
                  </a:lnTo>
                  <a:lnTo>
                    <a:pt x="3121" y="514"/>
                  </a:lnTo>
                  <a:lnTo>
                    <a:pt x="3042" y="533"/>
                  </a:lnTo>
                  <a:lnTo>
                    <a:pt x="2825" y="415"/>
                  </a:lnTo>
                  <a:lnTo>
                    <a:pt x="2588" y="296"/>
                  </a:lnTo>
                  <a:lnTo>
                    <a:pt x="2272" y="178"/>
                  </a:lnTo>
                  <a:lnTo>
                    <a:pt x="1936" y="59"/>
                  </a:lnTo>
                  <a:lnTo>
                    <a:pt x="1758" y="20"/>
                  </a:lnTo>
                  <a:lnTo>
                    <a:pt x="1580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6" name="Google Shape;8966;p34"/>
            <p:cNvSpPr/>
            <p:nvPr/>
          </p:nvSpPr>
          <p:spPr>
            <a:xfrm>
              <a:off x="8679565" y="3081003"/>
              <a:ext cx="990993" cy="1292163"/>
            </a:xfrm>
            <a:custGeom>
              <a:rect b="b" l="l" r="r" t="t"/>
              <a:pathLst>
                <a:path extrusionOk="0" h="24829" w="19042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2884" y="6578"/>
                  </a:lnTo>
                  <a:lnTo>
                    <a:pt x="2943" y="6775"/>
                  </a:lnTo>
                  <a:lnTo>
                    <a:pt x="3003" y="6953"/>
                  </a:lnTo>
                  <a:lnTo>
                    <a:pt x="3042" y="7151"/>
                  </a:lnTo>
                  <a:lnTo>
                    <a:pt x="3062" y="7388"/>
                  </a:lnTo>
                  <a:lnTo>
                    <a:pt x="3121" y="7941"/>
                  </a:lnTo>
                  <a:lnTo>
                    <a:pt x="3161" y="9284"/>
                  </a:lnTo>
                  <a:lnTo>
                    <a:pt x="3200" y="10015"/>
                  </a:lnTo>
                  <a:lnTo>
                    <a:pt x="3259" y="10785"/>
                  </a:lnTo>
                  <a:lnTo>
                    <a:pt x="3299" y="11160"/>
                  </a:lnTo>
                  <a:lnTo>
                    <a:pt x="3358" y="11536"/>
                  </a:lnTo>
                  <a:lnTo>
                    <a:pt x="3437" y="11911"/>
                  </a:lnTo>
                  <a:lnTo>
                    <a:pt x="3516" y="12266"/>
                  </a:lnTo>
                  <a:lnTo>
                    <a:pt x="3595" y="12484"/>
                  </a:lnTo>
                  <a:lnTo>
                    <a:pt x="3694" y="12721"/>
                  </a:lnTo>
                  <a:lnTo>
                    <a:pt x="4010" y="13353"/>
                  </a:lnTo>
                  <a:lnTo>
                    <a:pt x="4464" y="14143"/>
                  </a:lnTo>
                  <a:lnTo>
                    <a:pt x="4998" y="15032"/>
                  </a:lnTo>
                  <a:lnTo>
                    <a:pt x="5630" y="16019"/>
                  </a:lnTo>
                  <a:lnTo>
                    <a:pt x="6301" y="17066"/>
                  </a:lnTo>
                  <a:lnTo>
                    <a:pt x="7763" y="19239"/>
                  </a:lnTo>
                  <a:lnTo>
                    <a:pt x="9185" y="21333"/>
                  </a:lnTo>
                  <a:lnTo>
                    <a:pt x="10429" y="23110"/>
                  </a:lnTo>
                  <a:lnTo>
                    <a:pt x="11318" y="24355"/>
                  </a:lnTo>
                  <a:lnTo>
                    <a:pt x="11654" y="24829"/>
                  </a:lnTo>
                  <a:lnTo>
                    <a:pt x="11733" y="24789"/>
                  </a:lnTo>
                  <a:lnTo>
                    <a:pt x="11931" y="24710"/>
                  </a:lnTo>
                  <a:lnTo>
                    <a:pt x="12187" y="24552"/>
                  </a:lnTo>
                  <a:lnTo>
                    <a:pt x="12543" y="24335"/>
                  </a:lnTo>
                  <a:lnTo>
                    <a:pt x="12958" y="24078"/>
                  </a:lnTo>
                  <a:lnTo>
                    <a:pt x="13412" y="23782"/>
                  </a:lnTo>
                  <a:lnTo>
                    <a:pt x="13886" y="23426"/>
                  </a:lnTo>
                  <a:lnTo>
                    <a:pt x="14380" y="23051"/>
                  </a:lnTo>
                  <a:lnTo>
                    <a:pt x="17422" y="20661"/>
                  </a:lnTo>
                  <a:lnTo>
                    <a:pt x="18567" y="19733"/>
                  </a:lnTo>
                  <a:lnTo>
                    <a:pt x="18903" y="19436"/>
                  </a:lnTo>
                  <a:lnTo>
                    <a:pt x="19002" y="19338"/>
                  </a:lnTo>
                  <a:lnTo>
                    <a:pt x="19041" y="19278"/>
                  </a:lnTo>
                  <a:lnTo>
                    <a:pt x="19002" y="19180"/>
                  </a:lnTo>
                  <a:lnTo>
                    <a:pt x="18864" y="18982"/>
                  </a:lnTo>
                  <a:lnTo>
                    <a:pt x="18389" y="18330"/>
                  </a:lnTo>
                  <a:lnTo>
                    <a:pt x="17856" y="17580"/>
                  </a:lnTo>
                  <a:lnTo>
                    <a:pt x="17441" y="16987"/>
                  </a:lnTo>
                  <a:lnTo>
                    <a:pt x="16888" y="16138"/>
                  </a:lnTo>
                  <a:lnTo>
                    <a:pt x="16256" y="15190"/>
                  </a:lnTo>
                  <a:lnTo>
                    <a:pt x="15565" y="14202"/>
                  </a:lnTo>
                  <a:lnTo>
                    <a:pt x="14913" y="13274"/>
                  </a:lnTo>
                  <a:lnTo>
                    <a:pt x="14123" y="12148"/>
                  </a:lnTo>
                  <a:lnTo>
                    <a:pt x="13274" y="10943"/>
                  </a:lnTo>
                  <a:lnTo>
                    <a:pt x="12839" y="10350"/>
                  </a:lnTo>
                  <a:lnTo>
                    <a:pt x="12405" y="9778"/>
                  </a:lnTo>
                  <a:lnTo>
                    <a:pt x="11990" y="9244"/>
                  </a:lnTo>
                  <a:lnTo>
                    <a:pt x="11555" y="8751"/>
                  </a:lnTo>
                  <a:lnTo>
                    <a:pt x="11279" y="8454"/>
                  </a:lnTo>
                  <a:lnTo>
                    <a:pt x="11022" y="8197"/>
                  </a:lnTo>
                  <a:lnTo>
                    <a:pt x="10765" y="7960"/>
                  </a:lnTo>
                  <a:lnTo>
                    <a:pt x="10508" y="7763"/>
                  </a:lnTo>
                  <a:lnTo>
                    <a:pt x="9955" y="7388"/>
                  </a:lnTo>
                  <a:lnTo>
                    <a:pt x="9363" y="7012"/>
                  </a:lnTo>
                  <a:lnTo>
                    <a:pt x="8158" y="6281"/>
                  </a:lnTo>
                  <a:lnTo>
                    <a:pt x="7072" y="5630"/>
                  </a:lnTo>
                  <a:lnTo>
                    <a:pt x="6301" y="5175"/>
                  </a:lnTo>
                  <a:lnTo>
                    <a:pt x="6104" y="5037"/>
                  </a:lnTo>
                  <a:lnTo>
                    <a:pt x="5867" y="4800"/>
                  </a:lnTo>
                  <a:lnTo>
                    <a:pt x="5570" y="4504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7" name="Google Shape;8967;p34"/>
            <p:cNvSpPr/>
            <p:nvPr/>
          </p:nvSpPr>
          <p:spPr>
            <a:xfrm>
              <a:off x="9065039" y="3536368"/>
              <a:ext cx="522246" cy="598333"/>
            </a:xfrm>
            <a:custGeom>
              <a:rect b="b" l="l" r="r" t="t"/>
              <a:pathLst>
                <a:path extrusionOk="0" h="11497" w="10035">
                  <a:moveTo>
                    <a:pt x="4148" y="1"/>
                  </a:moveTo>
                  <a:lnTo>
                    <a:pt x="1778" y="1739"/>
                  </a:lnTo>
                  <a:lnTo>
                    <a:pt x="553" y="2687"/>
                  </a:lnTo>
                  <a:lnTo>
                    <a:pt x="158" y="3003"/>
                  </a:lnTo>
                  <a:lnTo>
                    <a:pt x="60" y="3102"/>
                  </a:lnTo>
                  <a:lnTo>
                    <a:pt x="0" y="3141"/>
                  </a:lnTo>
                  <a:lnTo>
                    <a:pt x="60" y="3260"/>
                  </a:lnTo>
                  <a:lnTo>
                    <a:pt x="218" y="3556"/>
                  </a:lnTo>
                  <a:lnTo>
                    <a:pt x="810" y="4524"/>
                  </a:lnTo>
                  <a:lnTo>
                    <a:pt x="1640" y="5887"/>
                  </a:lnTo>
                  <a:lnTo>
                    <a:pt x="2608" y="7408"/>
                  </a:lnTo>
                  <a:lnTo>
                    <a:pt x="3575" y="8928"/>
                  </a:lnTo>
                  <a:lnTo>
                    <a:pt x="4425" y="10252"/>
                  </a:lnTo>
                  <a:lnTo>
                    <a:pt x="5057" y="11160"/>
                  </a:lnTo>
                  <a:lnTo>
                    <a:pt x="5235" y="11417"/>
                  </a:lnTo>
                  <a:lnTo>
                    <a:pt x="5294" y="11476"/>
                  </a:lnTo>
                  <a:lnTo>
                    <a:pt x="5314" y="11496"/>
                  </a:lnTo>
                  <a:lnTo>
                    <a:pt x="6993" y="10331"/>
                  </a:lnTo>
                  <a:lnTo>
                    <a:pt x="8513" y="9304"/>
                  </a:lnTo>
                  <a:lnTo>
                    <a:pt x="10034" y="8237"/>
                  </a:lnTo>
                  <a:lnTo>
                    <a:pt x="9481" y="7388"/>
                  </a:lnTo>
                  <a:lnTo>
                    <a:pt x="8849" y="6440"/>
                  </a:lnTo>
                  <a:lnTo>
                    <a:pt x="8158" y="5452"/>
                  </a:lnTo>
                  <a:lnTo>
                    <a:pt x="7506" y="4524"/>
                  </a:lnTo>
                  <a:lnTo>
                    <a:pt x="6716" y="3398"/>
                  </a:lnTo>
                  <a:lnTo>
                    <a:pt x="5867" y="2193"/>
                  </a:lnTo>
                  <a:lnTo>
                    <a:pt x="5432" y="1600"/>
                  </a:lnTo>
                  <a:lnTo>
                    <a:pt x="4998" y="1028"/>
                  </a:lnTo>
                  <a:lnTo>
                    <a:pt x="4583" y="494"/>
                  </a:lnTo>
                  <a:lnTo>
                    <a:pt x="41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8" name="Google Shape;8968;p34"/>
            <p:cNvSpPr/>
            <p:nvPr/>
          </p:nvSpPr>
          <p:spPr>
            <a:xfrm>
              <a:off x="8982813" y="3540480"/>
              <a:ext cx="798748" cy="539733"/>
            </a:xfrm>
            <a:custGeom>
              <a:rect b="b" l="l" r="r" t="t"/>
              <a:pathLst>
                <a:path extrusionOk="0" h="10371" w="15348">
                  <a:moveTo>
                    <a:pt x="5807" y="1"/>
                  </a:moveTo>
                  <a:lnTo>
                    <a:pt x="5886" y="119"/>
                  </a:lnTo>
                  <a:lnTo>
                    <a:pt x="5965" y="257"/>
                  </a:lnTo>
                  <a:lnTo>
                    <a:pt x="6064" y="455"/>
                  </a:lnTo>
                  <a:lnTo>
                    <a:pt x="6163" y="712"/>
                  </a:lnTo>
                  <a:lnTo>
                    <a:pt x="6262" y="988"/>
                  </a:lnTo>
                  <a:lnTo>
                    <a:pt x="6360" y="1304"/>
                  </a:lnTo>
                  <a:lnTo>
                    <a:pt x="6420" y="1640"/>
                  </a:lnTo>
                  <a:lnTo>
                    <a:pt x="6439" y="2015"/>
                  </a:lnTo>
                  <a:lnTo>
                    <a:pt x="6420" y="2430"/>
                  </a:lnTo>
                  <a:lnTo>
                    <a:pt x="6380" y="2845"/>
                  </a:lnTo>
                  <a:lnTo>
                    <a:pt x="6281" y="3260"/>
                  </a:lnTo>
                  <a:lnTo>
                    <a:pt x="6163" y="3655"/>
                  </a:lnTo>
                  <a:lnTo>
                    <a:pt x="6084" y="3832"/>
                  </a:lnTo>
                  <a:lnTo>
                    <a:pt x="5985" y="3990"/>
                  </a:lnTo>
                  <a:lnTo>
                    <a:pt x="5886" y="4148"/>
                  </a:lnTo>
                  <a:lnTo>
                    <a:pt x="5788" y="4287"/>
                  </a:lnTo>
                  <a:lnTo>
                    <a:pt x="5669" y="4385"/>
                  </a:lnTo>
                  <a:lnTo>
                    <a:pt x="5550" y="4484"/>
                  </a:lnTo>
                  <a:lnTo>
                    <a:pt x="5412" y="4544"/>
                  </a:lnTo>
                  <a:lnTo>
                    <a:pt x="5254" y="4603"/>
                  </a:lnTo>
                  <a:lnTo>
                    <a:pt x="5057" y="4623"/>
                  </a:lnTo>
                  <a:lnTo>
                    <a:pt x="4839" y="4642"/>
                  </a:lnTo>
                  <a:lnTo>
                    <a:pt x="4385" y="4642"/>
                  </a:lnTo>
                  <a:lnTo>
                    <a:pt x="3872" y="4623"/>
                  </a:lnTo>
                  <a:lnTo>
                    <a:pt x="3358" y="4563"/>
                  </a:lnTo>
                  <a:lnTo>
                    <a:pt x="2884" y="4484"/>
                  </a:lnTo>
                  <a:lnTo>
                    <a:pt x="2449" y="4425"/>
                  </a:lnTo>
                  <a:lnTo>
                    <a:pt x="2094" y="4385"/>
                  </a:lnTo>
                  <a:lnTo>
                    <a:pt x="1541" y="4346"/>
                  </a:lnTo>
                  <a:lnTo>
                    <a:pt x="1284" y="4346"/>
                  </a:lnTo>
                  <a:lnTo>
                    <a:pt x="1047" y="4385"/>
                  </a:lnTo>
                  <a:lnTo>
                    <a:pt x="948" y="4405"/>
                  </a:lnTo>
                  <a:lnTo>
                    <a:pt x="830" y="4445"/>
                  </a:lnTo>
                  <a:lnTo>
                    <a:pt x="731" y="4504"/>
                  </a:lnTo>
                  <a:lnTo>
                    <a:pt x="632" y="4583"/>
                  </a:lnTo>
                  <a:lnTo>
                    <a:pt x="533" y="4662"/>
                  </a:lnTo>
                  <a:lnTo>
                    <a:pt x="435" y="4781"/>
                  </a:lnTo>
                  <a:lnTo>
                    <a:pt x="336" y="4899"/>
                  </a:lnTo>
                  <a:lnTo>
                    <a:pt x="257" y="5037"/>
                  </a:lnTo>
                  <a:lnTo>
                    <a:pt x="158" y="5255"/>
                  </a:lnTo>
                  <a:lnTo>
                    <a:pt x="79" y="5452"/>
                  </a:lnTo>
                  <a:lnTo>
                    <a:pt x="20" y="5669"/>
                  </a:lnTo>
                  <a:lnTo>
                    <a:pt x="0" y="5887"/>
                  </a:lnTo>
                  <a:lnTo>
                    <a:pt x="0" y="6084"/>
                  </a:lnTo>
                  <a:lnTo>
                    <a:pt x="20" y="6301"/>
                  </a:lnTo>
                  <a:lnTo>
                    <a:pt x="59" y="6499"/>
                  </a:lnTo>
                  <a:lnTo>
                    <a:pt x="138" y="6677"/>
                  </a:lnTo>
                  <a:lnTo>
                    <a:pt x="198" y="6795"/>
                  </a:lnTo>
                  <a:lnTo>
                    <a:pt x="257" y="6894"/>
                  </a:lnTo>
                  <a:lnTo>
                    <a:pt x="336" y="6973"/>
                  </a:lnTo>
                  <a:lnTo>
                    <a:pt x="435" y="7072"/>
                  </a:lnTo>
                  <a:lnTo>
                    <a:pt x="533" y="7151"/>
                  </a:lnTo>
                  <a:lnTo>
                    <a:pt x="652" y="7210"/>
                  </a:lnTo>
                  <a:lnTo>
                    <a:pt x="909" y="7329"/>
                  </a:lnTo>
                  <a:lnTo>
                    <a:pt x="1284" y="7467"/>
                  </a:lnTo>
                  <a:lnTo>
                    <a:pt x="1778" y="7605"/>
                  </a:lnTo>
                  <a:lnTo>
                    <a:pt x="2904" y="7901"/>
                  </a:lnTo>
                  <a:lnTo>
                    <a:pt x="4760" y="8356"/>
                  </a:lnTo>
                  <a:lnTo>
                    <a:pt x="4899" y="8395"/>
                  </a:lnTo>
                  <a:lnTo>
                    <a:pt x="5057" y="8474"/>
                  </a:lnTo>
                  <a:lnTo>
                    <a:pt x="5392" y="8691"/>
                  </a:lnTo>
                  <a:lnTo>
                    <a:pt x="5788" y="8988"/>
                  </a:lnTo>
                  <a:lnTo>
                    <a:pt x="6202" y="9304"/>
                  </a:lnTo>
                  <a:lnTo>
                    <a:pt x="6617" y="9620"/>
                  </a:lnTo>
                  <a:lnTo>
                    <a:pt x="7032" y="9896"/>
                  </a:lnTo>
                  <a:lnTo>
                    <a:pt x="7229" y="10015"/>
                  </a:lnTo>
                  <a:lnTo>
                    <a:pt x="7407" y="10114"/>
                  </a:lnTo>
                  <a:lnTo>
                    <a:pt x="7585" y="10193"/>
                  </a:lnTo>
                  <a:lnTo>
                    <a:pt x="7723" y="10252"/>
                  </a:lnTo>
                  <a:lnTo>
                    <a:pt x="8019" y="10311"/>
                  </a:lnTo>
                  <a:lnTo>
                    <a:pt x="8296" y="10351"/>
                  </a:lnTo>
                  <a:lnTo>
                    <a:pt x="8553" y="10370"/>
                  </a:lnTo>
                  <a:lnTo>
                    <a:pt x="8810" y="10370"/>
                  </a:lnTo>
                  <a:lnTo>
                    <a:pt x="9027" y="10351"/>
                  </a:lnTo>
                  <a:lnTo>
                    <a:pt x="9205" y="10311"/>
                  </a:lnTo>
                  <a:lnTo>
                    <a:pt x="9363" y="10272"/>
                  </a:lnTo>
                  <a:lnTo>
                    <a:pt x="9481" y="10193"/>
                  </a:lnTo>
                  <a:lnTo>
                    <a:pt x="10489" y="9383"/>
                  </a:lnTo>
                  <a:lnTo>
                    <a:pt x="12503" y="7763"/>
                  </a:lnTo>
                  <a:lnTo>
                    <a:pt x="13550" y="6894"/>
                  </a:lnTo>
                  <a:lnTo>
                    <a:pt x="14459" y="6124"/>
                  </a:lnTo>
                  <a:lnTo>
                    <a:pt x="15110" y="5551"/>
                  </a:lnTo>
                  <a:lnTo>
                    <a:pt x="15288" y="5353"/>
                  </a:lnTo>
                  <a:lnTo>
                    <a:pt x="15328" y="5294"/>
                  </a:lnTo>
                  <a:lnTo>
                    <a:pt x="15347" y="5255"/>
                  </a:lnTo>
                  <a:lnTo>
                    <a:pt x="15328" y="5215"/>
                  </a:lnTo>
                  <a:lnTo>
                    <a:pt x="15249" y="5156"/>
                  </a:lnTo>
                  <a:lnTo>
                    <a:pt x="14952" y="4939"/>
                  </a:lnTo>
                  <a:lnTo>
                    <a:pt x="14518" y="4662"/>
                  </a:lnTo>
                  <a:lnTo>
                    <a:pt x="13925" y="4306"/>
                  </a:lnTo>
                  <a:lnTo>
                    <a:pt x="12464" y="3477"/>
                  </a:lnTo>
                  <a:lnTo>
                    <a:pt x="10765" y="2529"/>
                  </a:lnTo>
                  <a:lnTo>
                    <a:pt x="9047" y="1600"/>
                  </a:lnTo>
                  <a:lnTo>
                    <a:pt x="7506" y="791"/>
                  </a:lnTo>
                  <a:lnTo>
                    <a:pt x="6360" y="218"/>
                  </a:lnTo>
                  <a:lnTo>
                    <a:pt x="5985" y="60"/>
                  </a:lnTo>
                  <a:lnTo>
                    <a:pt x="5867" y="20"/>
                  </a:lnTo>
                  <a:lnTo>
                    <a:pt x="5807" y="1"/>
                  </a:lnTo>
                  <a:close/>
                </a:path>
              </a:pathLst>
            </a:custGeom>
            <a:solidFill>
              <a:srgbClr val="F8C3A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9" name="Google Shape;8969;p34"/>
            <p:cNvSpPr/>
            <p:nvPr/>
          </p:nvSpPr>
          <p:spPr>
            <a:xfrm>
              <a:off x="9290172" y="3374987"/>
              <a:ext cx="244652" cy="248815"/>
            </a:xfrm>
            <a:custGeom>
              <a:rect b="b" l="l" r="r" t="t"/>
              <a:pathLst>
                <a:path extrusionOk="0" h="4781" w="4701">
                  <a:moveTo>
                    <a:pt x="0" y="0"/>
                  </a:moveTo>
                  <a:lnTo>
                    <a:pt x="257" y="139"/>
                  </a:lnTo>
                  <a:lnTo>
                    <a:pt x="849" y="494"/>
                  </a:lnTo>
                  <a:lnTo>
                    <a:pt x="1639" y="1008"/>
                  </a:lnTo>
                  <a:lnTo>
                    <a:pt x="2034" y="1284"/>
                  </a:lnTo>
                  <a:lnTo>
                    <a:pt x="2410" y="1561"/>
                  </a:lnTo>
                  <a:lnTo>
                    <a:pt x="2588" y="1719"/>
                  </a:lnTo>
                  <a:lnTo>
                    <a:pt x="2765" y="1916"/>
                  </a:lnTo>
                  <a:lnTo>
                    <a:pt x="2963" y="2134"/>
                  </a:lnTo>
                  <a:lnTo>
                    <a:pt x="3160" y="2390"/>
                  </a:lnTo>
                  <a:lnTo>
                    <a:pt x="3536" y="2904"/>
                  </a:lnTo>
                  <a:lnTo>
                    <a:pt x="3891" y="3457"/>
                  </a:lnTo>
                  <a:lnTo>
                    <a:pt x="4227" y="3951"/>
                  </a:lnTo>
                  <a:lnTo>
                    <a:pt x="4464" y="4385"/>
                  </a:lnTo>
                  <a:lnTo>
                    <a:pt x="4701" y="4780"/>
                  </a:lnTo>
                  <a:lnTo>
                    <a:pt x="4701" y="4780"/>
                  </a:lnTo>
                  <a:lnTo>
                    <a:pt x="4602" y="4524"/>
                  </a:lnTo>
                  <a:lnTo>
                    <a:pt x="4484" y="4227"/>
                  </a:lnTo>
                  <a:lnTo>
                    <a:pt x="4326" y="3872"/>
                  </a:lnTo>
                  <a:lnTo>
                    <a:pt x="4128" y="3457"/>
                  </a:lnTo>
                  <a:lnTo>
                    <a:pt x="3871" y="3023"/>
                  </a:lnTo>
                  <a:lnTo>
                    <a:pt x="3595" y="2568"/>
                  </a:lnTo>
                  <a:lnTo>
                    <a:pt x="3279" y="2134"/>
                  </a:lnTo>
                  <a:lnTo>
                    <a:pt x="3121" y="1936"/>
                  </a:lnTo>
                  <a:lnTo>
                    <a:pt x="2943" y="1758"/>
                  </a:lnTo>
                  <a:lnTo>
                    <a:pt x="2785" y="1581"/>
                  </a:lnTo>
                  <a:lnTo>
                    <a:pt x="2607" y="1423"/>
                  </a:lnTo>
                  <a:lnTo>
                    <a:pt x="2232" y="1146"/>
                  </a:lnTo>
                  <a:lnTo>
                    <a:pt x="1837" y="909"/>
                  </a:lnTo>
                  <a:lnTo>
                    <a:pt x="1442" y="672"/>
                  </a:lnTo>
                  <a:lnTo>
                    <a:pt x="988" y="4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0" name="Google Shape;8970;p34"/>
            <p:cNvSpPr/>
            <p:nvPr/>
          </p:nvSpPr>
          <p:spPr>
            <a:xfrm>
              <a:off x="9450512" y="3402725"/>
              <a:ext cx="151131" cy="166588"/>
            </a:xfrm>
            <a:custGeom>
              <a:rect b="b" l="l" r="r" t="t"/>
              <a:pathLst>
                <a:path extrusionOk="0" h="3201" w="2904">
                  <a:moveTo>
                    <a:pt x="0" y="1"/>
                  </a:moveTo>
                  <a:lnTo>
                    <a:pt x="178" y="139"/>
                  </a:lnTo>
                  <a:lnTo>
                    <a:pt x="593" y="475"/>
                  </a:lnTo>
                  <a:lnTo>
                    <a:pt x="850" y="712"/>
                  </a:lnTo>
                  <a:lnTo>
                    <a:pt x="1146" y="988"/>
                  </a:lnTo>
                  <a:lnTo>
                    <a:pt x="1442" y="1304"/>
                  </a:lnTo>
                  <a:lnTo>
                    <a:pt x="1758" y="1640"/>
                  </a:lnTo>
                  <a:lnTo>
                    <a:pt x="2252" y="2272"/>
                  </a:lnTo>
                  <a:lnTo>
                    <a:pt x="2627" y="2766"/>
                  </a:lnTo>
                  <a:lnTo>
                    <a:pt x="2845" y="3102"/>
                  </a:lnTo>
                  <a:lnTo>
                    <a:pt x="2904" y="3201"/>
                  </a:lnTo>
                  <a:lnTo>
                    <a:pt x="2805" y="3023"/>
                  </a:lnTo>
                  <a:lnTo>
                    <a:pt x="2548" y="2569"/>
                  </a:lnTo>
                  <a:lnTo>
                    <a:pt x="2134" y="1976"/>
                  </a:lnTo>
                  <a:lnTo>
                    <a:pt x="1897" y="1640"/>
                  </a:lnTo>
                  <a:lnTo>
                    <a:pt x="1660" y="1324"/>
                  </a:lnTo>
                  <a:lnTo>
                    <a:pt x="1403" y="1028"/>
                  </a:lnTo>
                  <a:lnTo>
                    <a:pt x="1146" y="751"/>
                  </a:lnTo>
                  <a:lnTo>
                    <a:pt x="909" y="534"/>
                  </a:lnTo>
                  <a:lnTo>
                    <a:pt x="692" y="356"/>
                  </a:lnTo>
                  <a:lnTo>
                    <a:pt x="395" y="99"/>
                  </a:lnTo>
                  <a:lnTo>
                    <a:pt x="277" y="2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1" name="Google Shape;8971;p34"/>
            <p:cNvSpPr/>
            <p:nvPr/>
          </p:nvSpPr>
          <p:spPr>
            <a:xfrm>
              <a:off x="9166780" y="3347249"/>
              <a:ext cx="123445" cy="75097"/>
            </a:xfrm>
            <a:custGeom>
              <a:rect b="b" l="l" r="r" t="t"/>
              <a:pathLst>
                <a:path extrusionOk="0" h="1443" w="2372">
                  <a:moveTo>
                    <a:pt x="811" y="0"/>
                  </a:moveTo>
                  <a:lnTo>
                    <a:pt x="653" y="20"/>
                  </a:lnTo>
                  <a:lnTo>
                    <a:pt x="297" y="454"/>
                  </a:lnTo>
                  <a:lnTo>
                    <a:pt x="60" y="770"/>
                  </a:lnTo>
                  <a:lnTo>
                    <a:pt x="1" y="869"/>
                  </a:lnTo>
                  <a:lnTo>
                    <a:pt x="1" y="909"/>
                  </a:lnTo>
                  <a:lnTo>
                    <a:pt x="1" y="928"/>
                  </a:lnTo>
                  <a:lnTo>
                    <a:pt x="218" y="1027"/>
                  </a:lnTo>
                  <a:lnTo>
                    <a:pt x="633" y="1205"/>
                  </a:lnTo>
                  <a:lnTo>
                    <a:pt x="870" y="1284"/>
                  </a:lnTo>
                  <a:lnTo>
                    <a:pt x="1087" y="1363"/>
                  </a:lnTo>
                  <a:lnTo>
                    <a:pt x="1304" y="1422"/>
                  </a:lnTo>
                  <a:lnTo>
                    <a:pt x="1502" y="1442"/>
                  </a:lnTo>
                  <a:lnTo>
                    <a:pt x="1640" y="1403"/>
                  </a:lnTo>
                  <a:lnTo>
                    <a:pt x="1798" y="1343"/>
                  </a:lnTo>
                  <a:lnTo>
                    <a:pt x="1917" y="1264"/>
                  </a:lnTo>
                  <a:lnTo>
                    <a:pt x="2035" y="1146"/>
                  </a:lnTo>
                  <a:lnTo>
                    <a:pt x="2134" y="1027"/>
                  </a:lnTo>
                  <a:lnTo>
                    <a:pt x="2233" y="928"/>
                  </a:lnTo>
                  <a:lnTo>
                    <a:pt x="2312" y="770"/>
                  </a:lnTo>
                  <a:lnTo>
                    <a:pt x="2351" y="672"/>
                  </a:lnTo>
                  <a:lnTo>
                    <a:pt x="2371" y="593"/>
                  </a:lnTo>
                  <a:lnTo>
                    <a:pt x="2371" y="533"/>
                  </a:lnTo>
                  <a:lnTo>
                    <a:pt x="2253" y="494"/>
                  </a:lnTo>
                  <a:lnTo>
                    <a:pt x="2253" y="533"/>
                  </a:lnTo>
                  <a:lnTo>
                    <a:pt x="2213" y="652"/>
                  </a:lnTo>
                  <a:lnTo>
                    <a:pt x="2174" y="731"/>
                  </a:lnTo>
                  <a:lnTo>
                    <a:pt x="2114" y="830"/>
                  </a:lnTo>
                  <a:lnTo>
                    <a:pt x="2035" y="909"/>
                  </a:lnTo>
                  <a:lnTo>
                    <a:pt x="1936" y="1007"/>
                  </a:lnTo>
                  <a:lnTo>
                    <a:pt x="1739" y="1146"/>
                  </a:lnTo>
                  <a:lnTo>
                    <a:pt x="1640" y="1185"/>
                  </a:lnTo>
                  <a:lnTo>
                    <a:pt x="1561" y="1225"/>
                  </a:lnTo>
                  <a:lnTo>
                    <a:pt x="1462" y="1225"/>
                  </a:lnTo>
                  <a:lnTo>
                    <a:pt x="1364" y="1245"/>
                  </a:lnTo>
                  <a:lnTo>
                    <a:pt x="1127" y="1205"/>
                  </a:lnTo>
                  <a:lnTo>
                    <a:pt x="988" y="1185"/>
                  </a:lnTo>
                  <a:lnTo>
                    <a:pt x="830" y="1126"/>
                  </a:lnTo>
                  <a:lnTo>
                    <a:pt x="534" y="988"/>
                  </a:lnTo>
                  <a:lnTo>
                    <a:pt x="179" y="83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2" name="Google Shape;8972;p34"/>
            <p:cNvSpPr/>
            <p:nvPr/>
          </p:nvSpPr>
          <p:spPr>
            <a:xfrm>
              <a:off x="9001287" y="3788199"/>
              <a:ext cx="127504" cy="125474"/>
            </a:xfrm>
            <a:custGeom>
              <a:rect b="b" l="l" r="r" t="t"/>
              <a:pathLst>
                <a:path extrusionOk="0" h="2411" w="2450">
                  <a:moveTo>
                    <a:pt x="613" y="139"/>
                  </a:moveTo>
                  <a:lnTo>
                    <a:pt x="850" y="198"/>
                  </a:lnTo>
                  <a:lnTo>
                    <a:pt x="1364" y="297"/>
                  </a:lnTo>
                  <a:lnTo>
                    <a:pt x="1660" y="376"/>
                  </a:lnTo>
                  <a:lnTo>
                    <a:pt x="1917" y="475"/>
                  </a:lnTo>
                  <a:lnTo>
                    <a:pt x="2114" y="574"/>
                  </a:lnTo>
                  <a:lnTo>
                    <a:pt x="2193" y="633"/>
                  </a:lnTo>
                  <a:lnTo>
                    <a:pt x="2233" y="692"/>
                  </a:lnTo>
                  <a:lnTo>
                    <a:pt x="2252" y="751"/>
                  </a:lnTo>
                  <a:lnTo>
                    <a:pt x="2272" y="830"/>
                  </a:lnTo>
                  <a:lnTo>
                    <a:pt x="2292" y="1028"/>
                  </a:lnTo>
                  <a:lnTo>
                    <a:pt x="2272" y="1245"/>
                  </a:lnTo>
                  <a:lnTo>
                    <a:pt x="2233" y="1482"/>
                  </a:lnTo>
                  <a:lnTo>
                    <a:pt x="2154" y="1699"/>
                  </a:lnTo>
                  <a:lnTo>
                    <a:pt x="2055" y="1897"/>
                  </a:lnTo>
                  <a:lnTo>
                    <a:pt x="1917" y="2075"/>
                  </a:lnTo>
                  <a:lnTo>
                    <a:pt x="1857" y="2134"/>
                  </a:lnTo>
                  <a:lnTo>
                    <a:pt x="1778" y="2193"/>
                  </a:lnTo>
                  <a:lnTo>
                    <a:pt x="1699" y="2213"/>
                  </a:lnTo>
                  <a:lnTo>
                    <a:pt x="1601" y="2233"/>
                  </a:lnTo>
                  <a:lnTo>
                    <a:pt x="1364" y="2233"/>
                  </a:lnTo>
                  <a:lnTo>
                    <a:pt x="1107" y="2193"/>
                  </a:lnTo>
                  <a:lnTo>
                    <a:pt x="850" y="2134"/>
                  </a:lnTo>
                  <a:lnTo>
                    <a:pt x="613" y="2055"/>
                  </a:lnTo>
                  <a:lnTo>
                    <a:pt x="396" y="1976"/>
                  </a:lnTo>
                  <a:lnTo>
                    <a:pt x="159" y="1897"/>
                  </a:lnTo>
                  <a:lnTo>
                    <a:pt x="159" y="1857"/>
                  </a:lnTo>
                  <a:lnTo>
                    <a:pt x="159" y="1798"/>
                  </a:lnTo>
                  <a:lnTo>
                    <a:pt x="198" y="1601"/>
                  </a:lnTo>
                  <a:lnTo>
                    <a:pt x="356" y="1008"/>
                  </a:lnTo>
                  <a:lnTo>
                    <a:pt x="613" y="139"/>
                  </a:lnTo>
                  <a:close/>
                  <a:moveTo>
                    <a:pt x="534" y="1"/>
                  </a:moveTo>
                  <a:lnTo>
                    <a:pt x="238" y="969"/>
                  </a:lnTo>
                  <a:lnTo>
                    <a:pt x="60" y="1660"/>
                  </a:lnTo>
                  <a:lnTo>
                    <a:pt x="1" y="1897"/>
                  </a:lnTo>
                  <a:lnTo>
                    <a:pt x="1" y="1976"/>
                  </a:lnTo>
                  <a:lnTo>
                    <a:pt x="20" y="1996"/>
                  </a:lnTo>
                  <a:lnTo>
                    <a:pt x="277" y="2114"/>
                  </a:lnTo>
                  <a:lnTo>
                    <a:pt x="514" y="2193"/>
                  </a:lnTo>
                  <a:lnTo>
                    <a:pt x="791" y="2272"/>
                  </a:lnTo>
                  <a:lnTo>
                    <a:pt x="1107" y="2351"/>
                  </a:lnTo>
                  <a:lnTo>
                    <a:pt x="1403" y="2391"/>
                  </a:lnTo>
                  <a:lnTo>
                    <a:pt x="1541" y="2411"/>
                  </a:lnTo>
                  <a:lnTo>
                    <a:pt x="1660" y="2391"/>
                  </a:lnTo>
                  <a:lnTo>
                    <a:pt x="1778" y="2371"/>
                  </a:lnTo>
                  <a:lnTo>
                    <a:pt x="1877" y="2332"/>
                  </a:lnTo>
                  <a:lnTo>
                    <a:pt x="1956" y="2292"/>
                  </a:lnTo>
                  <a:lnTo>
                    <a:pt x="2035" y="2213"/>
                  </a:lnTo>
                  <a:lnTo>
                    <a:pt x="2114" y="2114"/>
                  </a:lnTo>
                  <a:lnTo>
                    <a:pt x="2173" y="2015"/>
                  </a:lnTo>
                  <a:lnTo>
                    <a:pt x="2292" y="1778"/>
                  </a:lnTo>
                  <a:lnTo>
                    <a:pt x="2371" y="1522"/>
                  </a:lnTo>
                  <a:lnTo>
                    <a:pt x="2430" y="1245"/>
                  </a:lnTo>
                  <a:lnTo>
                    <a:pt x="2450" y="1008"/>
                  </a:lnTo>
                  <a:lnTo>
                    <a:pt x="2450" y="791"/>
                  </a:lnTo>
                  <a:lnTo>
                    <a:pt x="2430" y="692"/>
                  </a:lnTo>
                  <a:lnTo>
                    <a:pt x="2391" y="613"/>
                  </a:lnTo>
                  <a:lnTo>
                    <a:pt x="2351" y="554"/>
                  </a:lnTo>
                  <a:lnTo>
                    <a:pt x="2252" y="495"/>
                  </a:lnTo>
                  <a:lnTo>
                    <a:pt x="2154" y="435"/>
                  </a:lnTo>
                  <a:lnTo>
                    <a:pt x="2015" y="376"/>
                  </a:lnTo>
                  <a:lnTo>
                    <a:pt x="1719" y="258"/>
                  </a:lnTo>
                  <a:lnTo>
                    <a:pt x="1403" y="179"/>
                  </a:lnTo>
                  <a:lnTo>
                    <a:pt x="791" y="40"/>
                  </a:lnTo>
                  <a:lnTo>
                    <a:pt x="534" y="1"/>
                  </a:lnTo>
                  <a:close/>
                </a:path>
              </a:pathLst>
            </a:custGeom>
            <a:solidFill>
              <a:srgbClr val="E19E8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3" name="Google Shape;8973;p34"/>
            <p:cNvSpPr/>
            <p:nvPr/>
          </p:nvSpPr>
          <p:spPr>
            <a:xfrm>
              <a:off x="9430997" y="3790281"/>
              <a:ext cx="524276" cy="486285"/>
            </a:xfrm>
            <a:custGeom>
              <a:rect b="b" l="l" r="r" t="t"/>
              <a:pathLst>
                <a:path extrusionOk="0" h="9344" w="10074">
                  <a:moveTo>
                    <a:pt x="6894" y="0"/>
                  </a:moveTo>
                  <a:lnTo>
                    <a:pt x="0" y="5353"/>
                  </a:lnTo>
                  <a:lnTo>
                    <a:pt x="1659" y="8276"/>
                  </a:lnTo>
                  <a:lnTo>
                    <a:pt x="1738" y="8434"/>
                  </a:lnTo>
                  <a:lnTo>
                    <a:pt x="1896" y="8731"/>
                  </a:lnTo>
                  <a:lnTo>
                    <a:pt x="1936" y="8770"/>
                  </a:lnTo>
                  <a:lnTo>
                    <a:pt x="1956" y="8810"/>
                  </a:lnTo>
                  <a:lnTo>
                    <a:pt x="2252" y="9343"/>
                  </a:lnTo>
                  <a:lnTo>
                    <a:pt x="3180" y="8790"/>
                  </a:lnTo>
                  <a:lnTo>
                    <a:pt x="3239" y="8750"/>
                  </a:lnTo>
                  <a:lnTo>
                    <a:pt x="3595" y="8533"/>
                  </a:lnTo>
                  <a:lnTo>
                    <a:pt x="3674" y="8494"/>
                  </a:lnTo>
                  <a:lnTo>
                    <a:pt x="3792" y="8415"/>
                  </a:lnTo>
                  <a:lnTo>
                    <a:pt x="3812" y="8415"/>
                  </a:lnTo>
                  <a:lnTo>
                    <a:pt x="3871" y="8375"/>
                  </a:lnTo>
                  <a:lnTo>
                    <a:pt x="3970" y="8316"/>
                  </a:lnTo>
                  <a:lnTo>
                    <a:pt x="3990" y="8296"/>
                  </a:lnTo>
                  <a:lnTo>
                    <a:pt x="4168" y="8197"/>
                  </a:lnTo>
                  <a:lnTo>
                    <a:pt x="4187" y="8178"/>
                  </a:lnTo>
                  <a:lnTo>
                    <a:pt x="8612" y="5491"/>
                  </a:lnTo>
                  <a:lnTo>
                    <a:pt x="9046" y="5235"/>
                  </a:lnTo>
                  <a:lnTo>
                    <a:pt x="9066" y="5215"/>
                  </a:lnTo>
                  <a:lnTo>
                    <a:pt x="9916" y="4701"/>
                  </a:lnTo>
                  <a:lnTo>
                    <a:pt x="10074" y="4622"/>
                  </a:lnTo>
                  <a:lnTo>
                    <a:pt x="10054" y="4603"/>
                  </a:lnTo>
                  <a:lnTo>
                    <a:pt x="10034" y="4563"/>
                  </a:lnTo>
                  <a:lnTo>
                    <a:pt x="9995" y="4504"/>
                  </a:lnTo>
                  <a:lnTo>
                    <a:pt x="9244" y="3417"/>
                  </a:lnTo>
                  <a:lnTo>
                    <a:pt x="6894" y="0"/>
                  </a:lnTo>
                  <a:close/>
                </a:path>
              </a:pathLst>
            </a:custGeom>
            <a:solidFill>
              <a:srgbClr val="F7C2A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4" name="Google Shape;8974;p34"/>
            <p:cNvSpPr/>
            <p:nvPr/>
          </p:nvSpPr>
          <p:spPr>
            <a:xfrm>
              <a:off x="9899685" y="3963996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2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5" name="Google Shape;8975;p34"/>
            <p:cNvSpPr/>
            <p:nvPr/>
          </p:nvSpPr>
          <p:spPr>
            <a:xfrm>
              <a:off x="9839057" y="4092487"/>
              <a:ext cx="52" cy="2082"/>
            </a:xfrm>
            <a:custGeom>
              <a:rect b="b" l="l" r="r" t="t"/>
              <a:pathLst>
                <a:path extrusionOk="0" h="40" w="1">
                  <a:moveTo>
                    <a:pt x="1" y="40"/>
                  </a:moveTo>
                  <a:lnTo>
                    <a:pt x="1" y="40"/>
                  </a:lnTo>
                  <a:lnTo>
                    <a:pt x="1" y="0"/>
                  </a:lnTo>
                  <a:lnTo>
                    <a:pt x="1" y="0"/>
                  </a:lnTo>
                  <a:lnTo>
                    <a:pt x="1" y="40"/>
                  </a:lnTo>
                  <a:lnTo>
                    <a:pt x="1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6" name="Google Shape;8976;p34"/>
            <p:cNvSpPr/>
            <p:nvPr/>
          </p:nvSpPr>
          <p:spPr>
            <a:xfrm>
              <a:off x="9783580" y="4010261"/>
              <a:ext cx="0" cy="2082"/>
            </a:xfrm>
            <a:custGeom>
              <a:rect b="b" l="l" r="r" t="t"/>
              <a:pathLst>
                <a:path extrusionOk="0" h="40" w="0">
                  <a:moveTo>
                    <a:pt x="0" y="40"/>
                  </a:moveTo>
                  <a:lnTo>
                    <a:pt x="0" y="4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7" name="Google Shape;8977;p34"/>
            <p:cNvSpPr/>
            <p:nvPr/>
          </p:nvSpPr>
          <p:spPr>
            <a:xfrm>
              <a:off x="9582074" y="4156239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8" name="Google Shape;8978;p34"/>
            <p:cNvSpPr/>
            <p:nvPr/>
          </p:nvSpPr>
          <p:spPr>
            <a:xfrm>
              <a:off x="9953184" y="4027747"/>
              <a:ext cx="1041" cy="3123"/>
            </a:xfrm>
            <a:custGeom>
              <a:rect b="b" l="l" r="r" t="t"/>
              <a:pathLst>
                <a:path extrusionOk="0" h="60" w="20">
                  <a:moveTo>
                    <a:pt x="0" y="0"/>
                  </a:moveTo>
                  <a:lnTo>
                    <a:pt x="0" y="59"/>
                  </a:lnTo>
                  <a:lnTo>
                    <a:pt x="20" y="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9" name="Google Shape;8979;p34"/>
            <p:cNvSpPr/>
            <p:nvPr/>
          </p:nvSpPr>
          <p:spPr>
            <a:xfrm>
              <a:off x="9516293" y="3966026"/>
              <a:ext cx="434867" cy="310538"/>
            </a:xfrm>
            <a:custGeom>
              <a:rect b="b" l="l" r="r" t="t"/>
              <a:pathLst>
                <a:path extrusionOk="0" h="5967" w="8356">
                  <a:moveTo>
                    <a:pt x="7427" y="21"/>
                  </a:moveTo>
                  <a:lnTo>
                    <a:pt x="7427" y="40"/>
                  </a:lnTo>
                  <a:lnTo>
                    <a:pt x="7447" y="80"/>
                  </a:lnTo>
                  <a:lnTo>
                    <a:pt x="7427" y="100"/>
                  </a:lnTo>
                  <a:lnTo>
                    <a:pt x="7467" y="100"/>
                  </a:lnTo>
                  <a:lnTo>
                    <a:pt x="7486" y="80"/>
                  </a:lnTo>
                  <a:lnTo>
                    <a:pt x="7467" y="21"/>
                  </a:lnTo>
                  <a:close/>
                  <a:moveTo>
                    <a:pt x="4701" y="1364"/>
                  </a:moveTo>
                  <a:lnTo>
                    <a:pt x="4642" y="1423"/>
                  </a:lnTo>
                  <a:lnTo>
                    <a:pt x="4642" y="1423"/>
                  </a:lnTo>
                  <a:lnTo>
                    <a:pt x="4682" y="1403"/>
                  </a:lnTo>
                  <a:lnTo>
                    <a:pt x="4701" y="1364"/>
                  </a:lnTo>
                  <a:close/>
                  <a:moveTo>
                    <a:pt x="79" y="4662"/>
                  </a:moveTo>
                  <a:lnTo>
                    <a:pt x="60" y="4801"/>
                  </a:lnTo>
                  <a:lnTo>
                    <a:pt x="40" y="4860"/>
                  </a:lnTo>
                  <a:lnTo>
                    <a:pt x="20" y="4899"/>
                  </a:lnTo>
                  <a:lnTo>
                    <a:pt x="0" y="4939"/>
                  </a:lnTo>
                  <a:lnTo>
                    <a:pt x="0" y="4978"/>
                  </a:lnTo>
                  <a:lnTo>
                    <a:pt x="0" y="4998"/>
                  </a:lnTo>
                  <a:lnTo>
                    <a:pt x="0" y="5018"/>
                  </a:lnTo>
                  <a:lnTo>
                    <a:pt x="20" y="5077"/>
                  </a:lnTo>
                  <a:lnTo>
                    <a:pt x="60" y="5077"/>
                  </a:lnTo>
                  <a:lnTo>
                    <a:pt x="99" y="5057"/>
                  </a:lnTo>
                  <a:lnTo>
                    <a:pt x="119" y="4998"/>
                  </a:lnTo>
                  <a:lnTo>
                    <a:pt x="119" y="4939"/>
                  </a:lnTo>
                  <a:lnTo>
                    <a:pt x="158" y="4919"/>
                  </a:lnTo>
                  <a:lnTo>
                    <a:pt x="218" y="4919"/>
                  </a:lnTo>
                  <a:lnTo>
                    <a:pt x="218" y="4880"/>
                  </a:lnTo>
                  <a:lnTo>
                    <a:pt x="198" y="4840"/>
                  </a:lnTo>
                  <a:lnTo>
                    <a:pt x="158" y="4781"/>
                  </a:lnTo>
                  <a:lnTo>
                    <a:pt x="198" y="4741"/>
                  </a:lnTo>
                  <a:lnTo>
                    <a:pt x="158" y="4722"/>
                  </a:lnTo>
                  <a:lnTo>
                    <a:pt x="79" y="4662"/>
                  </a:lnTo>
                  <a:close/>
                  <a:moveTo>
                    <a:pt x="7368" y="1"/>
                  </a:moveTo>
                  <a:lnTo>
                    <a:pt x="7328" y="21"/>
                  </a:lnTo>
                  <a:lnTo>
                    <a:pt x="7269" y="40"/>
                  </a:lnTo>
                  <a:lnTo>
                    <a:pt x="7309" y="60"/>
                  </a:lnTo>
                  <a:lnTo>
                    <a:pt x="7309" y="100"/>
                  </a:lnTo>
                  <a:lnTo>
                    <a:pt x="7309" y="139"/>
                  </a:lnTo>
                  <a:lnTo>
                    <a:pt x="7328" y="159"/>
                  </a:lnTo>
                  <a:lnTo>
                    <a:pt x="7348" y="60"/>
                  </a:lnTo>
                  <a:lnTo>
                    <a:pt x="7368" y="60"/>
                  </a:lnTo>
                  <a:lnTo>
                    <a:pt x="7388" y="80"/>
                  </a:lnTo>
                  <a:lnTo>
                    <a:pt x="7388" y="100"/>
                  </a:lnTo>
                  <a:lnTo>
                    <a:pt x="7407" y="139"/>
                  </a:lnTo>
                  <a:lnTo>
                    <a:pt x="7388" y="159"/>
                  </a:lnTo>
                  <a:lnTo>
                    <a:pt x="7368" y="198"/>
                  </a:lnTo>
                  <a:lnTo>
                    <a:pt x="7368" y="258"/>
                  </a:lnTo>
                  <a:lnTo>
                    <a:pt x="7368" y="337"/>
                  </a:lnTo>
                  <a:lnTo>
                    <a:pt x="7328" y="416"/>
                  </a:lnTo>
                  <a:lnTo>
                    <a:pt x="7249" y="376"/>
                  </a:lnTo>
                  <a:lnTo>
                    <a:pt x="7249" y="356"/>
                  </a:lnTo>
                  <a:lnTo>
                    <a:pt x="7249" y="317"/>
                  </a:lnTo>
                  <a:lnTo>
                    <a:pt x="7190" y="238"/>
                  </a:lnTo>
                  <a:lnTo>
                    <a:pt x="7190" y="277"/>
                  </a:lnTo>
                  <a:lnTo>
                    <a:pt x="7170" y="297"/>
                  </a:lnTo>
                  <a:lnTo>
                    <a:pt x="7131" y="277"/>
                  </a:lnTo>
                  <a:lnTo>
                    <a:pt x="7072" y="238"/>
                  </a:lnTo>
                  <a:lnTo>
                    <a:pt x="7052" y="238"/>
                  </a:lnTo>
                  <a:lnTo>
                    <a:pt x="7072" y="277"/>
                  </a:lnTo>
                  <a:lnTo>
                    <a:pt x="7072" y="356"/>
                  </a:lnTo>
                  <a:lnTo>
                    <a:pt x="7052" y="396"/>
                  </a:lnTo>
                  <a:lnTo>
                    <a:pt x="7012" y="376"/>
                  </a:lnTo>
                  <a:lnTo>
                    <a:pt x="6993" y="337"/>
                  </a:lnTo>
                  <a:lnTo>
                    <a:pt x="6973" y="297"/>
                  </a:lnTo>
                  <a:lnTo>
                    <a:pt x="6914" y="317"/>
                  </a:lnTo>
                  <a:lnTo>
                    <a:pt x="6756" y="317"/>
                  </a:lnTo>
                  <a:lnTo>
                    <a:pt x="6677" y="337"/>
                  </a:lnTo>
                  <a:lnTo>
                    <a:pt x="6637" y="356"/>
                  </a:lnTo>
                  <a:lnTo>
                    <a:pt x="6598" y="376"/>
                  </a:lnTo>
                  <a:lnTo>
                    <a:pt x="6696" y="455"/>
                  </a:lnTo>
                  <a:lnTo>
                    <a:pt x="6677" y="356"/>
                  </a:lnTo>
                  <a:lnTo>
                    <a:pt x="6716" y="416"/>
                  </a:lnTo>
                  <a:lnTo>
                    <a:pt x="6736" y="495"/>
                  </a:lnTo>
                  <a:lnTo>
                    <a:pt x="6756" y="653"/>
                  </a:lnTo>
                  <a:lnTo>
                    <a:pt x="6736" y="633"/>
                  </a:lnTo>
                  <a:lnTo>
                    <a:pt x="6677" y="633"/>
                  </a:lnTo>
                  <a:lnTo>
                    <a:pt x="6677" y="593"/>
                  </a:lnTo>
                  <a:lnTo>
                    <a:pt x="6617" y="672"/>
                  </a:lnTo>
                  <a:lnTo>
                    <a:pt x="6657" y="692"/>
                  </a:lnTo>
                  <a:lnTo>
                    <a:pt x="6677" y="692"/>
                  </a:lnTo>
                  <a:lnTo>
                    <a:pt x="6677" y="732"/>
                  </a:lnTo>
                  <a:lnTo>
                    <a:pt x="6617" y="712"/>
                  </a:lnTo>
                  <a:lnTo>
                    <a:pt x="6578" y="692"/>
                  </a:lnTo>
                  <a:lnTo>
                    <a:pt x="6578" y="633"/>
                  </a:lnTo>
                  <a:lnTo>
                    <a:pt x="6558" y="653"/>
                  </a:lnTo>
                  <a:lnTo>
                    <a:pt x="6538" y="692"/>
                  </a:lnTo>
                  <a:lnTo>
                    <a:pt x="6538" y="712"/>
                  </a:lnTo>
                  <a:lnTo>
                    <a:pt x="6538" y="751"/>
                  </a:lnTo>
                  <a:lnTo>
                    <a:pt x="6519" y="751"/>
                  </a:lnTo>
                  <a:lnTo>
                    <a:pt x="6499" y="692"/>
                  </a:lnTo>
                  <a:lnTo>
                    <a:pt x="6519" y="593"/>
                  </a:lnTo>
                  <a:lnTo>
                    <a:pt x="6479" y="574"/>
                  </a:lnTo>
                  <a:lnTo>
                    <a:pt x="6459" y="554"/>
                  </a:lnTo>
                  <a:lnTo>
                    <a:pt x="6440" y="475"/>
                  </a:lnTo>
                  <a:lnTo>
                    <a:pt x="6380" y="514"/>
                  </a:lnTo>
                  <a:lnTo>
                    <a:pt x="6361" y="416"/>
                  </a:lnTo>
                  <a:lnTo>
                    <a:pt x="6341" y="416"/>
                  </a:lnTo>
                  <a:lnTo>
                    <a:pt x="6321" y="455"/>
                  </a:lnTo>
                  <a:lnTo>
                    <a:pt x="6301" y="475"/>
                  </a:lnTo>
                  <a:lnTo>
                    <a:pt x="6262" y="455"/>
                  </a:lnTo>
                  <a:lnTo>
                    <a:pt x="6282" y="534"/>
                  </a:lnTo>
                  <a:lnTo>
                    <a:pt x="6143" y="514"/>
                  </a:lnTo>
                  <a:lnTo>
                    <a:pt x="6025" y="534"/>
                  </a:lnTo>
                  <a:lnTo>
                    <a:pt x="6064" y="593"/>
                  </a:lnTo>
                  <a:lnTo>
                    <a:pt x="6045" y="633"/>
                  </a:lnTo>
                  <a:lnTo>
                    <a:pt x="6025" y="633"/>
                  </a:lnTo>
                  <a:lnTo>
                    <a:pt x="5985" y="613"/>
                  </a:lnTo>
                  <a:lnTo>
                    <a:pt x="5946" y="574"/>
                  </a:lnTo>
                  <a:lnTo>
                    <a:pt x="5906" y="574"/>
                  </a:lnTo>
                  <a:lnTo>
                    <a:pt x="5867" y="613"/>
                  </a:lnTo>
                  <a:lnTo>
                    <a:pt x="5847" y="653"/>
                  </a:lnTo>
                  <a:lnTo>
                    <a:pt x="5808" y="692"/>
                  </a:lnTo>
                  <a:lnTo>
                    <a:pt x="5808" y="732"/>
                  </a:lnTo>
                  <a:lnTo>
                    <a:pt x="5827" y="811"/>
                  </a:lnTo>
                  <a:lnTo>
                    <a:pt x="5808" y="830"/>
                  </a:lnTo>
                  <a:lnTo>
                    <a:pt x="5788" y="811"/>
                  </a:lnTo>
                  <a:lnTo>
                    <a:pt x="5748" y="771"/>
                  </a:lnTo>
                  <a:lnTo>
                    <a:pt x="5729" y="890"/>
                  </a:lnTo>
                  <a:lnTo>
                    <a:pt x="5689" y="909"/>
                  </a:lnTo>
                  <a:lnTo>
                    <a:pt x="5669" y="929"/>
                  </a:lnTo>
                  <a:lnTo>
                    <a:pt x="5650" y="909"/>
                  </a:lnTo>
                  <a:lnTo>
                    <a:pt x="5709" y="811"/>
                  </a:lnTo>
                  <a:lnTo>
                    <a:pt x="5689" y="791"/>
                  </a:lnTo>
                  <a:lnTo>
                    <a:pt x="5669" y="771"/>
                  </a:lnTo>
                  <a:lnTo>
                    <a:pt x="5630" y="791"/>
                  </a:lnTo>
                  <a:lnTo>
                    <a:pt x="5571" y="811"/>
                  </a:lnTo>
                  <a:lnTo>
                    <a:pt x="5531" y="811"/>
                  </a:lnTo>
                  <a:lnTo>
                    <a:pt x="5413" y="1127"/>
                  </a:lnTo>
                  <a:lnTo>
                    <a:pt x="5452" y="1186"/>
                  </a:lnTo>
                  <a:lnTo>
                    <a:pt x="5492" y="1265"/>
                  </a:lnTo>
                  <a:lnTo>
                    <a:pt x="5492" y="1344"/>
                  </a:lnTo>
                  <a:lnTo>
                    <a:pt x="5492" y="1423"/>
                  </a:lnTo>
                  <a:lnTo>
                    <a:pt x="5472" y="1384"/>
                  </a:lnTo>
                  <a:lnTo>
                    <a:pt x="5432" y="1364"/>
                  </a:lnTo>
                  <a:lnTo>
                    <a:pt x="5334" y="1364"/>
                  </a:lnTo>
                  <a:lnTo>
                    <a:pt x="5314" y="1324"/>
                  </a:lnTo>
                  <a:lnTo>
                    <a:pt x="5274" y="1285"/>
                  </a:lnTo>
                  <a:lnTo>
                    <a:pt x="5235" y="1245"/>
                  </a:lnTo>
                  <a:lnTo>
                    <a:pt x="5255" y="1226"/>
                  </a:lnTo>
                  <a:lnTo>
                    <a:pt x="5255" y="1206"/>
                  </a:lnTo>
                  <a:lnTo>
                    <a:pt x="5314" y="1245"/>
                  </a:lnTo>
                  <a:lnTo>
                    <a:pt x="5334" y="1265"/>
                  </a:lnTo>
                  <a:lnTo>
                    <a:pt x="5353" y="1245"/>
                  </a:lnTo>
                  <a:lnTo>
                    <a:pt x="5274" y="1186"/>
                  </a:lnTo>
                  <a:lnTo>
                    <a:pt x="5156" y="1127"/>
                  </a:lnTo>
                  <a:lnTo>
                    <a:pt x="5176" y="1067"/>
                  </a:lnTo>
                  <a:lnTo>
                    <a:pt x="5195" y="1028"/>
                  </a:lnTo>
                  <a:lnTo>
                    <a:pt x="5195" y="1067"/>
                  </a:lnTo>
                  <a:lnTo>
                    <a:pt x="5215" y="1107"/>
                  </a:lnTo>
                  <a:lnTo>
                    <a:pt x="5235" y="1067"/>
                  </a:lnTo>
                  <a:lnTo>
                    <a:pt x="5235" y="1028"/>
                  </a:lnTo>
                  <a:lnTo>
                    <a:pt x="5215" y="988"/>
                  </a:lnTo>
                  <a:lnTo>
                    <a:pt x="5156" y="949"/>
                  </a:lnTo>
                  <a:lnTo>
                    <a:pt x="5136" y="890"/>
                  </a:lnTo>
                  <a:lnTo>
                    <a:pt x="5096" y="929"/>
                  </a:lnTo>
                  <a:lnTo>
                    <a:pt x="5077" y="949"/>
                  </a:lnTo>
                  <a:lnTo>
                    <a:pt x="5096" y="969"/>
                  </a:lnTo>
                  <a:lnTo>
                    <a:pt x="5057" y="949"/>
                  </a:lnTo>
                  <a:lnTo>
                    <a:pt x="5017" y="949"/>
                  </a:lnTo>
                  <a:lnTo>
                    <a:pt x="4998" y="969"/>
                  </a:lnTo>
                  <a:lnTo>
                    <a:pt x="4978" y="988"/>
                  </a:lnTo>
                  <a:lnTo>
                    <a:pt x="4938" y="1048"/>
                  </a:lnTo>
                  <a:lnTo>
                    <a:pt x="4899" y="1048"/>
                  </a:lnTo>
                  <a:lnTo>
                    <a:pt x="4859" y="1028"/>
                  </a:lnTo>
                  <a:lnTo>
                    <a:pt x="4859" y="1028"/>
                  </a:lnTo>
                  <a:lnTo>
                    <a:pt x="4899" y="1067"/>
                  </a:lnTo>
                  <a:lnTo>
                    <a:pt x="4899" y="1087"/>
                  </a:lnTo>
                  <a:lnTo>
                    <a:pt x="4899" y="1127"/>
                  </a:lnTo>
                  <a:lnTo>
                    <a:pt x="4859" y="1147"/>
                  </a:lnTo>
                  <a:lnTo>
                    <a:pt x="4840" y="1127"/>
                  </a:lnTo>
                  <a:lnTo>
                    <a:pt x="4780" y="1087"/>
                  </a:lnTo>
                  <a:lnTo>
                    <a:pt x="4761" y="1127"/>
                  </a:lnTo>
                  <a:lnTo>
                    <a:pt x="4741" y="1147"/>
                  </a:lnTo>
                  <a:lnTo>
                    <a:pt x="4721" y="1186"/>
                  </a:lnTo>
                  <a:lnTo>
                    <a:pt x="4701" y="1166"/>
                  </a:lnTo>
                  <a:lnTo>
                    <a:pt x="4701" y="1226"/>
                  </a:lnTo>
                  <a:lnTo>
                    <a:pt x="4741" y="1265"/>
                  </a:lnTo>
                  <a:lnTo>
                    <a:pt x="4780" y="1324"/>
                  </a:lnTo>
                  <a:lnTo>
                    <a:pt x="4780" y="1344"/>
                  </a:lnTo>
                  <a:lnTo>
                    <a:pt x="4780" y="1384"/>
                  </a:lnTo>
                  <a:lnTo>
                    <a:pt x="4761" y="1443"/>
                  </a:lnTo>
                  <a:lnTo>
                    <a:pt x="4741" y="1463"/>
                  </a:lnTo>
                  <a:lnTo>
                    <a:pt x="4701" y="1463"/>
                  </a:lnTo>
                  <a:lnTo>
                    <a:pt x="4662" y="1482"/>
                  </a:lnTo>
                  <a:lnTo>
                    <a:pt x="4642" y="1463"/>
                  </a:lnTo>
                  <a:lnTo>
                    <a:pt x="4642" y="1423"/>
                  </a:lnTo>
                  <a:lnTo>
                    <a:pt x="4583" y="1482"/>
                  </a:lnTo>
                  <a:lnTo>
                    <a:pt x="4543" y="1463"/>
                  </a:lnTo>
                  <a:lnTo>
                    <a:pt x="4543" y="1423"/>
                  </a:lnTo>
                  <a:lnTo>
                    <a:pt x="4563" y="1384"/>
                  </a:lnTo>
                  <a:lnTo>
                    <a:pt x="4603" y="1364"/>
                  </a:lnTo>
                  <a:lnTo>
                    <a:pt x="4543" y="1364"/>
                  </a:lnTo>
                  <a:lnTo>
                    <a:pt x="4504" y="1403"/>
                  </a:lnTo>
                  <a:lnTo>
                    <a:pt x="4484" y="1443"/>
                  </a:lnTo>
                  <a:lnTo>
                    <a:pt x="4484" y="1522"/>
                  </a:lnTo>
                  <a:lnTo>
                    <a:pt x="4385" y="1522"/>
                  </a:lnTo>
                  <a:lnTo>
                    <a:pt x="4366" y="1463"/>
                  </a:lnTo>
                  <a:lnTo>
                    <a:pt x="4366" y="1403"/>
                  </a:lnTo>
                  <a:lnTo>
                    <a:pt x="4346" y="1324"/>
                  </a:lnTo>
                  <a:lnTo>
                    <a:pt x="4366" y="1285"/>
                  </a:lnTo>
                  <a:lnTo>
                    <a:pt x="4405" y="1285"/>
                  </a:lnTo>
                  <a:lnTo>
                    <a:pt x="4425" y="1324"/>
                  </a:lnTo>
                  <a:lnTo>
                    <a:pt x="4425" y="1364"/>
                  </a:lnTo>
                  <a:lnTo>
                    <a:pt x="4445" y="1384"/>
                  </a:lnTo>
                  <a:lnTo>
                    <a:pt x="4464" y="1384"/>
                  </a:lnTo>
                  <a:lnTo>
                    <a:pt x="4445" y="1305"/>
                  </a:lnTo>
                  <a:lnTo>
                    <a:pt x="4464" y="1305"/>
                  </a:lnTo>
                  <a:lnTo>
                    <a:pt x="4484" y="1285"/>
                  </a:lnTo>
                  <a:lnTo>
                    <a:pt x="4524" y="1245"/>
                  </a:lnTo>
                  <a:lnTo>
                    <a:pt x="4543" y="1245"/>
                  </a:lnTo>
                  <a:lnTo>
                    <a:pt x="4543" y="1265"/>
                  </a:lnTo>
                  <a:lnTo>
                    <a:pt x="4524" y="1285"/>
                  </a:lnTo>
                  <a:lnTo>
                    <a:pt x="4524" y="1285"/>
                  </a:lnTo>
                  <a:lnTo>
                    <a:pt x="4622" y="1245"/>
                  </a:lnTo>
                  <a:lnTo>
                    <a:pt x="4642" y="1226"/>
                  </a:lnTo>
                  <a:lnTo>
                    <a:pt x="4662" y="1147"/>
                  </a:lnTo>
                  <a:lnTo>
                    <a:pt x="4622" y="1147"/>
                  </a:lnTo>
                  <a:lnTo>
                    <a:pt x="4583" y="1166"/>
                  </a:lnTo>
                  <a:lnTo>
                    <a:pt x="4504" y="1186"/>
                  </a:lnTo>
                  <a:lnTo>
                    <a:pt x="4445" y="1226"/>
                  </a:lnTo>
                  <a:lnTo>
                    <a:pt x="4405" y="1226"/>
                  </a:lnTo>
                  <a:lnTo>
                    <a:pt x="4385" y="1206"/>
                  </a:lnTo>
                  <a:lnTo>
                    <a:pt x="4267" y="1403"/>
                  </a:lnTo>
                  <a:lnTo>
                    <a:pt x="4306" y="1463"/>
                  </a:lnTo>
                  <a:lnTo>
                    <a:pt x="4346" y="1502"/>
                  </a:lnTo>
                  <a:lnTo>
                    <a:pt x="4346" y="1542"/>
                  </a:lnTo>
                  <a:lnTo>
                    <a:pt x="4287" y="1502"/>
                  </a:lnTo>
                  <a:lnTo>
                    <a:pt x="4247" y="1463"/>
                  </a:lnTo>
                  <a:lnTo>
                    <a:pt x="4129" y="1463"/>
                  </a:lnTo>
                  <a:lnTo>
                    <a:pt x="4148" y="1502"/>
                  </a:lnTo>
                  <a:lnTo>
                    <a:pt x="4148" y="1522"/>
                  </a:lnTo>
                  <a:lnTo>
                    <a:pt x="4129" y="1581"/>
                  </a:lnTo>
                  <a:lnTo>
                    <a:pt x="4129" y="1621"/>
                  </a:lnTo>
                  <a:lnTo>
                    <a:pt x="4129" y="1640"/>
                  </a:lnTo>
                  <a:lnTo>
                    <a:pt x="4148" y="1680"/>
                  </a:lnTo>
                  <a:lnTo>
                    <a:pt x="4148" y="1640"/>
                  </a:lnTo>
                  <a:lnTo>
                    <a:pt x="4188" y="1660"/>
                  </a:lnTo>
                  <a:lnTo>
                    <a:pt x="4208" y="1700"/>
                  </a:lnTo>
                  <a:lnTo>
                    <a:pt x="4188" y="1719"/>
                  </a:lnTo>
                  <a:lnTo>
                    <a:pt x="4208" y="1759"/>
                  </a:lnTo>
                  <a:lnTo>
                    <a:pt x="4227" y="1798"/>
                  </a:lnTo>
                  <a:lnTo>
                    <a:pt x="4227" y="1818"/>
                  </a:lnTo>
                  <a:lnTo>
                    <a:pt x="4168" y="1818"/>
                  </a:lnTo>
                  <a:lnTo>
                    <a:pt x="4148" y="1798"/>
                  </a:lnTo>
                  <a:lnTo>
                    <a:pt x="4129" y="1779"/>
                  </a:lnTo>
                  <a:lnTo>
                    <a:pt x="4069" y="1759"/>
                  </a:lnTo>
                  <a:lnTo>
                    <a:pt x="4069" y="1640"/>
                  </a:lnTo>
                  <a:lnTo>
                    <a:pt x="4089" y="1561"/>
                  </a:lnTo>
                  <a:lnTo>
                    <a:pt x="4109" y="1502"/>
                  </a:lnTo>
                  <a:lnTo>
                    <a:pt x="4089" y="1482"/>
                  </a:lnTo>
                  <a:lnTo>
                    <a:pt x="4069" y="1502"/>
                  </a:lnTo>
                  <a:lnTo>
                    <a:pt x="4010" y="1502"/>
                  </a:lnTo>
                  <a:lnTo>
                    <a:pt x="4030" y="1542"/>
                  </a:lnTo>
                  <a:lnTo>
                    <a:pt x="4050" y="1581"/>
                  </a:lnTo>
                  <a:lnTo>
                    <a:pt x="4050" y="1601"/>
                  </a:lnTo>
                  <a:lnTo>
                    <a:pt x="4069" y="1621"/>
                  </a:lnTo>
                  <a:lnTo>
                    <a:pt x="4010" y="1700"/>
                  </a:lnTo>
                  <a:lnTo>
                    <a:pt x="3971" y="1798"/>
                  </a:lnTo>
                  <a:lnTo>
                    <a:pt x="3911" y="1877"/>
                  </a:lnTo>
                  <a:lnTo>
                    <a:pt x="3852" y="1956"/>
                  </a:lnTo>
                  <a:lnTo>
                    <a:pt x="3832" y="1897"/>
                  </a:lnTo>
                  <a:lnTo>
                    <a:pt x="3852" y="1858"/>
                  </a:lnTo>
                  <a:lnTo>
                    <a:pt x="3872" y="1759"/>
                  </a:lnTo>
                  <a:lnTo>
                    <a:pt x="3892" y="1719"/>
                  </a:lnTo>
                  <a:lnTo>
                    <a:pt x="3892" y="1680"/>
                  </a:lnTo>
                  <a:lnTo>
                    <a:pt x="3872" y="1640"/>
                  </a:lnTo>
                  <a:lnTo>
                    <a:pt x="3852" y="1581"/>
                  </a:lnTo>
                  <a:lnTo>
                    <a:pt x="3832" y="1621"/>
                  </a:lnTo>
                  <a:lnTo>
                    <a:pt x="3813" y="1660"/>
                  </a:lnTo>
                  <a:lnTo>
                    <a:pt x="3813" y="1700"/>
                  </a:lnTo>
                  <a:lnTo>
                    <a:pt x="3793" y="1719"/>
                  </a:lnTo>
                  <a:lnTo>
                    <a:pt x="3753" y="1700"/>
                  </a:lnTo>
                  <a:lnTo>
                    <a:pt x="3734" y="1700"/>
                  </a:lnTo>
                  <a:lnTo>
                    <a:pt x="3694" y="1739"/>
                  </a:lnTo>
                  <a:lnTo>
                    <a:pt x="3635" y="1779"/>
                  </a:lnTo>
                  <a:lnTo>
                    <a:pt x="3595" y="1818"/>
                  </a:lnTo>
                  <a:lnTo>
                    <a:pt x="3655" y="1858"/>
                  </a:lnTo>
                  <a:lnTo>
                    <a:pt x="3635" y="1877"/>
                  </a:lnTo>
                  <a:lnTo>
                    <a:pt x="3595" y="1897"/>
                  </a:lnTo>
                  <a:lnTo>
                    <a:pt x="3536" y="1917"/>
                  </a:lnTo>
                  <a:lnTo>
                    <a:pt x="3536" y="1897"/>
                  </a:lnTo>
                  <a:lnTo>
                    <a:pt x="3516" y="1937"/>
                  </a:lnTo>
                  <a:lnTo>
                    <a:pt x="3516" y="1917"/>
                  </a:lnTo>
                  <a:lnTo>
                    <a:pt x="3477" y="1956"/>
                  </a:lnTo>
                  <a:lnTo>
                    <a:pt x="3437" y="1996"/>
                  </a:lnTo>
                  <a:lnTo>
                    <a:pt x="3378" y="2035"/>
                  </a:lnTo>
                  <a:lnTo>
                    <a:pt x="3339" y="2075"/>
                  </a:lnTo>
                  <a:lnTo>
                    <a:pt x="3378" y="2095"/>
                  </a:lnTo>
                  <a:lnTo>
                    <a:pt x="3398" y="2075"/>
                  </a:lnTo>
                  <a:lnTo>
                    <a:pt x="3418" y="2035"/>
                  </a:lnTo>
                  <a:lnTo>
                    <a:pt x="3437" y="2016"/>
                  </a:lnTo>
                  <a:lnTo>
                    <a:pt x="3497" y="2035"/>
                  </a:lnTo>
                  <a:lnTo>
                    <a:pt x="3516" y="2055"/>
                  </a:lnTo>
                  <a:lnTo>
                    <a:pt x="3536" y="2095"/>
                  </a:lnTo>
                  <a:lnTo>
                    <a:pt x="3497" y="2134"/>
                  </a:lnTo>
                  <a:lnTo>
                    <a:pt x="3457" y="2193"/>
                  </a:lnTo>
                  <a:lnTo>
                    <a:pt x="3418" y="2253"/>
                  </a:lnTo>
                  <a:lnTo>
                    <a:pt x="3378" y="2312"/>
                  </a:lnTo>
                  <a:lnTo>
                    <a:pt x="3418" y="2312"/>
                  </a:lnTo>
                  <a:lnTo>
                    <a:pt x="3398" y="2351"/>
                  </a:lnTo>
                  <a:lnTo>
                    <a:pt x="3378" y="2371"/>
                  </a:lnTo>
                  <a:lnTo>
                    <a:pt x="3319" y="2411"/>
                  </a:lnTo>
                  <a:lnTo>
                    <a:pt x="3299" y="2411"/>
                  </a:lnTo>
                  <a:lnTo>
                    <a:pt x="3279" y="2391"/>
                  </a:lnTo>
                  <a:lnTo>
                    <a:pt x="3260" y="2351"/>
                  </a:lnTo>
                  <a:lnTo>
                    <a:pt x="3260" y="2292"/>
                  </a:lnTo>
                  <a:lnTo>
                    <a:pt x="3260" y="2272"/>
                  </a:lnTo>
                  <a:lnTo>
                    <a:pt x="3240" y="2272"/>
                  </a:lnTo>
                  <a:lnTo>
                    <a:pt x="3260" y="2233"/>
                  </a:lnTo>
                  <a:lnTo>
                    <a:pt x="3279" y="2193"/>
                  </a:lnTo>
                  <a:lnTo>
                    <a:pt x="3299" y="2174"/>
                  </a:lnTo>
                  <a:lnTo>
                    <a:pt x="3279" y="2134"/>
                  </a:lnTo>
                  <a:lnTo>
                    <a:pt x="3161" y="2055"/>
                  </a:lnTo>
                  <a:lnTo>
                    <a:pt x="3161" y="2095"/>
                  </a:lnTo>
                  <a:lnTo>
                    <a:pt x="3121" y="2114"/>
                  </a:lnTo>
                  <a:lnTo>
                    <a:pt x="3042" y="2114"/>
                  </a:lnTo>
                  <a:lnTo>
                    <a:pt x="3102" y="2134"/>
                  </a:lnTo>
                  <a:lnTo>
                    <a:pt x="3121" y="2174"/>
                  </a:lnTo>
                  <a:lnTo>
                    <a:pt x="3102" y="2193"/>
                  </a:lnTo>
                  <a:lnTo>
                    <a:pt x="3062" y="2174"/>
                  </a:lnTo>
                  <a:lnTo>
                    <a:pt x="3062" y="2174"/>
                  </a:lnTo>
                  <a:lnTo>
                    <a:pt x="3161" y="2272"/>
                  </a:lnTo>
                  <a:lnTo>
                    <a:pt x="3181" y="2253"/>
                  </a:lnTo>
                  <a:lnTo>
                    <a:pt x="3200" y="2213"/>
                  </a:lnTo>
                  <a:lnTo>
                    <a:pt x="3220" y="2193"/>
                  </a:lnTo>
                  <a:lnTo>
                    <a:pt x="3260" y="2193"/>
                  </a:lnTo>
                  <a:lnTo>
                    <a:pt x="3220" y="2253"/>
                  </a:lnTo>
                  <a:lnTo>
                    <a:pt x="3220" y="2312"/>
                  </a:lnTo>
                  <a:lnTo>
                    <a:pt x="3220" y="2371"/>
                  </a:lnTo>
                  <a:lnTo>
                    <a:pt x="3181" y="2430"/>
                  </a:lnTo>
                  <a:lnTo>
                    <a:pt x="3161" y="2391"/>
                  </a:lnTo>
                  <a:lnTo>
                    <a:pt x="3181" y="2371"/>
                  </a:lnTo>
                  <a:lnTo>
                    <a:pt x="3181" y="2351"/>
                  </a:lnTo>
                  <a:lnTo>
                    <a:pt x="3141" y="2371"/>
                  </a:lnTo>
                  <a:lnTo>
                    <a:pt x="3141" y="2411"/>
                  </a:lnTo>
                  <a:lnTo>
                    <a:pt x="3121" y="2430"/>
                  </a:lnTo>
                  <a:lnTo>
                    <a:pt x="3082" y="2450"/>
                  </a:lnTo>
                  <a:lnTo>
                    <a:pt x="3082" y="2371"/>
                  </a:lnTo>
                  <a:lnTo>
                    <a:pt x="3062" y="2332"/>
                  </a:lnTo>
                  <a:lnTo>
                    <a:pt x="3023" y="2292"/>
                  </a:lnTo>
                  <a:lnTo>
                    <a:pt x="3062" y="2411"/>
                  </a:lnTo>
                  <a:lnTo>
                    <a:pt x="3042" y="2391"/>
                  </a:lnTo>
                  <a:lnTo>
                    <a:pt x="3023" y="2391"/>
                  </a:lnTo>
                  <a:lnTo>
                    <a:pt x="3003" y="2371"/>
                  </a:lnTo>
                  <a:lnTo>
                    <a:pt x="2983" y="2371"/>
                  </a:lnTo>
                  <a:lnTo>
                    <a:pt x="3003" y="2391"/>
                  </a:lnTo>
                  <a:lnTo>
                    <a:pt x="3003" y="2411"/>
                  </a:lnTo>
                  <a:lnTo>
                    <a:pt x="3023" y="2450"/>
                  </a:lnTo>
                  <a:lnTo>
                    <a:pt x="3003" y="2470"/>
                  </a:lnTo>
                  <a:lnTo>
                    <a:pt x="2963" y="2450"/>
                  </a:lnTo>
                  <a:lnTo>
                    <a:pt x="2944" y="2430"/>
                  </a:lnTo>
                  <a:lnTo>
                    <a:pt x="2924" y="2450"/>
                  </a:lnTo>
                  <a:lnTo>
                    <a:pt x="2904" y="2470"/>
                  </a:lnTo>
                  <a:lnTo>
                    <a:pt x="2924" y="2509"/>
                  </a:lnTo>
                  <a:lnTo>
                    <a:pt x="2904" y="2549"/>
                  </a:lnTo>
                  <a:lnTo>
                    <a:pt x="2944" y="2549"/>
                  </a:lnTo>
                  <a:lnTo>
                    <a:pt x="2983" y="2588"/>
                  </a:lnTo>
                  <a:lnTo>
                    <a:pt x="3003" y="2648"/>
                  </a:lnTo>
                  <a:lnTo>
                    <a:pt x="3003" y="2687"/>
                  </a:lnTo>
                  <a:lnTo>
                    <a:pt x="2944" y="2727"/>
                  </a:lnTo>
                  <a:lnTo>
                    <a:pt x="2904" y="2766"/>
                  </a:lnTo>
                  <a:lnTo>
                    <a:pt x="2865" y="2786"/>
                  </a:lnTo>
                  <a:lnTo>
                    <a:pt x="2805" y="2766"/>
                  </a:lnTo>
                  <a:lnTo>
                    <a:pt x="2805" y="2825"/>
                  </a:lnTo>
                  <a:lnTo>
                    <a:pt x="2786" y="2786"/>
                  </a:lnTo>
                  <a:lnTo>
                    <a:pt x="2746" y="2806"/>
                  </a:lnTo>
                  <a:lnTo>
                    <a:pt x="2726" y="2825"/>
                  </a:lnTo>
                  <a:lnTo>
                    <a:pt x="2707" y="2845"/>
                  </a:lnTo>
                  <a:lnTo>
                    <a:pt x="2687" y="2806"/>
                  </a:lnTo>
                  <a:lnTo>
                    <a:pt x="2687" y="2786"/>
                  </a:lnTo>
                  <a:lnTo>
                    <a:pt x="2726" y="2766"/>
                  </a:lnTo>
                  <a:lnTo>
                    <a:pt x="2746" y="2707"/>
                  </a:lnTo>
                  <a:lnTo>
                    <a:pt x="2746" y="2667"/>
                  </a:lnTo>
                  <a:lnTo>
                    <a:pt x="2726" y="2628"/>
                  </a:lnTo>
                  <a:lnTo>
                    <a:pt x="2687" y="2628"/>
                  </a:lnTo>
                  <a:lnTo>
                    <a:pt x="2667" y="2608"/>
                  </a:lnTo>
                  <a:lnTo>
                    <a:pt x="2647" y="2549"/>
                  </a:lnTo>
                  <a:lnTo>
                    <a:pt x="2627" y="2588"/>
                  </a:lnTo>
                  <a:lnTo>
                    <a:pt x="2647" y="2628"/>
                  </a:lnTo>
                  <a:lnTo>
                    <a:pt x="2687" y="2667"/>
                  </a:lnTo>
                  <a:lnTo>
                    <a:pt x="2707" y="2727"/>
                  </a:lnTo>
                  <a:lnTo>
                    <a:pt x="2608" y="2727"/>
                  </a:lnTo>
                  <a:lnTo>
                    <a:pt x="2588" y="2687"/>
                  </a:lnTo>
                  <a:lnTo>
                    <a:pt x="2568" y="2707"/>
                  </a:lnTo>
                  <a:lnTo>
                    <a:pt x="2568" y="2746"/>
                  </a:lnTo>
                  <a:lnTo>
                    <a:pt x="2568" y="2786"/>
                  </a:lnTo>
                  <a:lnTo>
                    <a:pt x="2548" y="2806"/>
                  </a:lnTo>
                  <a:lnTo>
                    <a:pt x="2469" y="2687"/>
                  </a:lnTo>
                  <a:lnTo>
                    <a:pt x="2469" y="2707"/>
                  </a:lnTo>
                  <a:lnTo>
                    <a:pt x="2430" y="2707"/>
                  </a:lnTo>
                  <a:lnTo>
                    <a:pt x="2450" y="2746"/>
                  </a:lnTo>
                  <a:lnTo>
                    <a:pt x="2469" y="2766"/>
                  </a:lnTo>
                  <a:lnTo>
                    <a:pt x="2469" y="2746"/>
                  </a:lnTo>
                  <a:lnTo>
                    <a:pt x="2489" y="2766"/>
                  </a:lnTo>
                  <a:lnTo>
                    <a:pt x="2469" y="2786"/>
                  </a:lnTo>
                  <a:lnTo>
                    <a:pt x="2450" y="2806"/>
                  </a:lnTo>
                  <a:lnTo>
                    <a:pt x="2430" y="2825"/>
                  </a:lnTo>
                  <a:lnTo>
                    <a:pt x="2430" y="2845"/>
                  </a:lnTo>
                  <a:lnTo>
                    <a:pt x="2430" y="2865"/>
                  </a:lnTo>
                  <a:lnTo>
                    <a:pt x="2410" y="2845"/>
                  </a:lnTo>
                  <a:lnTo>
                    <a:pt x="2390" y="2845"/>
                  </a:lnTo>
                  <a:lnTo>
                    <a:pt x="2351" y="2865"/>
                  </a:lnTo>
                  <a:lnTo>
                    <a:pt x="2311" y="2885"/>
                  </a:lnTo>
                  <a:lnTo>
                    <a:pt x="2272" y="2904"/>
                  </a:lnTo>
                  <a:lnTo>
                    <a:pt x="2311" y="2944"/>
                  </a:lnTo>
                  <a:lnTo>
                    <a:pt x="2331" y="2964"/>
                  </a:lnTo>
                  <a:lnTo>
                    <a:pt x="2351" y="2944"/>
                  </a:lnTo>
                  <a:lnTo>
                    <a:pt x="2351" y="2924"/>
                  </a:lnTo>
                  <a:lnTo>
                    <a:pt x="2371" y="2885"/>
                  </a:lnTo>
                  <a:lnTo>
                    <a:pt x="2390" y="2885"/>
                  </a:lnTo>
                  <a:lnTo>
                    <a:pt x="2430" y="2924"/>
                  </a:lnTo>
                  <a:lnTo>
                    <a:pt x="2410" y="2944"/>
                  </a:lnTo>
                  <a:lnTo>
                    <a:pt x="2390" y="2983"/>
                  </a:lnTo>
                  <a:lnTo>
                    <a:pt x="2331" y="3043"/>
                  </a:lnTo>
                  <a:lnTo>
                    <a:pt x="2272" y="3102"/>
                  </a:lnTo>
                  <a:lnTo>
                    <a:pt x="2232" y="3141"/>
                  </a:lnTo>
                  <a:lnTo>
                    <a:pt x="2232" y="3181"/>
                  </a:lnTo>
                  <a:lnTo>
                    <a:pt x="2173" y="3181"/>
                  </a:lnTo>
                  <a:lnTo>
                    <a:pt x="2153" y="3161"/>
                  </a:lnTo>
                  <a:lnTo>
                    <a:pt x="2134" y="3122"/>
                  </a:lnTo>
                  <a:lnTo>
                    <a:pt x="2114" y="3062"/>
                  </a:lnTo>
                  <a:lnTo>
                    <a:pt x="2153" y="3023"/>
                  </a:lnTo>
                  <a:lnTo>
                    <a:pt x="2193" y="3003"/>
                  </a:lnTo>
                  <a:lnTo>
                    <a:pt x="2213" y="3003"/>
                  </a:lnTo>
                  <a:lnTo>
                    <a:pt x="2252" y="2964"/>
                  </a:lnTo>
                  <a:lnTo>
                    <a:pt x="2193" y="2983"/>
                  </a:lnTo>
                  <a:lnTo>
                    <a:pt x="2134" y="3023"/>
                  </a:lnTo>
                  <a:lnTo>
                    <a:pt x="2094" y="3082"/>
                  </a:lnTo>
                  <a:lnTo>
                    <a:pt x="2074" y="3161"/>
                  </a:lnTo>
                  <a:lnTo>
                    <a:pt x="2015" y="3161"/>
                  </a:lnTo>
                  <a:lnTo>
                    <a:pt x="1936" y="3122"/>
                  </a:lnTo>
                  <a:lnTo>
                    <a:pt x="1857" y="3102"/>
                  </a:lnTo>
                  <a:lnTo>
                    <a:pt x="1837" y="3122"/>
                  </a:lnTo>
                  <a:lnTo>
                    <a:pt x="1818" y="3141"/>
                  </a:lnTo>
                  <a:lnTo>
                    <a:pt x="1877" y="3181"/>
                  </a:lnTo>
                  <a:lnTo>
                    <a:pt x="1916" y="3201"/>
                  </a:lnTo>
                  <a:lnTo>
                    <a:pt x="1897" y="3220"/>
                  </a:lnTo>
                  <a:lnTo>
                    <a:pt x="1877" y="3240"/>
                  </a:lnTo>
                  <a:lnTo>
                    <a:pt x="1837" y="3260"/>
                  </a:lnTo>
                  <a:lnTo>
                    <a:pt x="1857" y="3280"/>
                  </a:lnTo>
                  <a:lnTo>
                    <a:pt x="1877" y="3299"/>
                  </a:lnTo>
                  <a:lnTo>
                    <a:pt x="1897" y="3299"/>
                  </a:lnTo>
                  <a:lnTo>
                    <a:pt x="1897" y="3339"/>
                  </a:lnTo>
                  <a:lnTo>
                    <a:pt x="1857" y="3339"/>
                  </a:lnTo>
                  <a:lnTo>
                    <a:pt x="1837" y="3319"/>
                  </a:lnTo>
                  <a:lnTo>
                    <a:pt x="1818" y="3299"/>
                  </a:lnTo>
                  <a:lnTo>
                    <a:pt x="1818" y="3319"/>
                  </a:lnTo>
                  <a:lnTo>
                    <a:pt x="1778" y="3319"/>
                  </a:lnTo>
                  <a:lnTo>
                    <a:pt x="1739" y="3299"/>
                  </a:lnTo>
                  <a:lnTo>
                    <a:pt x="1679" y="3299"/>
                  </a:lnTo>
                  <a:lnTo>
                    <a:pt x="1679" y="3359"/>
                  </a:lnTo>
                  <a:lnTo>
                    <a:pt x="1699" y="3359"/>
                  </a:lnTo>
                  <a:lnTo>
                    <a:pt x="1719" y="3339"/>
                  </a:lnTo>
                  <a:lnTo>
                    <a:pt x="1758" y="3378"/>
                  </a:lnTo>
                  <a:lnTo>
                    <a:pt x="1758" y="3418"/>
                  </a:lnTo>
                  <a:lnTo>
                    <a:pt x="1758" y="3497"/>
                  </a:lnTo>
                  <a:lnTo>
                    <a:pt x="1739" y="3477"/>
                  </a:lnTo>
                  <a:lnTo>
                    <a:pt x="1739" y="3497"/>
                  </a:lnTo>
                  <a:lnTo>
                    <a:pt x="1699" y="3517"/>
                  </a:lnTo>
                  <a:lnTo>
                    <a:pt x="1679" y="3477"/>
                  </a:lnTo>
                  <a:lnTo>
                    <a:pt x="1679" y="3458"/>
                  </a:lnTo>
                  <a:lnTo>
                    <a:pt x="1719" y="3438"/>
                  </a:lnTo>
                  <a:lnTo>
                    <a:pt x="1719" y="3418"/>
                  </a:lnTo>
                  <a:lnTo>
                    <a:pt x="1640" y="3438"/>
                  </a:lnTo>
                  <a:lnTo>
                    <a:pt x="1660" y="3438"/>
                  </a:lnTo>
                  <a:lnTo>
                    <a:pt x="1640" y="3556"/>
                  </a:lnTo>
                  <a:lnTo>
                    <a:pt x="1660" y="3537"/>
                  </a:lnTo>
                  <a:lnTo>
                    <a:pt x="1679" y="3537"/>
                  </a:lnTo>
                  <a:lnTo>
                    <a:pt x="1699" y="3576"/>
                  </a:lnTo>
                  <a:lnTo>
                    <a:pt x="1719" y="3616"/>
                  </a:lnTo>
                  <a:lnTo>
                    <a:pt x="1719" y="3635"/>
                  </a:lnTo>
                  <a:lnTo>
                    <a:pt x="1640" y="3655"/>
                  </a:lnTo>
                  <a:lnTo>
                    <a:pt x="1600" y="3635"/>
                  </a:lnTo>
                  <a:lnTo>
                    <a:pt x="1561" y="3596"/>
                  </a:lnTo>
                  <a:lnTo>
                    <a:pt x="1581" y="3655"/>
                  </a:lnTo>
                  <a:lnTo>
                    <a:pt x="1561" y="3695"/>
                  </a:lnTo>
                  <a:lnTo>
                    <a:pt x="1521" y="3754"/>
                  </a:lnTo>
                  <a:lnTo>
                    <a:pt x="1541" y="3774"/>
                  </a:lnTo>
                  <a:lnTo>
                    <a:pt x="1561" y="3793"/>
                  </a:lnTo>
                  <a:lnTo>
                    <a:pt x="1581" y="3853"/>
                  </a:lnTo>
                  <a:lnTo>
                    <a:pt x="1462" y="3833"/>
                  </a:lnTo>
                  <a:lnTo>
                    <a:pt x="1462" y="3793"/>
                  </a:lnTo>
                  <a:lnTo>
                    <a:pt x="1442" y="3774"/>
                  </a:lnTo>
                  <a:lnTo>
                    <a:pt x="1403" y="3754"/>
                  </a:lnTo>
                  <a:lnTo>
                    <a:pt x="1363" y="3714"/>
                  </a:lnTo>
                  <a:lnTo>
                    <a:pt x="1363" y="3655"/>
                  </a:lnTo>
                  <a:lnTo>
                    <a:pt x="1383" y="3635"/>
                  </a:lnTo>
                  <a:lnTo>
                    <a:pt x="1442" y="3616"/>
                  </a:lnTo>
                  <a:lnTo>
                    <a:pt x="1403" y="3596"/>
                  </a:lnTo>
                  <a:lnTo>
                    <a:pt x="1363" y="3596"/>
                  </a:lnTo>
                  <a:lnTo>
                    <a:pt x="1363" y="3616"/>
                  </a:lnTo>
                  <a:lnTo>
                    <a:pt x="1344" y="3655"/>
                  </a:lnTo>
                  <a:lnTo>
                    <a:pt x="1344" y="3714"/>
                  </a:lnTo>
                  <a:lnTo>
                    <a:pt x="1324" y="3734"/>
                  </a:lnTo>
                  <a:lnTo>
                    <a:pt x="1284" y="3734"/>
                  </a:lnTo>
                  <a:lnTo>
                    <a:pt x="1265" y="3714"/>
                  </a:lnTo>
                  <a:lnTo>
                    <a:pt x="1265" y="3675"/>
                  </a:lnTo>
                  <a:lnTo>
                    <a:pt x="1245" y="3734"/>
                  </a:lnTo>
                  <a:lnTo>
                    <a:pt x="1225" y="3754"/>
                  </a:lnTo>
                  <a:lnTo>
                    <a:pt x="1205" y="3754"/>
                  </a:lnTo>
                  <a:lnTo>
                    <a:pt x="1265" y="3793"/>
                  </a:lnTo>
                  <a:lnTo>
                    <a:pt x="1284" y="3833"/>
                  </a:lnTo>
                  <a:lnTo>
                    <a:pt x="1284" y="3872"/>
                  </a:lnTo>
                  <a:lnTo>
                    <a:pt x="1166" y="3833"/>
                  </a:lnTo>
                  <a:lnTo>
                    <a:pt x="1146" y="3853"/>
                  </a:lnTo>
                  <a:lnTo>
                    <a:pt x="1146" y="3872"/>
                  </a:lnTo>
                  <a:lnTo>
                    <a:pt x="1146" y="3912"/>
                  </a:lnTo>
                  <a:lnTo>
                    <a:pt x="1186" y="3951"/>
                  </a:lnTo>
                  <a:lnTo>
                    <a:pt x="1186" y="4011"/>
                  </a:lnTo>
                  <a:lnTo>
                    <a:pt x="1265" y="4050"/>
                  </a:lnTo>
                  <a:lnTo>
                    <a:pt x="1265" y="4090"/>
                  </a:lnTo>
                  <a:lnTo>
                    <a:pt x="1245" y="4109"/>
                  </a:lnTo>
                  <a:lnTo>
                    <a:pt x="1225" y="4129"/>
                  </a:lnTo>
                  <a:lnTo>
                    <a:pt x="1245" y="4169"/>
                  </a:lnTo>
                  <a:lnTo>
                    <a:pt x="1265" y="4149"/>
                  </a:lnTo>
                  <a:lnTo>
                    <a:pt x="1265" y="4129"/>
                  </a:lnTo>
                  <a:lnTo>
                    <a:pt x="1284" y="4090"/>
                  </a:lnTo>
                  <a:lnTo>
                    <a:pt x="1304" y="4070"/>
                  </a:lnTo>
                  <a:lnTo>
                    <a:pt x="1324" y="4129"/>
                  </a:lnTo>
                  <a:lnTo>
                    <a:pt x="1324" y="4149"/>
                  </a:lnTo>
                  <a:lnTo>
                    <a:pt x="1304" y="4169"/>
                  </a:lnTo>
                  <a:lnTo>
                    <a:pt x="1304" y="4208"/>
                  </a:lnTo>
                  <a:lnTo>
                    <a:pt x="1205" y="4208"/>
                  </a:lnTo>
                  <a:lnTo>
                    <a:pt x="1126" y="4188"/>
                  </a:lnTo>
                  <a:lnTo>
                    <a:pt x="1067" y="4109"/>
                  </a:lnTo>
                  <a:lnTo>
                    <a:pt x="1067" y="4011"/>
                  </a:lnTo>
                  <a:lnTo>
                    <a:pt x="1028" y="3932"/>
                  </a:lnTo>
                  <a:lnTo>
                    <a:pt x="968" y="3833"/>
                  </a:lnTo>
                  <a:lnTo>
                    <a:pt x="870" y="3951"/>
                  </a:lnTo>
                  <a:lnTo>
                    <a:pt x="830" y="3991"/>
                  </a:lnTo>
                  <a:lnTo>
                    <a:pt x="771" y="3991"/>
                  </a:lnTo>
                  <a:lnTo>
                    <a:pt x="751" y="4050"/>
                  </a:lnTo>
                  <a:lnTo>
                    <a:pt x="771" y="4129"/>
                  </a:lnTo>
                  <a:lnTo>
                    <a:pt x="870" y="4228"/>
                  </a:lnTo>
                  <a:lnTo>
                    <a:pt x="830" y="4267"/>
                  </a:lnTo>
                  <a:lnTo>
                    <a:pt x="810" y="4248"/>
                  </a:lnTo>
                  <a:lnTo>
                    <a:pt x="810" y="4188"/>
                  </a:lnTo>
                  <a:lnTo>
                    <a:pt x="751" y="4327"/>
                  </a:lnTo>
                  <a:lnTo>
                    <a:pt x="712" y="4366"/>
                  </a:lnTo>
                  <a:lnTo>
                    <a:pt x="652" y="4425"/>
                  </a:lnTo>
                  <a:lnTo>
                    <a:pt x="652" y="4465"/>
                  </a:lnTo>
                  <a:lnTo>
                    <a:pt x="672" y="4504"/>
                  </a:lnTo>
                  <a:lnTo>
                    <a:pt x="751" y="4583"/>
                  </a:lnTo>
                  <a:lnTo>
                    <a:pt x="712" y="4623"/>
                  </a:lnTo>
                  <a:lnTo>
                    <a:pt x="731" y="4643"/>
                  </a:lnTo>
                  <a:lnTo>
                    <a:pt x="751" y="4682"/>
                  </a:lnTo>
                  <a:lnTo>
                    <a:pt x="731" y="4722"/>
                  </a:lnTo>
                  <a:lnTo>
                    <a:pt x="672" y="4761"/>
                  </a:lnTo>
                  <a:lnTo>
                    <a:pt x="672" y="4702"/>
                  </a:lnTo>
                  <a:lnTo>
                    <a:pt x="652" y="4682"/>
                  </a:lnTo>
                  <a:lnTo>
                    <a:pt x="613" y="4682"/>
                  </a:lnTo>
                  <a:lnTo>
                    <a:pt x="593" y="4702"/>
                  </a:lnTo>
                  <a:lnTo>
                    <a:pt x="573" y="4722"/>
                  </a:lnTo>
                  <a:lnTo>
                    <a:pt x="573" y="4761"/>
                  </a:lnTo>
                  <a:lnTo>
                    <a:pt x="534" y="4682"/>
                  </a:lnTo>
                  <a:lnTo>
                    <a:pt x="534" y="4662"/>
                  </a:lnTo>
                  <a:lnTo>
                    <a:pt x="554" y="4643"/>
                  </a:lnTo>
                  <a:lnTo>
                    <a:pt x="593" y="4662"/>
                  </a:lnTo>
                  <a:lnTo>
                    <a:pt x="613" y="4583"/>
                  </a:lnTo>
                  <a:lnTo>
                    <a:pt x="593" y="4603"/>
                  </a:lnTo>
                  <a:lnTo>
                    <a:pt x="573" y="4623"/>
                  </a:lnTo>
                  <a:lnTo>
                    <a:pt x="514" y="4623"/>
                  </a:lnTo>
                  <a:lnTo>
                    <a:pt x="455" y="4583"/>
                  </a:lnTo>
                  <a:lnTo>
                    <a:pt x="415" y="4524"/>
                  </a:lnTo>
                  <a:lnTo>
                    <a:pt x="415" y="4564"/>
                  </a:lnTo>
                  <a:lnTo>
                    <a:pt x="415" y="4583"/>
                  </a:lnTo>
                  <a:lnTo>
                    <a:pt x="455" y="4603"/>
                  </a:lnTo>
                  <a:lnTo>
                    <a:pt x="475" y="4623"/>
                  </a:lnTo>
                  <a:lnTo>
                    <a:pt x="475" y="4643"/>
                  </a:lnTo>
                  <a:lnTo>
                    <a:pt x="475" y="4662"/>
                  </a:lnTo>
                  <a:lnTo>
                    <a:pt x="396" y="4643"/>
                  </a:lnTo>
                  <a:lnTo>
                    <a:pt x="356" y="4662"/>
                  </a:lnTo>
                  <a:lnTo>
                    <a:pt x="277" y="4702"/>
                  </a:lnTo>
                  <a:lnTo>
                    <a:pt x="238" y="4722"/>
                  </a:lnTo>
                  <a:lnTo>
                    <a:pt x="198" y="4741"/>
                  </a:lnTo>
                  <a:lnTo>
                    <a:pt x="238" y="4761"/>
                  </a:lnTo>
                  <a:lnTo>
                    <a:pt x="257" y="4781"/>
                  </a:lnTo>
                  <a:lnTo>
                    <a:pt x="257" y="4801"/>
                  </a:lnTo>
                  <a:lnTo>
                    <a:pt x="257" y="4840"/>
                  </a:lnTo>
                  <a:lnTo>
                    <a:pt x="277" y="4899"/>
                  </a:lnTo>
                  <a:lnTo>
                    <a:pt x="297" y="4959"/>
                  </a:lnTo>
                  <a:lnTo>
                    <a:pt x="297" y="4998"/>
                  </a:lnTo>
                  <a:lnTo>
                    <a:pt x="277" y="5018"/>
                  </a:lnTo>
                  <a:lnTo>
                    <a:pt x="317" y="5038"/>
                  </a:lnTo>
                  <a:lnTo>
                    <a:pt x="356" y="5018"/>
                  </a:lnTo>
                  <a:lnTo>
                    <a:pt x="415" y="4978"/>
                  </a:lnTo>
                  <a:lnTo>
                    <a:pt x="455" y="5038"/>
                  </a:lnTo>
                  <a:lnTo>
                    <a:pt x="514" y="5057"/>
                  </a:lnTo>
                  <a:lnTo>
                    <a:pt x="514" y="5176"/>
                  </a:lnTo>
                  <a:lnTo>
                    <a:pt x="534" y="5275"/>
                  </a:lnTo>
                  <a:lnTo>
                    <a:pt x="494" y="5235"/>
                  </a:lnTo>
                  <a:lnTo>
                    <a:pt x="475" y="5215"/>
                  </a:lnTo>
                  <a:lnTo>
                    <a:pt x="455" y="5373"/>
                  </a:lnTo>
                  <a:lnTo>
                    <a:pt x="376" y="5334"/>
                  </a:lnTo>
                  <a:lnTo>
                    <a:pt x="336" y="5255"/>
                  </a:lnTo>
                  <a:lnTo>
                    <a:pt x="317" y="5275"/>
                  </a:lnTo>
                  <a:lnTo>
                    <a:pt x="297" y="5294"/>
                  </a:lnTo>
                  <a:lnTo>
                    <a:pt x="257" y="5354"/>
                  </a:lnTo>
                  <a:lnTo>
                    <a:pt x="238" y="5354"/>
                  </a:lnTo>
                  <a:lnTo>
                    <a:pt x="178" y="5334"/>
                  </a:lnTo>
                  <a:lnTo>
                    <a:pt x="178" y="5354"/>
                  </a:lnTo>
                  <a:lnTo>
                    <a:pt x="198" y="5373"/>
                  </a:lnTo>
                  <a:lnTo>
                    <a:pt x="238" y="5393"/>
                  </a:lnTo>
                  <a:lnTo>
                    <a:pt x="277" y="5393"/>
                  </a:lnTo>
                  <a:lnTo>
                    <a:pt x="277" y="5413"/>
                  </a:lnTo>
                  <a:lnTo>
                    <a:pt x="297" y="5393"/>
                  </a:lnTo>
                  <a:lnTo>
                    <a:pt x="336" y="5354"/>
                  </a:lnTo>
                  <a:lnTo>
                    <a:pt x="356" y="5393"/>
                  </a:lnTo>
                  <a:lnTo>
                    <a:pt x="356" y="5413"/>
                  </a:lnTo>
                  <a:lnTo>
                    <a:pt x="317" y="5433"/>
                  </a:lnTo>
                  <a:lnTo>
                    <a:pt x="613" y="5966"/>
                  </a:lnTo>
                  <a:lnTo>
                    <a:pt x="1541" y="5413"/>
                  </a:lnTo>
                  <a:lnTo>
                    <a:pt x="1541" y="5354"/>
                  </a:lnTo>
                  <a:lnTo>
                    <a:pt x="1581" y="5354"/>
                  </a:lnTo>
                  <a:lnTo>
                    <a:pt x="1600" y="5373"/>
                  </a:lnTo>
                  <a:lnTo>
                    <a:pt x="1640" y="5452"/>
                  </a:lnTo>
                  <a:lnTo>
                    <a:pt x="1660" y="5492"/>
                  </a:lnTo>
                  <a:lnTo>
                    <a:pt x="1699" y="5512"/>
                  </a:lnTo>
                  <a:lnTo>
                    <a:pt x="1719" y="5393"/>
                  </a:lnTo>
                  <a:lnTo>
                    <a:pt x="1778" y="5433"/>
                  </a:lnTo>
                  <a:lnTo>
                    <a:pt x="1818" y="5433"/>
                  </a:lnTo>
                  <a:lnTo>
                    <a:pt x="1857" y="5393"/>
                  </a:lnTo>
                  <a:lnTo>
                    <a:pt x="1897" y="5334"/>
                  </a:lnTo>
                  <a:lnTo>
                    <a:pt x="1956" y="5156"/>
                  </a:lnTo>
                  <a:lnTo>
                    <a:pt x="1976" y="5117"/>
                  </a:lnTo>
                  <a:lnTo>
                    <a:pt x="2015" y="5097"/>
                  </a:lnTo>
                  <a:lnTo>
                    <a:pt x="2035" y="5117"/>
                  </a:lnTo>
                  <a:lnTo>
                    <a:pt x="2035" y="5176"/>
                  </a:lnTo>
                  <a:lnTo>
                    <a:pt x="2035" y="5235"/>
                  </a:lnTo>
                  <a:lnTo>
                    <a:pt x="1995" y="5294"/>
                  </a:lnTo>
                  <a:lnTo>
                    <a:pt x="2015" y="5314"/>
                  </a:lnTo>
                  <a:lnTo>
                    <a:pt x="2035" y="5314"/>
                  </a:lnTo>
                  <a:lnTo>
                    <a:pt x="2074" y="5275"/>
                  </a:lnTo>
                  <a:lnTo>
                    <a:pt x="2094" y="5235"/>
                  </a:lnTo>
                  <a:lnTo>
                    <a:pt x="2153" y="5235"/>
                  </a:lnTo>
                  <a:lnTo>
                    <a:pt x="2173" y="5196"/>
                  </a:lnTo>
                  <a:lnTo>
                    <a:pt x="2173" y="5156"/>
                  </a:lnTo>
                  <a:lnTo>
                    <a:pt x="2173" y="5097"/>
                  </a:lnTo>
                  <a:lnTo>
                    <a:pt x="2134" y="5057"/>
                  </a:lnTo>
                  <a:lnTo>
                    <a:pt x="2153" y="5038"/>
                  </a:lnTo>
                  <a:lnTo>
                    <a:pt x="2193" y="5038"/>
                  </a:lnTo>
                  <a:lnTo>
                    <a:pt x="2213" y="5057"/>
                  </a:lnTo>
                  <a:lnTo>
                    <a:pt x="2232" y="5097"/>
                  </a:lnTo>
                  <a:lnTo>
                    <a:pt x="2213" y="5038"/>
                  </a:lnTo>
                  <a:lnTo>
                    <a:pt x="2232" y="4998"/>
                  </a:lnTo>
                  <a:lnTo>
                    <a:pt x="2272" y="4959"/>
                  </a:lnTo>
                  <a:lnTo>
                    <a:pt x="2311" y="4919"/>
                  </a:lnTo>
                  <a:lnTo>
                    <a:pt x="2331" y="4939"/>
                  </a:lnTo>
                  <a:lnTo>
                    <a:pt x="2351" y="4959"/>
                  </a:lnTo>
                  <a:lnTo>
                    <a:pt x="2351" y="4919"/>
                  </a:lnTo>
                  <a:lnTo>
                    <a:pt x="2371" y="4840"/>
                  </a:lnTo>
                  <a:lnTo>
                    <a:pt x="2351" y="4840"/>
                  </a:lnTo>
                  <a:lnTo>
                    <a:pt x="2331" y="4820"/>
                  </a:lnTo>
                  <a:lnTo>
                    <a:pt x="2311" y="4761"/>
                  </a:lnTo>
                  <a:lnTo>
                    <a:pt x="2331" y="4741"/>
                  </a:lnTo>
                  <a:lnTo>
                    <a:pt x="2232" y="4741"/>
                  </a:lnTo>
                  <a:lnTo>
                    <a:pt x="2213" y="4781"/>
                  </a:lnTo>
                  <a:lnTo>
                    <a:pt x="2193" y="4801"/>
                  </a:lnTo>
                  <a:lnTo>
                    <a:pt x="2173" y="4840"/>
                  </a:lnTo>
                  <a:lnTo>
                    <a:pt x="2153" y="4880"/>
                  </a:lnTo>
                  <a:lnTo>
                    <a:pt x="2114" y="4880"/>
                  </a:lnTo>
                  <a:lnTo>
                    <a:pt x="2055" y="4860"/>
                  </a:lnTo>
                  <a:lnTo>
                    <a:pt x="2055" y="4820"/>
                  </a:lnTo>
                  <a:lnTo>
                    <a:pt x="2035" y="4820"/>
                  </a:lnTo>
                  <a:lnTo>
                    <a:pt x="2015" y="4801"/>
                  </a:lnTo>
                  <a:lnTo>
                    <a:pt x="2015" y="4781"/>
                  </a:lnTo>
                  <a:lnTo>
                    <a:pt x="2035" y="4761"/>
                  </a:lnTo>
                  <a:lnTo>
                    <a:pt x="2055" y="4781"/>
                  </a:lnTo>
                  <a:lnTo>
                    <a:pt x="2035" y="4722"/>
                  </a:lnTo>
                  <a:lnTo>
                    <a:pt x="2035" y="4702"/>
                  </a:lnTo>
                  <a:lnTo>
                    <a:pt x="1995" y="4702"/>
                  </a:lnTo>
                  <a:lnTo>
                    <a:pt x="1976" y="4643"/>
                  </a:lnTo>
                  <a:lnTo>
                    <a:pt x="1976" y="4583"/>
                  </a:lnTo>
                  <a:lnTo>
                    <a:pt x="2015" y="4544"/>
                  </a:lnTo>
                  <a:lnTo>
                    <a:pt x="2035" y="4485"/>
                  </a:lnTo>
                  <a:lnTo>
                    <a:pt x="2094" y="4524"/>
                  </a:lnTo>
                  <a:lnTo>
                    <a:pt x="2094" y="4583"/>
                  </a:lnTo>
                  <a:lnTo>
                    <a:pt x="2094" y="4643"/>
                  </a:lnTo>
                  <a:lnTo>
                    <a:pt x="2094" y="4702"/>
                  </a:lnTo>
                  <a:lnTo>
                    <a:pt x="2114" y="4643"/>
                  </a:lnTo>
                  <a:lnTo>
                    <a:pt x="2114" y="4623"/>
                  </a:lnTo>
                  <a:lnTo>
                    <a:pt x="2134" y="4623"/>
                  </a:lnTo>
                  <a:lnTo>
                    <a:pt x="2193" y="4722"/>
                  </a:lnTo>
                  <a:lnTo>
                    <a:pt x="2213" y="4662"/>
                  </a:lnTo>
                  <a:lnTo>
                    <a:pt x="2193" y="4623"/>
                  </a:lnTo>
                  <a:lnTo>
                    <a:pt x="2153" y="4583"/>
                  </a:lnTo>
                  <a:lnTo>
                    <a:pt x="2114" y="4524"/>
                  </a:lnTo>
                  <a:lnTo>
                    <a:pt x="2114" y="4465"/>
                  </a:lnTo>
                  <a:lnTo>
                    <a:pt x="2193" y="4465"/>
                  </a:lnTo>
                  <a:lnTo>
                    <a:pt x="2193" y="4504"/>
                  </a:lnTo>
                  <a:lnTo>
                    <a:pt x="2232" y="4485"/>
                  </a:lnTo>
                  <a:lnTo>
                    <a:pt x="2252" y="4445"/>
                  </a:lnTo>
                  <a:lnTo>
                    <a:pt x="2252" y="4406"/>
                  </a:lnTo>
                  <a:lnTo>
                    <a:pt x="2272" y="4366"/>
                  </a:lnTo>
                  <a:lnTo>
                    <a:pt x="2351" y="4425"/>
                  </a:lnTo>
                  <a:lnTo>
                    <a:pt x="2351" y="4425"/>
                  </a:lnTo>
                  <a:lnTo>
                    <a:pt x="2311" y="4406"/>
                  </a:lnTo>
                  <a:lnTo>
                    <a:pt x="2311" y="4425"/>
                  </a:lnTo>
                  <a:lnTo>
                    <a:pt x="2311" y="4485"/>
                  </a:lnTo>
                  <a:lnTo>
                    <a:pt x="2311" y="4544"/>
                  </a:lnTo>
                  <a:lnTo>
                    <a:pt x="2311" y="4564"/>
                  </a:lnTo>
                  <a:lnTo>
                    <a:pt x="2292" y="4583"/>
                  </a:lnTo>
                  <a:lnTo>
                    <a:pt x="2351" y="4583"/>
                  </a:lnTo>
                  <a:lnTo>
                    <a:pt x="2371" y="4603"/>
                  </a:lnTo>
                  <a:lnTo>
                    <a:pt x="2390" y="4643"/>
                  </a:lnTo>
                  <a:lnTo>
                    <a:pt x="2410" y="4682"/>
                  </a:lnTo>
                  <a:lnTo>
                    <a:pt x="2430" y="4860"/>
                  </a:lnTo>
                  <a:lnTo>
                    <a:pt x="2469" y="4820"/>
                  </a:lnTo>
                  <a:lnTo>
                    <a:pt x="2568" y="4820"/>
                  </a:lnTo>
                  <a:lnTo>
                    <a:pt x="2548" y="4801"/>
                  </a:lnTo>
                  <a:lnTo>
                    <a:pt x="2568" y="4761"/>
                  </a:lnTo>
                  <a:lnTo>
                    <a:pt x="2588" y="4741"/>
                  </a:lnTo>
                  <a:lnTo>
                    <a:pt x="2627" y="4722"/>
                  </a:lnTo>
                  <a:lnTo>
                    <a:pt x="2667" y="4682"/>
                  </a:lnTo>
                  <a:lnTo>
                    <a:pt x="2667" y="4662"/>
                  </a:lnTo>
                  <a:lnTo>
                    <a:pt x="2667" y="4603"/>
                  </a:lnTo>
                  <a:lnTo>
                    <a:pt x="2687" y="4623"/>
                  </a:lnTo>
                  <a:lnTo>
                    <a:pt x="2707" y="4643"/>
                  </a:lnTo>
                  <a:lnTo>
                    <a:pt x="2707" y="4662"/>
                  </a:lnTo>
                  <a:lnTo>
                    <a:pt x="2726" y="4662"/>
                  </a:lnTo>
                  <a:lnTo>
                    <a:pt x="2766" y="4643"/>
                  </a:lnTo>
                  <a:lnTo>
                    <a:pt x="2805" y="4583"/>
                  </a:lnTo>
                  <a:lnTo>
                    <a:pt x="2845" y="4544"/>
                  </a:lnTo>
                  <a:lnTo>
                    <a:pt x="2865" y="4465"/>
                  </a:lnTo>
                  <a:lnTo>
                    <a:pt x="2884" y="4465"/>
                  </a:lnTo>
                  <a:lnTo>
                    <a:pt x="2904" y="4485"/>
                  </a:lnTo>
                  <a:lnTo>
                    <a:pt x="2963" y="4524"/>
                  </a:lnTo>
                  <a:lnTo>
                    <a:pt x="3023" y="4485"/>
                  </a:lnTo>
                  <a:lnTo>
                    <a:pt x="3062" y="4445"/>
                  </a:lnTo>
                  <a:lnTo>
                    <a:pt x="3102" y="4327"/>
                  </a:lnTo>
                  <a:lnTo>
                    <a:pt x="3161" y="4228"/>
                  </a:lnTo>
                  <a:lnTo>
                    <a:pt x="3200" y="4169"/>
                  </a:lnTo>
                  <a:lnTo>
                    <a:pt x="3279" y="4129"/>
                  </a:lnTo>
                  <a:lnTo>
                    <a:pt x="3279" y="4208"/>
                  </a:lnTo>
                  <a:lnTo>
                    <a:pt x="3339" y="4169"/>
                  </a:lnTo>
                  <a:lnTo>
                    <a:pt x="3339" y="4149"/>
                  </a:lnTo>
                  <a:lnTo>
                    <a:pt x="3339" y="4109"/>
                  </a:lnTo>
                  <a:lnTo>
                    <a:pt x="3378" y="4129"/>
                  </a:lnTo>
                  <a:lnTo>
                    <a:pt x="3418" y="4129"/>
                  </a:lnTo>
                  <a:lnTo>
                    <a:pt x="3437" y="4090"/>
                  </a:lnTo>
                  <a:lnTo>
                    <a:pt x="3457" y="4070"/>
                  </a:lnTo>
                  <a:lnTo>
                    <a:pt x="3477" y="4030"/>
                  </a:lnTo>
                  <a:lnTo>
                    <a:pt x="3497" y="4011"/>
                  </a:lnTo>
                  <a:lnTo>
                    <a:pt x="3536" y="3991"/>
                  </a:lnTo>
                  <a:lnTo>
                    <a:pt x="3595" y="4030"/>
                  </a:lnTo>
                  <a:lnTo>
                    <a:pt x="3615" y="4011"/>
                  </a:lnTo>
                  <a:lnTo>
                    <a:pt x="3635" y="3991"/>
                  </a:lnTo>
                  <a:lnTo>
                    <a:pt x="3635" y="3932"/>
                  </a:lnTo>
                  <a:lnTo>
                    <a:pt x="3635" y="3872"/>
                  </a:lnTo>
                  <a:lnTo>
                    <a:pt x="3635" y="3813"/>
                  </a:lnTo>
                  <a:lnTo>
                    <a:pt x="3674" y="3872"/>
                  </a:lnTo>
                  <a:lnTo>
                    <a:pt x="3694" y="3892"/>
                  </a:lnTo>
                  <a:lnTo>
                    <a:pt x="3734" y="3912"/>
                  </a:lnTo>
                  <a:lnTo>
                    <a:pt x="3852" y="3774"/>
                  </a:lnTo>
                  <a:lnTo>
                    <a:pt x="3971" y="3675"/>
                  </a:lnTo>
                  <a:lnTo>
                    <a:pt x="4247" y="3438"/>
                  </a:lnTo>
                  <a:lnTo>
                    <a:pt x="4247" y="3477"/>
                  </a:lnTo>
                  <a:lnTo>
                    <a:pt x="4287" y="3458"/>
                  </a:lnTo>
                  <a:lnTo>
                    <a:pt x="4346" y="3398"/>
                  </a:lnTo>
                  <a:lnTo>
                    <a:pt x="4405" y="3299"/>
                  </a:lnTo>
                  <a:lnTo>
                    <a:pt x="4484" y="3201"/>
                  </a:lnTo>
                  <a:lnTo>
                    <a:pt x="4524" y="3181"/>
                  </a:lnTo>
                  <a:lnTo>
                    <a:pt x="4583" y="3161"/>
                  </a:lnTo>
                  <a:lnTo>
                    <a:pt x="4603" y="3102"/>
                  </a:lnTo>
                  <a:lnTo>
                    <a:pt x="4603" y="3043"/>
                  </a:lnTo>
                  <a:lnTo>
                    <a:pt x="4583" y="3003"/>
                  </a:lnTo>
                  <a:lnTo>
                    <a:pt x="4563" y="3003"/>
                  </a:lnTo>
                  <a:lnTo>
                    <a:pt x="4524" y="2964"/>
                  </a:lnTo>
                  <a:lnTo>
                    <a:pt x="4484" y="2885"/>
                  </a:lnTo>
                  <a:lnTo>
                    <a:pt x="4504" y="2845"/>
                  </a:lnTo>
                  <a:lnTo>
                    <a:pt x="4524" y="2845"/>
                  </a:lnTo>
                  <a:lnTo>
                    <a:pt x="4563" y="2865"/>
                  </a:lnTo>
                  <a:lnTo>
                    <a:pt x="4603" y="2924"/>
                  </a:lnTo>
                  <a:lnTo>
                    <a:pt x="4622" y="2924"/>
                  </a:lnTo>
                  <a:lnTo>
                    <a:pt x="4642" y="2904"/>
                  </a:lnTo>
                  <a:lnTo>
                    <a:pt x="4682" y="2983"/>
                  </a:lnTo>
                  <a:lnTo>
                    <a:pt x="4682" y="3023"/>
                  </a:lnTo>
                  <a:lnTo>
                    <a:pt x="4682" y="3062"/>
                  </a:lnTo>
                  <a:lnTo>
                    <a:pt x="4701" y="3122"/>
                  </a:lnTo>
                  <a:lnTo>
                    <a:pt x="4761" y="3003"/>
                  </a:lnTo>
                  <a:lnTo>
                    <a:pt x="4820" y="2983"/>
                  </a:lnTo>
                  <a:lnTo>
                    <a:pt x="4859" y="2964"/>
                  </a:lnTo>
                  <a:lnTo>
                    <a:pt x="4899" y="2944"/>
                  </a:lnTo>
                  <a:lnTo>
                    <a:pt x="4938" y="2944"/>
                  </a:lnTo>
                  <a:lnTo>
                    <a:pt x="4938" y="2983"/>
                  </a:lnTo>
                  <a:lnTo>
                    <a:pt x="4958" y="3003"/>
                  </a:lnTo>
                  <a:lnTo>
                    <a:pt x="4919" y="3003"/>
                  </a:lnTo>
                  <a:lnTo>
                    <a:pt x="4919" y="2983"/>
                  </a:lnTo>
                  <a:lnTo>
                    <a:pt x="4879" y="3003"/>
                  </a:lnTo>
                  <a:lnTo>
                    <a:pt x="4879" y="3043"/>
                  </a:lnTo>
                  <a:lnTo>
                    <a:pt x="4879" y="3082"/>
                  </a:lnTo>
                  <a:lnTo>
                    <a:pt x="4859" y="3122"/>
                  </a:lnTo>
                  <a:lnTo>
                    <a:pt x="4938" y="3023"/>
                  </a:lnTo>
                  <a:lnTo>
                    <a:pt x="4998" y="3003"/>
                  </a:lnTo>
                  <a:lnTo>
                    <a:pt x="5037" y="2983"/>
                  </a:lnTo>
                  <a:lnTo>
                    <a:pt x="5017" y="2944"/>
                  </a:lnTo>
                  <a:lnTo>
                    <a:pt x="5037" y="2924"/>
                  </a:lnTo>
                  <a:lnTo>
                    <a:pt x="5057" y="2904"/>
                  </a:lnTo>
                  <a:lnTo>
                    <a:pt x="5057" y="2865"/>
                  </a:lnTo>
                  <a:lnTo>
                    <a:pt x="5077" y="2865"/>
                  </a:lnTo>
                  <a:lnTo>
                    <a:pt x="5057" y="2845"/>
                  </a:lnTo>
                  <a:lnTo>
                    <a:pt x="5077" y="2806"/>
                  </a:lnTo>
                  <a:lnTo>
                    <a:pt x="5077" y="2766"/>
                  </a:lnTo>
                  <a:lnTo>
                    <a:pt x="5156" y="2885"/>
                  </a:lnTo>
                  <a:lnTo>
                    <a:pt x="5156" y="2865"/>
                  </a:lnTo>
                  <a:lnTo>
                    <a:pt x="5136" y="2845"/>
                  </a:lnTo>
                  <a:lnTo>
                    <a:pt x="5136" y="2825"/>
                  </a:lnTo>
                  <a:lnTo>
                    <a:pt x="5136" y="2806"/>
                  </a:lnTo>
                  <a:lnTo>
                    <a:pt x="5176" y="2766"/>
                  </a:lnTo>
                  <a:lnTo>
                    <a:pt x="5235" y="2727"/>
                  </a:lnTo>
                  <a:lnTo>
                    <a:pt x="5294" y="2746"/>
                  </a:lnTo>
                  <a:lnTo>
                    <a:pt x="5334" y="2766"/>
                  </a:lnTo>
                  <a:lnTo>
                    <a:pt x="5353" y="2786"/>
                  </a:lnTo>
                  <a:lnTo>
                    <a:pt x="5373" y="2766"/>
                  </a:lnTo>
                  <a:lnTo>
                    <a:pt x="5393" y="2727"/>
                  </a:lnTo>
                  <a:lnTo>
                    <a:pt x="5413" y="2707"/>
                  </a:lnTo>
                  <a:lnTo>
                    <a:pt x="5432" y="2687"/>
                  </a:lnTo>
                  <a:lnTo>
                    <a:pt x="5452" y="2746"/>
                  </a:lnTo>
                  <a:lnTo>
                    <a:pt x="5531" y="2727"/>
                  </a:lnTo>
                  <a:lnTo>
                    <a:pt x="5610" y="2687"/>
                  </a:lnTo>
                  <a:lnTo>
                    <a:pt x="5709" y="2667"/>
                  </a:lnTo>
                  <a:lnTo>
                    <a:pt x="5808" y="2667"/>
                  </a:lnTo>
                  <a:lnTo>
                    <a:pt x="5906" y="2569"/>
                  </a:lnTo>
                  <a:lnTo>
                    <a:pt x="5926" y="2529"/>
                  </a:lnTo>
                  <a:lnTo>
                    <a:pt x="5966" y="2450"/>
                  </a:lnTo>
                  <a:lnTo>
                    <a:pt x="5946" y="2470"/>
                  </a:lnTo>
                  <a:lnTo>
                    <a:pt x="5906" y="2470"/>
                  </a:lnTo>
                  <a:lnTo>
                    <a:pt x="5887" y="2430"/>
                  </a:lnTo>
                  <a:lnTo>
                    <a:pt x="5887" y="2391"/>
                  </a:lnTo>
                  <a:lnTo>
                    <a:pt x="5887" y="2351"/>
                  </a:lnTo>
                  <a:lnTo>
                    <a:pt x="5906" y="2332"/>
                  </a:lnTo>
                  <a:lnTo>
                    <a:pt x="5946" y="2312"/>
                  </a:lnTo>
                  <a:lnTo>
                    <a:pt x="5966" y="2332"/>
                  </a:lnTo>
                  <a:lnTo>
                    <a:pt x="6005" y="2351"/>
                  </a:lnTo>
                  <a:lnTo>
                    <a:pt x="6025" y="2351"/>
                  </a:lnTo>
                  <a:lnTo>
                    <a:pt x="6005" y="2391"/>
                  </a:lnTo>
                  <a:lnTo>
                    <a:pt x="6025" y="2430"/>
                  </a:lnTo>
                  <a:lnTo>
                    <a:pt x="6064" y="2430"/>
                  </a:lnTo>
                  <a:lnTo>
                    <a:pt x="6104" y="2411"/>
                  </a:lnTo>
                  <a:lnTo>
                    <a:pt x="6163" y="2391"/>
                  </a:lnTo>
                  <a:lnTo>
                    <a:pt x="6183" y="2411"/>
                  </a:lnTo>
                  <a:lnTo>
                    <a:pt x="6203" y="2430"/>
                  </a:lnTo>
                  <a:lnTo>
                    <a:pt x="6222" y="2411"/>
                  </a:lnTo>
                  <a:lnTo>
                    <a:pt x="6262" y="2391"/>
                  </a:lnTo>
                  <a:lnTo>
                    <a:pt x="6301" y="2351"/>
                  </a:lnTo>
                  <a:lnTo>
                    <a:pt x="6321" y="2292"/>
                  </a:lnTo>
                  <a:lnTo>
                    <a:pt x="6321" y="2332"/>
                  </a:lnTo>
                  <a:lnTo>
                    <a:pt x="6321" y="2351"/>
                  </a:lnTo>
                  <a:lnTo>
                    <a:pt x="6301" y="2371"/>
                  </a:lnTo>
                  <a:lnTo>
                    <a:pt x="6301" y="2391"/>
                  </a:lnTo>
                  <a:lnTo>
                    <a:pt x="6341" y="2351"/>
                  </a:lnTo>
                  <a:lnTo>
                    <a:pt x="6361" y="2391"/>
                  </a:lnTo>
                  <a:lnTo>
                    <a:pt x="6380" y="2391"/>
                  </a:lnTo>
                  <a:lnTo>
                    <a:pt x="6400" y="2371"/>
                  </a:lnTo>
                  <a:lnTo>
                    <a:pt x="6420" y="2312"/>
                  </a:lnTo>
                  <a:lnTo>
                    <a:pt x="6440" y="2233"/>
                  </a:lnTo>
                  <a:lnTo>
                    <a:pt x="6459" y="2193"/>
                  </a:lnTo>
                  <a:lnTo>
                    <a:pt x="6479" y="2174"/>
                  </a:lnTo>
                  <a:lnTo>
                    <a:pt x="6479" y="2292"/>
                  </a:lnTo>
                  <a:lnTo>
                    <a:pt x="6519" y="2253"/>
                  </a:lnTo>
                  <a:lnTo>
                    <a:pt x="6519" y="2193"/>
                  </a:lnTo>
                  <a:lnTo>
                    <a:pt x="6538" y="2134"/>
                  </a:lnTo>
                  <a:lnTo>
                    <a:pt x="6578" y="2095"/>
                  </a:lnTo>
                  <a:lnTo>
                    <a:pt x="6598" y="2134"/>
                  </a:lnTo>
                  <a:lnTo>
                    <a:pt x="6617" y="2075"/>
                  </a:lnTo>
                  <a:lnTo>
                    <a:pt x="6637" y="2114"/>
                  </a:lnTo>
                  <a:lnTo>
                    <a:pt x="6637" y="2035"/>
                  </a:lnTo>
                  <a:lnTo>
                    <a:pt x="6677" y="1996"/>
                  </a:lnTo>
                  <a:lnTo>
                    <a:pt x="6716" y="1956"/>
                  </a:lnTo>
                  <a:lnTo>
                    <a:pt x="6736" y="1917"/>
                  </a:lnTo>
                  <a:lnTo>
                    <a:pt x="6756" y="1917"/>
                  </a:lnTo>
                  <a:lnTo>
                    <a:pt x="6795" y="1956"/>
                  </a:lnTo>
                  <a:lnTo>
                    <a:pt x="6815" y="1976"/>
                  </a:lnTo>
                  <a:lnTo>
                    <a:pt x="6835" y="1937"/>
                  </a:lnTo>
                  <a:lnTo>
                    <a:pt x="6874" y="2055"/>
                  </a:lnTo>
                  <a:lnTo>
                    <a:pt x="6835" y="2055"/>
                  </a:lnTo>
                  <a:lnTo>
                    <a:pt x="6795" y="2035"/>
                  </a:lnTo>
                  <a:lnTo>
                    <a:pt x="6775" y="2035"/>
                  </a:lnTo>
                  <a:lnTo>
                    <a:pt x="6736" y="2055"/>
                  </a:lnTo>
                  <a:lnTo>
                    <a:pt x="6795" y="2095"/>
                  </a:lnTo>
                  <a:lnTo>
                    <a:pt x="6854" y="2114"/>
                  </a:lnTo>
                  <a:lnTo>
                    <a:pt x="6914" y="2134"/>
                  </a:lnTo>
                  <a:lnTo>
                    <a:pt x="6973" y="2114"/>
                  </a:lnTo>
                  <a:lnTo>
                    <a:pt x="7072" y="2075"/>
                  </a:lnTo>
                  <a:lnTo>
                    <a:pt x="7170" y="2035"/>
                  </a:lnTo>
                  <a:lnTo>
                    <a:pt x="7190" y="1996"/>
                  </a:lnTo>
                  <a:lnTo>
                    <a:pt x="7230" y="1976"/>
                  </a:lnTo>
                  <a:lnTo>
                    <a:pt x="7309" y="1937"/>
                  </a:lnTo>
                  <a:lnTo>
                    <a:pt x="7368" y="1917"/>
                  </a:lnTo>
                  <a:lnTo>
                    <a:pt x="7407" y="1877"/>
                  </a:lnTo>
                  <a:lnTo>
                    <a:pt x="7407" y="1858"/>
                  </a:lnTo>
                  <a:lnTo>
                    <a:pt x="7407" y="1779"/>
                  </a:lnTo>
                  <a:lnTo>
                    <a:pt x="7427" y="1838"/>
                  </a:lnTo>
                  <a:lnTo>
                    <a:pt x="7427" y="1858"/>
                  </a:lnTo>
                  <a:lnTo>
                    <a:pt x="7625" y="1838"/>
                  </a:lnTo>
                  <a:lnTo>
                    <a:pt x="7743" y="1779"/>
                  </a:lnTo>
                  <a:lnTo>
                    <a:pt x="7842" y="1739"/>
                  </a:lnTo>
                  <a:lnTo>
                    <a:pt x="7921" y="1680"/>
                  </a:lnTo>
                  <a:lnTo>
                    <a:pt x="7961" y="1640"/>
                  </a:lnTo>
                  <a:lnTo>
                    <a:pt x="8000" y="1601"/>
                  </a:lnTo>
                  <a:lnTo>
                    <a:pt x="8059" y="1640"/>
                  </a:lnTo>
                  <a:lnTo>
                    <a:pt x="8079" y="1542"/>
                  </a:lnTo>
                  <a:lnTo>
                    <a:pt x="8138" y="1463"/>
                  </a:lnTo>
                  <a:lnTo>
                    <a:pt x="8277" y="1324"/>
                  </a:lnTo>
                  <a:lnTo>
                    <a:pt x="8336" y="1245"/>
                  </a:lnTo>
                  <a:lnTo>
                    <a:pt x="8356" y="1186"/>
                  </a:lnTo>
                  <a:lnTo>
                    <a:pt x="8356" y="1127"/>
                  </a:lnTo>
                  <a:lnTo>
                    <a:pt x="7605" y="40"/>
                  </a:lnTo>
                  <a:lnTo>
                    <a:pt x="7566" y="40"/>
                  </a:lnTo>
                  <a:lnTo>
                    <a:pt x="7546" y="1"/>
                  </a:lnTo>
                  <a:lnTo>
                    <a:pt x="7546" y="60"/>
                  </a:lnTo>
                  <a:lnTo>
                    <a:pt x="7546" y="100"/>
                  </a:lnTo>
                  <a:lnTo>
                    <a:pt x="7605" y="218"/>
                  </a:lnTo>
                  <a:lnTo>
                    <a:pt x="7546" y="198"/>
                  </a:lnTo>
                  <a:lnTo>
                    <a:pt x="7506" y="179"/>
                  </a:lnTo>
                  <a:lnTo>
                    <a:pt x="7447" y="159"/>
                  </a:lnTo>
                  <a:lnTo>
                    <a:pt x="7427" y="100"/>
                  </a:lnTo>
                  <a:lnTo>
                    <a:pt x="7388" y="60"/>
                  </a:lnTo>
                  <a:lnTo>
                    <a:pt x="736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0" name="Google Shape;8980;p34"/>
            <p:cNvSpPr/>
            <p:nvPr/>
          </p:nvSpPr>
          <p:spPr>
            <a:xfrm>
              <a:off x="9698231" y="4064749"/>
              <a:ext cx="1093" cy="1041"/>
            </a:xfrm>
            <a:custGeom>
              <a:rect b="b" l="l" r="r" t="t"/>
              <a:pathLst>
                <a:path extrusionOk="0" h="20" w="21">
                  <a:moveTo>
                    <a:pt x="1" y="0"/>
                  </a:moveTo>
                  <a:lnTo>
                    <a:pt x="1" y="0"/>
                  </a:lnTo>
                  <a:lnTo>
                    <a:pt x="20" y="20"/>
                  </a:lnTo>
                  <a:lnTo>
                    <a:pt x="20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1" name="Google Shape;8981;p34"/>
            <p:cNvSpPr/>
            <p:nvPr/>
          </p:nvSpPr>
          <p:spPr>
            <a:xfrm>
              <a:off x="9644784" y="4104821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C26E5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2" name="Google Shape;8982;p34"/>
            <p:cNvSpPr/>
            <p:nvPr/>
          </p:nvSpPr>
          <p:spPr>
            <a:xfrm>
              <a:off x="8679565" y="3081003"/>
              <a:ext cx="273483" cy="320738"/>
            </a:xfrm>
            <a:custGeom>
              <a:rect b="b" l="l" r="r" t="t"/>
              <a:pathLst>
                <a:path extrusionOk="0" h="6163" w="5255">
                  <a:moveTo>
                    <a:pt x="1897" y="0"/>
                  </a:moveTo>
                  <a:lnTo>
                    <a:pt x="1837" y="20"/>
                  </a:lnTo>
                  <a:lnTo>
                    <a:pt x="1640" y="79"/>
                  </a:lnTo>
                  <a:lnTo>
                    <a:pt x="1482" y="158"/>
                  </a:lnTo>
                  <a:lnTo>
                    <a:pt x="1304" y="257"/>
                  </a:lnTo>
                  <a:lnTo>
                    <a:pt x="1087" y="395"/>
                  </a:lnTo>
                  <a:lnTo>
                    <a:pt x="830" y="593"/>
                  </a:lnTo>
                  <a:lnTo>
                    <a:pt x="632" y="771"/>
                  </a:lnTo>
                  <a:lnTo>
                    <a:pt x="455" y="948"/>
                  </a:lnTo>
                  <a:lnTo>
                    <a:pt x="316" y="1106"/>
                  </a:lnTo>
                  <a:lnTo>
                    <a:pt x="198" y="1245"/>
                  </a:lnTo>
                  <a:lnTo>
                    <a:pt x="40" y="1462"/>
                  </a:lnTo>
                  <a:lnTo>
                    <a:pt x="0" y="1561"/>
                  </a:lnTo>
                  <a:lnTo>
                    <a:pt x="494" y="2311"/>
                  </a:lnTo>
                  <a:lnTo>
                    <a:pt x="474" y="2371"/>
                  </a:lnTo>
                  <a:lnTo>
                    <a:pt x="395" y="2509"/>
                  </a:lnTo>
                  <a:lnTo>
                    <a:pt x="376" y="2608"/>
                  </a:lnTo>
                  <a:lnTo>
                    <a:pt x="356" y="2726"/>
                  </a:lnTo>
                  <a:lnTo>
                    <a:pt x="356" y="2864"/>
                  </a:lnTo>
                  <a:lnTo>
                    <a:pt x="395" y="3003"/>
                  </a:lnTo>
                  <a:lnTo>
                    <a:pt x="415" y="3062"/>
                  </a:lnTo>
                  <a:lnTo>
                    <a:pt x="455" y="3121"/>
                  </a:lnTo>
                  <a:lnTo>
                    <a:pt x="534" y="3220"/>
                  </a:lnTo>
                  <a:lnTo>
                    <a:pt x="652" y="3279"/>
                  </a:lnTo>
                  <a:lnTo>
                    <a:pt x="771" y="3319"/>
                  </a:lnTo>
                  <a:lnTo>
                    <a:pt x="869" y="3338"/>
                  </a:lnTo>
                  <a:lnTo>
                    <a:pt x="968" y="3358"/>
                  </a:lnTo>
                  <a:lnTo>
                    <a:pt x="1047" y="3358"/>
                  </a:lnTo>
                  <a:lnTo>
                    <a:pt x="1225" y="3635"/>
                  </a:lnTo>
                  <a:lnTo>
                    <a:pt x="1659" y="4306"/>
                  </a:lnTo>
                  <a:lnTo>
                    <a:pt x="2193" y="5215"/>
                  </a:lnTo>
                  <a:lnTo>
                    <a:pt x="2450" y="5689"/>
                  </a:lnTo>
                  <a:lnTo>
                    <a:pt x="2687" y="6163"/>
                  </a:lnTo>
                  <a:lnTo>
                    <a:pt x="3536" y="5432"/>
                  </a:lnTo>
                  <a:lnTo>
                    <a:pt x="4049" y="5037"/>
                  </a:lnTo>
                  <a:lnTo>
                    <a:pt x="4524" y="4682"/>
                  </a:lnTo>
                  <a:lnTo>
                    <a:pt x="5254" y="4148"/>
                  </a:lnTo>
                  <a:lnTo>
                    <a:pt x="4504" y="3259"/>
                  </a:lnTo>
                  <a:lnTo>
                    <a:pt x="3812" y="2390"/>
                  </a:lnTo>
                  <a:lnTo>
                    <a:pt x="3101" y="1482"/>
                  </a:lnTo>
                  <a:lnTo>
                    <a:pt x="3161" y="1403"/>
                  </a:lnTo>
                  <a:lnTo>
                    <a:pt x="3200" y="1324"/>
                  </a:lnTo>
                  <a:lnTo>
                    <a:pt x="3240" y="1205"/>
                  </a:lnTo>
                  <a:lnTo>
                    <a:pt x="3259" y="1087"/>
                  </a:lnTo>
                  <a:lnTo>
                    <a:pt x="3259" y="968"/>
                  </a:lnTo>
                  <a:lnTo>
                    <a:pt x="3240" y="850"/>
                  </a:lnTo>
                  <a:lnTo>
                    <a:pt x="3180" y="731"/>
                  </a:lnTo>
                  <a:lnTo>
                    <a:pt x="3082" y="632"/>
                  </a:lnTo>
                  <a:lnTo>
                    <a:pt x="2963" y="553"/>
                  </a:lnTo>
                  <a:lnTo>
                    <a:pt x="2845" y="494"/>
                  </a:lnTo>
                  <a:lnTo>
                    <a:pt x="2726" y="474"/>
                  </a:lnTo>
                  <a:lnTo>
                    <a:pt x="2608" y="474"/>
                  </a:lnTo>
                  <a:lnTo>
                    <a:pt x="2430" y="514"/>
                  </a:lnTo>
                  <a:lnTo>
                    <a:pt x="2351" y="534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3" name="Google Shape;8983;p34"/>
            <p:cNvSpPr/>
            <p:nvPr/>
          </p:nvSpPr>
          <p:spPr>
            <a:xfrm>
              <a:off x="9470028" y="3991734"/>
              <a:ext cx="951909" cy="912877"/>
            </a:xfrm>
            <a:custGeom>
              <a:rect b="b" l="l" r="r" t="t"/>
              <a:pathLst>
                <a:path extrusionOk="0" h="17541" w="18291">
                  <a:moveTo>
                    <a:pt x="10133" y="1"/>
                  </a:moveTo>
                  <a:lnTo>
                    <a:pt x="10015" y="20"/>
                  </a:lnTo>
                  <a:lnTo>
                    <a:pt x="9896" y="60"/>
                  </a:lnTo>
                  <a:lnTo>
                    <a:pt x="9561" y="198"/>
                  </a:lnTo>
                  <a:lnTo>
                    <a:pt x="9126" y="415"/>
                  </a:lnTo>
                  <a:lnTo>
                    <a:pt x="8553" y="712"/>
                  </a:lnTo>
                  <a:lnTo>
                    <a:pt x="6973" y="1581"/>
                  </a:lnTo>
                  <a:lnTo>
                    <a:pt x="5946" y="2173"/>
                  </a:lnTo>
                  <a:lnTo>
                    <a:pt x="4820" y="2865"/>
                  </a:lnTo>
                  <a:lnTo>
                    <a:pt x="3694" y="3576"/>
                  </a:lnTo>
                  <a:lnTo>
                    <a:pt x="2608" y="4267"/>
                  </a:lnTo>
                  <a:lnTo>
                    <a:pt x="830" y="5452"/>
                  </a:lnTo>
                  <a:lnTo>
                    <a:pt x="20" y="5986"/>
                  </a:lnTo>
                  <a:lnTo>
                    <a:pt x="1" y="6005"/>
                  </a:lnTo>
                  <a:lnTo>
                    <a:pt x="1" y="6025"/>
                  </a:lnTo>
                  <a:lnTo>
                    <a:pt x="20" y="6144"/>
                  </a:lnTo>
                  <a:lnTo>
                    <a:pt x="60" y="6302"/>
                  </a:lnTo>
                  <a:lnTo>
                    <a:pt x="139" y="6519"/>
                  </a:lnTo>
                  <a:lnTo>
                    <a:pt x="356" y="7072"/>
                  </a:lnTo>
                  <a:lnTo>
                    <a:pt x="652" y="7763"/>
                  </a:lnTo>
                  <a:lnTo>
                    <a:pt x="850" y="8198"/>
                  </a:lnTo>
                  <a:lnTo>
                    <a:pt x="1640" y="10035"/>
                  </a:lnTo>
                  <a:lnTo>
                    <a:pt x="1759" y="10331"/>
                  </a:lnTo>
                  <a:lnTo>
                    <a:pt x="1798" y="10390"/>
                  </a:lnTo>
                  <a:lnTo>
                    <a:pt x="1838" y="10509"/>
                  </a:lnTo>
                  <a:lnTo>
                    <a:pt x="2173" y="11319"/>
                  </a:lnTo>
                  <a:lnTo>
                    <a:pt x="2529" y="12227"/>
                  </a:lnTo>
                  <a:lnTo>
                    <a:pt x="2549" y="12267"/>
                  </a:lnTo>
                  <a:lnTo>
                    <a:pt x="2568" y="12306"/>
                  </a:lnTo>
                  <a:lnTo>
                    <a:pt x="2588" y="12346"/>
                  </a:lnTo>
                  <a:lnTo>
                    <a:pt x="2628" y="12425"/>
                  </a:lnTo>
                  <a:lnTo>
                    <a:pt x="2766" y="12741"/>
                  </a:lnTo>
                  <a:lnTo>
                    <a:pt x="2766" y="12761"/>
                  </a:lnTo>
                  <a:lnTo>
                    <a:pt x="2805" y="12820"/>
                  </a:lnTo>
                  <a:lnTo>
                    <a:pt x="2825" y="12879"/>
                  </a:lnTo>
                  <a:lnTo>
                    <a:pt x="3358" y="13985"/>
                  </a:lnTo>
                  <a:lnTo>
                    <a:pt x="3872" y="15072"/>
                  </a:lnTo>
                  <a:lnTo>
                    <a:pt x="3892" y="15091"/>
                  </a:lnTo>
                  <a:lnTo>
                    <a:pt x="4070" y="15447"/>
                  </a:lnTo>
                  <a:lnTo>
                    <a:pt x="4089" y="15486"/>
                  </a:lnTo>
                  <a:lnTo>
                    <a:pt x="4168" y="15625"/>
                  </a:lnTo>
                  <a:lnTo>
                    <a:pt x="4879" y="16987"/>
                  </a:lnTo>
                  <a:lnTo>
                    <a:pt x="5176" y="17541"/>
                  </a:lnTo>
                  <a:lnTo>
                    <a:pt x="18291" y="12919"/>
                  </a:lnTo>
                  <a:lnTo>
                    <a:pt x="17916" y="12425"/>
                  </a:lnTo>
                  <a:lnTo>
                    <a:pt x="17047" y="11240"/>
                  </a:lnTo>
                  <a:lnTo>
                    <a:pt x="16099" y="9896"/>
                  </a:lnTo>
                  <a:lnTo>
                    <a:pt x="15703" y="9304"/>
                  </a:lnTo>
                  <a:lnTo>
                    <a:pt x="15427" y="8869"/>
                  </a:lnTo>
                  <a:lnTo>
                    <a:pt x="15190" y="8395"/>
                  </a:lnTo>
                  <a:lnTo>
                    <a:pt x="14953" y="7981"/>
                  </a:lnTo>
                  <a:lnTo>
                    <a:pt x="14064" y="6341"/>
                  </a:lnTo>
                  <a:lnTo>
                    <a:pt x="13847" y="5946"/>
                  </a:lnTo>
                  <a:lnTo>
                    <a:pt x="12642" y="3793"/>
                  </a:lnTo>
                  <a:lnTo>
                    <a:pt x="12425" y="3398"/>
                  </a:lnTo>
                  <a:lnTo>
                    <a:pt x="11496" y="1759"/>
                  </a:lnTo>
                  <a:lnTo>
                    <a:pt x="11299" y="1423"/>
                  </a:lnTo>
                  <a:lnTo>
                    <a:pt x="10746" y="494"/>
                  </a:lnTo>
                  <a:lnTo>
                    <a:pt x="10548" y="198"/>
                  </a:lnTo>
                  <a:lnTo>
                    <a:pt x="10449" y="80"/>
                  </a:lnTo>
                  <a:lnTo>
                    <a:pt x="10390" y="40"/>
                  </a:lnTo>
                  <a:lnTo>
                    <a:pt x="1031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4" name="Google Shape;8984;p34"/>
            <p:cNvSpPr/>
            <p:nvPr/>
          </p:nvSpPr>
          <p:spPr>
            <a:xfrm>
              <a:off x="9958284" y="4090406"/>
              <a:ext cx="1093" cy="1093"/>
            </a:xfrm>
            <a:custGeom>
              <a:rect b="b" l="l" r="r" t="t"/>
              <a:pathLst>
                <a:path extrusionOk="0" h="21" w="21">
                  <a:moveTo>
                    <a:pt x="21" y="1"/>
                  </a:moveTo>
                  <a:lnTo>
                    <a:pt x="21" y="1"/>
                  </a:lnTo>
                  <a:lnTo>
                    <a:pt x="1" y="21"/>
                  </a:lnTo>
                  <a:lnTo>
                    <a:pt x="1" y="21"/>
                  </a:lnTo>
                  <a:lnTo>
                    <a:pt x="21" y="1"/>
                  </a:lnTo>
                  <a:lnTo>
                    <a:pt x="21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5" name="Google Shape;8985;p34"/>
            <p:cNvSpPr/>
            <p:nvPr/>
          </p:nvSpPr>
          <p:spPr>
            <a:xfrm>
              <a:off x="9841138" y="4155198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6" name="Google Shape;8986;p34"/>
            <p:cNvSpPr/>
            <p:nvPr/>
          </p:nvSpPr>
          <p:spPr>
            <a:xfrm>
              <a:off x="9530709" y="4409110"/>
              <a:ext cx="2082" cy="10304"/>
            </a:xfrm>
            <a:custGeom>
              <a:rect b="b" l="l" r="r" t="t"/>
              <a:pathLst>
                <a:path extrusionOk="0" h="198" w="40">
                  <a:moveTo>
                    <a:pt x="40" y="0"/>
                  </a:moveTo>
                  <a:lnTo>
                    <a:pt x="20" y="40"/>
                  </a:lnTo>
                  <a:lnTo>
                    <a:pt x="0" y="20"/>
                  </a:lnTo>
                  <a:lnTo>
                    <a:pt x="20" y="79"/>
                  </a:lnTo>
                  <a:lnTo>
                    <a:pt x="40" y="59"/>
                  </a:lnTo>
                  <a:lnTo>
                    <a:pt x="40" y="0"/>
                  </a:lnTo>
                  <a:close/>
                  <a:moveTo>
                    <a:pt x="40" y="59"/>
                  </a:moveTo>
                  <a:lnTo>
                    <a:pt x="20" y="138"/>
                  </a:lnTo>
                  <a:lnTo>
                    <a:pt x="0" y="198"/>
                  </a:lnTo>
                  <a:lnTo>
                    <a:pt x="40" y="138"/>
                  </a:lnTo>
                  <a:lnTo>
                    <a:pt x="40" y="99"/>
                  </a:lnTo>
                  <a:lnTo>
                    <a:pt x="40" y="59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7" name="Google Shape;8987;p34"/>
            <p:cNvSpPr/>
            <p:nvPr/>
          </p:nvSpPr>
          <p:spPr>
            <a:xfrm>
              <a:off x="9642703" y="4297064"/>
              <a:ext cx="1093" cy="52"/>
            </a:xfrm>
            <a:custGeom>
              <a:rect b="b" l="l" r="r" t="t"/>
              <a:pathLst>
                <a:path extrusionOk="0" h="1" w="21">
                  <a:moveTo>
                    <a:pt x="21" y="0"/>
                  </a:moveTo>
                  <a:lnTo>
                    <a:pt x="21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1" y="0"/>
                  </a:lnTo>
                  <a:lnTo>
                    <a:pt x="2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8" name="Google Shape;8988;p34"/>
            <p:cNvSpPr/>
            <p:nvPr/>
          </p:nvSpPr>
          <p:spPr>
            <a:xfrm>
              <a:off x="9503959" y="4064749"/>
              <a:ext cx="564401" cy="353629"/>
            </a:xfrm>
            <a:custGeom>
              <a:rect b="b" l="l" r="r" t="t"/>
              <a:pathLst>
                <a:path extrusionOk="0" h="6795" w="10845">
                  <a:moveTo>
                    <a:pt x="10548" y="59"/>
                  </a:moveTo>
                  <a:lnTo>
                    <a:pt x="10588" y="79"/>
                  </a:lnTo>
                  <a:lnTo>
                    <a:pt x="10588" y="59"/>
                  </a:lnTo>
                  <a:close/>
                  <a:moveTo>
                    <a:pt x="8790" y="514"/>
                  </a:moveTo>
                  <a:lnTo>
                    <a:pt x="8790" y="533"/>
                  </a:lnTo>
                  <a:lnTo>
                    <a:pt x="8770" y="553"/>
                  </a:lnTo>
                  <a:lnTo>
                    <a:pt x="8830" y="533"/>
                  </a:lnTo>
                  <a:lnTo>
                    <a:pt x="8830" y="514"/>
                  </a:lnTo>
                  <a:close/>
                  <a:moveTo>
                    <a:pt x="6064" y="2173"/>
                  </a:moveTo>
                  <a:lnTo>
                    <a:pt x="6005" y="2212"/>
                  </a:lnTo>
                  <a:lnTo>
                    <a:pt x="6005" y="2222"/>
                  </a:lnTo>
                  <a:lnTo>
                    <a:pt x="6064" y="2173"/>
                  </a:lnTo>
                  <a:close/>
                  <a:moveTo>
                    <a:pt x="3813" y="3694"/>
                  </a:moveTo>
                  <a:lnTo>
                    <a:pt x="3773" y="3713"/>
                  </a:lnTo>
                  <a:lnTo>
                    <a:pt x="3734" y="3733"/>
                  </a:lnTo>
                  <a:lnTo>
                    <a:pt x="3753" y="3753"/>
                  </a:lnTo>
                  <a:lnTo>
                    <a:pt x="3773" y="3753"/>
                  </a:lnTo>
                  <a:lnTo>
                    <a:pt x="3793" y="3733"/>
                  </a:lnTo>
                  <a:lnTo>
                    <a:pt x="3813" y="3694"/>
                  </a:lnTo>
                  <a:close/>
                  <a:moveTo>
                    <a:pt x="2805" y="4385"/>
                  </a:moveTo>
                  <a:lnTo>
                    <a:pt x="2766" y="4405"/>
                  </a:lnTo>
                  <a:lnTo>
                    <a:pt x="2746" y="4444"/>
                  </a:lnTo>
                  <a:lnTo>
                    <a:pt x="2766" y="4425"/>
                  </a:lnTo>
                  <a:lnTo>
                    <a:pt x="2845" y="4405"/>
                  </a:lnTo>
                  <a:lnTo>
                    <a:pt x="2805" y="4385"/>
                  </a:lnTo>
                  <a:close/>
                  <a:moveTo>
                    <a:pt x="2548" y="4760"/>
                  </a:moveTo>
                  <a:lnTo>
                    <a:pt x="2529" y="4780"/>
                  </a:lnTo>
                  <a:lnTo>
                    <a:pt x="2509" y="4800"/>
                  </a:lnTo>
                  <a:lnTo>
                    <a:pt x="2509" y="4820"/>
                  </a:lnTo>
                  <a:lnTo>
                    <a:pt x="2548" y="4780"/>
                  </a:lnTo>
                  <a:lnTo>
                    <a:pt x="2548" y="4760"/>
                  </a:lnTo>
                  <a:close/>
                  <a:moveTo>
                    <a:pt x="3161" y="4978"/>
                  </a:moveTo>
                  <a:lnTo>
                    <a:pt x="3161" y="4978"/>
                  </a:lnTo>
                  <a:lnTo>
                    <a:pt x="3161" y="4978"/>
                  </a:lnTo>
                  <a:close/>
                  <a:moveTo>
                    <a:pt x="10469" y="0"/>
                  </a:moveTo>
                  <a:lnTo>
                    <a:pt x="10469" y="40"/>
                  </a:lnTo>
                  <a:lnTo>
                    <a:pt x="10449" y="59"/>
                  </a:lnTo>
                  <a:lnTo>
                    <a:pt x="10370" y="79"/>
                  </a:lnTo>
                  <a:lnTo>
                    <a:pt x="10370" y="59"/>
                  </a:lnTo>
                  <a:lnTo>
                    <a:pt x="10390" y="40"/>
                  </a:lnTo>
                  <a:lnTo>
                    <a:pt x="10351" y="20"/>
                  </a:lnTo>
                  <a:lnTo>
                    <a:pt x="10331" y="20"/>
                  </a:lnTo>
                  <a:lnTo>
                    <a:pt x="10272" y="59"/>
                  </a:lnTo>
                  <a:lnTo>
                    <a:pt x="10232" y="99"/>
                  </a:lnTo>
                  <a:lnTo>
                    <a:pt x="10173" y="138"/>
                  </a:lnTo>
                  <a:lnTo>
                    <a:pt x="10173" y="119"/>
                  </a:lnTo>
                  <a:lnTo>
                    <a:pt x="10153" y="119"/>
                  </a:lnTo>
                  <a:lnTo>
                    <a:pt x="10113" y="138"/>
                  </a:lnTo>
                  <a:lnTo>
                    <a:pt x="10074" y="138"/>
                  </a:lnTo>
                  <a:lnTo>
                    <a:pt x="10054" y="158"/>
                  </a:lnTo>
                  <a:lnTo>
                    <a:pt x="10034" y="158"/>
                  </a:lnTo>
                  <a:lnTo>
                    <a:pt x="10015" y="138"/>
                  </a:lnTo>
                  <a:lnTo>
                    <a:pt x="9995" y="119"/>
                  </a:lnTo>
                  <a:lnTo>
                    <a:pt x="9955" y="119"/>
                  </a:lnTo>
                  <a:lnTo>
                    <a:pt x="9955" y="138"/>
                  </a:lnTo>
                  <a:lnTo>
                    <a:pt x="9955" y="158"/>
                  </a:lnTo>
                  <a:lnTo>
                    <a:pt x="9936" y="158"/>
                  </a:lnTo>
                  <a:lnTo>
                    <a:pt x="9896" y="178"/>
                  </a:lnTo>
                  <a:lnTo>
                    <a:pt x="9876" y="198"/>
                  </a:lnTo>
                  <a:lnTo>
                    <a:pt x="9876" y="217"/>
                  </a:lnTo>
                  <a:lnTo>
                    <a:pt x="9817" y="198"/>
                  </a:lnTo>
                  <a:lnTo>
                    <a:pt x="9797" y="237"/>
                  </a:lnTo>
                  <a:lnTo>
                    <a:pt x="9817" y="277"/>
                  </a:lnTo>
                  <a:lnTo>
                    <a:pt x="9817" y="316"/>
                  </a:lnTo>
                  <a:lnTo>
                    <a:pt x="9778" y="356"/>
                  </a:lnTo>
                  <a:lnTo>
                    <a:pt x="9738" y="356"/>
                  </a:lnTo>
                  <a:lnTo>
                    <a:pt x="9718" y="336"/>
                  </a:lnTo>
                  <a:lnTo>
                    <a:pt x="9718" y="296"/>
                  </a:lnTo>
                  <a:lnTo>
                    <a:pt x="9699" y="257"/>
                  </a:lnTo>
                  <a:lnTo>
                    <a:pt x="9699" y="237"/>
                  </a:lnTo>
                  <a:lnTo>
                    <a:pt x="9679" y="237"/>
                  </a:lnTo>
                  <a:lnTo>
                    <a:pt x="9659" y="277"/>
                  </a:lnTo>
                  <a:lnTo>
                    <a:pt x="9620" y="257"/>
                  </a:lnTo>
                  <a:lnTo>
                    <a:pt x="9580" y="277"/>
                  </a:lnTo>
                  <a:lnTo>
                    <a:pt x="9541" y="277"/>
                  </a:lnTo>
                  <a:lnTo>
                    <a:pt x="9541" y="257"/>
                  </a:lnTo>
                  <a:lnTo>
                    <a:pt x="9560" y="237"/>
                  </a:lnTo>
                  <a:lnTo>
                    <a:pt x="9541" y="237"/>
                  </a:lnTo>
                  <a:lnTo>
                    <a:pt x="9521" y="257"/>
                  </a:lnTo>
                  <a:lnTo>
                    <a:pt x="9442" y="257"/>
                  </a:lnTo>
                  <a:lnTo>
                    <a:pt x="9383" y="277"/>
                  </a:lnTo>
                  <a:lnTo>
                    <a:pt x="9363" y="296"/>
                  </a:lnTo>
                  <a:lnTo>
                    <a:pt x="9343" y="336"/>
                  </a:lnTo>
                  <a:lnTo>
                    <a:pt x="9264" y="336"/>
                  </a:lnTo>
                  <a:lnTo>
                    <a:pt x="9264" y="316"/>
                  </a:lnTo>
                  <a:lnTo>
                    <a:pt x="9244" y="356"/>
                  </a:lnTo>
                  <a:lnTo>
                    <a:pt x="9185" y="375"/>
                  </a:lnTo>
                  <a:lnTo>
                    <a:pt x="9146" y="375"/>
                  </a:lnTo>
                  <a:lnTo>
                    <a:pt x="9106" y="415"/>
                  </a:lnTo>
                  <a:lnTo>
                    <a:pt x="9086" y="395"/>
                  </a:lnTo>
                  <a:lnTo>
                    <a:pt x="9047" y="415"/>
                  </a:lnTo>
                  <a:lnTo>
                    <a:pt x="9067" y="415"/>
                  </a:lnTo>
                  <a:lnTo>
                    <a:pt x="9067" y="474"/>
                  </a:lnTo>
                  <a:lnTo>
                    <a:pt x="8988" y="474"/>
                  </a:lnTo>
                  <a:lnTo>
                    <a:pt x="8948" y="494"/>
                  </a:lnTo>
                  <a:lnTo>
                    <a:pt x="8909" y="474"/>
                  </a:lnTo>
                  <a:lnTo>
                    <a:pt x="8889" y="514"/>
                  </a:lnTo>
                  <a:lnTo>
                    <a:pt x="8889" y="533"/>
                  </a:lnTo>
                  <a:lnTo>
                    <a:pt x="8909" y="593"/>
                  </a:lnTo>
                  <a:lnTo>
                    <a:pt x="8790" y="593"/>
                  </a:lnTo>
                  <a:lnTo>
                    <a:pt x="8770" y="553"/>
                  </a:lnTo>
                  <a:lnTo>
                    <a:pt x="8751" y="533"/>
                  </a:lnTo>
                  <a:lnTo>
                    <a:pt x="8731" y="514"/>
                  </a:lnTo>
                  <a:lnTo>
                    <a:pt x="8691" y="533"/>
                  </a:lnTo>
                  <a:lnTo>
                    <a:pt x="8632" y="553"/>
                  </a:lnTo>
                  <a:lnTo>
                    <a:pt x="8672" y="573"/>
                  </a:lnTo>
                  <a:lnTo>
                    <a:pt x="8672" y="593"/>
                  </a:lnTo>
                  <a:lnTo>
                    <a:pt x="8652" y="612"/>
                  </a:lnTo>
                  <a:lnTo>
                    <a:pt x="8672" y="612"/>
                  </a:lnTo>
                  <a:lnTo>
                    <a:pt x="8691" y="553"/>
                  </a:lnTo>
                  <a:lnTo>
                    <a:pt x="8731" y="533"/>
                  </a:lnTo>
                  <a:lnTo>
                    <a:pt x="8731" y="553"/>
                  </a:lnTo>
                  <a:lnTo>
                    <a:pt x="8751" y="573"/>
                  </a:lnTo>
                  <a:lnTo>
                    <a:pt x="8711" y="632"/>
                  </a:lnTo>
                  <a:lnTo>
                    <a:pt x="8691" y="672"/>
                  </a:lnTo>
                  <a:lnTo>
                    <a:pt x="8672" y="711"/>
                  </a:lnTo>
                  <a:lnTo>
                    <a:pt x="8612" y="770"/>
                  </a:lnTo>
                  <a:lnTo>
                    <a:pt x="8553" y="770"/>
                  </a:lnTo>
                  <a:lnTo>
                    <a:pt x="8553" y="751"/>
                  </a:lnTo>
                  <a:lnTo>
                    <a:pt x="8553" y="731"/>
                  </a:lnTo>
                  <a:lnTo>
                    <a:pt x="8514" y="711"/>
                  </a:lnTo>
                  <a:lnTo>
                    <a:pt x="8494" y="751"/>
                  </a:lnTo>
                  <a:lnTo>
                    <a:pt x="8375" y="751"/>
                  </a:lnTo>
                  <a:lnTo>
                    <a:pt x="8395" y="770"/>
                  </a:lnTo>
                  <a:lnTo>
                    <a:pt x="8395" y="810"/>
                  </a:lnTo>
                  <a:lnTo>
                    <a:pt x="8336" y="830"/>
                  </a:lnTo>
                  <a:lnTo>
                    <a:pt x="8316" y="810"/>
                  </a:lnTo>
                  <a:lnTo>
                    <a:pt x="8277" y="810"/>
                  </a:lnTo>
                  <a:lnTo>
                    <a:pt x="8178" y="849"/>
                  </a:lnTo>
                  <a:lnTo>
                    <a:pt x="8079" y="869"/>
                  </a:lnTo>
                  <a:lnTo>
                    <a:pt x="7980" y="909"/>
                  </a:lnTo>
                  <a:lnTo>
                    <a:pt x="7901" y="968"/>
                  </a:lnTo>
                  <a:lnTo>
                    <a:pt x="7980" y="988"/>
                  </a:lnTo>
                  <a:lnTo>
                    <a:pt x="7980" y="928"/>
                  </a:lnTo>
                  <a:lnTo>
                    <a:pt x="8020" y="948"/>
                  </a:lnTo>
                  <a:lnTo>
                    <a:pt x="8020" y="988"/>
                  </a:lnTo>
                  <a:lnTo>
                    <a:pt x="8020" y="1067"/>
                  </a:lnTo>
                  <a:lnTo>
                    <a:pt x="7980" y="1086"/>
                  </a:lnTo>
                  <a:lnTo>
                    <a:pt x="7961" y="1086"/>
                  </a:lnTo>
                  <a:lnTo>
                    <a:pt x="7961" y="1067"/>
                  </a:lnTo>
                  <a:lnTo>
                    <a:pt x="7901" y="1126"/>
                  </a:lnTo>
                  <a:lnTo>
                    <a:pt x="7941" y="1126"/>
                  </a:lnTo>
                  <a:lnTo>
                    <a:pt x="7941" y="1146"/>
                  </a:lnTo>
                  <a:lnTo>
                    <a:pt x="7862" y="1146"/>
                  </a:lnTo>
                  <a:lnTo>
                    <a:pt x="7862" y="1126"/>
                  </a:lnTo>
                  <a:lnTo>
                    <a:pt x="7803" y="1165"/>
                  </a:lnTo>
                  <a:lnTo>
                    <a:pt x="7803" y="1185"/>
                  </a:lnTo>
                  <a:lnTo>
                    <a:pt x="7803" y="1205"/>
                  </a:lnTo>
                  <a:lnTo>
                    <a:pt x="7783" y="1205"/>
                  </a:lnTo>
                  <a:lnTo>
                    <a:pt x="7763" y="1185"/>
                  </a:lnTo>
                  <a:lnTo>
                    <a:pt x="7803" y="1106"/>
                  </a:lnTo>
                  <a:lnTo>
                    <a:pt x="7803" y="1106"/>
                  </a:lnTo>
                  <a:lnTo>
                    <a:pt x="7763" y="1126"/>
                  </a:lnTo>
                  <a:lnTo>
                    <a:pt x="7743" y="1106"/>
                  </a:lnTo>
                  <a:lnTo>
                    <a:pt x="7743" y="1067"/>
                  </a:lnTo>
                  <a:lnTo>
                    <a:pt x="7684" y="1106"/>
                  </a:lnTo>
                  <a:lnTo>
                    <a:pt x="7684" y="1047"/>
                  </a:lnTo>
                  <a:lnTo>
                    <a:pt x="7644" y="1067"/>
                  </a:lnTo>
                  <a:lnTo>
                    <a:pt x="7625" y="1086"/>
                  </a:lnTo>
                  <a:lnTo>
                    <a:pt x="7605" y="1106"/>
                  </a:lnTo>
                  <a:lnTo>
                    <a:pt x="7565" y="1106"/>
                  </a:lnTo>
                  <a:lnTo>
                    <a:pt x="7565" y="1165"/>
                  </a:lnTo>
                  <a:lnTo>
                    <a:pt x="7447" y="1185"/>
                  </a:lnTo>
                  <a:lnTo>
                    <a:pt x="7328" y="1244"/>
                  </a:lnTo>
                  <a:lnTo>
                    <a:pt x="7368" y="1264"/>
                  </a:lnTo>
                  <a:lnTo>
                    <a:pt x="7328" y="1304"/>
                  </a:lnTo>
                  <a:lnTo>
                    <a:pt x="7249" y="1304"/>
                  </a:lnTo>
                  <a:lnTo>
                    <a:pt x="7170" y="1323"/>
                  </a:lnTo>
                  <a:lnTo>
                    <a:pt x="7111" y="1402"/>
                  </a:lnTo>
                  <a:lnTo>
                    <a:pt x="7111" y="1442"/>
                  </a:lnTo>
                  <a:lnTo>
                    <a:pt x="7131" y="1462"/>
                  </a:lnTo>
                  <a:lnTo>
                    <a:pt x="7111" y="1481"/>
                  </a:lnTo>
                  <a:lnTo>
                    <a:pt x="7052" y="1481"/>
                  </a:lnTo>
                  <a:lnTo>
                    <a:pt x="7012" y="1541"/>
                  </a:lnTo>
                  <a:lnTo>
                    <a:pt x="6973" y="1580"/>
                  </a:lnTo>
                  <a:lnTo>
                    <a:pt x="6933" y="1600"/>
                  </a:lnTo>
                  <a:lnTo>
                    <a:pt x="6933" y="1600"/>
                  </a:lnTo>
                  <a:lnTo>
                    <a:pt x="7012" y="1521"/>
                  </a:lnTo>
                  <a:lnTo>
                    <a:pt x="6973" y="1501"/>
                  </a:lnTo>
                  <a:lnTo>
                    <a:pt x="6933" y="1521"/>
                  </a:lnTo>
                  <a:lnTo>
                    <a:pt x="6894" y="1561"/>
                  </a:lnTo>
                  <a:lnTo>
                    <a:pt x="6835" y="1561"/>
                  </a:lnTo>
                  <a:lnTo>
                    <a:pt x="6716" y="1798"/>
                  </a:lnTo>
                  <a:lnTo>
                    <a:pt x="6736" y="1817"/>
                  </a:lnTo>
                  <a:lnTo>
                    <a:pt x="6756" y="1857"/>
                  </a:lnTo>
                  <a:lnTo>
                    <a:pt x="6775" y="1896"/>
                  </a:lnTo>
                  <a:lnTo>
                    <a:pt x="6756" y="1936"/>
                  </a:lnTo>
                  <a:lnTo>
                    <a:pt x="6696" y="1936"/>
                  </a:lnTo>
                  <a:lnTo>
                    <a:pt x="6617" y="1956"/>
                  </a:lnTo>
                  <a:lnTo>
                    <a:pt x="6598" y="1936"/>
                  </a:lnTo>
                  <a:lnTo>
                    <a:pt x="6578" y="1936"/>
                  </a:lnTo>
                  <a:lnTo>
                    <a:pt x="6538" y="1916"/>
                  </a:lnTo>
                  <a:lnTo>
                    <a:pt x="6578" y="1896"/>
                  </a:lnTo>
                  <a:lnTo>
                    <a:pt x="6657" y="1896"/>
                  </a:lnTo>
                  <a:lnTo>
                    <a:pt x="6578" y="1877"/>
                  </a:lnTo>
                  <a:lnTo>
                    <a:pt x="6479" y="1877"/>
                  </a:lnTo>
                  <a:lnTo>
                    <a:pt x="6499" y="1837"/>
                  </a:lnTo>
                  <a:lnTo>
                    <a:pt x="6519" y="1817"/>
                  </a:lnTo>
                  <a:lnTo>
                    <a:pt x="6519" y="1837"/>
                  </a:lnTo>
                  <a:lnTo>
                    <a:pt x="6538" y="1837"/>
                  </a:lnTo>
                  <a:lnTo>
                    <a:pt x="6558" y="1798"/>
                  </a:lnTo>
                  <a:lnTo>
                    <a:pt x="6538" y="1778"/>
                  </a:lnTo>
                  <a:lnTo>
                    <a:pt x="6499" y="1778"/>
                  </a:lnTo>
                  <a:lnTo>
                    <a:pt x="6479" y="1758"/>
                  </a:lnTo>
                  <a:lnTo>
                    <a:pt x="6440" y="1778"/>
                  </a:lnTo>
                  <a:lnTo>
                    <a:pt x="6420" y="1798"/>
                  </a:lnTo>
                  <a:lnTo>
                    <a:pt x="6440" y="1817"/>
                  </a:lnTo>
                  <a:lnTo>
                    <a:pt x="6400" y="1798"/>
                  </a:lnTo>
                  <a:lnTo>
                    <a:pt x="6380" y="1817"/>
                  </a:lnTo>
                  <a:lnTo>
                    <a:pt x="6341" y="1857"/>
                  </a:lnTo>
                  <a:lnTo>
                    <a:pt x="6282" y="1896"/>
                  </a:lnTo>
                  <a:lnTo>
                    <a:pt x="6262" y="1916"/>
                  </a:lnTo>
                  <a:lnTo>
                    <a:pt x="6222" y="1916"/>
                  </a:lnTo>
                  <a:lnTo>
                    <a:pt x="6242" y="1936"/>
                  </a:lnTo>
                  <a:lnTo>
                    <a:pt x="6262" y="1936"/>
                  </a:lnTo>
                  <a:lnTo>
                    <a:pt x="6242" y="1956"/>
                  </a:lnTo>
                  <a:lnTo>
                    <a:pt x="6222" y="1975"/>
                  </a:lnTo>
                  <a:lnTo>
                    <a:pt x="6163" y="1975"/>
                  </a:lnTo>
                  <a:lnTo>
                    <a:pt x="6124" y="2035"/>
                  </a:lnTo>
                  <a:lnTo>
                    <a:pt x="6084" y="2054"/>
                  </a:lnTo>
                  <a:lnTo>
                    <a:pt x="6084" y="2074"/>
                  </a:lnTo>
                  <a:lnTo>
                    <a:pt x="6104" y="2094"/>
                  </a:lnTo>
                  <a:lnTo>
                    <a:pt x="6124" y="2114"/>
                  </a:lnTo>
                  <a:lnTo>
                    <a:pt x="6124" y="2153"/>
                  </a:lnTo>
                  <a:lnTo>
                    <a:pt x="6104" y="2193"/>
                  </a:lnTo>
                  <a:lnTo>
                    <a:pt x="6084" y="2212"/>
                  </a:lnTo>
                  <a:lnTo>
                    <a:pt x="6045" y="2232"/>
                  </a:lnTo>
                  <a:lnTo>
                    <a:pt x="6025" y="2252"/>
                  </a:lnTo>
                  <a:lnTo>
                    <a:pt x="6005" y="2232"/>
                  </a:lnTo>
                  <a:lnTo>
                    <a:pt x="6005" y="2222"/>
                  </a:lnTo>
                  <a:lnTo>
                    <a:pt x="5946" y="2272"/>
                  </a:lnTo>
                  <a:lnTo>
                    <a:pt x="5926" y="2272"/>
                  </a:lnTo>
                  <a:lnTo>
                    <a:pt x="5926" y="2232"/>
                  </a:lnTo>
                  <a:lnTo>
                    <a:pt x="5985" y="2193"/>
                  </a:lnTo>
                  <a:lnTo>
                    <a:pt x="5926" y="2212"/>
                  </a:lnTo>
                  <a:lnTo>
                    <a:pt x="5887" y="2232"/>
                  </a:lnTo>
                  <a:lnTo>
                    <a:pt x="5867" y="2272"/>
                  </a:lnTo>
                  <a:lnTo>
                    <a:pt x="5867" y="2311"/>
                  </a:lnTo>
                  <a:lnTo>
                    <a:pt x="5808" y="2331"/>
                  </a:lnTo>
                  <a:lnTo>
                    <a:pt x="5768" y="2351"/>
                  </a:lnTo>
                  <a:lnTo>
                    <a:pt x="5768" y="2331"/>
                  </a:lnTo>
                  <a:lnTo>
                    <a:pt x="5768" y="2291"/>
                  </a:lnTo>
                  <a:lnTo>
                    <a:pt x="5768" y="2252"/>
                  </a:lnTo>
                  <a:lnTo>
                    <a:pt x="5788" y="2212"/>
                  </a:lnTo>
                  <a:lnTo>
                    <a:pt x="5827" y="2193"/>
                  </a:lnTo>
                  <a:lnTo>
                    <a:pt x="5827" y="2232"/>
                  </a:lnTo>
                  <a:lnTo>
                    <a:pt x="5827" y="2252"/>
                  </a:lnTo>
                  <a:lnTo>
                    <a:pt x="5867" y="2252"/>
                  </a:lnTo>
                  <a:lnTo>
                    <a:pt x="5847" y="2193"/>
                  </a:lnTo>
                  <a:lnTo>
                    <a:pt x="5867" y="2193"/>
                  </a:lnTo>
                  <a:lnTo>
                    <a:pt x="5887" y="2173"/>
                  </a:lnTo>
                  <a:lnTo>
                    <a:pt x="5926" y="2133"/>
                  </a:lnTo>
                  <a:lnTo>
                    <a:pt x="5926" y="2153"/>
                  </a:lnTo>
                  <a:lnTo>
                    <a:pt x="5926" y="2173"/>
                  </a:lnTo>
                  <a:lnTo>
                    <a:pt x="6005" y="2114"/>
                  </a:lnTo>
                  <a:lnTo>
                    <a:pt x="6025" y="2094"/>
                  </a:lnTo>
                  <a:lnTo>
                    <a:pt x="6045" y="2054"/>
                  </a:lnTo>
                  <a:lnTo>
                    <a:pt x="6045" y="2054"/>
                  </a:lnTo>
                  <a:lnTo>
                    <a:pt x="5985" y="2074"/>
                  </a:lnTo>
                  <a:lnTo>
                    <a:pt x="5906" y="2114"/>
                  </a:lnTo>
                  <a:lnTo>
                    <a:pt x="5847" y="2153"/>
                  </a:lnTo>
                  <a:lnTo>
                    <a:pt x="5808" y="2153"/>
                  </a:lnTo>
                  <a:lnTo>
                    <a:pt x="5689" y="2311"/>
                  </a:lnTo>
                  <a:lnTo>
                    <a:pt x="5729" y="2331"/>
                  </a:lnTo>
                  <a:lnTo>
                    <a:pt x="5748" y="2351"/>
                  </a:lnTo>
                  <a:lnTo>
                    <a:pt x="5729" y="2370"/>
                  </a:lnTo>
                  <a:lnTo>
                    <a:pt x="5689" y="2351"/>
                  </a:lnTo>
                  <a:lnTo>
                    <a:pt x="5650" y="2351"/>
                  </a:lnTo>
                  <a:lnTo>
                    <a:pt x="5571" y="2390"/>
                  </a:lnTo>
                  <a:lnTo>
                    <a:pt x="5590" y="2410"/>
                  </a:lnTo>
                  <a:lnTo>
                    <a:pt x="5571" y="2449"/>
                  </a:lnTo>
                  <a:lnTo>
                    <a:pt x="5551" y="2489"/>
                  </a:lnTo>
                  <a:lnTo>
                    <a:pt x="5551" y="2509"/>
                  </a:lnTo>
                  <a:lnTo>
                    <a:pt x="5571" y="2489"/>
                  </a:lnTo>
                  <a:lnTo>
                    <a:pt x="5610" y="2489"/>
                  </a:lnTo>
                  <a:lnTo>
                    <a:pt x="5590" y="2528"/>
                  </a:lnTo>
                  <a:lnTo>
                    <a:pt x="5610" y="2548"/>
                  </a:lnTo>
                  <a:lnTo>
                    <a:pt x="5610" y="2568"/>
                  </a:lnTo>
                  <a:lnTo>
                    <a:pt x="5551" y="2588"/>
                  </a:lnTo>
                  <a:lnTo>
                    <a:pt x="5531" y="2568"/>
                  </a:lnTo>
                  <a:lnTo>
                    <a:pt x="5472" y="2588"/>
                  </a:lnTo>
                  <a:lnTo>
                    <a:pt x="5472" y="2588"/>
                  </a:lnTo>
                  <a:lnTo>
                    <a:pt x="5492" y="2509"/>
                  </a:lnTo>
                  <a:lnTo>
                    <a:pt x="5551" y="2410"/>
                  </a:lnTo>
                  <a:lnTo>
                    <a:pt x="5531" y="2410"/>
                  </a:lnTo>
                  <a:lnTo>
                    <a:pt x="5511" y="2430"/>
                  </a:lnTo>
                  <a:lnTo>
                    <a:pt x="5492" y="2430"/>
                  </a:lnTo>
                  <a:lnTo>
                    <a:pt x="5452" y="2449"/>
                  </a:lnTo>
                  <a:lnTo>
                    <a:pt x="5472" y="2449"/>
                  </a:lnTo>
                  <a:lnTo>
                    <a:pt x="5492" y="2469"/>
                  </a:lnTo>
                  <a:lnTo>
                    <a:pt x="5492" y="2489"/>
                  </a:lnTo>
                  <a:lnTo>
                    <a:pt x="5393" y="2627"/>
                  </a:lnTo>
                  <a:lnTo>
                    <a:pt x="5333" y="2686"/>
                  </a:lnTo>
                  <a:lnTo>
                    <a:pt x="5274" y="2746"/>
                  </a:lnTo>
                  <a:lnTo>
                    <a:pt x="5274" y="2726"/>
                  </a:lnTo>
                  <a:lnTo>
                    <a:pt x="5274" y="2686"/>
                  </a:lnTo>
                  <a:lnTo>
                    <a:pt x="5314" y="2627"/>
                  </a:lnTo>
                  <a:lnTo>
                    <a:pt x="5353" y="2588"/>
                  </a:lnTo>
                  <a:lnTo>
                    <a:pt x="5333" y="2548"/>
                  </a:lnTo>
                  <a:lnTo>
                    <a:pt x="5314" y="2528"/>
                  </a:lnTo>
                  <a:lnTo>
                    <a:pt x="5294" y="2568"/>
                  </a:lnTo>
                  <a:lnTo>
                    <a:pt x="5294" y="2588"/>
                  </a:lnTo>
                  <a:lnTo>
                    <a:pt x="5274" y="2607"/>
                  </a:lnTo>
                  <a:lnTo>
                    <a:pt x="5254" y="2627"/>
                  </a:lnTo>
                  <a:lnTo>
                    <a:pt x="5215" y="2627"/>
                  </a:lnTo>
                  <a:lnTo>
                    <a:pt x="5175" y="2667"/>
                  </a:lnTo>
                  <a:lnTo>
                    <a:pt x="5077" y="2746"/>
                  </a:lnTo>
                  <a:lnTo>
                    <a:pt x="5116" y="2746"/>
                  </a:lnTo>
                  <a:lnTo>
                    <a:pt x="5077" y="2785"/>
                  </a:lnTo>
                  <a:lnTo>
                    <a:pt x="5017" y="2805"/>
                  </a:lnTo>
                  <a:lnTo>
                    <a:pt x="5017" y="2785"/>
                  </a:lnTo>
                  <a:lnTo>
                    <a:pt x="4998" y="2825"/>
                  </a:lnTo>
                  <a:lnTo>
                    <a:pt x="4978" y="2825"/>
                  </a:lnTo>
                  <a:lnTo>
                    <a:pt x="4958" y="2844"/>
                  </a:lnTo>
                  <a:lnTo>
                    <a:pt x="4919" y="2884"/>
                  </a:lnTo>
                  <a:lnTo>
                    <a:pt x="4820" y="2943"/>
                  </a:lnTo>
                  <a:lnTo>
                    <a:pt x="4840" y="2963"/>
                  </a:lnTo>
                  <a:lnTo>
                    <a:pt x="4859" y="2943"/>
                  </a:lnTo>
                  <a:lnTo>
                    <a:pt x="4919" y="2904"/>
                  </a:lnTo>
                  <a:lnTo>
                    <a:pt x="4978" y="2904"/>
                  </a:lnTo>
                  <a:lnTo>
                    <a:pt x="4978" y="2923"/>
                  </a:lnTo>
                  <a:lnTo>
                    <a:pt x="4938" y="2963"/>
                  </a:lnTo>
                  <a:lnTo>
                    <a:pt x="4899" y="3002"/>
                  </a:lnTo>
                  <a:lnTo>
                    <a:pt x="4859" y="3062"/>
                  </a:lnTo>
                  <a:lnTo>
                    <a:pt x="4800" y="3101"/>
                  </a:lnTo>
                  <a:lnTo>
                    <a:pt x="4820" y="3101"/>
                  </a:lnTo>
                  <a:lnTo>
                    <a:pt x="4820" y="3121"/>
                  </a:lnTo>
                  <a:lnTo>
                    <a:pt x="4800" y="3141"/>
                  </a:lnTo>
                  <a:lnTo>
                    <a:pt x="4741" y="3180"/>
                  </a:lnTo>
                  <a:lnTo>
                    <a:pt x="4701" y="3180"/>
                  </a:lnTo>
                  <a:lnTo>
                    <a:pt x="4701" y="3141"/>
                  </a:lnTo>
                  <a:lnTo>
                    <a:pt x="4721" y="3121"/>
                  </a:lnTo>
                  <a:lnTo>
                    <a:pt x="4721" y="3101"/>
                  </a:lnTo>
                  <a:lnTo>
                    <a:pt x="4701" y="3101"/>
                  </a:lnTo>
                  <a:lnTo>
                    <a:pt x="4721" y="3081"/>
                  </a:lnTo>
                  <a:lnTo>
                    <a:pt x="4741" y="3062"/>
                  </a:lnTo>
                  <a:lnTo>
                    <a:pt x="4761" y="3042"/>
                  </a:lnTo>
                  <a:lnTo>
                    <a:pt x="4761" y="3002"/>
                  </a:lnTo>
                  <a:lnTo>
                    <a:pt x="4682" y="2983"/>
                  </a:lnTo>
                  <a:lnTo>
                    <a:pt x="4662" y="3022"/>
                  </a:lnTo>
                  <a:lnTo>
                    <a:pt x="4622" y="3022"/>
                  </a:lnTo>
                  <a:lnTo>
                    <a:pt x="4563" y="3062"/>
                  </a:lnTo>
                  <a:lnTo>
                    <a:pt x="4603" y="3062"/>
                  </a:lnTo>
                  <a:lnTo>
                    <a:pt x="4622" y="3081"/>
                  </a:lnTo>
                  <a:lnTo>
                    <a:pt x="4563" y="3081"/>
                  </a:lnTo>
                  <a:lnTo>
                    <a:pt x="4622" y="3141"/>
                  </a:lnTo>
                  <a:lnTo>
                    <a:pt x="4642" y="3101"/>
                  </a:lnTo>
                  <a:lnTo>
                    <a:pt x="4662" y="3081"/>
                  </a:lnTo>
                  <a:lnTo>
                    <a:pt x="4682" y="3062"/>
                  </a:lnTo>
                  <a:lnTo>
                    <a:pt x="4721" y="3062"/>
                  </a:lnTo>
                  <a:lnTo>
                    <a:pt x="4682" y="3101"/>
                  </a:lnTo>
                  <a:lnTo>
                    <a:pt x="4682" y="3141"/>
                  </a:lnTo>
                  <a:lnTo>
                    <a:pt x="4662" y="3180"/>
                  </a:lnTo>
                  <a:lnTo>
                    <a:pt x="4603" y="3220"/>
                  </a:lnTo>
                  <a:lnTo>
                    <a:pt x="4603" y="3200"/>
                  </a:lnTo>
                  <a:lnTo>
                    <a:pt x="4583" y="3220"/>
                  </a:lnTo>
                  <a:lnTo>
                    <a:pt x="4563" y="3239"/>
                  </a:lnTo>
                  <a:lnTo>
                    <a:pt x="4524" y="3259"/>
                  </a:lnTo>
                  <a:lnTo>
                    <a:pt x="4524" y="3259"/>
                  </a:lnTo>
                  <a:lnTo>
                    <a:pt x="4543" y="3200"/>
                  </a:lnTo>
                  <a:lnTo>
                    <a:pt x="4543" y="3180"/>
                  </a:lnTo>
                  <a:lnTo>
                    <a:pt x="4504" y="3180"/>
                  </a:lnTo>
                  <a:lnTo>
                    <a:pt x="4524" y="3239"/>
                  </a:lnTo>
                  <a:lnTo>
                    <a:pt x="4484" y="3239"/>
                  </a:lnTo>
                  <a:lnTo>
                    <a:pt x="4484" y="3220"/>
                  </a:lnTo>
                  <a:lnTo>
                    <a:pt x="4464" y="3239"/>
                  </a:lnTo>
                  <a:lnTo>
                    <a:pt x="4464" y="3259"/>
                  </a:lnTo>
                  <a:lnTo>
                    <a:pt x="4484" y="3279"/>
                  </a:lnTo>
                  <a:lnTo>
                    <a:pt x="4425" y="3279"/>
                  </a:lnTo>
                  <a:lnTo>
                    <a:pt x="4385" y="3318"/>
                  </a:lnTo>
                  <a:lnTo>
                    <a:pt x="4346" y="3358"/>
                  </a:lnTo>
                  <a:lnTo>
                    <a:pt x="4385" y="3358"/>
                  </a:lnTo>
                  <a:lnTo>
                    <a:pt x="4405" y="3378"/>
                  </a:lnTo>
                  <a:lnTo>
                    <a:pt x="4425" y="3397"/>
                  </a:lnTo>
                  <a:lnTo>
                    <a:pt x="4405" y="3437"/>
                  </a:lnTo>
                  <a:lnTo>
                    <a:pt x="4306" y="3496"/>
                  </a:lnTo>
                  <a:lnTo>
                    <a:pt x="4267" y="3516"/>
                  </a:lnTo>
                  <a:lnTo>
                    <a:pt x="4208" y="3516"/>
                  </a:lnTo>
                  <a:lnTo>
                    <a:pt x="4188" y="3575"/>
                  </a:lnTo>
                  <a:lnTo>
                    <a:pt x="4188" y="3555"/>
                  </a:lnTo>
                  <a:lnTo>
                    <a:pt x="4168" y="3555"/>
                  </a:lnTo>
                  <a:lnTo>
                    <a:pt x="4109" y="3595"/>
                  </a:lnTo>
                  <a:lnTo>
                    <a:pt x="4109" y="3575"/>
                  </a:lnTo>
                  <a:lnTo>
                    <a:pt x="4148" y="3536"/>
                  </a:lnTo>
                  <a:lnTo>
                    <a:pt x="4188" y="3496"/>
                  </a:lnTo>
                  <a:lnTo>
                    <a:pt x="4188" y="3476"/>
                  </a:lnTo>
                  <a:lnTo>
                    <a:pt x="4168" y="3457"/>
                  </a:lnTo>
                  <a:lnTo>
                    <a:pt x="4148" y="3476"/>
                  </a:lnTo>
                  <a:lnTo>
                    <a:pt x="4129" y="3457"/>
                  </a:lnTo>
                  <a:lnTo>
                    <a:pt x="4129" y="3417"/>
                  </a:lnTo>
                  <a:lnTo>
                    <a:pt x="4109" y="3457"/>
                  </a:lnTo>
                  <a:lnTo>
                    <a:pt x="4129" y="3476"/>
                  </a:lnTo>
                  <a:lnTo>
                    <a:pt x="4129" y="3496"/>
                  </a:lnTo>
                  <a:lnTo>
                    <a:pt x="4148" y="3516"/>
                  </a:lnTo>
                  <a:lnTo>
                    <a:pt x="4129" y="3516"/>
                  </a:lnTo>
                  <a:lnTo>
                    <a:pt x="4089" y="3536"/>
                  </a:lnTo>
                  <a:lnTo>
                    <a:pt x="4069" y="3536"/>
                  </a:lnTo>
                  <a:lnTo>
                    <a:pt x="4050" y="3516"/>
                  </a:lnTo>
                  <a:lnTo>
                    <a:pt x="4030" y="3536"/>
                  </a:lnTo>
                  <a:lnTo>
                    <a:pt x="4030" y="3575"/>
                  </a:lnTo>
                  <a:lnTo>
                    <a:pt x="4010" y="3595"/>
                  </a:lnTo>
                  <a:lnTo>
                    <a:pt x="3990" y="3615"/>
                  </a:lnTo>
                  <a:lnTo>
                    <a:pt x="3971" y="3555"/>
                  </a:lnTo>
                  <a:lnTo>
                    <a:pt x="3951" y="3555"/>
                  </a:lnTo>
                  <a:lnTo>
                    <a:pt x="3931" y="3575"/>
                  </a:lnTo>
                  <a:lnTo>
                    <a:pt x="3911" y="3575"/>
                  </a:lnTo>
                  <a:lnTo>
                    <a:pt x="3911" y="3595"/>
                  </a:lnTo>
                  <a:lnTo>
                    <a:pt x="3951" y="3595"/>
                  </a:lnTo>
                  <a:lnTo>
                    <a:pt x="3931" y="3615"/>
                  </a:lnTo>
                  <a:lnTo>
                    <a:pt x="3911" y="3634"/>
                  </a:lnTo>
                  <a:lnTo>
                    <a:pt x="3872" y="3654"/>
                  </a:lnTo>
                  <a:lnTo>
                    <a:pt x="3872" y="3674"/>
                  </a:lnTo>
                  <a:lnTo>
                    <a:pt x="3852" y="3674"/>
                  </a:lnTo>
                  <a:lnTo>
                    <a:pt x="3813" y="3694"/>
                  </a:lnTo>
                  <a:lnTo>
                    <a:pt x="3832" y="3694"/>
                  </a:lnTo>
                  <a:lnTo>
                    <a:pt x="3852" y="3713"/>
                  </a:lnTo>
                  <a:lnTo>
                    <a:pt x="3813" y="3773"/>
                  </a:lnTo>
                  <a:lnTo>
                    <a:pt x="3734" y="3812"/>
                  </a:lnTo>
                  <a:lnTo>
                    <a:pt x="3674" y="3871"/>
                  </a:lnTo>
                  <a:lnTo>
                    <a:pt x="3615" y="3931"/>
                  </a:lnTo>
                  <a:lnTo>
                    <a:pt x="3576" y="3951"/>
                  </a:lnTo>
                  <a:lnTo>
                    <a:pt x="3556" y="3931"/>
                  </a:lnTo>
                  <a:lnTo>
                    <a:pt x="3556" y="3911"/>
                  </a:lnTo>
                  <a:lnTo>
                    <a:pt x="3556" y="3871"/>
                  </a:lnTo>
                  <a:lnTo>
                    <a:pt x="3595" y="3852"/>
                  </a:lnTo>
                  <a:lnTo>
                    <a:pt x="3635" y="3832"/>
                  </a:lnTo>
                  <a:lnTo>
                    <a:pt x="3655" y="3812"/>
                  </a:lnTo>
                  <a:lnTo>
                    <a:pt x="3694" y="3773"/>
                  </a:lnTo>
                  <a:lnTo>
                    <a:pt x="3576" y="3852"/>
                  </a:lnTo>
                  <a:lnTo>
                    <a:pt x="3516" y="3891"/>
                  </a:lnTo>
                  <a:lnTo>
                    <a:pt x="3497" y="3951"/>
                  </a:lnTo>
                  <a:lnTo>
                    <a:pt x="3437" y="3970"/>
                  </a:lnTo>
                  <a:lnTo>
                    <a:pt x="3378" y="3951"/>
                  </a:lnTo>
                  <a:lnTo>
                    <a:pt x="3339" y="3951"/>
                  </a:lnTo>
                  <a:lnTo>
                    <a:pt x="3279" y="3990"/>
                  </a:lnTo>
                  <a:lnTo>
                    <a:pt x="3319" y="4010"/>
                  </a:lnTo>
                  <a:lnTo>
                    <a:pt x="3339" y="4010"/>
                  </a:lnTo>
                  <a:lnTo>
                    <a:pt x="3319" y="4049"/>
                  </a:lnTo>
                  <a:lnTo>
                    <a:pt x="3279" y="4069"/>
                  </a:lnTo>
                  <a:lnTo>
                    <a:pt x="3299" y="4089"/>
                  </a:lnTo>
                  <a:lnTo>
                    <a:pt x="3299" y="4109"/>
                  </a:lnTo>
                  <a:lnTo>
                    <a:pt x="3260" y="4109"/>
                  </a:lnTo>
                  <a:lnTo>
                    <a:pt x="3240" y="4089"/>
                  </a:lnTo>
                  <a:lnTo>
                    <a:pt x="3200" y="4128"/>
                  </a:lnTo>
                  <a:lnTo>
                    <a:pt x="3141" y="4128"/>
                  </a:lnTo>
                  <a:lnTo>
                    <a:pt x="3102" y="4168"/>
                  </a:lnTo>
                  <a:lnTo>
                    <a:pt x="3121" y="4168"/>
                  </a:lnTo>
                  <a:lnTo>
                    <a:pt x="3161" y="4148"/>
                  </a:lnTo>
                  <a:lnTo>
                    <a:pt x="3161" y="4168"/>
                  </a:lnTo>
                  <a:lnTo>
                    <a:pt x="3161" y="4188"/>
                  </a:lnTo>
                  <a:lnTo>
                    <a:pt x="3121" y="4247"/>
                  </a:lnTo>
                  <a:lnTo>
                    <a:pt x="3102" y="4247"/>
                  </a:lnTo>
                  <a:lnTo>
                    <a:pt x="3062" y="4267"/>
                  </a:lnTo>
                  <a:lnTo>
                    <a:pt x="3082" y="4247"/>
                  </a:lnTo>
                  <a:lnTo>
                    <a:pt x="3102" y="4227"/>
                  </a:lnTo>
                  <a:lnTo>
                    <a:pt x="3121" y="4188"/>
                  </a:lnTo>
                  <a:lnTo>
                    <a:pt x="3062" y="4227"/>
                  </a:lnTo>
                  <a:lnTo>
                    <a:pt x="3023" y="4306"/>
                  </a:lnTo>
                  <a:lnTo>
                    <a:pt x="3042" y="4286"/>
                  </a:lnTo>
                  <a:lnTo>
                    <a:pt x="3062" y="4306"/>
                  </a:lnTo>
                  <a:lnTo>
                    <a:pt x="3062" y="4346"/>
                  </a:lnTo>
                  <a:lnTo>
                    <a:pt x="2983" y="4385"/>
                  </a:lnTo>
                  <a:lnTo>
                    <a:pt x="2944" y="4385"/>
                  </a:lnTo>
                  <a:lnTo>
                    <a:pt x="2924" y="4365"/>
                  </a:lnTo>
                  <a:lnTo>
                    <a:pt x="2924" y="4385"/>
                  </a:lnTo>
                  <a:lnTo>
                    <a:pt x="2904" y="4425"/>
                  </a:lnTo>
                  <a:lnTo>
                    <a:pt x="2845" y="4484"/>
                  </a:lnTo>
                  <a:lnTo>
                    <a:pt x="2884" y="4484"/>
                  </a:lnTo>
                  <a:lnTo>
                    <a:pt x="2884" y="4523"/>
                  </a:lnTo>
                  <a:lnTo>
                    <a:pt x="2785" y="4543"/>
                  </a:lnTo>
                  <a:lnTo>
                    <a:pt x="2805" y="4504"/>
                  </a:lnTo>
                  <a:lnTo>
                    <a:pt x="2766" y="4504"/>
                  </a:lnTo>
                  <a:lnTo>
                    <a:pt x="2746" y="4484"/>
                  </a:lnTo>
                  <a:lnTo>
                    <a:pt x="2746" y="4444"/>
                  </a:lnTo>
                  <a:lnTo>
                    <a:pt x="2706" y="4484"/>
                  </a:lnTo>
                  <a:lnTo>
                    <a:pt x="2706" y="4504"/>
                  </a:lnTo>
                  <a:lnTo>
                    <a:pt x="2667" y="4523"/>
                  </a:lnTo>
                  <a:lnTo>
                    <a:pt x="2667" y="4504"/>
                  </a:lnTo>
                  <a:lnTo>
                    <a:pt x="2667" y="4464"/>
                  </a:lnTo>
                  <a:lnTo>
                    <a:pt x="2627" y="4504"/>
                  </a:lnTo>
                  <a:lnTo>
                    <a:pt x="2588" y="4543"/>
                  </a:lnTo>
                  <a:lnTo>
                    <a:pt x="2627" y="4563"/>
                  </a:lnTo>
                  <a:lnTo>
                    <a:pt x="2627" y="4583"/>
                  </a:lnTo>
                  <a:lnTo>
                    <a:pt x="2627" y="4602"/>
                  </a:lnTo>
                  <a:lnTo>
                    <a:pt x="2529" y="4602"/>
                  </a:lnTo>
                  <a:lnTo>
                    <a:pt x="2509" y="4622"/>
                  </a:lnTo>
                  <a:lnTo>
                    <a:pt x="2509" y="4662"/>
                  </a:lnTo>
                  <a:lnTo>
                    <a:pt x="2509" y="4681"/>
                  </a:lnTo>
                  <a:lnTo>
                    <a:pt x="2509" y="4721"/>
                  </a:lnTo>
                  <a:lnTo>
                    <a:pt x="2548" y="4721"/>
                  </a:lnTo>
                  <a:lnTo>
                    <a:pt x="2548" y="4760"/>
                  </a:lnTo>
                  <a:lnTo>
                    <a:pt x="2588" y="4741"/>
                  </a:lnTo>
                  <a:lnTo>
                    <a:pt x="2588" y="4760"/>
                  </a:lnTo>
                  <a:lnTo>
                    <a:pt x="2588" y="4780"/>
                  </a:lnTo>
                  <a:lnTo>
                    <a:pt x="2568" y="4800"/>
                  </a:lnTo>
                  <a:lnTo>
                    <a:pt x="2548" y="4820"/>
                  </a:lnTo>
                  <a:lnTo>
                    <a:pt x="2469" y="4859"/>
                  </a:lnTo>
                  <a:lnTo>
                    <a:pt x="2390" y="4859"/>
                  </a:lnTo>
                  <a:lnTo>
                    <a:pt x="2390" y="4800"/>
                  </a:lnTo>
                  <a:lnTo>
                    <a:pt x="2390" y="4760"/>
                  </a:lnTo>
                  <a:lnTo>
                    <a:pt x="2390" y="4701"/>
                  </a:lnTo>
                  <a:lnTo>
                    <a:pt x="2371" y="4642"/>
                  </a:lnTo>
                  <a:lnTo>
                    <a:pt x="2252" y="4741"/>
                  </a:lnTo>
                  <a:lnTo>
                    <a:pt x="2193" y="4780"/>
                  </a:lnTo>
                  <a:lnTo>
                    <a:pt x="2153" y="4800"/>
                  </a:lnTo>
                  <a:lnTo>
                    <a:pt x="2134" y="4839"/>
                  </a:lnTo>
                  <a:lnTo>
                    <a:pt x="2134" y="4879"/>
                  </a:lnTo>
                  <a:lnTo>
                    <a:pt x="2173" y="4938"/>
                  </a:lnTo>
                  <a:lnTo>
                    <a:pt x="2134" y="4958"/>
                  </a:lnTo>
                  <a:lnTo>
                    <a:pt x="2114" y="4978"/>
                  </a:lnTo>
                  <a:lnTo>
                    <a:pt x="2114" y="4938"/>
                  </a:lnTo>
                  <a:lnTo>
                    <a:pt x="2035" y="5017"/>
                  </a:lnTo>
                  <a:lnTo>
                    <a:pt x="1936" y="5116"/>
                  </a:lnTo>
                  <a:lnTo>
                    <a:pt x="1916" y="5136"/>
                  </a:lnTo>
                  <a:lnTo>
                    <a:pt x="1936" y="5155"/>
                  </a:lnTo>
                  <a:lnTo>
                    <a:pt x="1976" y="5195"/>
                  </a:lnTo>
                  <a:lnTo>
                    <a:pt x="1916" y="5234"/>
                  </a:lnTo>
                  <a:lnTo>
                    <a:pt x="1936" y="5234"/>
                  </a:lnTo>
                  <a:lnTo>
                    <a:pt x="1936" y="5274"/>
                  </a:lnTo>
                  <a:lnTo>
                    <a:pt x="1916" y="5294"/>
                  </a:lnTo>
                  <a:lnTo>
                    <a:pt x="1857" y="5333"/>
                  </a:lnTo>
                  <a:lnTo>
                    <a:pt x="1857" y="5313"/>
                  </a:lnTo>
                  <a:lnTo>
                    <a:pt x="1857" y="5294"/>
                  </a:lnTo>
                  <a:lnTo>
                    <a:pt x="1798" y="5313"/>
                  </a:lnTo>
                  <a:lnTo>
                    <a:pt x="1758" y="5353"/>
                  </a:lnTo>
                  <a:lnTo>
                    <a:pt x="1758" y="5313"/>
                  </a:lnTo>
                  <a:lnTo>
                    <a:pt x="1758" y="5294"/>
                  </a:lnTo>
                  <a:lnTo>
                    <a:pt x="1798" y="5274"/>
                  </a:lnTo>
                  <a:lnTo>
                    <a:pt x="1798" y="5294"/>
                  </a:lnTo>
                  <a:lnTo>
                    <a:pt x="1857" y="5215"/>
                  </a:lnTo>
                  <a:lnTo>
                    <a:pt x="1798" y="5254"/>
                  </a:lnTo>
                  <a:lnTo>
                    <a:pt x="1758" y="5274"/>
                  </a:lnTo>
                  <a:lnTo>
                    <a:pt x="1719" y="5254"/>
                  </a:lnTo>
                  <a:lnTo>
                    <a:pt x="1699" y="5234"/>
                  </a:lnTo>
                  <a:lnTo>
                    <a:pt x="1679" y="5274"/>
                  </a:lnTo>
                  <a:lnTo>
                    <a:pt x="1739" y="5274"/>
                  </a:lnTo>
                  <a:lnTo>
                    <a:pt x="1719" y="5313"/>
                  </a:lnTo>
                  <a:lnTo>
                    <a:pt x="1660" y="5313"/>
                  </a:lnTo>
                  <a:lnTo>
                    <a:pt x="1600" y="5333"/>
                  </a:lnTo>
                  <a:lnTo>
                    <a:pt x="1541" y="5373"/>
                  </a:lnTo>
                  <a:lnTo>
                    <a:pt x="1462" y="5412"/>
                  </a:lnTo>
                  <a:lnTo>
                    <a:pt x="1423" y="5412"/>
                  </a:lnTo>
                  <a:lnTo>
                    <a:pt x="1383" y="5392"/>
                  </a:lnTo>
                  <a:lnTo>
                    <a:pt x="1324" y="5491"/>
                  </a:lnTo>
                  <a:lnTo>
                    <a:pt x="1265" y="5550"/>
                  </a:lnTo>
                  <a:lnTo>
                    <a:pt x="1225" y="5590"/>
                  </a:lnTo>
                  <a:lnTo>
                    <a:pt x="1225" y="5610"/>
                  </a:lnTo>
                  <a:lnTo>
                    <a:pt x="1205" y="5629"/>
                  </a:lnTo>
                  <a:lnTo>
                    <a:pt x="1205" y="5649"/>
                  </a:lnTo>
                  <a:lnTo>
                    <a:pt x="1205" y="5669"/>
                  </a:lnTo>
                  <a:lnTo>
                    <a:pt x="1245" y="5669"/>
                  </a:lnTo>
                  <a:lnTo>
                    <a:pt x="1284" y="5649"/>
                  </a:lnTo>
                  <a:lnTo>
                    <a:pt x="1324" y="5590"/>
                  </a:lnTo>
                  <a:lnTo>
                    <a:pt x="1363" y="5550"/>
                  </a:lnTo>
                  <a:lnTo>
                    <a:pt x="1383" y="5531"/>
                  </a:lnTo>
                  <a:lnTo>
                    <a:pt x="1423" y="5531"/>
                  </a:lnTo>
                  <a:lnTo>
                    <a:pt x="1423" y="5511"/>
                  </a:lnTo>
                  <a:lnTo>
                    <a:pt x="1423" y="5491"/>
                  </a:lnTo>
                  <a:lnTo>
                    <a:pt x="1423" y="5452"/>
                  </a:lnTo>
                  <a:lnTo>
                    <a:pt x="1462" y="5432"/>
                  </a:lnTo>
                  <a:lnTo>
                    <a:pt x="1502" y="5432"/>
                  </a:lnTo>
                  <a:lnTo>
                    <a:pt x="1482" y="5471"/>
                  </a:lnTo>
                  <a:lnTo>
                    <a:pt x="1482" y="5511"/>
                  </a:lnTo>
                  <a:lnTo>
                    <a:pt x="1482" y="5550"/>
                  </a:lnTo>
                  <a:lnTo>
                    <a:pt x="1442" y="5590"/>
                  </a:lnTo>
                  <a:lnTo>
                    <a:pt x="1462" y="5590"/>
                  </a:lnTo>
                  <a:lnTo>
                    <a:pt x="1502" y="5570"/>
                  </a:lnTo>
                  <a:lnTo>
                    <a:pt x="1581" y="5531"/>
                  </a:lnTo>
                  <a:lnTo>
                    <a:pt x="1581" y="5570"/>
                  </a:lnTo>
                  <a:lnTo>
                    <a:pt x="1620" y="5570"/>
                  </a:lnTo>
                  <a:lnTo>
                    <a:pt x="1600" y="5649"/>
                  </a:lnTo>
                  <a:lnTo>
                    <a:pt x="1581" y="5708"/>
                  </a:lnTo>
                  <a:lnTo>
                    <a:pt x="1561" y="5689"/>
                  </a:lnTo>
                  <a:lnTo>
                    <a:pt x="1482" y="5787"/>
                  </a:lnTo>
                  <a:lnTo>
                    <a:pt x="1442" y="5787"/>
                  </a:lnTo>
                  <a:lnTo>
                    <a:pt x="1423" y="5748"/>
                  </a:lnTo>
                  <a:lnTo>
                    <a:pt x="1383" y="5768"/>
                  </a:lnTo>
                  <a:lnTo>
                    <a:pt x="1344" y="5807"/>
                  </a:lnTo>
                  <a:lnTo>
                    <a:pt x="1304" y="5827"/>
                  </a:lnTo>
                  <a:lnTo>
                    <a:pt x="1265" y="5827"/>
                  </a:lnTo>
                  <a:lnTo>
                    <a:pt x="1245" y="5847"/>
                  </a:lnTo>
                  <a:lnTo>
                    <a:pt x="1324" y="5847"/>
                  </a:lnTo>
                  <a:lnTo>
                    <a:pt x="1403" y="5807"/>
                  </a:lnTo>
                  <a:lnTo>
                    <a:pt x="1403" y="5827"/>
                  </a:lnTo>
                  <a:lnTo>
                    <a:pt x="1363" y="5847"/>
                  </a:lnTo>
                  <a:lnTo>
                    <a:pt x="1344" y="5866"/>
                  </a:lnTo>
                  <a:lnTo>
                    <a:pt x="1324" y="5886"/>
                  </a:lnTo>
                  <a:lnTo>
                    <a:pt x="1324" y="5906"/>
                  </a:lnTo>
                  <a:lnTo>
                    <a:pt x="1344" y="5945"/>
                  </a:lnTo>
                  <a:lnTo>
                    <a:pt x="1324" y="5965"/>
                  </a:lnTo>
                  <a:lnTo>
                    <a:pt x="1186" y="5965"/>
                  </a:lnTo>
                  <a:lnTo>
                    <a:pt x="1166" y="5985"/>
                  </a:lnTo>
                  <a:lnTo>
                    <a:pt x="1166" y="5866"/>
                  </a:lnTo>
                  <a:lnTo>
                    <a:pt x="1126" y="5926"/>
                  </a:lnTo>
                  <a:lnTo>
                    <a:pt x="1126" y="5847"/>
                  </a:lnTo>
                  <a:lnTo>
                    <a:pt x="1126" y="5807"/>
                  </a:lnTo>
                  <a:lnTo>
                    <a:pt x="1126" y="5748"/>
                  </a:lnTo>
                  <a:lnTo>
                    <a:pt x="1008" y="5807"/>
                  </a:lnTo>
                  <a:lnTo>
                    <a:pt x="949" y="5847"/>
                  </a:lnTo>
                  <a:lnTo>
                    <a:pt x="909" y="5886"/>
                  </a:lnTo>
                  <a:lnTo>
                    <a:pt x="870" y="5847"/>
                  </a:lnTo>
                  <a:lnTo>
                    <a:pt x="850" y="5807"/>
                  </a:lnTo>
                  <a:lnTo>
                    <a:pt x="810" y="5866"/>
                  </a:lnTo>
                  <a:lnTo>
                    <a:pt x="751" y="5866"/>
                  </a:lnTo>
                  <a:lnTo>
                    <a:pt x="712" y="5886"/>
                  </a:lnTo>
                  <a:lnTo>
                    <a:pt x="652" y="5886"/>
                  </a:lnTo>
                  <a:lnTo>
                    <a:pt x="652" y="5906"/>
                  </a:lnTo>
                  <a:lnTo>
                    <a:pt x="652" y="5926"/>
                  </a:lnTo>
                  <a:lnTo>
                    <a:pt x="712" y="5926"/>
                  </a:lnTo>
                  <a:lnTo>
                    <a:pt x="731" y="5945"/>
                  </a:lnTo>
                  <a:lnTo>
                    <a:pt x="731" y="5965"/>
                  </a:lnTo>
                  <a:lnTo>
                    <a:pt x="692" y="5965"/>
                  </a:lnTo>
                  <a:lnTo>
                    <a:pt x="652" y="6005"/>
                  </a:lnTo>
                  <a:lnTo>
                    <a:pt x="652" y="6005"/>
                  </a:lnTo>
                  <a:lnTo>
                    <a:pt x="712" y="5985"/>
                  </a:lnTo>
                  <a:lnTo>
                    <a:pt x="810" y="5945"/>
                  </a:lnTo>
                  <a:lnTo>
                    <a:pt x="791" y="5965"/>
                  </a:lnTo>
                  <a:lnTo>
                    <a:pt x="791" y="5985"/>
                  </a:lnTo>
                  <a:lnTo>
                    <a:pt x="791" y="6024"/>
                  </a:lnTo>
                  <a:lnTo>
                    <a:pt x="870" y="6005"/>
                  </a:lnTo>
                  <a:lnTo>
                    <a:pt x="870" y="6024"/>
                  </a:lnTo>
                  <a:lnTo>
                    <a:pt x="830" y="6044"/>
                  </a:lnTo>
                  <a:lnTo>
                    <a:pt x="810" y="6064"/>
                  </a:lnTo>
                  <a:lnTo>
                    <a:pt x="771" y="6103"/>
                  </a:lnTo>
                  <a:lnTo>
                    <a:pt x="751" y="5985"/>
                  </a:lnTo>
                  <a:lnTo>
                    <a:pt x="672" y="6064"/>
                  </a:lnTo>
                  <a:lnTo>
                    <a:pt x="613" y="6084"/>
                  </a:lnTo>
                  <a:lnTo>
                    <a:pt x="554" y="6084"/>
                  </a:lnTo>
                  <a:lnTo>
                    <a:pt x="573" y="6064"/>
                  </a:lnTo>
                  <a:lnTo>
                    <a:pt x="593" y="6024"/>
                  </a:lnTo>
                  <a:lnTo>
                    <a:pt x="573" y="6024"/>
                  </a:lnTo>
                  <a:lnTo>
                    <a:pt x="554" y="6044"/>
                  </a:lnTo>
                  <a:lnTo>
                    <a:pt x="534" y="6064"/>
                  </a:lnTo>
                  <a:lnTo>
                    <a:pt x="514" y="6044"/>
                  </a:lnTo>
                  <a:lnTo>
                    <a:pt x="514" y="6024"/>
                  </a:lnTo>
                  <a:lnTo>
                    <a:pt x="534" y="6024"/>
                  </a:lnTo>
                  <a:lnTo>
                    <a:pt x="554" y="6005"/>
                  </a:lnTo>
                  <a:lnTo>
                    <a:pt x="395" y="6084"/>
                  </a:lnTo>
                  <a:lnTo>
                    <a:pt x="395" y="6064"/>
                  </a:lnTo>
                  <a:lnTo>
                    <a:pt x="415" y="6064"/>
                  </a:lnTo>
                  <a:lnTo>
                    <a:pt x="455" y="6024"/>
                  </a:lnTo>
                  <a:lnTo>
                    <a:pt x="415" y="6044"/>
                  </a:lnTo>
                  <a:lnTo>
                    <a:pt x="376" y="6064"/>
                  </a:lnTo>
                  <a:lnTo>
                    <a:pt x="356" y="6103"/>
                  </a:lnTo>
                  <a:lnTo>
                    <a:pt x="356" y="6163"/>
                  </a:lnTo>
                  <a:lnTo>
                    <a:pt x="257" y="6182"/>
                  </a:lnTo>
                  <a:lnTo>
                    <a:pt x="218" y="6163"/>
                  </a:lnTo>
                  <a:lnTo>
                    <a:pt x="218" y="6143"/>
                  </a:lnTo>
                  <a:lnTo>
                    <a:pt x="198" y="6163"/>
                  </a:lnTo>
                  <a:lnTo>
                    <a:pt x="218" y="6182"/>
                  </a:lnTo>
                  <a:lnTo>
                    <a:pt x="237" y="6202"/>
                  </a:lnTo>
                  <a:lnTo>
                    <a:pt x="198" y="6222"/>
                  </a:lnTo>
                  <a:lnTo>
                    <a:pt x="178" y="6262"/>
                  </a:lnTo>
                  <a:lnTo>
                    <a:pt x="158" y="6301"/>
                  </a:lnTo>
                  <a:lnTo>
                    <a:pt x="139" y="6321"/>
                  </a:lnTo>
                  <a:lnTo>
                    <a:pt x="198" y="6341"/>
                  </a:lnTo>
                  <a:lnTo>
                    <a:pt x="158" y="6360"/>
                  </a:lnTo>
                  <a:lnTo>
                    <a:pt x="158" y="6380"/>
                  </a:lnTo>
                  <a:lnTo>
                    <a:pt x="178" y="6400"/>
                  </a:lnTo>
                  <a:lnTo>
                    <a:pt x="139" y="6420"/>
                  </a:lnTo>
                  <a:lnTo>
                    <a:pt x="119" y="6360"/>
                  </a:lnTo>
                  <a:lnTo>
                    <a:pt x="79" y="6301"/>
                  </a:lnTo>
                  <a:lnTo>
                    <a:pt x="60" y="6321"/>
                  </a:lnTo>
                  <a:lnTo>
                    <a:pt x="60" y="6341"/>
                  </a:lnTo>
                  <a:lnTo>
                    <a:pt x="0" y="6360"/>
                  </a:lnTo>
                  <a:lnTo>
                    <a:pt x="198" y="6795"/>
                  </a:lnTo>
                  <a:lnTo>
                    <a:pt x="257" y="6755"/>
                  </a:lnTo>
                  <a:lnTo>
                    <a:pt x="316" y="6716"/>
                  </a:lnTo>
                  <a:lnTo>
                    <a:pt x="356" y="6676"/>
                  </a:lnTo>
                  <a:lnTo>
                    <a:pt x="395" y="6657"/>
                  </a:lnTo>
                  <a:lnTo>
                    <a:pt x="415" y="6657"/>
                  </a:lnTo>
                  <a:lnTo>
                    <a:pt x="376" y="6617"/>
                  </a:lnTo>
                  <a:lnTo>
                    <a:pt x="514" y="6518"/>
                  </a:lnTo>
                  <a:lnTo>
                    <a:pt x="514" y="6538"/>
                  </a:lnTo>
                  <a:lnTo>
                    <a:pt x="514" y="6558"/>
                  </a:lnTo>
                  <a:lnTo>
                    <a:pt x="475" y="6597"/>
                  </a:lnTo>
                  <a:lnTo>
                    <a:pt x="475" y="6597"/>
                  </a:lnTo>
                  <a:lnTo>
                    <a:pt x="534" y="6558"/>
                  </a:lnTo>
                  <a:lnTo>
                    <a:pt x="573" y="6518"/>
                  </a:lnTo>
                  <a:lnTo>
                    <a:pt x="652" y="6400"/>
                  </a:lnTo>
                  <a:lnTo>
                    <a:pt x="534" y="6400"/>
                  </a:lnTo>
                  <a:lnTo>
                    <a:pt x="554" y="6360"/>
                  </a:lnTo>
                  <a:lnTo>
                    <a:pt x="633" y="6360"/>
                  </a:lnTo>
                  <a:lnTo>
                    <a:pt x="652" y="6341"/>
                  </a:lnTo>
                  <a:lnTo>
                    <a:pt x="672" y="6321"/>
                  </a:lnTo>
                  <a:lnTo>
                    <a:pt x="692" y="6380"/>
                  </a:lnTo>
                  <a:lnTo>
                    <a:pt x="692" y="6400"/>
                  </a:lnTo>
                  <a:lnTo>
                    <a:pt x="712" y="6420"/>
                  </a:lnTo>
                  <a:lnTo>
                    <a:pt x="731" y="6380"/>
                  </a:lnTo>
                  <a:lnTo>
                    <a:pt x="751" y="6360"/>
                  </a:lnTo>
                  <a:lnTo>
                    <a:pt x="810" y="6301"/>
                  </a:lnTo>
                  <a:lnTo>
                    <a:pt x="830" y="6321"/>
                  </a:lnTo>
                  <a:lnTo>
                    <a:pt x="830" y="6360"/>
                  </a:lnTo>
                  <a:lnTo>
                    <a:pt x="810" y="6400"/>
                  </a:lnTo>
                  <a:lnTo>
                    <a:pt x="771" y="6439"/>
                  </a:lnTo>
                  <a:lnTo>
                    <a:pt x="712" y="6439"/>
                  </a:lnTo>
                  <a:lnTo>
                    <a:pt x="672" y="6479"/>
                  </a:lnTo>
                  <a:lnTo>
                    <a:pt x="652" y="6518"/>
                  </a:lnTo>
                  <a:lnTo>
                    <a:pt x="593" y="6518"/>
                  </a:lnTo>
                  <a:lnTo>
                    <a:pt x="652" y="6538"/>
                  </a:lnTo>
                  <a:lnTo>
                    <a:pt x="554" y="6617"/>
                  </a:lnTo>
                  <a:lnTo>
                    <a:pt x="554" y="6617"/>
                  </a:lnTo>
                  <a:lnTo>
                    <a:pt x="613" y="6597"/>
                  </a:lnTo>
                  <a:lnTo>
                    <a:pt x="712" y="6597"/>
                  </a:lnTo>
                  <a:lnTo>
                    <a:pt x="731" y="6558"/>
                  </a:lnTo>
                  <a:lnTo>
                    <a:pt x="771" y="6578"/>
                  </a:lnTo>
                  <a:lnTo>
                    <a:pt x="791" y="6597"/>
                  </a:lnTo>
                  <a:lnTo>
                    <a:pt x="791" y="6617"/>
                  </a:lnTo>
                  <a:lnTo>
                    <a:pt x="731" y="6657"/>
                  </a:lnTo>
                  <a:lnTo>
                    <a:pt x="712" y="6657"/>
                  </a:lnTo>
                  <a:lnTo>
                    <a:pt x="731" y="6676"/>
                  </a:lnTo>
                  <a:lnTo>
                    <a:pt x="771" y="6676"/>
                  </a:lnTo>
                  <a:lnTo>
                    <a:pt x="810" y="6637"/>
                  </a:lnTo>
                  <a:lnTo>
                    <a:pt x="830" y="6558"/>
                  </a:lnTo>
                  <a:lnTo>
                    <a:pt x="850" y="6459"/>
                  </a:lnTo>
                  <a:lnTo>
                    <a:pt x="929" y="6400"/>
                  </a:lnTo>
                  <a:lnTo>
                    <a:pt x="988" y="6360"/>
                  </a:lnTo>
                  <a:lnTo>
                    <a:pt x="968" y="6400"/>
                  </a:lnTo>
                  <a:lnTo>
                    <a:pt x="949" y="6439"/>
                  </a:lnTo>
                  <a:lnTo>
                    <a:pt x="949" y="6459"/>
                  </a:lnTo>
                  <a:lnTo>
                    <a:pt x="968" y="6479"/>
                  </a:lnTo>
                  <a:lnTo>
                    <a:pt x="968" y="6459"/>
                  </a:lnTo>
                  <a:lnTo>
                    <a:pt x="1008" y="6439"/>
                  </a:lnTo>
                  <a:lnTo>
                    <a:pt x="1028" y="6439"/>
                  </a:lnTo>
                  <a:lnTo>
                    <a:pt x="1028" y="6420"/>
                  </a:lnTo>
                  <a:lnTo>
                    <a:pt x="1126" y="6360"/>
                  </a:lnTo>
                  <a:lnTo>
                    <a:pt x="1205" y="6360"/>
                  </a:lnTo>
                  <a:lnTo>
                    <a:pt x="1166" y="6400"/>
                  </a:lnTo>
                  <a:lnTo>
                    <a:pt x="1126" y="6420"/>
                  </a:lnTo>
                  <a:lnTo>
                    <a:pt x="1067" y="6459"/>
                  </a:lnTo>
                  <a:lnTo>
                    <a:pt x="1087" y="6459"/>
                  </a:lnTo>
                  <a:lnTo>
                    <a:pt x="1087" y="6479"/>
                  </a:lnTo>
                  <a:lnTo>
                    <a:pt x="1028" y="6518"/>
                  </a:lnTo>
                  <a:lnTo>
                    <a:pt x="1087" y="6518"/>
                  </a:lnTo>
                  <a:lnTo>
                    <a:pt x="1146" y="6479"/>
                  </a:lnTo>
                  <a:lnTo>
                    <a:pt x="1186" y="6439"/>
                  </a:lnTo>
                  <a:lnTo>
                    <a:pt x="1225" y="6479"/>
                  </a:lnTo>
                  <a:lnTo>
                    <a:pt x="1265" y="6459"/>
                  </a:lnTo>
                  <a:lnTo>
                    <a:pt x="1324" y="6420"/>
                  </a:lnTo>
                  <a:lnTo>
                    <a:pt x="1383" y="6400"/>
                  </a:lnTo>
                  <a:lnTo>
                    <a:pt x="1442" y="6341"/>
                  </a:lnTo>
                  <a:lnTo>
                    <a:pt x="1442" y="6360"/>
                  </a:lnTo>
                  <a:lnTo>
                    <a:pt x="1482" y="6321"/>
                  </a:lnTo>
                  <a:lnTo>
                    <a:pt x="1502" y="6262"/>
                  </a:lnTo>
                  <a:lnTo>
                    <a:pt x="1502" y="6222"/>
                  </a:lnTo>
                  <a:lnTo>
                    <a:pt x="1541" y="6163"/>
                  </a:lnTo>
                  <a:lnTo>
                    <a:pt x="1541" y="6202"/>
                  </a:lnTo>
                  <a:lnTo>
                    <a:pt x="1561" y="6242"/>
                  </a:lnTo>
                  <a:lnTo>
                    <a:pt x="1581" y="6202"/>
                  </a:lnTo>
                  <a:lnTo>
                    <a:pt x="1679" y="6202"/>
                  </a:lnTo>
                  <a:lnTo>
                    <a:pt x="1660" y="6182"/>
                  </a:lnTo>
                  <a:lnTo>
                    <a:pt x="1660" y="6163"/>
                  </a:lnTo>
                  <a:lnTo>
                    <a:pt x="1660" y="6143"/>
                  </a:lnTo>
                  <a:lnTo>
                    <a:pt x="1640" y="6143"/>
                  </a:lnTo>
                  <a:lnTo>
                    <a:pt x="1640" y="6103"/>
                  </a:lnTo>
                  <a:lnTo>
                    <a:pt x="1660" y="6084"/>
                  </a:lnTo>
                  <a:lnTo>
                    <a:pt x="1719" y="6024"/>
                  </a:lnTo>
                  <a:lnTo>
                    <a:pt x="1739" y="6044"/>
                  </a:lnTo>
                  <a:lnTo>
                    <a:pt x="1739" y="6064"/>
                  </a:lnTo>
                  <a:lnTo>
                    <a:pt x="1699" y="6103"/>
                  </a:lnTo>
                  <a:lnTo>
                    <a:pt x="1679" y="6143"/>
                  </a:lnTo>
                  <a:lnTo>
                    <a:pt x="1699" y="6143"/>
                  </a:lnTo>
                  <a:lnTo>
                    <a:pt x="1719" y="6163"/>
                  </a:lnTo>
                  <a:lnTo>
                    <a:pt x="1739" y="6143"/>
                  </a:lnTo>
                  <a:lnTo>
                    <a:pt x="1758" y="6123"/>
                  </a:lnTo>
                  <a:lnTo>
                    <a:pt x="1739" y="6103"/>
                  </a:lnTo>
                  <a:lnTo>
                    <a:pt x="1719" y="6103"/>
                  </a:lnTo>
                  <a:lnTo>
                    <a:pt x="1818" y="6064"/>
                  </a:lnTo>
                  <a:lnTo>
                    <a:pt x="1857" y="6044"/>
                  </a:lnTo>
                  <a:lnTo>
                    <a:pt x="1916" y="6044"/>
                  </a:lnTo>
                  <a:lnTo>
                    <a:pt x="1936" y="6005"/>
                  </a:lnTo>
                  <a:lnTo>
                    <a:pt x="1956" y="5965"/>
                  </a:lnTo>
                  <a:lnTo>
                    <a:pt x="1976" y="5945"/>
                  </a:lnTo>
                  <a:lnTo>
                    <a:pt x="1976" y="5906"/>
                  </a:lnTo>
                  <a:lnTo>
                    <a:pt x="1956" y="5926"/>
                  </a:lnTo>
                  <a:lnTo>
                    <a:pt x="1956" y="5945"/>
                  </a:lnTo>
                  <a:lnTo>
                    <a:pt x="1936" y="5965"/>
                  </a:lnTo>
                  <a:lnTo>
                    <a:pt x="1916" y="5965"/>
                  </a:lnTo>
                  <a:lnTo>
                    <a:pt x="1936" y="5886"/>
                  </a:lnTo>
                  <a:lnTo>
                    <a:pt x="1976" y="5866"/>
                  </a:lnTo>
                  <a:lnTo>
                    <a:pt x="2015" y="5866"/>
                  </a:lnTo>
                  <a:lnTo>
                    <a:pt x="2094" y="5847"/>
                  </a:lnTo>
                  <a:lnTo>
                    <a:pt x="2074" y="5886"/>
                  </a:lnTo>
                  <a:lnTo>
                    <a:pt x="2035" y="5926"/>
                  </a:lnTo>
                  <a:lnTo>
                    <a:pt x="2035" y="5945"/>
                  </a:lnTo>
                  <a:lnTo>
                    <a:pt x="2035" y="5965"/>
                  </a:lnTo>
                  <a:lnTo>
                    <a:pt x="2055" y="5926"/>
                  </a:lnTo>
                  <a:lnTo>
                    <a:pt x="2074" y="5906"/>
                  </a:lnTo>
                  <a:lnTo>
                    <a:pt x="2094" y="5886"/>
                  </a:lnTo>
                  <a:lnTo>
                    <a:pt x="2134" y="5847"/>
                  </a:lnTo>
                  <a:lnTo>
                    <a:pt x="2134" y="5866"/>
                  </a:lnTo>
                  <a:lnTo>
                    <a:pt x="2193" y="5827"/>
                  </a:lnTo>
                  <a:lnTo>
                    <a:pt x="2252" y="5807"/>
                  </a:lnTo>
                  <a:lnTo>
                    <a:pt x="2292" y="5768"/>
                  </a:lnTo>
                  <a:lnTo>
                    <a:pt x="2311" y="5748"/>
                  </a:lnTo>
                  <a:lnTo>
                    <a:pt x="2311" y="5708"/>
                  </a:lnTo>
                  <a:lnTo>
                    <a:pt x="2272" y="5708"/>
                  </a:lnTo>
                  <a:lnTo>
                    <a:pt x="2252" y="5689"/>
                  </a:lnTo>
                  <a:lnTo>
                    <a:pt x="2311" y="5689"/>
                  </a:lnTo>
                  <a:lnTo>
                    <a:pt x="2331" y="5669"/>
                  </a:lnTo>
                  <a:lnTo>
                    <a:pt x="2351" y="5689"/>
                  </a:lnTo>
                  <a:lnTo>
                    <a:pt x="2331" y="5708"/>
                  </a:lnTo>
                  <a:lnTo>
                    <a:pt x="2410" y="5669"/>
                  </a:lnTo>
                  <a:lnTo>
                    <a:pt x="2430" y="5649"/>
                  </a:lnTo>
                  <a:lnTo>
                    <a:pt x="2410" y="5590"/>
                  </a:lnTo>
                  <a:lnTo>
                    <a:pt x="2410" y="5570"/>
                  </a:lnTo>
                  <a:lnTo>
                    <a:pt x="2430" y="5550"/>
                  </a:lnTo>
                  <a:lnTo>
                    <a:pt x="2469" y="5550"/>
                  </a:lnTo>
                  <a:lnTo>
                    <a:pt x="2469" y="5570"/>
                  </a:lnTo>
                  <a:lnTo>
                    <a:pt x="2469" y="5610"/>
                  </a:lnTo>
                  <a:lnTo>
                    <a:pt x="2489" y="5629"/>
                  </a:lnTo>
                  <a:lnTo>
                    <a:pt x="2509" y="5629"/>
                  </a:lnTo>
                  <a:lnTo>
                    <a:pt x="2568" y="5550"/>
                  </a:lnTo>
                  <a:lnTo>
                    <a:pt x="2608" y="5550"/>
                  </a:lnTo>
                  <a:lnTo>
                    <a:pt x="2687" y="5511"/>
                  </a:lnTo>
                  <a:lnTo>
                    <a:pt x="2746" y="5432"/>
                  </a:lnTo>
                  <a:lnTo>
                    <a:pt x="2825" y="5353"/>
                  </a:lnTo>
                  <a:lnTo>
                    <a:pt x="2904" y="5274"/>
                  </a:lnTo>
                  <a:lnTo>
                    <a:pt x="2904" y="5313"/>
                  </a:lnTo>
                  <a:lnTo>
                    <a:pt x="2884" y="5353"/>
                  </a:lnTo>
                  <a:lnTo>
                    <a:pt x="2825" y="5412"/>
                  </a:lnTo>
                  <a:lnTo>
                    <a:pt x="2864" y="5412"/>
                  </a:lnTo>
                  <a:lnTo>
                    <a:pt x="2904" y="5392"/>
                  </a:lnTo>
                  <a:lnTo>
                    <a:pt x="2924" y="5353"/>
                  </a:lnTo>
                  <a:lnTo>
                    <a:pt x="2983" y="5333"/>
                  </a:lnTo>
                  <a:lnTo>
                    <a:pt x="3003" y="5313"/>
                  </a:lnTo>
                  <a:lnTo>
                    <a:pt x="302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42" y="5195"/>
                  </a:lnTo>
                  <a:lnTo>
                    <a:pt x="3062" y="5195"/>
                  </a:lnTo>
                  <a:lnTo>
                    <a:pt x="3082" y="5215"/>
                  </a:lnTo>
                  <a:lnTo>
                    <a:pt x="3102" y="5175"/>
                  </a:lnTo>
                  <a:lnTo>
                    <a:pt x="3121" y="5155"/>
                  </a:lnTo>
                  <a:lnTo>
                    <a:pt x="3200" y="5076"/>
                  </a:lnTo>
                  <a:lnTo>
                    <a:pt x="3220" y="5116"/>
                  </a:lnTo>
                  <a:lnTo>
                    <a:pt x="3279" y="5037"/>
                  </a:lnTo>
                  <a:lnTo>
                    <a:pt x="3260" y="5037"/>
                  </a:lnTo>
                  <a:lnTo>
                    <a:pt x="3260" y="5017"/>
                  </a:lnTo>
                  <a:lnTo>
                    <a:pt x="3240" y="4978"/>
                  </a:lnTo>
                  <a:lnTo>
                    <a:pt x="3181" y="4978"/>
                  </a:lnTo>
                  <a:lnTo>
                    <a:pt x="3141" y="5037"/>
                  </a:lnTo>
                  <a:lnTo>
                    <a:pt x="3082" y="5096"/>
                  </a:lnTo>
                  <a:lnTo>
                    <a:pt x="3003" y="5096"/>
                  </a:lnTo>
                  <a:lnTo>
                    <a:pt x="3003" y="5076"/>
                  </a:lnTo>
                  <a:lnTo>
                    <a:pt x="2983" y="5076"/>
                  </a:lnTo>
                  <a:lnTo>
                    <a:pt x="2983" y="5057"/>
                  </a:lnTo>
                  <a:lnTo>
                    <a:pt x="3023" y="5057"/>
                  </a:lnTo>
                  <a:lnTo>
                    <a:pt x="3023" y="5017"/>
                  </a:lnTo>
                  <a:lnTo>
                    <a:pt x="3023" y="4997"/>
                  </a:lnTo>
                  <a:lnTo>
                    <a:pt x="3003" y="5017"/>
                  </a:lnTo>
                  <a:lnTo>
                    <a:pt x="3003" y="4978"/>
                  </a:lnTo>
                  <a:lnTo>
                    <a:pt x="3023" y="4938"/>
                  </a:lnTo>
                  <a:lnTo>
                    <a:pt x="3102" y="4859"/>
                  </a:lnTo>
                  <a:lnTo>
                    <a:pt x="3121" y="4879"/>
                  </a:lnTo>
                  <a:lnTo>
                    <a:pt x="3121" y="4899"/>
                  </a:lnTo>
                  <a:lnTo>
                    <a:pt x="3082" y="4978"/>
                  </a:lnTo>
                  <a:lnTo>
                    <a:pt x="3082" y="4978"/>
                  </a:lnTo>
                  <a:lnTo>
                    <a:pt x="3102" y="4958"/>
                  </a:lnTo>
                  <a:lnTo>
                    <a:pt x="3121" y="4938"/>
                  </a:lnTo>
                  <a:lnTo>
                    <a:pt x="3141" y="4918"/>
                  </a:lnTo>
                  <a:lnTo>
                    <a:pt x="3161" y="4978"/>
                  </a:lnTo>
                  <a:lnTo>
                    <a:pt x="3181" y="4938"/>
                  </a:lnTo>
                  <a:lnTo>
                    <a:pt x="3181" y="4918"/>
                  </a:lnTo>
                  <a:lnTo>
                    <a:pt x="3161" y="4899"/>
                  </a:lnTo>
                  <a:lnTo>
                    <a:pt x="3141" y="4859"/>
                  </a:lnTo>
                  <a:lnTo>
                    <a:pt x="3161" y="4839"/>
                  </a:lnTo>
                  <a:lnTo>
                    <a:pt x="3181" y="4820"/>
                  </a:lnTo>
                  <a:lnTo>
                    <a:pt x="3240" y="4800"/>
                  </a:lnTo>
                  <a:lnTo>
                    <a:pt x="3220" y="4839"/>
                  </a:lnTo>
                  <a:lnTo>
                    <a:pt x="3260" y="4800"/>
                  </a:lnTo>
                  <a:lnTo>
                    <a:pt x="3279" y="4780"/>
                  </a:lnTo>
                  <a:lnTo>
                    <a:pt x="3299" y="4741"/>
                  </a:lnTo>
                  <a:lnTo>
                    <a:pt x="3339" y="4721"/>
                  </a:lnTo>
                  <a:lnTo>
                    <a:pt x="3378" y="4741"/>
                  </a:lnTo>
                  <a:lnTo>
                    <a:pt x="3358" y="4741"/>
                  </a:lnTo>
                  <a:lnTo>
                    <a:pt x="3339" y="4760"/>
                  </a:lnTo>
                  <a:lnTo>
                    <a:pt x="3319" y="4800"/>
                  </a:lnTo>
                  <a:lnTo>
                    <a:pt x="3319" y="4839"/>
                  </a:lnTo>
                  <a:lnTo>
                    <a:pt x="3299" y="4859"/>
                  </a:lnTo>
                  <a:lnTo>
                    <a:pt x="3339" y="4859"/>
                  </a:lnTo>
                  <a:lnTo>
                    <a:pt x="3358" y="4918"/>
                  </a:lnTo>
                  <a:lnTo>
                    <a:pt x="3319" y="5017"/>
                  </a:lnTo>
                  <a:lnTo>
                    <a:pt x="3378" y="4978"/>
                  </a:lnTo>
                  <a:lnTo>
                    <a:pt x="3437" y="4978"/>
                  </a:lnTo>
                  <a:lnTo>
                    <a:pt x="3477" y="4918"/>
                  </a:lnTo>
                  <a:lnTo>
                    <a:pt x="3516" y="4899"/>
                  </a:lnTo>
                  <a:lnTo>
                    <a:pt x="3576" y="4859"/>
                  </a:lnTo>
                  <a:lnTo>
                    <a:pt x="3595" y="4839"/>
                  </a:lnTo>
                  <a:lnTo>
                    <a:pt x="3595" y="4800"/>
                  </a:lnTo>
                  <a:lnTo>
                    <a:pt x="3615" y="4800"/>
                  </a:lnTo>
                  <a:lnTo>
                    <a:pt x="3615" y="4820"/>
                  </a:lnTo>
                  <a:lnTo>
                    <a:pt x="3714" y="4760"/>
                  </a:lnTo>
                  <a:lnTo>
                    <a:pt x="3793" y="4662"/>
                  </a:lnTo>
                  <a:lnTo>
                    <a:pt x="3832" y="4662"/>
                  </a:lnTo>
                  <a:lnTo>
                    <a:pt x="3872" y="4681"/>
                  </a:lnTo>
                  <a:lnTo>
                    <a:pt x="3931" y="4642"/>
                  </a:lnTo>
                  <a:lnTo>
                    <a:pt x="3971" y="4602"/>
                  </a:lnTo>
                  <a:lnTo>
                    <a:pt x="4050" y="4523"/>
                  </a:lnTo>
                  <a:lnTo>
                    <a:pt x="4129" y="4425"/>
                  </a:lnTo>
                  <a:lnTo>
                    <a:pt x="4188" y="4385"/>
                  </a:lnTo>
                  <a:lnTo>
                    <a:pt x="4247" y="4346"/>
                  </a:lnTo>
                  <a:lnTo>
                    <a:pt x="4227" y="4385"/>
                  </a:lnTo>
                  <a:lnTo>
                    <a:pt x="4227" y="4385"/>
                  </a:lnTo>
                  <a:lnTo>
                    <a:pt x="4287" y="4365"/>
                  </a:lnTo>
                  <a:lnTo>
                    <a:pt x="4306" y="4326"/>
                  </a:lnTo>
                  <a:lnTo>
                    <a:pt x="4306" y="4306"/>
                  </a:lnTo>
                  <a:lnTo>
                    <a:pt x="4385" y="4306"/>
                  </a:lnTo>
                  <a:lnTo>
                    <a:pt x="4425" y="4247"/>
                  </a:lnTo>
                  <a:lnTo>
                    <a:pt x="4484" y="4207"/>
                  </a:lnTo>
                  <a:lnTo>
                    <a:pt x="4524" y="4188"/>
                  </a:lnTo>
                  <a:lnTo>
                    <a:pt x="4563" y="4188"/>
                  </a:lnTo>
                  <a:lnTo>
                    <a:pt x="4603" y="4148"/>
                  </a:lnTo>
                  <a:lnTo>
                    <a:pt x="4622" y="4109"/>
                  </a:lnTo>
                  <a:lnTo>
                    <a:pt x="4642" y="4069"/>
                  </a:lnTo>
                  <a:lnTo>
                    <a:pt x="4662" y="4030"/>
                  </a:lnTo>
                  <a:lnTo>
                    <a:pt x="4682" y="4069"/>
                  </a:lnTo>
                  <a:lnTo>
                    <a:pt x="4721" y="4069"/>
                  </a:lnTo>
                  <a:lnTo>
                    <a:pt x="4998" y="3852"/>
                  </a:lnTo>
                  <a:lnTo>
                    <a:pt x="5314" y="3615"/>
                  </a:lnTo>
                  <a:lnTo>
                    <a:pt x="5314" y="3615"/>
                  </a:lnTo>
                  <a:lnTo>
                    <a:pt x="5294" y="3634"/>
                  </a:lnTo>
                  <a:lnTo>
                    <a:pt x="5294" y="3634"/>
                  </a:lnTo>
                  <a:lnTo>
                    <a:pt x="5413" y="3555"/>
                  </a:lnTo>
                  <a:lnTo>
                    <a:pt x="5492" y="3476"/>
                  </a:lnTo>
                  <a:lnTo>
                    <a:pt x="5590" y="3378"/>
                  </a:lnTo>
                  <a:lnTo>
                    <a:pt x="5689" y="3318"/>
                  </a:lnTo>
                  <a:lnTo>
                    <a:pt x="5729" y="3279"/>
                  </a:lnTo>
                  <a:lnTo>
                    <a:pt x="5729" y="3239"/>
                  </a:lnTo>
                  <a:lnTo>
                    <a:pt x="5729" y="3220"/>
                  </a:lnTo>
                  <a:lnTo>
                    <a:pt x="5689" y="3220"/>
                  </a:lnTo>
                  <a:lnTo>
                    <a:pt x="5650" y="3180"/>
                  </a:lnTo>
                  <a:lnTo>
                    <a:pt x="5709" y="3141"/>
                  </a:lnTo>
                  <a:lnTo>
                    <a:pt x="5729" y="3141"/>
                  </a:lnTo>
                  <a:lnTo>
                    <a:pt x="5768" y="3160"/>
                  </a:lnTo>
                  <a:lnTo>
                    <a:pt x="5808" y="3141"/>
                  </a:lnTo>
                  <a:lnTo>
                    <a:pt x="5827" y="3160"/>
                  </a:lnTo>
                  <a:lnTo>
                    <a:pt x="5827" y="3200"/>
                  </a:lnTo>
                  <a:lnTo>
                    <a:pt x="5808" y="3220"/>
                  </a:lnTo>
                  <a:lnTo>
                    <a:pt x="5827" y="3259"/>
                  </a:lnTo>
                  <a:lnTo>
                    <a:pt x="5906" y="3160"/>
                  </a:lnTo>
                  <a:lnTo>
                    <a:pt x="5946" y="3121"/>
                  </a:lnTo>
                  <a:lnTo>
                    <a:pt x="5985" y="3101"/>
                  </a:lnTo>
                  <a:lnTo>
                    <a:pt x="6025" y="3062"/>
                  </a:lnTo>
                  <a:lnTo>
                    <a:pt x="6064" y="3062"/>
                  </a:lnTo>
                  <a:lnTo>
                    <a:pt x="6084" y="3081"/>
                  </a:lnTo>
                  <a:lnTo>
                    <a:pt x="6064" y="3101"/>
                  </a:lnTo>
                  <a:lnTo>
                    <a:pt x="6045" y="3101"/>
                  </a:lnTo>
                  <a:lnTo>
                    <a:pt x="6005" y="3121"/>
                  </a:lnTo>
                  <a:lnTo>
                    <a:pt x="5985" y="3141"/>
                  </a:lnTo>
                  <a:lnTo>
                    <a:pt x="5985" y="3160"/>
                  </a:lnTo>
                  <a:lnTo>
                    <a:pt x="5966" y="3200"/>
                  </a:lnTo>
                  <a:lnTo>
                    <a:pt x="6064" y="3121"/>
                  </a:lnTo>
                  <a:lnTo>
                    <a:pt x="6163" y="3062"/>
                  </a:lnTo>
                  <a:lnTo>
                    <a:pt x="6163" y="3022"/>
                  </a:lnTo>
                  <a:lnTo>
                    <a:pt x="6163" y="3002"/>
                  </a:lnTo>
                  <a:lnTo>
                    <a:pt x="6203" y="2983"/>
                  </a:lnTo>
                  <a:lnTo>
                    <a:pt x="6203" y="2963"/>
                  </a:lnTo>
                  <a:lnTo>
                    <a:pt x="6222" y="2923"/>
                  </a:lnTo>
                  <a:lnTo>
                    <a:pt x="6242" y="2904"/>
                  </a:lnTo>
                  <a:lnTo>
                    <a:pt x="6282" y="2943"/>
                  </a:lnTo>
                  <a:lnTo>
                    <a:pt x="6301" y="2923"/>
                  </a:lnTo>
                  <a:lnTo>
                    <a:pt x="6282" y="2923"/>
                  </a:lnTo>
                  <a:lnTo>
                    <a:pt x="6282" y="2904"/>
                  </a:lnTo>
                  <a:lnTo>
                    <a:pt x="6380" y="2825"/>
                  </a:lnTo>
                  <a:lnTo>
                    <a:pt x="6459" y="2805"/>
                  </a:lnTo>
                  <a:lnTo>
                    <a:pt x="6479" y="2805"/>
                  </a:lnTo>
                  <a:lnTo>
                    <a:pt x="6499" y="2825"/>
                  </a:lnTo>
                  <a:lnTo>
                    <a:pt x="6538" y="2765"/>
                  </a:lnTo>
                  <a:lnTo>
                    <a:pt x="6558" y="2746"/>
                  </a:lnTo>
                  <a:lnTo>
                    <a:pt x="6598" y="2726"/>
                  </a:lnTo>
                  <a:lnTo>
                    <a:pt x="6598" y="2765"/>
                  </a:lnTo>
                  <a:lnTo>
                    <a:pt x="6756" y="2667"/>
                  </a:lnTo>
                  <a:lnTo>
                    <a:pt x="6835" y="2607"/>
                  </a:lnTo>
                  <a:lnTo>
                    <a:pt x="6933" y="2588"/>
                  </a:lnTo>
                  <a:lnTo>
                    <a:pt x="7032" y="2489"/>
                  </a:lnTo>
                  <a:lnTo>
                    <a:pt x="7091" y="2410"/>
                  </a:lnTo>
                  <a:lnTo>
                    <a:pt x="7052" y="2430"/>
                  </a:lnTo>
                  <a:lnTo>
                    <a:pt x="7032" y="2410"/>
                  </a:lnTo>
                  <a:lnTo>
                    <a:pt x="7032" y="2390"/>
                  </a:lnTo>
                  <a:lnTo>
                    <a:pt x="7052" y="2351"/>
                  </a:lnTo>
                  <a:lnTo>
                    <a:pt x="7111" y="2311"/>
                  </a:lnTo>
                  <a:lnTo>
                    <a:pt x="7131" y="2331"/>
                  </a:lnTo>
                  <a:lnTo>
                    <a:pt x="7170" y="2331"/>
                  </a:lnTo>
                  <a:lnTo>
                    <a:pt x="7151" y="2351"/>
                  </a:lnTo>
                  <a:lnTo>
                    <a:pt x="7190" y="2351"/>
                  </a:lnTo>
                  <a:lnTo>
                    <a:pt x="7249" y="2331"/>
                  </a:lnTo>
                  <a:lnTo>
                    <a:pt x="7289" y="2291"/>
                  </a:lnTo>
                  <a:lnTo>
                    <a:pt x="7309" y="2291"/>
                  </a:lnTo>
                  <a:lnTo>
                    <a:pt x="7328" y="2311"/>
                  </a:lnTo>
                  <a:lnTo>
                    <a:pt x="7348" y="2291"/>
                  </a:lnTo>
                  <a:lnTo>
                    <a:pt x="7368" y="2252"/>
                  </a:lnTo>
                  <a:lnTo>
                    <a:pt x="7407" y="2239"/>
                  </a:lnTo>
                  <a:lnTo>
                    <a:pt x="7407" y="2239"/>
                  </a:lnTo>
                  <a:lnTo>
                    <a:pt x="7407" y="2252"/>
                  </a:lnTo>
                  <a:lnTo>
                    <a:pt x="7447" y="2212"/>
                  </a:lnTo>
                  <a:lnTo>
                    <a:pt x="7467" y="2232"/>
                  </a:lnTo>
                  <a:lnTo>
                    <a:pt x="7506" y="2193"/>
                  </a:lnTo>
                  <a:lnTo>
                    <a:pt x="7526" y="2153"/>
                  </a:lnTo>
                  <a:lnTo>
                    <a:pt x="7546" y="2114"/>
                  </a:lnTo>
                  <a:lnTo>
                    <a:pt x="7565" y="2074"/>
                  </a:lnTo>
                  <a:lnTo>
                    <a:pt x="7565" y="2094"/>
                  </a:lnTo>
                  <a:lnTo>
                    <a:pt x="7605" y="2054"/>
                  </a:lnTo>
                  <a:lnTo>
                    <a:pt x="7585" y="2133"/>
                  </a:lnTo>
                  <a:lnTo>
                    <a:pt x="7625" y="2094"/>
                  </a:lnTo>
                  <a:lnTo>
                    <a:pt x="7644" y="2054"/>
                  </a:lnTo>
                  <a:lnTo>
                    <a:pt x="7664" y="2015"/>
                  </a:lnTo>
                  <a:lnTo>
                    <a:pt x="7704" y="1995"/>
                  </a:lnTo>
                  <a:lnTo>
                    <a:pt x="7743" y="1956"/>
                  </a:lnTo>
                  <a:lnTo>
                    <a:pt x="7743" y="1975"/>
                  </a:lnTo>
                  <a:lnTo>
                    <a:pt x="7763" y="1936"/>
                  </a:lnTo>
                  <a:lnTo>
                    <a:pt x="7803" y="1896"/>
                  </a:lnTo>
                  <a:lnTo>
                    <a:pt x="7822" y="1877"/>
                  </a:lnTo>
                  <a:lnTo>
                    <a:pt x="7842" y="1837"/>
                  </a:lnTo>
                  <a:lnTo>
                    <a:pt x="7921" y="1837"/>
                  </a:lnTo>
                  <a:lnTo>
                    <a:pt x="7941" y="1817"/>
                  </a:lnTo>
                  <a:lnTo>
                    <a:pt x="7961" y="1877"/>
                  </a:lnTo>
                  <a:lnTo>
                    <a:pt x="7921" y="1896"/>
                  </a:lnTo>
                  <a:lnTo>
                    <a:pt x="7882" y="1896"/>
                  </a:lnTo>
                  <a:lnTo>
                    <a:pt x="7842" y="1916"/>
                  </a:lnTo>
                  <a:lnTo>
                    <a:pt x="7882" y="1936"/>
                  </a:lnTo>
                  <a:lnTo>
                    <a:pt x="7921" y="1916"/>
                  </a:lnTo>
                  <a:lnTo>
                    <a:pt x="8020" y="1896"/>
                  </a:lnTo>
                  <a:lnTo>
                    <a:pt x="8217" y="1778"/>
                  </a:lnTo>
                  <a:lnTo>
                    <a:pt x="8296" y="1719"/>
                  </a:lnTo>
                  <a:lnTo>
                    <a:pt x="8375" y="1679"/>
                  </a:lnTo>
                  <a:lnTo>
                    <a:pt x="8454" y="1640"/>
                  </a:lnTo>
                  <a:lnTo>
                    <a:pt x="8474" y="1600"/>
                  </a:lnTo>
                  <a:lnTo>
                    <a:pt x="8474" y="1561"/>
                  </a:lnTo>
                  <a:lnTo>
                    <a:pt x="8494" y="1600"/>
                  </a:lnTo>
                  <a:lnTo>
                    <a:pt x="8672" y="1561"/>
                  </a:lnTo>
                  <a:lnTo>
                    <a:pt x="8869" y="1442"/>
                  </a:lnTo>
                  <a:lnTo>
                    <a:pt x="8948" y="1383"/>
                  </a:lnTo>
                  <a:lnTo>
                    <a:pt x="9027" y="1323"/>
                  </a:lnTo>
                  <a:lnTo>
                    <a:pt x="9067" y="1343"/>
                  </a:lnTo>
                  <a:lnTo>
                    <a:pt x="9106" y="1284"/>
                  </a:lnTo>
                  <a:lnTo>
                    <a:pt x="9146" y="1244"/>
                  </a:lnTo>
                  <a:lnTo>
                    <a:pt x="9264" y="1146"/>
                  </a:lnTo>
                  <a:lnTo>
                    <a:pt x="9383" y="1067"/>
                  </a:lnTo>
                  <a:lnTo>
                    <a:pt x="9422" y="1027"/>
                  </a:lnTo>
                  <a:lnTo>
                    <a:pt x="9442" y="968"/>
                  </a:lnTo>
                  <a:lnTo>
                    <a:pt x="9462" y="968"/>
                  </a:lnTo>
                  <a:lnTo>
                    <a:pt x="9462" y="988"/>
                  </a:lnTo>
                  <a:lnTo>
                    <a:pt x="9442" y="1047"/>
                  </a:lnTo>
                  <a:lnTo>
                    <a:pt x="9442" y="1047"/>
                  </a:lnTo>
                  <a:lnTo>
                    <a:pt x="9481" y="1027"/>
                  </a:lnTo>
                  <a:lnTo>
                    <a:pt x="9521" y="988"/>
                  </a:lnTo>
                  <a:lnTo>
                    <a:pt x="9560" y="948"/>
                  </a:lnTo>
                  <a:lnTo>
                    <a:pt x="9600" y="948"/>
                  </a:lnTo>
                  <a:lnTo>
                    <a:pt x="9600" y="968"/>
                  </a:lnTo>
                  <a:lnTo>
                    <a:pt x="9580" y="988"/>
                  </a:lnTo>
                  <a:lnTo>
                    <a:pt x="9620" y="988"/>
                  </a:lnTo>
                  <a:lnTo>
                    <a:pt x="9639" y="968"/>
                  </a:lnTo>
                  <a:lnTo>
                    <a:pt x="9659" y="968"/>
                  </a:lnTo>
                  <a:lnTo>
                    <a:pt x="9659" y="928"/>
                  </a:lnTo>
                  <a:lnTo>
                    <a:pt x="9679" y="889"/>
                  </a:lnTo>
                  <a:lnTo>
                    <a:pt x="9738" y="830"/>
                  </a:lnTo>
                  <a:lnTo>
                    <a:pt x="9718" y="810"/>
                  </a:lnTo>
                  <a:lnTo>
                    <a:pt x="9738" y="790"/>
                  </a:lnTo>
                  <a:lnTo>
                    <a:pt x="9778" y="770"/>
                  </a:lnTo>
                  <a:lnTo>
                    <a:pt x="9778" y="790"/>
                  </a:lnTo>
                  <a:lnTo>
                    <a:pt x="9975" y="652"/>
                  </a:lnTo>
                  <a:lnTo>
                    <a:pt x="10212" y="533"/>
                  </a:lnTo>
                  <a:lnTo>
                    <a:pt x="10449" y="435"/>
                  </a:lnTo>
                  <a:lnTo>
                    <a:pt x="10706" y="356"/>
                  </a:lnTo>
                  <a:lnTo>
                    <a:pt x="10686" y="375"/>
                  </a:lnTo>
                  <a:lnTo>
                    <a:pt x="10726" y="375"/>
                  </a:lnTo>
                  <a:lnTo>
                    <a:pt x="10805" y="356"/>
                  </a:lnTo>
                  <a:lnTo>
                    <a:pt x="10844" y="356"/>
                  </a:lnTo>
                  <a:lnTo>
                    <a:pt x="10647" y="20"/>
                  </a:lnTo>
                  <a:lnTo>
                    <a:pt x="10627" y="0"/>
                  </a:lnTo>
                  <a:lnTo>
                    <a:pt x="10588" y="20"/>
                  </a:lnTo>
                  <a:lnTo>
                    <a:pt x="10607" y="59"/>
                  </a:lnTo>
                  <a:lnTo>
                    <a:pt x="10588" y="79"/>
                  </a:lnTo>
                  <a:lnTo>
                    <a:pt x="10607" y="99"/>
                  </a:lnTo>
                  <a:lnTo>
                    <a:pt x="10568" y="138"/>
                  </a:lnTo>
                  <a:lnTo>
                    <a:pt x="10528" y="158"/>
                  </a:lnTo>
                  <a:lnTo>
                    <a:pt x="10548" y="138"/>
                  </a:lnTo>
                  <a:lnTo>
                    <a:pt x="10548" y="119"/>
                  </a:lnTo>
                  <a:lnTo>
                    <a:pt x="10489" y="119"/>
                  </a:lnTo>
                  <a:lnTo>
                    <a:pt x="10509" y="79"/>
                  </a:lnTo>
                  <a:lnTo>
                    <a:pt x="10528" y="40"/>
                  </a:lnTo>
                  <a:lnTo>
                    <a:pt x="10489" y="40"/>
                  </a:lnTo>
                  <a:lnTo>
                    <a:pt x="10489" y="20"/>
                  </a:lnTo>
                  <a:lnTo>
                    <a:pt x="1046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9" name="Google Shape;8989;p34"/>
            <p:cNvSpPr/>
            <p:nvPr/>
          </p:nvSpPr>
          <p:spPr>
            <a:xfrm>
              <a:off x="9762971" y="4210674"/>
              <a:ext cx="52" cy="1093"/>
            </a:xfrm>
            <a:custGeom>
              <a:rect b="b" l="l" r="r" t="t"/>
              <a:pathLst>
                <a:path extrusionOk="0" h="21" w="1">
                  <a:moveTo>
                    <a:pt x="1" y="21"/>
                  </a:moveTo>
                  <a:lnTo>
                    <a:pt x="1" y="2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21"/>
                  </a:lnTo>
                  <a:lnTo>
                    <a:pt x="1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0" name="Google Shape;8990;p34"/>
            <p:cNvSpPr/>
            <p:nvPr/>
          </p:nvSpPr>
          <p:spPr>
            <a:xfrm>
              <a:off x="10047744" y="4191159"/>
              <a:ext cx="1093" cy="2134"/>
            </a:xfrm>
            <a:custGeom>
              <a:rect b="b" l="l" r="r" t="t"/>
              <a:pathLst>
                <a:path extrusionOk="0" h="41" w="21">
                  <a:moveTo>
                    <a:pt x="20" y="1"/>
                  </a:moveTo>
                  <a:lnTo>
                    <a:pt x="20" y="1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1" name="Google Shape;8991;p34"/>
            <p:cNvSpPr/>
            <p:nvPr/>
          </p:nvSpPr>
          <p:spPr>
            <a:xfrm>
              <a:off x="9913060" y="4263133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2" name="Google Shape;8992;p34"/>
            <p:cNvSpPr/>
            <p:nvPr/>
          </p:nvSpPr>
          <p:spPr>
            <a:xfrm>
              <a:off x="9677675" y="4417332"/>
              <a:ext cx="1093" cy="52"/>
            </a:xfrm>
            <a:custGeom>
              <a:rect b="b" l="l" r="r" t="t"/>
              <a:pathLst>
                <a:path extrusionOk="0" h="1" w="21">
                  <a:moveTo>
                    <a:pt x="20" y="0"/>
                  </a:moveTo>
                  <a:lnTo>
                    <a:pt x="20" y="0"/>
                  </a:lnTo>
                  <a:lnTo>
                    <a:pt x="1" y="0"/>
                  </a:lnTo>
                  <a:lnTo>
                    <a:pt x="1" y="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3" name="Google Shape;8993;p34"/>
            <p:cNvSpPr/>
            <p:nvPr/>
          </p:nvSpPr>
          <p:spPr>
            <a:xfrm>
              <a:off x="9555377" y="4168573"/>
              <a:ext cx="572572" cy="370074"/>
            </a:xfrm>
            <a:custGeom>
              <a:rect b="b" l="l" r="r" t="t"/>
              <a:pathLst>
                <a:path extrusionOk="0" h="7111" w="11002">
                  <a:moveTo>
                    <a:pt x="9540" y="454"/>
                  </a:moveTo>
                  <a:lnTo>
                    <a:pt x="9521" y="474"/>
                  </a:lnTo>
                  <a:lnTo>
                    <a:pt x="9521" y="494"/>
                  </a:lnTo>
                  <a:lnTo>
                    <a:pt x="9501" y="514"/>
                  </a:lnTo>
                  <a:lnTo>
                    <a:pt x="9560" y="494"/>
                  </a:lnTo>
                  <a:lnTo>
                    <a:pt x="9580" y="474"/>
                  </a:lnTo>
                  <a:lnTo>
                    <a:pt x="9560" y="454"/>
                  </a:lnTo>
                  <a:close/>
                  <a:moveTo>
                    <a:pt x="7901" y="2272"/>
                  </a:moveTo>
                  <a:lnTo>
                    <a:pt x="7901" y="2291"/>
                  </a:lnTo>
                  <a:lnTo>
                    <a:pt x="7881" y="2311"/>
                  </a:lnTo>
                  <a:lnTo>
                    <a:pt x="7901" y="2272"/>
                  </a:lnTo>
                  <a:close/>
                  <a:moveTo>
                    <a:pt x="5748" y="2548"/>
                  </a:moveTo>
                  <a:lnTo>
                    <a:pt x="5728" y="2568"/>
                  </a:lnTo>
                  <a:lnTo>
                    <a:pt x="5708" y="2588"/>
                  </a:lnTo>
                  <a:lnTo>
                    <a:pt x="5689" y="2588"/>
                  </a:lnTo>
                  <a:lnTo>
                    <a:pt x="5689" y="2627"/>
                  </a:lnTo>
                  <a:lnTo>
                    <a:pt x="5708" y="2647"/>
                  </a:lnTo>
                  <a:lnTo>
                    <a:pt x="5768" y="2548"/>
                  </a:lnTo>
                  <a:close/>
                  <a:moveTo>
                    <a:pt x="4770" y="3254"/>
                  </a:moveTo>
                  <a:lnTo>
                    <a:pt x="4760" y="3259"/>
                  </a:lnTo>
                  <a:lnTo>
                    <a:pt x="4741" y="3299"/>
                  </a:lnTo>
                  <a:lnTo>
                    <a:pt x="4770" y="3254"/>
                  </a:lnTo>
                  <a:close/>
                  <a:moveTo>
                    <a:pt x="4741" y="3180"/>
                  </a:moveTo>
                  <a:lnTo>
                    <a:pt x="4721" y="3200"/>
                  </a:lnTo>
                  <a:lnTo>
                    <a:pt x="4681" y="3220"/>
                  </a:lnTo>
                  <a:lnTo>
                    <a:pt x="4642" y="3220"/>
                  </a:lnTo>
                  <a:lnTo>
                    <a:pt x="4602" y="3239"/>
                  </a:lnTo>
                  <a:lnTo>
                    <a:pt x="4662" y="3239"/>
                  </a:lnTo>
                  <a:lnTo>
                    <a:pt x="4662" y="3259"/>
                  </a:lnTo>
                  <a:lnTo>
                    <a:pt x="4642" y="3279"/>
                  </a:lnTo>
                  <a:lnTo>
                    <a:pt x="4602" y="3279"/>
                  </a:lnTo>
                  <a:lnTo>
                    <a:pt x="4662" y="3318"/>
                  </a:lnTo>
                  <a:lnTo>
                    <a:pt x="4701" y="3299"/>
                  </a:lnTo>
                  <a:lnTo>
                    <a:pt x="4721" y="3279"/>
                  </a:lnTo>
                  <a:lnTo>
                    <a:pt x="4741" y="3239"/>
                  </a:lnTo>
                  <a:lnTo>
                    <a:pt x="4780" y="3239"/>
                  </a:lnTo>
                  <a:lnTo>
                    <a:pt x="4770" y="3254"/>
                  </a:lnTo>
                  <a:lnTo>
                    <a:pt x="4800" y="3239"/>
                  </a:lnTo>
                  <a:lnTo>
                    <a:pt x="4820" y="3220"/>
                  </a:lnTo>
                  <a:lnTo>
                    <a:pt x="4820" y="3180"/>
                  </a:lnTo>
                  <a:close/>
                  <a:moveTo>
                    <a:pt x="4089" y="3634"/>
                  </a:moveTo>
                  <a:lnTo>
                    <a:pt x="4069" y="3654"/>
                  </a:lnTo>
                  <a:lnTo>
                    <a:pt x="4069" y="3694"/>
                  </a:lnTo>
                  <a:lnTo>
                    <a:pt x="4089" y="3713"/>
                  </a:lnTo>
                  <a:lnTo>
                    <a:pt x="4089" y="3753"/>
                  </a:lnTo>
                  <a:lnTo>
                    <a:pt x="4128" y="3713"/>
                  </a:lnTo>
                  <a:lnTo>
                    <a:pt x="4128" y="3694"/>
                  </a:lnTo>
                  <a:lnTo>
                    <a:pt x="4128" y="3674"/>
                  </a:lnTo>
                  <a:lnTo>
                    <a:pt x="4089" y="3674"/>
                  </a:lnTo>
                  <a:lnTo>
                    <a:pt x="4089" y="3634"/>
                  </a:lnTo>
                  <a:close/>
                  <a:moveTo>
                    <a:pt x="3694" y="3931"/>
                  </a:moveTo>
                  <a:lnTo>
                    <a:pt x="3654" y="3950"/>
                  </a:lnTo>
                  <a:lnTo>
                    <a:pt x="3615" y="3970"/>
                  </a:lnTo>
                  <a:lnTo>
                    <a:pt x="3634" y="3990"/>
                  </a:lnTo>
                  <a:lnTo>
                    <a:pt x="3654" y="4010"/>
                  </a:lnTo>
                  <a:lnTo>
                    <a:pt x="3674" y="3970"/>
                  </a:lnTo>
                  <a:lnTo>
                    <a:pt x="3694" y="3931"/>
                  </a:lnTo>
                  <a:close/>
                  <a:moveTo>
                    <a:pt x="3555" y="4029"/>
                  </a:moveTo>
                  <a:lnTo>
                    <a:pt x="3516" y="4049"/>
                  </a:lnTo>
                  <a:lnTo>
                    <a:pt x="3476" y="4069"/>
                  </a:lnTo>
                  <a:lnTo>
                    <a:pt x="3437" y="4089"/>
                  </a:lnTo>
                  <a:lnTo>
                    <a:pt x="3417" y="4108"/>
                  </a:lnTo>
                  <a:lnTo>
                    <a:pt x="3417" y="4108"/>
                  </a:lnTo>
                  <a:lnTo>
                    <a:pt x="3555" y="4029"/>
                  </a:lnTo>
                  <a:close/>
                  <a:moveTo>
                    <a:pt x="2884" y="4484"/>
                  </a:moveTo>
                  <a:lnTo>
                    <a:pt x="2805" y="4523"/>
                  </a:lnTo>
                  <a:lnTo>
                    <a:pt x="2825" y="4523"/>
                  </a:lnTo>
                  <a:lnTo>
                    <a:pt x="2864" y="4504"/>
                  </a:lnTo>
                  <a:lnTo>
                    <a:pt x="2884" y="4484"/>
                  </a:lnTo>
                  <a:close/>
                  <a:moveTo>
                    <a:pt x="2825" y="4523"/>
                  </a:moveTo>
                  <a:lnTo>
                    <a:pt x="2805" y="4543"/>
                  </a:lnTo>
                  <a:lnTo>
                    <a:pt x="2805" y="4543"/>
                  </a:lnTo>
                  <a:lnTo>
                    <a:pt x="2825" y="4523"/>
                  </a:lnTo>
                  <a:close/>
                  <a:moveTo>
                    <a:pt x="2489" y="4701"/>
                  </a:moveTo>
                  <a:lnTo>
                    <a:pt x="2469" y="4721"/>
                  </a:lnTo>
                  <a:lnTo>
                    <a:pt x="2430" y="4760"/>
                  </a:lnTo>
                  <a:lnTo>
                    <a:pt x="2430" y="4760"/>
                  </a:lnTo>
                  <a:lnTo>
                    <a:pt x="2469" y="4741"/>
                  </a:lnTo>
                  <a:lnTo>
                    <a:pt x="2548" y="4701"/>
                  </a:lnTo>
                  <a:close/>
                  <a:moveTo>
                    <a:pt x="2173" y="5116"/>
                  </a:moveTo>
                  <a:lnTo>
                    <a:pt x="2133" y="5136"/>
                  </a:lnTo>
                  <a:lnTo>
                    <a:pt x="2133" y="5175"/>
                  </a:lnTo>
                  <a:lnTo>
                    <a:pt x="2173" y="5116"/>
                  </a:lnTo>
                  <a:close/>
                  <a:moveTo>
                    <a:pt x="1481" y="6321"/>
                  </a:moveTo>
                  <a:lnTo>
                    <a:pt x="1462" y="6360"/>
                  </a:lnTo>
                  <a:lnTo>
                    <a:pt x="1462" y="6380"/>
                  </a:lnTo>
                  <a:lnTo>
                    <a:pt x="1481" y="6321"/>
                  </a:lnTo>
                  <a:close/>
                  <a:moveTo>
                    <a:pt x="593" y="6380"/>
                  </a:moveTo>
                  <a:lnTo>
                    <a:pt x="593" y="6380"/>
                  </a:lnTo>
                  <a:lnTo>
                    <a:pt x="593" y="6380"/>
                  </a:lnTo>
                  <a:close/>
                  <a:moveTo>
                    <a:pt x="474" y="6992"/>
                  </a:moveTo>
                  <a:lnTo>
                    <a:pt x="454" y="7012"/>
                  </a:lnTo>
                  <a:lnTo>
                    <a:pt x="454" y="7012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74" y="6992"/>
                  </a:lnTo>
                  <a:close/>
                  <a:moveTo>
                    <a:pt x="10785" y="0"/>
                  </a:moveTo>
                  <a:lnTo>
                    <a:pt x="10745" y="20"/>
                  </a:lnTo>
                  <a:lnTo>
                    <a:pt x="10745" y="40"/>
                  </a:lnTo>
                  <a:lnTo>
                    <a:pt x="10666" y="40"/>
                  </a:lnTo>
                  <a:lnTo>
                    <a:pt x="10646" y="79"/>
                  </a:lnTo>
                  <a:lnTo>
                    <a:pt x="10666" y="119"/>
                  </a:lnTo>
                  <a:lnTo>
                    <a:pt x="10666" y="158"/>
                  </a:lnTo>
                  <a:lnTo>
                    <a:pt x="10627" y="198"/>
                  </a:lnTo>
                  <a:lnTo>
                    <a:pt x="10567" y="198"/>
                  </a:lnTo>
                  <a:lnTo>
                    <a:pt x="10548" y="158"/>
                  </a:lnTo>
                  <a:lnTo>
                    <a:pt x="10528" y="119"/>
                  </a:lnTo>
                  <a:lnTo>
                    <a:pt x="10528" y="99"/>
                  </a:lnTo>
                  <a:lnTo>
                    <a:pt x="10508" y="79"/>
                  </a:lnTo>
                  <a:lnTo>
                    <a:pt x="10488" y="138"/>
                  </a:lnTo>
                  <a:lnTo>
                    <a:pt x="10429" y="138"/>
                  </a:lnTo>
                  <a:lnTo>
                    <a:pt x="10390" y="158"/>
                  </a:lnTo>
                  <a:lnTo>
                    <a:pt x="10350" y="158"/>
                  </a:lnTo>
                  <a:lnTo>
                    <a:pt x="10370" y="119"/>
                  </a:lnTo>
                  <a:lnTo>
                    <a:pt x="10370" y="99"/>
                  </a:lnTo>
                  <a:lnTo>
                    <a:pt x="10350" y="119"/>
                  </a:lnTo>
                  <a:lnTo>
                    <a:pt x="10330" y="138"/>
                  </a:lnTo>
                  <a:lnTo>
                    <a:pt x="10251" y="138"/>
                  </a:lnTo>
                  <a:lnTo>
                    <a:pt x="10172" y="178"/>
                  </a:lnTo>
                  <a:lnTo>
                    <a:pt x="10153" y="198"/>
                  </a:lnTo>
                  <a:lnTo>
                    <a:pt x="10153" y="237"/>
                  </a:lnTo>
                  <a:lnTo>
                    <a:pt x="10054" y="237"/>
                  </a:lnTo>
                  <a:lnTo>
                    <a:pt x="10034" y="217"/>
                  </a:lnTo>
                  <a:lnTo>
                    <a:pt x="10014" y="257"/>
                  </a:lnTo>
                  <a:lnTo>
                    <a:pt x="9975" y="277"/>
                  </a:lnTo>
                  <a:lnTo>
                    <a:pt x="9916" y="296"/>
                  </a:lnTo>
                  <a:lnTo>
                    <a:pt x="9876" y="316"/>
                  </a:lnTo>
                  <a:lnTo>
                    <a:pt x="9856" y="316"/>
                  </a:lnTo>
                  <a:lnTo>
                    <a:pt x="9817" y="336"/>
                  </a:lnTo>
                  <a:lnTo>
                    <a:pt x="9837" y="336"/>
                  </a:lnTo>
                  <a:lnTo>
                    <a:pt x="9817" y="395"/>
                  </a:lnTo>
                  <a:lnTo>
                    <a:pt x="9777" y="395"/>
                  </a:lnTo>
                  <a:lnTo>
                    <a:pt x="9738" y="415"/>
                  </a:lnTo>
                  <a:lnTo>
                    <a:pt x="9659" y="415"/>
                  </a:lnTo>
                  <a:lnTo>
                    <a:pt x="9639" y="435"/>
                  </a:lnTo>
                  <a:lnTo>
                    <a:pt x="9639" y="474"/>
                  </a:lnTo>
                  <a:lnTo>
                    <a:pt x="9659" y="533"/>
                  </a:lnTo>
                  <a:lnTo>
                    <a:pt x="9501" y="533"/>
                  </a:lnTo>
                  <a:lnTo>
                    <a:pt x="9501" y="514"/>
                  </a:lnTo>
                  <a:lnTo>
                    <a:pt x="9481" y="494"/>
                  </a:lnTo>
                  <a:lnTo>
                    <a:pt x="9461" y="474"/>
                  </a:lnTo>
                  <a:lnTo>
                    <a:pt x="9422" y="494"/>
                  </a:lnTo>
                  <a:lnTo>
                    <a:pt x="9363" y="514"/>
                  </a:lnTo>
                  <a:lnTo>
                    <a:pt x="9382" y="514"/>
                  </a:lnTo>
                  <a:lnTo>
                    <a:pt x="9382" y="553"/>
                  </a:lnTo>
                  <a:lnTo>
                    <a:pt x="9363" y="573"/>
                  </a:lnTo>
                  <a:lnTo>
                    <a:pt x="9382" y="573"/>
                  </a:lnTo>
                  <a:lnTo>
                    <a:pt x="9422" y="514"/>
                  </a:lnTo>
                  <a:lnTo>
                    <a:pt x="9461" y="494"/>
                  </a:lnTo>
                  <a:lnTo>
                    <a:pt x="9461" y="514"/>
                  </a:lnTo>
                  <a:lnTo>
                    <a:pt x="9481" y="533"/>
                  </a:lnTo>
                  <a:lnTo>
                    <a:pt x="9422" y="593"/>
                  </a:lnTo>
                  <a:lnTo>
                    <a:pt x="9402" y="632"/>
                  </a:lnTo>
                  <a:lnTo>
                    <a:pt x="9382" y="691"/>
                  </a:lnTo>
                  <a:lnTo>
                    <a:pt x="9323" y="731"/>
                  </a:lnTo>
                  <a:lnTo>
                    <a:pt x="9244" y="751"/>
                  </a:lnTo>
                  <a:lnTo>
                    <a:pt x="9244" y="731"/>
                  </a:lnTo>
                  <a:lnTo>
                    <a:pt x="9244" y="711"/>
                  </a:lnTo>
                  <a:lnTo>
                    <a:pt x="9224" y="691"/>
                  </a:lnTo>
                  <a:lnTo>
                    <a:pt x="9204" y="672"/>
                  </a:lnTo>
                  <a:lnTo>
                    <a:pt x="9165" y="711"/>
                  </a:lnTo>
                  <a:lnTo>
                    <a:pt x="9125" y="731"/>
                  </a:lnTo>
                  <a:lnTo>
                    <a:pt x="9046" y="731"/>
                  </a:lnTo>
                  <a:lnTo>
                    <a:pt x="9066" y="751"/>
                  </a:lnTo>
                  <a:lnTo>
                    <a:pt x="9066" y="790"/>
                  </a:lnTo>
                  <a:lnTo>
                    <a:pt x="9007" y="830"/>
                  </a:lnTo>
                  <a:lnTo>
                    <a:pt x="8987" y="830"/>
                  </a:lnTo>
                  <a:lnTo>
                    <a:pt x="8987" y="810"/>
                  </a:lnTo>
                  <a:lnTo>
                    <a:pt x="8948" y="790"/>
                  </a:lnTo>
                  <a:lnTo>
                    <a:pt x="8829" y="849"/>
                  </a:lnTo>
                  <a:lnTo>
                    <a:pt x="8711" y="889"/>
                  </a:lnTo>
                  <a:lnTo>
                    <a:pt x="8612" y="909"/>
                  </a:lnTo>
                  <a:lnTo>
                    <a:pt x="8513" y="988"/>
                  </a:lnTo>
                  <a:lnTo>
                    <a:pt x="8612" y="988"/>
                  </a:lnTo>
                  <a:lnTo>
                    <a:pt x="8612" y="928"/>
                  </a:lnTo>
                  <a:lnTo>
                    <a:pt x="8651" y="968"/>
                  </a:lnTo>
                  <a:lnTo>
                    <a:pt x="8651" y="1007"/>
                  </a:lnTo>
                  <a:lnTo>
                    <a:pt x="8632" y="1086"/>
                  </a:lnTo>
                  <a:lnTo>
                    <a:pt x="8592" y="1106"/>
                  </a:lnTo>
                  <a:lnTo>
                    <a:pt x="8572" y="1106"/>
                  </a:lnTo>
                  <a:lnTo>
                    <a:pt x="8572" y="1086"/>
                  </a:lnTo>
                  <a:lnTo>
                    <a:pt x="8493" y="1146"/>
                  </a:lnTo>
                  <a:lnTo>
                    <a:pt x="8553" y="1146"/>
                  </a:lnTo>
                  <a:lnTo>
                    <a:pt x="8533" y="1165"/>
                  </a:lnTo>
                  <a:lnTo>
                    <a:pt x="8474" y="1185"/>
                  </a:lnTo>
                  <a:lnTo>
                    <a:pt x="8454" y="1165"/>
                  </a:lnTo>
                  <a:lnTo>
                    <a:pt x="8454" y="1146"/>
                  </a:lnTo>
                  <a:lnTo>
                    <a:pt x="8395" y="1185"/>
                  </a:lnTo>
                  <a:lnTo>
                    <a:pt x="8395" y="1225"/>
                  </a:lnTo>
                  <a:lnTo>
                    <a:pt x="8395" y="1244"/>
                  </a:lnTo>
                  <a:lnTo>
                    <a:pt x="8355" y="1244"/>
                  </a:lnTo>
                  <a:lnTo>
                    <a:pt x="8355" y="1225"/>
                  </a:lnTo>
                  <a:lnTo>
                    <a:pt x="8395" y="1146"/>
                  </a:lnTo>
                  <a:lnTo>
                    <a:pt x="8335" y="1146"/>
                  </a:lnTo>
                  <a:lnTo>
                    <a:pt x="8335" y="1106"/>
                  </a:lnTo>
                  <a:lnTo>
                    <a:pt x="8256" y="1146"/>
                  </a:lnTo>
                  <a:lnTo>
                    <a:pt x="8256" y="1086"/>
                  </a:lnTo>
                  <a:lnTo>
                    <a:pt x="8237" y="1106"/>
                  </a:lnTo>
                  <a:lnTo>
                    <a:pt x="8197" y="1126"/>
                  </a:lnTo>
                  <a:lnTo>
                    <a:pt x="8177" y="1146"/>
                  </a:lnTo>
                  <a:lnTo>
                    <a:pt x="8138" y="1146"/>
                  </a:lnTo>
                  <a:lnTo>
                    <a:pt x="8138" y="1205"/>
                  </a:lnTo>
                  <a:lnTo>
                    <a:pt x="8000" y="1244"/>
                  </a:lnTo>
                  <a:lnTo>
                    <a:pt x="7861" y="1284"/>
                  </a:lnTo>
                  <a:lnTo>
                    <a:pt x="7901" y="1304"/>
                  </a:lnTo>
                  <a:lnTo>
                    <a:pt x="7861" y="1363"/>
                  </a:lnTo>
                  <a:lnTo>
                    <a:pt x="7763" y="1363"/>
                  </a:lnTo>
                  <a:lnTo>
                    <a:pt x="7684" y="1402"/>
                  </a:lnTo>
                  <a:lnTo>
                    <a:pt x="7605" y="1462"/>
                  </a:lnTo>
                  <a:lnTo>
                    <a:pt x="7605" y="1501"/>
                  </a:lnTo>
                  <a:lnTo>
                    <a:pt x="7624" y="1521"/>
                  </a:lnTo>
                  <a:lnTo>
                    <a:pt x="7585" y="1560"/>
                  </a:lnTo>
                  <a:lnTo>
                    <a:pt x="7565" y="1560"/>
                  </a:lnTo>
                  <a:lnTo>
                    <a:pt x="7526" y="1541"/>
                  </a:lnTo>
                  <a:lnTo>
                    <a:pt x="7486" y="1620"/>
                  </a:lnTo>
                  <a:lnTo>
                    <a:pt x="7447" y="1659"/>
                  </a:lnTo>
                  <a:lnTo>
                    <a:pt x="7407" y="1679"/>
                  </a:lnTo>
                  <a:lnTo>
                    <a:pt x="7486" y="1580"/>
                  </a:lnTo>
                  <a:lnTo>
                    <a:pt x="7447" y="1580"/>
                  </a:lnTo>
                  <a:lnTo>
                    <a:pt x="7407" y="1600"/>
                  </a:lnTo>
                  <a:lnTo>
                    <a:pt x="7348" y="1620"/>
                  </a:lnTo>
                  <a:lnTo>
                    <a:pt x="7289" y="1639"/>
                  </a:lnTo>
                  <a:lnTo>
                    <a:pt x="7131" y="1896"/>
                  </a:lnTo>
                  <a:lnTo>
                    <a:pt x="7170" y="1916"/>
                  </a:lnTo>
                  <a:lnTo>
                    <a:pt x="7170" y="1956"/>
                  </a:lnTo>
                  <a:lnTo>
                    <a:pt x="7170" y="1995"/>
                  </a:lnTo>
                  <a:lnTo>
                    <a:pt x="7150" y="2035"/>
                  </a:lnTo>
                  <a:lnTo>
                    <a:pt x="7091" y="2035"/>
                  </a:lnTo>
                  <a:lnTo>
                    <a:pt x="7012" y="2054"/>
                  </a:lnTo>
                  <a:lnTo>
                    <a:pt x="6992" y="2035"/>
                  </a:lnTo>
                  <a:lnTo>
                    <a:pt x="6953" y="2035"/>
                  </a:lnTo>
                  <a:lnTo>
                    <a:pt x="6933" y="2015"/>
                  </a:lnTo>
                  <a:lnTo>
                    <a:pt x="6953" y="1995"/>
                  </a:lnTo>
                  <a:lnTo>
                    <a:pt x="7032" y="1995"/>
                  </a:lnTo>
                  <a:lnTo>
                    <a:pt x="7052" y="1975"/>
                  </a:lnTo>
                  <a:lnTo>
                    <a:pt x="6874" y="1975"/>
                  </a:lnTo>
                  <a:lnTo>
                    <a:pt x="6874" y="1936"/>
                  </a:lnTo>
                  <a:lnTo>
                    <a:pt x="6913" y="1916"/>
                  </a:lnTo>
                  <a:lnTo>
                    <a:pt x="6913" y="1936"/>
                  </a:lnTo>
                  <a:lnTo>
                    <a:pt x="6933" y="1936"/>
                  </a:lnTo>
                  <a:lnTo>
                    <a:pt x="6953" y="1896"/>
                  </a:lnTo>
                  <a:lnTo>
                    <a:pt x="6933" y="1876"/>
                  </a:lnTo>
                  <a:lnTo>
                    <a:pt x="6894" y="1857"/>
                  </a:lnTo>
                  <a:lnTo>
                    <a:pt x="6874" y="1837"/>
                  </a:lnTo>
                  <a:lnTo>
                    <a:pt x="6815" y="1876"/>
                  </a:lnTo>
                  <a:lnTo>
                    <a:pt x="6815" y="1896"/>
                  </a:lnTo>
                  <a:lnTo>
                    <a:pt x="6815" y="1916"/>
                  </a:lnTo>
                  <a:lnTo>
                    <a:pt x="6795" y="1896"/>
                  </a:lnTo>
                  <a:lnTo>
                    <a:pt x="6755" y="1916"/>
                  </a:lnTo>
                  <a:lnTo>
                    <a:pt x="6696" y="1956"/>
                  </a:lnTo>
                  <a:lnTo>
                    <a:pt x="6637" y="2015"/>
                  </a:lnTo>
                  <a:lnTo>
                    <a:pt x="6577" y="2015"/>
                  </a:lnTo>
                  <a:lnTo>
                    <a:pt x="6597" y="2035"/>
                  </a:lnTo>
                  <a:lnTo>
                    <a:pt x="6617" y="2054"/>
                  </a:lnTo>
                  <a:lnTo>
                    <a:pt x="6597" y="2074"/>
                  </a:lnTo>
                  <a:lnTo>
                    <a:pt x="6558" y="2094"/>
                  </a:lnTo>
                  <a:lnTo>
                    <a:pt x="6498" y="2094"/>
                  </a:lnTo>
                  <a:lnTo>
                    <a:pt x="6439" y="2133"/>
                  </a:lnTo>
                  <a:lnTo>
                    <a:pt x="6400" y="2173"/>
                  </a:lnTo>
                  <a:lnTo>
                    <a:pt x="6400" y="2193"/>
                  </a:lnTo>
                  <a:lnTo>
                    <a:pt x="6419" y="2212"/>
                  </a:lnTo>
                  <a:lnTo>
                    <a:pt x="6439" y="2232"/>
                  </a:lnTo>
                  <a:lnTo>
                    <a:pt x="6439" y="2272"/>
                  </a:lnTo>
                  <a:lnTo>
                    <a:pt x="6419" y="2311"/>
                  </a:lnTo>
                  <a:lnTo>
                    <a:pt x="6380" y="2331"/>
                  </a:lnTo>
                  <a:lnTo>
                    <a:pt x="6340" y="2351"/>
                  </a:lnTo>
                  <a:lnTo>
                    <a:pt x="6321" y="2370"/>
                  </a:lnTo>
                  <a:lnTo>
                    <a:pt x="6281" y="2370"/>
                  </a:lnTo>
                  <a:lnTo>
                    <a:pt x="6301" y="2351"/>
                  </a:lnTo>
                  <a:lnTo>
                    <a:pt x="6222" y="2410"/>
                  </a:lnTo>
                  <a:lnTo>
                    <a:pt x="6202" y="2390"/>
                  </a:lnTo>
                  <a:lnTo>
                    <a:pt x="6202" y="2370"/>
                  </a:lnTo>
                  <a:lnTo>
                    <a:pt x="6261" y="2331"/>
                  </a:lnTo>
                  <a:lnTo>
                    <a:pt x="6222" y="2331"/>
                  </a:lnTo>
                  <a:lnTo>
                    <a:pt x="6163" y="2370"/>
                  </a:lnTo>
                  <a:lnTo>
                    <a:pt x="6143" y="2410"/>
                  </a:lnTo>
                  <a:lnTo>
                    <a:pt x="6123" y="2449"/>
                  </a:lnTo>
                  <a:lnTo>
                    <a:pt x="6064" y="2469"/>
                  </a:lnTo>
                  <a:lnTo>
                    <a:pt x="6024" y="2489"/>
                  </a:lnTo>
                  <a:lnTo>
                    <a:pt x="6024" y="2449"/>
                  </a:lnTo>
                  <a:lnTo>
                    <a:pt x="6024" y="2410"/>
                  </a:lnTo>
                  <a:lnTo>
                    <a:pt x="6024" y="2370"/>
                  </a:lnTo>
                  <a:lnTo>
                    <a:pt x="6064" y="2351"/>
                  </a:lnTo>
                  <a:lnTo>
                    <a:pt x="6103" y="2331"/>
                  </a:lnTo>
                  <a:lnTo>
                    <a:pt x="6103" y="2351"/>
                  </a:lnTo>
                  <a:lnTo>
                    <a:pt x="6103" y="2370"/>
                  </a:lnTo>
                  <a:lnTo>
                    <a:pt x="6143" y="2370"/>
                  </a:lnTo>
                  <a:lnTo>
                    <a:pt x="6123" y="2331"/>
                  </a:lnTo>
                  <a:lnTo>
                    <a:pt x="6143" y="2331"/>
                  </a:lnTo>
                  <a:lnTo>
                    <a:pt x="6182" y="2311"/>
                  </a:lnTo>
                  <a:lnTo>
                    <a:pt x="6202" y="2291"/>
                  </a:lnTo>
                  <a:lnTo>
                    <a:pt x="6301" y="2252"/>
                  </a:lnTo>
                  <a:lnTo>
                    <a:pt x="6340" y="2212"/>
                  </a:lnTo>
                  <a:lnTo>
                    <a:pt x="6360" y="2173"/>
                  </a:lnTo>
                  <a:lnTo>
                    <a:pt x="6360" y="2173"/>
                  </a:lnTo>
                  <a:lnTo>
                    <a:pt x="6281" y="2193"/>
                  </a:lnTo>
                  <a:lnTo>
                    <a:pt x="6202" y="2252"/>
                  </a:lnTo>
                  <a:lnTo>
                    <a:pt x="6143" y="2291"/>
                  </a:lnTo>
                  <a:lnTo>
                    <a:pt x="6084" y="2291"/>
                  </a:lnTo>
                  <a:lnTo>
                    <a:pt x="5926" y="2449"/>
                  </a:lnTo>
                  <a:lnTo>
                    <a:pt x="5965" y="2469"/>
                  </a:lnTo>
                  <a:lnTo>
                    <a:pt x="5985" y="2489"/>
                  </a:lnTo>
                  <a:lnTo>
                    <a:pt x="5985" y="2509"/>
                  </a:lnTo>
                  <a:lnTo>
                    <a:pt x="5945" y="2489"/>
                  </a:lnTo>
                  <a:lnTo>
                    <a:pt x="5906" y="2489"/>
                  </a:lnTo>
                  <a:lnTo>
                    <a:pt x="5787" y="2528"/>
                  </a:lnTo>
                  <a:lnTo>
                    <a:pt x="5807" y="2548"/>
                  </a:lnTo>
                  <a:lnTo>
                    <a:pt x="5787" y="2588"/>
                  </a:lnTo>
                  <a:lnTo>
                    <a:pt x="5748" y="2627"/>
                  </a:lnTo>
                  <a:lnTo>
                    <a:pt x="5748" y="2647"/>
                  </a:lnTo>
                  <a:lnTo>
                    <a:pt x="5768" y="2647"/>
                  </a:lnTo>
                  <a:lnTo>
                    <a:pt x="5787" y="2627"/>
                  </a:lnTo>
                  <a:lnTo>
                    <a:pt x="5807" y="2627"/>
                  </a:lnTo>
                  <a:lnTo>
                    <a:pt x="5827" y="2647"/>
                  </a:lnTo>
                  <a:lnTo>
                    <a:pt x="5807" y="2667"/>
                  </a:lnTo>
                  <a:lnTo>
                    <a:pt x="5807" y="2686"/>
                  </a:lnTo>
                  <a:lnTo>
                    <a:pt x="5827" y="2706"/>
                  </a:lnTo>
                  <a:lnTo>
                    <a:pt x="5807" y="2726"/>
                  </a:lnTo>
                  <a:lnTo>
                    <a:pt x="5768" y="2746"/>
                  </a:lnTo>
                  <a:lnTo>
                    <a:pt x="5748" y="2726"/>
                  </a:lnTo>
                  <a:lnTo>
                    <a:pt x="5728" y="2726"/>
                  </a:lnTo>
                  <a:lnTo>
                    <a:pt x="5669" y="2746"/>
                  </a:lnTo>
                  <a:lnTo>
                    <a:pt x="5708" y="2647"/>
                  </a:lnTo>
                  <a:lnTo>
                    <a:pt x="5570" y="2785"/>
                  </a:lnTo>
                  <a:lnTo>
                    <a:pt x="5511" y="2844"/>
                  </a:lnTo>
                  <a:lnTo>
                    <a:pt x="5432" y="2923"/>
                  </a:lnTo>
                  <a:lnTo>
                    <a:pt x="5432" y="2884"/>
                  </a:lnTo>
                  <a:lnTo>
                    <a:pt x="5432" y="2864"/>
                  </a:lnTo>
                  <a:lnTo>
                    <a:pt x="5491" y="2785"/>
                  </a:lnTo>
                  <a:lnTo>
                    <a:pt x="5531" y="2726"/>
                  </a:lnTo>
                  <a:lnTo>
                    <a:pt x="5531" y="2706"/>
                  </a:lnTo>
                  <a:lnTo>
                    <a:pt x="5511" y="2686"/>
                  </a:lnTo>
                  <a:lnTo>
                    <a:pt x="5471" y="2706"/>
                  </a:lnTo>
                  <a:lnTo>
                    <a:pt x="5471" y="2746"/>
                  </a:lnTo>
                  <a:lnTo>
                    <a:pt x="5452" y="2765"/>
                  </a:lnTo>
                  <a:lnTo>
                    <a:pt x="5432" y="2785"/>
                  </a:lnTo>
                  <a:lnTo>
                    <a:pt x="5373" y="2785"/>
                  </a:lnTo>
                  <a:lnTo>
                    <a:pt x="5313" y="2825"/>
                  </a:lnTo>
                  <a:lnTo>
                    <a:pt x="5215" y="2904"/>
                  </a:lnTo>
                  <a:lnTo>
                    <a:pt x="5254" y="2904"/>
                  </a:lnTo>
                  <a:lnTo>
                    <a:pt x="5195" y="2943"/>
                  </a:lnTo>
                  <a:lnTo>
                    <a:pt x="5136" y="2983"/>
                  </a:lnTo>
                  <a:lnTo>
                    <a:pt x="5136" y="2963"/>
                  </a:lnTo>
                  <a:lnTo>
                    <a:pt x="5116" y="3002"/>
                  </a:lnTo>
                  <a:lnTo>
                    <a:pt x="5096" y="3002"/>
                  </a:lnTo>
                  <a:lnTo>
                    <a:pt x="5076" y="3022"/>
                  </a:lnTo>
                  <a:lnTo>
                    <a:pt x="5017" y="3062"/>
                  </a:lnTo>
                  <a:lnTo>
                    <a:pt x="4899" y="3141"/>
                  </a:lnTo>
                  <a:lnTo>
                    <a:pt x="4918" y="3141"/>
                  </a:lnTo>
                  <a:lnTo>
                    <a:pt x="4958" y="3121"/>
                  </a:lnTo>
                  <a:lnTo>
                    <a:pt x="5017" y="3081"/>
                  </a:lnTo>
                  <a:lnTo>
                    <a:pt x="5057" y="3062"/>
                  </a:lnTo>
                  <a:lnTo>
                    <a:pt x="5076" y="3081"/>
                  </a:lnTo>
                  <a:lnTo>
                    <a:pt x="5076" y="3101"/>
                  </a:lnTo>
                  <a:lnTo>
                    <a:pt x="5017" y="3141"/>
                  </a:lnTo>
                  <a:lnTo>
                    <a:pt x="4978" y="3180"/>
                  </a:lnTo>
                  <a:lnTo>
                    <a:pt x="4918" y="3239"/>
                  </a:lnTo>
                  <a:lnTo>
                    <a:pt x="4859" y="3279"/>
                  </a:lnTo>
                  <a:lnTo>
                    <a:pt x="4899" y="3279"/>
                  </a:lnTo>
                  <a:lnTo>
                    <a:pt x="4879" y="3299"/>
                  </a:lnTo>
                  <a:lnTo>
                    <a:pt x="4839" y="3338"/>
                  </a:lnTo>
                  <a:lnTo>
                    <a:pt x="4780" y="3378"/>
                  </a:lnTo>
                  <a:lnTo>
                    <a:pt x="4760" y="3378"/>
                  </a:lnTo>
                  <a:lnTo>
                    <a:pt x="4741" y="3358"/>
                  </a:lnTo>
                  <a:lnTo>
                    <a:pt x="4760" y="3338"/>
                  </a:lnTo>
                  <a:lnTo>
                    <a:pt x="4760" y="3299"/>
                  </a:lnTo>
                  <a:lnTo>
                    <a:pt x="4741" y="3299"/>
                  </a:lnTo>
                  <a:lnTo>
                    <a:pt x="4721" y="3338"/>
                  </a:lnTo>
                  <a:lnTo>
                    <a:pt x="4701" y="3378"/>
                  </a:lnTo>
                  <a:lnTo>
                    <a:pt x="4642" y="3417"/>
                  </a:lnTo>
                  <a:lnTo>
                    <a:pt x="4642" y="3397"/>
                  </a:lnTo>
                  <a:lnTo>
                    <a:pt x="4662" y="3378"/>
                  </a:lnTo>
                  <a:lnTo>
                    <a:pt x="4622" y="3378"/>
                  </a:lnTo>
                  <a:lnTo>
                    <a:pt x="4602" y="3417"/>
                  </a:lnTo>
                  <a:lnTo>
                    <a:pt x="4563" y="3437"/>
                  </a:lnTo>
                  <a:lnTo>
                    <a:pt x="4523" y="3457"/>
                  </a:lnTo>
                  <a:lnTo>
                    <a:pt x="4563" y="3397"/>
                  </a:lnTo>
                  <a:lnTo>
                    <a:pt x="4563" y="3378"/>
                  </a:lnTo>
                  <a:lnTo>
                    <a:pt x="4543" y="3378"/>
                  </a:lnTo>
                  <a:lnTo>
                    <a:pt x="4523" y="3437"/>
                  </a:lnTo>
                  <a:lnTo>
                    <a:pt x="4504" y="3437"/>
                  </a:lnTo>
                  <a:lnTo>
                    <a:pt x="4484" y="3417"/>
                  </a:lnTo>
                  <a:lnTo>
                    <a:pt x="4464" y="3437"/>
                  </a:lnTo>
                  <a:lnTo>
                    <a:pt x="4484" y="3457"/>
                  </a:lnTo>
                  <a:lnTo>
                    <a:pt x="4484" y="3476"/>
                  </a:lnTo>
                  <a:lnTo>
                    <a:pt x="4444" y="3496"/>
                  </a:lnTo>
                  <a:lnTo>
                    <a:pt x="4425" y="3476"/>
                  </a:lnTo>
                  <a:lnTo>
                    <a:pt x="4365" y="3516"/>
                  </a:lnTo>
                  <a:lnTo>
                    <a:pt x="4345" y="3575"/>
                  </a:lnTo>
                  <a:lnTo>
                    <a:pt x="4345" y="3575"/>
                  </a:lnTo>
                  <a:lnTo>
                    <a:pt x="4385" y="3555"/>
                  </a:lnTo>
                  <a:lnTo>
                    <a:pt x="4405" y="3575"/>
                  </a:lnTo>
                  <a:lnTo>
                    <a:pt x="4405" y="3615"/>
                  </a:lnTo>
                  <a:lnTo>
                    <a:pt x="4385" y="3634"/>
                  </a:lnTo>
                  <a:lnTo>
                    <a:pt x="4266" y="3713"/>
                  </a:lnTo>
                  <a:lnTo>
                    <a:pt x="4227" y="3733"/>
                  </a:lnTo>
                  <a:lnTo>
                    <a:pt x="4168" y="3733"/>
                  </a:lnTo>
                  <a:lnTo>
                    <a:pt x="4128" y="3792"/>
                  </a:lnTo>
                  <a:lnTo>
                    <a:pt x="4128" y="3773"/>
                  </a:lnTo>
                  <a:lnTo>
                    <a:pt x="4108" y="3792"/>
                  </a:lnTo>
                  <a:lnTo>
                    <a:pt x="4049" y="3832"/>
                  </a:lnTo>
                  <a:lnTo>
                    <a:pt x="4029" y="3812"/>
                  </a:lnTo>
                  <a:lnTo>
                    <a:pt x="4049" y="3792"/>
                  </a:lnTo>
                  <a:lnTo>
                    <a:pt x="4089" y="3753"/>
                  </a:lnTo>
                  <a:lnTo>
                    <a:pt x="4029" y="3753"/>
                  </a:lnTo>
                  <a:lnTo>
                    <a:pt x="3990" y="3773"/>
                  </a:lnTo>
                  <a:lnTo>
                    <a:pt x="3990" y="3753"/>
                  </a:lnTo>
                  <a:lnTo>
                    <a:pt x="3950" y="3773"/>
                  </a:lnTo>
                  <a:lnTo>
                    <a:pt x="3950" y="3792"/>
                  </a:lnTo>
                  <a:lnTo>
                    <a:pt x="3931" y="3812"/>
                  </a:lnTo>
                  <a:lnTo>
                    <a:pt x="3911" y="3832"/>
                  </a:lnTo>
                  <a:lnTo>
                    <a:pt x="3891" y="3812"/>
                  </a:lnTo>
                  <a:lnTo>
                    <a:pt x="3871" y="3773"/>
                  </a:lnTo>
                  <a:lnTo>
                    <a:pt x="3871" y="3792"/>
                  </a:lnTo>
                  <a:lnTo>
                    <a:pt x="3852" y="3792"/>
                  </a:lnTo>
                  <a:lnTo>
                    <a:pt x="3812" y="3812"/>
                  </a:lnTo>
                  <a:lnTo>
                    <a:pt x="3832" y="3832"/>
                  </a:lnTo>
                  <a:lnTo>
                    <a:pt x="3852" y="3812"/>
                  </a:lnTo>
                  <a:lnTo>
                    <a:pt x="3852" y="3852"/>
                  </a:lnTo>
                  <a:lnTo>
                    <a:pt x="3812" y="3871"/>
                  </a:lnTo>
                  <a:lnTo>
                    <a:pt x="3773" y="3891"/>
                  </a:lnTo>
                  <a:lnTo>
                    <a:pt x="3773" y="3911"/>
                  </a:lnTo>
                  <a:lnTo>
                    <a:pt x="3733" y="3911"/>
                  </a:lnTo>
                  <a:lnTo>
                    <a:pt x="3694" y="3931"/>
                  </a:lnTo>
                  <a:lnTo>
                    <a:pt x="3713" y="3931"/>
                  </a:lnTo>
                  <a:lnTo>
                    <a:pt x="3733" y="3950"/>
                  </a:lnTo>
                  <a:lnTo>
                    <a:pt x="3694" y="4010"/>
                  </a:lnTo>
                  <a:lnTo>
                    <a:pt x="3615" y="4049"/>
                  </a:lnTo>
                  <a:lnTo>
                    <a:pt x="3516" y="4128"/>
                  </a:lnTo>
                  <a:lnTo>
                    <a:pt x="3457" y="4187"/>
                  </a:lnTo>
                  <a:lnTo>
                    <a:pt x="3397" y="4207"/>
                  </a:lnTo>
                  <a:lnTo>
                    <a:pt x="3397" y="4187"/>
                  </a:lnTo>
                  <a:lnTo>
                    <a:pt x="3397" y="4148"/>
                  </a:lnTo>
                  <a:lnTo>
                    <a:pt x="3397" y="4128"/>
                  </a:lnTo>
                  <a:lnTo>
                    <a:pt x="3417" y="4108"/>
                  </a:lnTo>
                  <a:lnTo>
                    <a:pt x="3358" y="4148"/>
                  </a:lnTo>
                  <a:lnTo>
                    <a:pt x="3318" y="4207"/>
                  </a:lnTo>
                  <a:lnTo>
                    <a:pt x="3259" y="4227"/>
                  </a:lnTo>
                  <a:lnTo>
                    <a:pt x="3141" y="4227"/>
                  </a:lnTo>
                  <a:lnTo>
                    <a:pt x="3081" y="4267"/>
                  </a:lnTo>
                  <a:lnTo>
                    <a:pt x="3101" y="4286"/>
                  </a:lnTo>
                  <a:lnTo>
                    <a:pt x="3141" y="4286"/>
                  </a:lnTo>
                  <a:lnTo>
                    <a:pt x="3101" y="4306"/>
                  </a:lnTo>
                  <a:lnTo>
                    <a:pt x="3062" y="4346"/>
                  </a:lnTo>
                  <a:lnTo>
                    <a:pt x="3081" y="4346"/>
                  </a:lnTo>
                  <a:lnTo>
                    <a:pt x="3101" y="4365"/>
                  </a:lnTo>
                  <a:lnTo>
                    <a:pt x="3081" y="4365"/>
                  </a:lnTo>
                  <a:lnTo>
                    <a:pt x="3042" y="4385"/>
                  </a:lnTo>
                  <a:lnTo>
                    <a:pt x="3022" y="4365"/>
                  </a:lnTo>
                  <a:lnTo>
                    <a:pt x="2983" y="4405"/>
                  </a:lnTo>
                  <a:lnTo>
                    <a:pt x="2904" y="4405"/>
                  </a:lnTo>
                  <a:lnTo>
                    <a:pt x="2864" y="4444"/>
                  </a:lnTo>
                  <a:lnTo>
                    <a:pt x="2884" y="4444"/>
                  </a:lnTo>
                  <a:lnTo>
                    <a:pt x="2923" y="4425"/>
                  </a:lnTo>
                  <a:lnTo>
                    <a:pt x="2923" y="4444"/>
                  </a:lnTo>
                  <a:lnTo>
                    <a:pt x="2923" y="4464"/>
                  </a:lnTo>
                  <a:lnTo>
                    <a:pt x="2884" y="4543"/>
                  </a:lnTo>
                  <a:lnTo>
                    <a:pt x="2864" y="4523"/>
                  </a:lnTo>
                  <a:lnTo>
                    <a:pt x="2864" y="4543"/>
                  </a:lnTo>
                  <a:lnTo>
                    <a:pt x="2805" y="4563"/>
                  </a:lnTo>
                  <a:lnTo>
                    <a:pt x="2805" y="4543"/>
                  </a:lnTo>
                  <a:lnTo>
                    <a:pt x="2746" y="4602"/>
                  </a:lnTo>
                  <a:lnTo>
                    <a:pt x="2785" y="4583"/>
                  </a:lnTo>
                  <a:lnTo>
                    <a:pt x="2805" y="4602"/>
                  </a:lnTo>
                  <a:lnTo>
                    <a:pt x="2805" y="4622"/>
                  </a:lnTo>
                  <a:lnTo>
                    <a:pt x="2785" y="4642"/>
                  </a:lnTo>
                  <a:lnTo>
                    <a:pt x="2706" y="4681"/>
                  </a:lnTo>
                  <a:lnTo>
                    <a:pt x="2667" y="4681"/>
                  </a:lnTo>
                  <a:lnTo>
                    <a:pt x="2647" y="4662"/>
                  </a:lnTo>
                  <a:lnTo>
                    <a:pt x="2647" y="4701"/>
                  </a:lnTo>
                  <a:lnTo>
                    <a:pt x="2627" y="4721"/>
                  </a:lnTo>
                  <a:lnTo>
                    <a:pt x="2548" y="4800"/>
                  </a:lnTo>
                  <a:lnTo>
                    <a:pt x="2588" y="4780"/>
                  </a:lnTo>
                  <a:lnTo>
                    <a:pt x="2588" y="4800"/>
                  </a:lnTo>
                  <a:lnTo>
                    <a:pt x="2568" y="4839"/>
                  </a:lnTo>
                  <a:lnTo>
                    <a:pt x="2469" y="4859"/>
                  </a:lnTo>
                  <a:lnTo>
                    <a:pt x="2489" y="4820"/>
                  </a:lnTo>
                  <a:lnTo>
                    <a:pt x="2449" y="4820"/>
                  </a:lnTo>
                  <a:lnTo>
                    <a:pt x="2430" y="4800"/>
                  </a:lnTo>
                  <a:lnTo>
                    <a:pt x="2430" y="4760"/>
                  </a:lnTo>
                  <a:lnTo>
                    <a:pt x="2390" y="4800"/>
                  </a:lnTo>
                  <a:lnTo>
                    <a:pt x="2370" y="4820"/>
                  </a:lnTo>
                  <a:lnTo>
                    <a:pt x="2351" y="4839"/>
                  </a:lnTo>
                  <a:lnTo>
                    <a:pt x="2331" y="4820"/>
                  </a:lnTo>
                  <a:lnTo>
                    <a:pt x="2331" y="4800"/>
                  </a:lnTo>
                  <a:lnTo>
                    <a:pt x="2311" y="4839"/>
                  </a:lnTo>
                  <a:lnTo>
                    <a:pt x="2252" y="4879"/>
                  </a:lnTo>
                  <a:lnTo>
                    <a:pt x="2291" y="4879"/>
                  </a:lnTo>
                  <a:lnTo>
                    <a:pt x="2291" y="4899"/>
                  </a:lnTo>
                  <a:lnTo>
                    <a:pt x="2272" y="4938"/>
                  </a:lnTo>
                  <a:lnTo>
                    <a:pt x="2193" y="4938"/>
                  </a:lnTo>
                  <a:lnTo>
                    <a:pt x="2153" y="4958"/>
                  </a:lnTo>
                  <a:lnTo>
                    <a:pt x="2153" y="4997"/>
                  </a:lnTo>
                  <a:lnTo>
                    <a:pt x="2153" y="5017"/>
                  </a:lnTo>
                  <a:lnTo>
                    <a:pt x="2133" y="5057"/>
                  </a:lnTo>
                  <a:lnTo>
                    <a:pt x="2193" y="5057"/>
                  </a:lnTo>
                  <a:lnTo>
                    <a:pt x="2193" y="5096"/>
                  </a:lnTo>
                  <a:lnTo>
                    <a:pt x="2232" y="5076"/>
                  </a:lnTo>
                  <a:lnTo>
                    <a:pt x="2232" y="5096"/>
                  </a:lnTo>
                  <a:lnTo>
                    <a:pt x="2232" y="5116"/>
                  </a:lnTo>
                  <a:lnTo>
                    <a:pt x="2193" y="5155"/>
                  </a:lnTo>
                  <a:lnTo>
                    <a:pt x="2173" y="5175"/>
                  </a:lnTo>
                  <a:lnTo>
                    <a:pt x="2094" y="5195"/>
                  </a:lnTo>
                  <a:lnTo>
                    <a:pt x="2015" y="5215"/>
                  </a:lnTo>
                  <a:lnTo>
                    <a:pt x="1995" y="5155"/>
                  </a:lnTo>
                  <a:lnTo>
                    <a:pt x="2015" y="5096"/>
                  </a:lnTo>
                  <a:lnTo>
                    <a:pt x="2015" y="5037"/>
                  </a:lnTo>
                  <a:lnTo>
                    <a:pt x="2015" y="5017"/>
                  </a:lnTo>
                  <a:lnTo>
                    <a:pt x="1995" y="4997"/>
                  </a:lnTo>
                  <a:lnTo>
                    <a:pt x="1876" y="5096"/>
                  </a:lnTo>
                  <a:lnTo>
                    <a:pt x="1797" y="5136"/>
                  </a:lnTo>
                  <a:lnTo>
                    <a:pt x="1738" y="5175"/>
                  </a:lnTo>
                  <a:lnTo>
                    <a:pt x="1718" y="5215"/>
                  </a:lnTo>
                  <a:lnTo>
                    <a:pt x="1699" y="5254"/>
                  </a:lnTo>
                  <a:lnTo>
                    <a:pt x="1718" y="5294"/>
                  </a:lnTo>
                  <a:lnTo>
                    <a:pt x="1758" y="5313"/>
                  </a:lnTo>
                  <a:lnTo>
                    <a:pt x="1718" y="5333"/>
                  </a:lnTo>
                  <a:lnTo>
                    <a:pt x="1679" y="5353"/>
                  </a:lnTo>
                  <a:lnTo>
                    <a:pt x="1699" y="5313"/>
                  </a:lnTo>
                  <a:lnTo>
                    <a:pt x="1600" y="5412"/>
                  </a:lnTo>
                  <a:lnTo>
                    <a:pt x="1481" y="5511"/>
                  </a:lnTo>
                  <a:lnTo>
                    <a:pt x="1462" y="5531"/>
                  </a:lnTo>
                  <a:lnTo>
                    <a:pt x="1462" y="5570"/>
                  </a:lnTo>
                  <a:lnTo>
                    <a:pt x="1521" y="5590"/>
                  </a:lnTo>
                  <a:lnTo>
                    <a:pt x="1462" y="5649"/>
                  </a:lnTo>
                  <a:lnTo>
                    <a:pt x="1481" y="5649"/>
                  </a:lnTo>
                  <a:lnTo>
                    <a:pt x="1462" y="5689"/>
                  </a:lnTo>
                  <a:lnTo>
                    <a:pt x="1442" y="5708"/>
                  </a:lnTo>
                  <a:lnTo>
                    <a:pt x="1383" y="5748"/>
                  </a:lnTo>
                  <a:lnTo>
                    <a:pt x="1383" y="5728"/>
                  </a:lnTo>
                  <a:lnTo>
                    <a:pt x="1383" y="5689"/>
                  </a:lnTo>
                  <a:lnTo>
                    <a:pt x="1323" y="5728"/>
                  </a:lnTo>
                  <a:lnTo>
                    <a:pt x="1264" y="5787"/>
                  </a:lnTo>
                  <a:lnTo>
                    <a:pt x="1264" y="5748"/>
                  </a:lnTo>
                  <a:lnTo>
                    <a:pt x="1284" y="5708"/>
                  </a:lnTo>
                  <a:lnTo>
                    <a:pt x="1304" y="5689"/>
                  </a:lnTo>
                  <a:lnTo>
                    <a:pt x="1323" y="5708"/>
                  </a:lnTo>
                  <a:lnTo>
                    <a:pt x="1383" y="5629"/>
                  </a:lnTo>
                  <a:lnTo>
                    <a:pt x="1323" y="5669"/>
                  </a:lnTo>
                  <a:lnTo>
                    <a:pt x="1284" y="5689"/>
                  </a:lnTo>
                  <a:lnTo>
                    <a:pt x="1244" y="5689"/>
                  </a:lnTo>
                  <a:lnTo>
                    <a:pt x="1205" y="5669"/>
                  </a:lnTo>
                  <a:lnTo>
                    <a:pt x="1185" y="5689"/>
                  </a:lnTo>
                  <a:lnTo>
                    <a:pt x="1225" y="5689"/>
                  </a:lnTo>
                  <a:lnTo>
                    <a:pt x="1244" y="5708"/>
                  </a:lnTo>
                  <a:lnTo>
                    <a:pt x="1225" y="5748"/>
                  </a:lnTo>
                  <a:lnTo>
                    <a:pt x="1146" y="5748"/>
                  </a:lnTo>
                  <a:lnTo>
                    <a:pt x="1106" y="5768"/>
                  </a:lnTo>
                  <a:lnTo>
                    <a:pt x="1007" y="5827"/>
                  </a:lnTo>
                  <a:lnTo>
                    <a:pt x="928" y="5866"/>
                  </a:lnTo>
                  <a:lnTo>
                    <a:pt x="830" y="5866"/>
                  </a:lnTo>
                  <a:lnTo>
                    <a:pt x="770" y="5965"/>
                  </a:lnTo>
                  <a:lnTo>
                    <a:pt x="711" y="6024"/>
                  </a:lnTo>
                  <a:lnTo>
                    <a:pt x="652" y="6084"/>
                  </a:lnTo>
                  <a:lnTo>
                    <a:pt x="652" y="6103"/>
                  </a:lnTo>
                  <a:lnTo>
                    <a:pt x="652" y="6123"/>
                  </a:lnTo>
                  <a:lnTo>
                    <a:pt x="632" y="6143"/>
                  </a:lnTo>
                  <a:lnTo>
                    <a:pt x="652" y="6163"/>
                  </a:lnTo>
                  <a:lnTo>
                    <a:pt x="691" y="6163"/>
                  </a:lnTo>
                  <a:lnTo>
                    <a:pt x="711" y="6143"/>
                  </a:lnTo>
                  <a:lnTo>
                    <a:pt x="770" y="6084"/>
                  </a:lnTo>
                  <a:lnTo>
                    <a:pt x="810" y="6024"/>
                  </a:lnTo>
                  <a:lnTo>
                    <a:pt x="849" y="6005"/>
                  </a:lnTo>
                  <a:lnTo>
                    <a:pt x="869" y="6005"/>
                  </a:lnTo>
                  <a:lnTo>
                    <a:pt x="889" y="5985"/>
                  </a:lnTo>
                  <a:lnTo>
                    <a:pt x="889" y="5945"/>
                  </a:lnTo>
                  <a:lnTo>
                    <a:pt x="889" y="5906"/>
                  </a:lnTo>
                  <a:lnTo>
                    <a:pt x="928" y="5886"/>
                  </a:lnTo>
                  <a:lnTo>
                    <a:pt x="948" y="5866"/>
                  </a:lnTo>
                  <a:lnTo>
                    <a:pt x="968" y="5886"/>
                  </a:lnTo>
                  <a:lnTo>
                    <a:pt x="948" y="5926"/>
                  </a:lnTo>
                  <a:lnTo>
                    <a:pt x="948" y="5965"/>
                  </a:lnTo>
                  <a:lnTo>
                    <a:pt x="948" y="6005"/>
                  </a:lnTo>
                  <a:lnTo>
                    <a:pt x="909" y="6044"/>
                  </a:lnTo>
                  <a:lnTo>
                    <a:pt x="928" y="6064"/>
                  </a:lnTo>
                  <a:lnTo>
                    <a:pt x="968" y="6044"/>
                  </a:lnTo>
                  <a:lnTo>
                    <a:pt x="1047" y="5985"/>
                  </a:lnTo>
                  <a:lnTo>
                    <a:pt x="1067" y="6005"/>
                  </a:lnTo>
                  <a:lnTo>
                    <a:pt x="1106" y="6024"/>
                  </a:lnTo>
                  <a:lnTo>
                    <a:pt x="1086" y="6103"/>
                  </a:lnTo>
                  <a:lnTo>
                    <a:pt x="1047" y="6182"/>
                  </a:lnTo>
                  <a:lnTo>
                    <a:pt x="1027" y="6163"/>
                  </a:lnTo>
                  <a:lnTo>
                    <a:pt x="1027" y="6143"/>
                  </a:lnTo>
                  <a:lnTo>
                    <a:pt x="948" y="6261"/>
                  </a:lnTo>
                  <a:lnTo>
                    <a:pt x="889" y="6242"/>
                  </a:lnTo>
                  <a:lnTo>
                    <a:pt x="869" y="6242"/>
                  </a:lnTo>
                  <a:lnTo>
                    <a:pt x="869" y="6222"/>
                  </a:lnTo>
                  <a:lnTo>
                    <a:pt x="830" y="6242"/>
                  </a:lnTo>
                  <a:lnTo>
                    <a:pt x="770" y="6301"/>
                  </a:lnTo>
                  <a:lnTo>
                    <a:pt x="731" y="6321"/>
                  </a:lnTo>
                  <a:lnTo>
                    <a:pt x="711" y="6321"/>
                  </a:lnTo>
                  <a:lnTo>
                    <a:pt x="711" y="6301"/>
                  </a:lnTo>
                  <a:lnTo>
                    <a:pt x="691" y="6340"/>
                  </a:lnTo>
                  <a:lnTo>
                    <a:pt x="770" y="6340"/>
                  </a:lnTo>
                  <a:lnTo>
                    <a:pt x="849" y="6281"/>
                  </a:lnTo>
                  <a:lnTo>
                    <a:pt x="849" y="6301"/>
                  </a:lnTo>
                  <a:lnTo>
                    <a:pt x="849" y="6321"/>
                  </a:lnTo>
                  <a:lnTo>
                    <a:pt x="810" y="6340"/>
                  </a:lnTo>
                  <a:lnTo>
                    <a:pt x="770" y="6360"/>
                  </a:lnTo>
                  <a:lnTo>
                    <a:pt x="770" y="6380"/>
                  </a:lnTo>
                  <a:lnTo>
                    <a:pt x="770" y="6400"/>
                  </a:lnTo>
                  <a:lnTo>
                    <a:pt x="770" y="6439"/>
                  </a:lnTo>
                  <a:lnTo>
                    <a:pt x="770" y="6459"/>
                  </a:lnTo>
                  <a:lnTo>
                    <a:pt x="711" y="6479"/>
                  </a:lnTo>
                  <a:lnTo>
                    <a:pt x="612" y="6479"/>
                  </a:lnTo>
                  <a:lnTo>
                    <a:pt x="573" y="6498"/>
                  </a:lnTo>
                  <a:lnTo>
                    <a:pt x="593" y="6380"/>
                  </a:lnTo>
                  <a:lnTo>
                    <a:pt x="553" y="6439"/>
                  </a:lnTo>
                  <a:lnTo>
                    <a:pt x="553" y="6360"/>
                  </a:lnTo>
                  <a:lnTo>
                    <a:pt x="533" y="6301"/>
                  </a:lnTo>
                  <a:lnTo>
                    <a:pt x="553" y="6261"/>
                  </a:lnTo>
                  <a:lnTo>
                    <a:pt x="415" y="6340"/>
                  </a:lnTo>
                  <a:lnTo>
                    <a:pt x="356" y="6380"/>
                  </a:lnTo>
                  <a:lnTo>
                    <a:pt x="296" y="6419"/>
                  </a:lnTo>
                  <a:lnTo>
                    <a:pt x="257" y="6400"/>
                  </a:lnTo>
                  <a:lnTo>
                    <a:pt x="237" y="6360"/>
                  </a:lnTo>
                  <a:lnTo>
                    <a:pt x="178" y="6400"/>
                  </a:lnTo>
                  <a:lnTo>
                    <a:pt x="138" y="6419"/>
                  </a:lnTo>
                  <a:lnTo>
                    <a:pt x="79" y="6439"/>
                  </a:lnTo>
                  <a:lnTo>
                    <a:pt x="20" y="6459"/>
                  </a:lnTo>
                  <a:lnTo>
                    <a:pt x="0" y="6479"/>
                  </a:lnTo>
                  <a:lnTo>
                    <a:pt x="20" y="6498"/>
                  </a:lnTo>
                  <a:lnTo>
                    <a:pt x="99" y="6498"/>
                  </a:lnTo>
                  <a:lnTo>
                    <a:pt x="99" y="6518"/>
                  </a:lnTo>
                  <a:lnTo>
                    <a:pt x="79" y="6518"/>
                  </a:lnTo>
                  <a:lnTo>
                    <a:pt x="40" y="6538"/>
                  </a:lnTo>
                  <a:lnTo>
                    <a:pt x="20" y="6577"/>
                  </a:lnTo>
                  <a:lnTo>
                    <a:pt x="79" y="6538"/>
                  </a:lnTo>
                  <a:lnTo>
                    <a:pt x="178" y="6498"/>
                  </a:lnTo>
                  <a:lnTo>
                    <a:pt x="158" y="6518"/>
                  </a:lnTo>
                  <a:lnTo>
                    <a:pt x="158" y="6538"/>
                  </a:lnTo>
                  <a:lnTo>
                    <a:pt x="178" y="6577"/>
                  </a:lnTo>
                  <a:lnTo>
                    <a:pt x="237" y="6558"/>
                  </a:lnTo>
                  <a:lnTo>
                    <a:pt x="237" y="6577"/>
                  </a:lnTo>
                  <a:lnTo>
                    <a:pt x="217" y="6597"/>
                  </a:lnTo>
                  <a:lnTo>
                    <a:pt x="178" y="6617"/>
                  </a:lnTo>
                  <a:lnTo>
                    <a:pt x="158" y="6657"/>
                  </a:lnTo>
                  <a:lnTo>
                    <a:pt x="119" y="6558"/>
                  </a:lnTo>
                  <a:lnTo>
                    <a:pt x="79" y="6597"/>
                  </a:lnTo>
                  <a:lnTo>
                    <a:pt x="0" y="6637"/>
                  </a:lnTo>
                  <a:lnTo>
                    <a:pt x="119" y="6933"/>
                  </a:lnTo>
                  <a:lnTo>
                    <a:pt x="178" y="6854"/>
                  </a:lnTo>
                  <a:lnTo>
                    <a:pt x="198" y="6874"/>
                  </a:lnTo>
                  <a:lnTo>
                    <a:pt x="198" y="6913"/>
                  </a:lnTo>
                  <a:lnTo>
                    <a:pt x="198" y="6953"/>
                  </a:lnTo>
                  <a:lnTo>
                    <a:pt x="158" y="6992"/>
                  </a:lnTo>
                  <a:lnTo>
                    <a:pt x="198" y="7111"/>
                  </a:lnTo>
                  <a:lnTo>
                    <a:pt x="237" y="7032"/>
                  </a:lnTo>
                  <a:lnTo>
                    <a:pt x="296" y="6953"/>
                  </a:lnTo>
                  <a:lnTo>
                    <a:pt x="395" y="6913"/>
                  </a:lnTo>
                  <a:lnTo>
                    <a:pt x="356" y="6953"/>
                  </a:lnTo>
                  <a:lnTo>
                    <a:pt x="336" y="6992"/>
                  </a:lnTo>
                  <a:lnTo>
                    <a:pt x="336" y="7012"/>
                  </a:lnTo>
                  <a:lnTo>
                    <a:pt x="336" y="7052"/>
                  </a:lnTo>
                  <a:lnTo>
                    <a:pt x="356" y="7012"/>
                  </a:lnTo>
                  <a:lnTo>
                    <a:pt x="395" y="6992"/>
                  </a:lnTo>
                  <a:lnTo>
                    <a:pt x="435" y="6992"/>
                  </a:lnTo>
                  <a:lnTo>
                    <a:pt x="415" y="6953"/>
                  </a:lnTo>
                  <a:lnTo>
                    <a:pt x="533" y="6894"/>
                  </a:lnTo>
                  <a:lnTo>
                    <a:pt x="573" y="6874"/>
                  </a:lnTo>
                  <a:lnTo>
                    <a:pt x="612" y="6894"/>
                  </a:lnTo>
                  <a:lnTo>
                    <a:pt x="593" y="6933"/>
                  </a:lnTo>
                  <a:lnTo>
                    <a:pt x="533" y="6953"/>
                  </a:lnTo>
                  <a:lnTo>
                    <a:pt x="477" y="6995"/>
                  </a:lnTo>
                  <a:lnTo>
                    <a:pt x="477" y="6995"/>
                  </a:lnTo>
                  <a:lnTo>
                    <a:pt x="494" y="7012"/>
                  </a:lnTo>
                  <a:lnTo>
                    <a:pt x="415" y="7052"/>
                  </a:lnTo>
                  <a:lnTo>
                    <a:pt x="494" y="7052"/>
                  </a:lnTo>
                  <a:lnTo>
                    <a:pt x="553" y="7012"/>
                  </a:lnTo>
                  <a:lnTo>
                    <a:pt x="533" y="7012"/>
                  </a:lnTo>
                  <a:lnTo>
                    <a:pt x="593" y="6973"/>
                  </a:lnTo>
                  <a:lnTo>
                    <a:pt x="632" y="7012"/>
                  </a:lnTo>
                  <a:lnTo>
                    <a:pt x="672" y="6973"/>
                  </a:lnTo>
                  <a:lnTo>
                    <a:pt x="751" y="6933"/>
                  </a:lnTo>
                  <a:lnTo>
                    <a:pt x="810" y="6894"/>
                  </a:lnTo>
                  <a:lnTo>
                    <a:pt x="889" y="6834"/>
                  </a:lnTo>
                  <a:lnTo>
                    <a:pt x="869" y="6854"/>
                  </a:lnTo>
                  <a:lnTo>
                    <a:pt x="869" y="6854"/>
                  </a:lnTo>
                  <a:lnTo>
                    <a:pt x="928" y="6815"/>
                  </a:lnTo>
                  <a:lnTo>
                    <a:pt x="928" y="6755"/>
                  </a:lnTo>
                  <a:lnTo>
                    <a:pt x="948" y="6696"/>
                  </a:lnTo>
                  <a:lnTo>
                    <a:pt x="988" y="6657"/>
                  </a:lnTo>
                  <a:lnTo>
                    <a:pt x="988" y="6696"/>
                  </a:lnTo>
                  <a:lnTo>
                    <a:pt x="1007" y="6716"/>
                  </a:lnTo>
                  <a:lnTo>
                    <a:pt x="1047" y="6696"/>
                  </a:lnTo>
                  <a:lnTo>
                    <a:pt x="1067" y="6676"/>
                  </a:lnTo>
                  <a:lnTo>
                    <a:pt x="1146" y="6676"/>
                  </a:lnTo>
                  <a:lnTo>
                    <a:pt x="1106" y="6657"/>
                  </a:lnTo>
                  <a:lnTo>
                    <a:pt x="1106" y="6637"/>
                  </a:lnTo>
                  <a:lnTo>
                    <a:pt x="1106" y="6617"/>
                  </a:lnTo>
                  <a:lnTo>
                    <a:pt x="1086" y="6617"/>
                  </a:lnTo>
                  <a:lnTo>
                    <a:pt x="1086" y="6577"/>
                  </a:lnTo>
                  <a:lnTo>
                    <a:pt x="1106" y="6538"/>
                  </a:lnTo>
                  <a:lnTo>
                    <a:pt x="1185" y="6479"/>
                  </a:lnTo>
                  <a:lnTo>
                    <a:pt x="1205" y="6498"/>
                  </a:lnTo>
                  <a:lnTo>
                    <a:pt x="1205" y="6518"/>
                  </a:lnTo>
                  <a:lnTo>
                    <a:pt x="1165" y="6558"/>
                  </a:lnTo>
                  <a:lnTo>
                    <a:pt x="1146" y="6597"/>
                  </a:lnTo>
                  <a:lnTo>
                    <a:pt x="1165" y="6617"/>
                  </a:lnTo>
                  <a:lnTo>
                    <a:pt x="1185" y="6617"/>
                  </a:lnTo>
                  <a:lnTo>
                    <a:pt x="1205" y="6597"/>
                  </a:lnTo>
                  <a:lnTo>
                    <a:pt x="1225" y="6577"/>
                  </a:lnTo>
                  <a:lnTo>
                    <a:pt x="1185" y="6577"/>
                  </a:lnTo>
                  <a:lnTo>
                    <a:pt x="1284" y="6518"/>
                  </a:lnTo>
                  <a:lnTo>
                    <a:pt x="1343" y="6498"/>
                  </a:lnTo>
                  <a:lnTo>
                    <a:pt x="1402" y="6498"/>
                  </a:lnTo>
                  <a:lnTo>
                    <a:pt x="1422" y="6439"/>
                  </a:lnTo>
                  <a:lnTo>
                    <a:pt x="1442" y="6419"/>
                  </a:lnTo>
                  <a:lnTo>
                    <a:pt x="1462" y="6380"/>
                  </a:lnTo>
                  <a:lnTo>
                    <a:pt x="1442" y="6400"/>
                  </a:lnTo>
                  <a:lnTo>
                    <a:pt x="1402" y="6400"/>
                  </a:lnTo>
                  <a:lnTo>
                    <a:pt x="1422" y="6321"/>
                  </a:lnTo>
                  <a:lnTo>
                    <a:pt x="1481" y="6301"/>
                  </a:lnTo>
                  <a:lnTo>
                    <a:pt x="1521" y="6281"/>
                  </a:lnTo>
                  <a:lnTo>
                    <a:pt x="1620" y="6261"/>
                  </a:lnTo>
                  <a:lnTo>
                    <a:pt x="1620" y="6261"/>
                  </a:lnTo>
                  <a:lnTo>
                    <a:pt x="1580" y="6321"/>
                  </a:lnTo>
                  <a:lnTo>
                    <a:pt x="1580" y="6301"/>
                  </a:lnTo>
                  <a:lnTo>
                    <a:pt x="1541" y="6340"/>
                  </a:lnTo>
                  <a:lnTo>
                    <a:pt x="1521" y="6380"/>
                  </a:lnTo>
                  <a:lnTo>
                    <a:pt x="1541" y="6400"/>
                  </a:lnTo>
                  <a:lnTo>
                    <a:pt x="1560" y="6360"/>
                  </a:lnTo>
                  <a:lnTo>
                    <a:pt x="1580" y="6340"/>
                  </a:lnTo>
                  <a:lnTo>
                    <a:pt x="1620" y="6321"/>
                  </a:lnTo>
                  <a:lnTo>
                    <a:pt x="1639" y="6281"/>
                  </a:lnTo>
                  <a:lnTo>
                    <a:pt x="1718" y="6242"/>
                  </a:lnTo>
                  <a:lnTo>
                    <a:pt x="1778" y="6202"/>
                  </a:lnTo>
                  <a:lnTo>
                    <a:pt x="1837" y="6182"/>
                  </a:lnTo>
                  <a:lnTo>
                    <a:pt x="1857" y="6143"/>
                  </a:lnTo>
                  <a:lnTo>
                    <a:pt x="1857" y="6103"/>
                  </a:lnTo>
                  <a:lnTo>
                    <a:pt x="1817" y="6123"/>
                  </a:lnTo>
                  <a:lnTo>
                    <a:pt x="1797" y="6103"/>
                  </a:lnTo>
                  <a:lnTo>
                    <a:pt x="1797" y="6084"/>
                  </a:lnTo>
                  <a:lnTo>
                    <a:pt x="1857" y="6084"/>
                  </a:lnTo>
                  <a:lnTo>
                    <a:pt x="1876" y="6064"/>
                  </a:lnTo>
                  <a:lnTo>
                    <a:pt x="1896" y="6084"/>
                  </a:lnTo>
                  <a:lnTo>
                    <a:pt x="1876" y="6103"/>
                  </a:lnTo>
                  <a:lnTo>
                    <a:pt x="1956" y="6064"/>
                  </a:lnTo>
                  <a:lnTo>
                    <a:pt x="1995" y="6024"/>
                  </a:lnTo>
                  <a:lnTo>
                    <a:pt x="1975" y="5985"/>
                  </a:lnTo>
                  <a:lnTo>
                    <a:pt x="1975" y="5965"/>
                  </a:lnTo>
                  <a:lnTo>
                    <a:pt x="1995" y="5926"/>
                  </a:lnTo>
                  <a:lnTo>
                    <a:pt x="2035" y="5926"/>
                  </a:lnTo>
                  <a:lnTo>
                    <a:pt x="2035" y="5965"/>
                  </a:lnTo>
                  <a:lnTo>
                    <a:pt x="2035" y="6005"/>
                  </a:lnTo>
                  <a:lnTo>
                    <a:pt x="2074" y="6005"/>
                  </a:lnTo>
                  <a:lnTo>
                    <a:pt x="2153" y="5926"/>
                  </a:lnTo>
                  <a:lnTo>
                    <a:pt x="2193" y="5926"/>
                  </a:lnTo>
                  <a:lnTo>
                    <a:pt x="2291" y="5866"/>
                  </a:lnTo>
                  <a:lnTo>
                    <a:pt x="2351" y="5787"/>
                  </a:lnTo>
                  <a:lnTo>
                    <a:pt x="2430" y="5689"/>
                  </a:lnTo>
                  <a:lnTo>
                    <a:pt x="2528" y="5610"/>
                  </a:lnTo>
                  <a:lnTo>
                    <a:pt x="2528" y="5649"/>
                  </a:lnTo>
                  <a:lnTo>
                    <a:pt x="2509" y="5708"/>
                  </a:lnTo>
                  <a:lnTo>
                    <a:pt x="2430" y="5768"/>
                  </a:lnTo>
                  <a:lnTo>
                    <a:pt x="2489" y="5768"/>
                  </a:lnTo>
                  <a:lnTo>
                    <a:pt x="2528" y="5728"/>
                  </a:lnTo>
                  <a:lnTo>
                    <a:pt x="2568" y="5708"/>
                  </a:lnTo>
                  <a:lnTo>
                    <a:pt x="2607" y="5669"/>
                  </a:lnTo>
                  <a:lnTo>
                    <a:pt x="2647" y="5649"/>
                  </a:lnTo>
                  <a:lnTo>
                    <a:pt x="2667" y="5610"/>
                  </a:lnTo>
                  <a:lnTo>
                    <a:pt x="2667" y="5590"/>
                  </a:lnTo>
                  <a:lnTo>
                    <a:pt x="2667" y="5570"/>
                  </a:lnTo>
                  <a:lnTo>
                    <a:pt x="2706" y="5531"/>
                  </a:lnTo>
                  <a:lnTo>
                    <a:pt x="2726" y="5531"/>
                  </a:lnTo>
                  <a:lnTo>
                    <a:pt x="2746" y="5550"/>
                  </a:lnTo>
                  <a:lnTo>
                    <a:pt x="2746" y="5511"/>
                  </a:lnTo>
                  <a:lnTo>
                    <a:pt x="2785" y="5471"/>
                  </a:lnTo>
                  <a:lnTo>
                    <a:pt x="2884" y="5412"/>
                  </a:lnTo>
                  <a:lnTo>
                    <a:pt x="2904" y="5432"/>
                  </a:lnTo>
                  <a:lnTo>
                    <a:pt x="2963" y="5333"/>
                  </a:lnTo>
                  <a:lnTo>
                    <a:pt x="2943" y="5333"/>
                  </a:lnTo>
                  <a:lnTo>
                    <a:pt x="2943" y="5294"/>
                  </a:lnTo>
                  <a:lnTo>
                    <a:pt x="2904" y="5294"/>
                  </a:lnTo>
                  <a:lnTo>
                    <a:pt x="2864" y="5313"/>
                  </a:lnTo>
                  <a:lnTo>
                    <a:pt x="2805" y="5373"/>
                  </a:lnTo>
                  <a:lnTo>
                    <a:pt x="2746" y="5412"/>
                  </a:lnTo>
                  <a:lnTo>
                    <a:pt x="2706" y="5432"/>
                  </a:lnTo>
                  <a:lnTo>
                    <a:pt x="2647" y="5432"/>
                  </a:lnTo>
                  <a:lnTo>
                    <a:pt x="2667" y="5412"/>
                  </a:lnTo>
                  <a:lnTo>
                    <a:pt x="2647" y="5412"/>
                  </a:lnTo>
                  <a:lnTo>
                    <a:pt x="2647" y="5392"/>
                  </a:lnTo>
                  <a:lnTo>
                    <a:pt x="2667" y="5373"/>
                  </a:lnTo>
                  <a:lnTo>
                    <a:pt x="2686" y="5392"/>
                  </a:lnTo>
                  <a:lnTo>
                    <a:pt x="2686" y="5333"/>
                  </a:lnTo>
                  <a:lnTo>
                    <a:pt x="2667" y="5333"/>
                  </a:lnTo>
                  <a:lnTo>
                    <a:pt x="2667" y="5294"/>
                  </a:lnTo>
                  <a:lnTo>
                    <a:pt x="2686" y="5254"/>
                  </a:lnTo>
                  <a:lnTo>
                    <a:pt x="2785" y="5175"/>
                  </a:lnTo>
                  <a:lnTo>
                    <a:pt x="2805" y="5175"/>
                  </a:lnTo>
                  <a:lnTo>
                    <a:pt x="2805" y="5195"/>
                  </a:lnTo>
                  <a:lnTo>
                    <a:pt x="2805" y="5234"/>
                  </a:lnTo>
                  <a:lnTo>
                    <a:pt x="2785" y="5274"/>
                  </a:lnTo>
                  <a:lnTo>
                    <a:pt x="2805" y="5254"/>
                  </a:lnTo>
                  <a:lnTo>
                    <a:pt x="2825" y="5234"/>
                  </a:lnTo>
                  <a:lnTo>
                    <a:pt x="2844" y="5294"/>
                  </a:lnTo>
                  <a:lnTo>
                    <a:pt x="2884" y="5254"/>
                  </a:lnTo>
                  <a:lnTo>
                    <a:pt x="2884" y="5234"/>
                  </a:lnTo>
                  <a:lnTo>
                    <a:pt x="2864" y="5215"/>
                  </a:lnTo>
                  <a:lnTo>
                    <a:pt x="2844" y="5175"/>
                  </a:lnTo>
                  <a:lnTo>
                    <a:pt x="2844" y="5136"/>
                  </a:lnTo>
                  <a:lnTo>
                    <a:pt x="2884" y="5136"/>
                  </a:lnTo>
                  <a:lnTo>
                    <a:pt x="2943" y="5116"/>
                  </a:lnTo>
                  <a:lnTo>
                    <a:pt x="2923" y="5136"/>
                  </a:lnTo>
                  <a:lnTo>
                    <a:pt x="2923" y="5136"/>
                  </a:lnTo>
                  <a:lnTo>
                    <a:pt x="2963" y="5116"/>
                  </a:lnTo>
                  <a:lnTo>
                    <a:pt x="3002" y="5076"/>
                  </a:lnTo>
                  <a:lnTo>
                    <a:pt x="3022" y="5057"/>
                  </a:lnTo>
                  <a:lnTo>
                    <a:pt x="3062" y="5017"/>
                  </a:lnTo>
                  <a:lnTo>
                    <a:pt x="3121" y="5037"/>
                  </a:lnTo>
                  <a:lnTo>
                    <a:pt x="3062" y="5057"/>
                  </a:lnTo>
                  <a:lnTo>
                    <a:pt x="3042" y="5096"/>
                  </a:lnTo>
                  <a:lnTo>
                    <a:pt x="3022" y="5136"/>
                  </a:lnTo>
                  <a:lnTo>
                    <a:pt x="3002" y="5175"/>
                  </a:lnTo>
                  <a:lnTo>
                    <a:pt x="3042" y="5155"/>
                  </a:lnTo>
                  <a:lnTo>
                    <a:pt x="3062" y="5175"/>
                  </a:lnTo>
                  <a:lnTo>
                    <a:pt x="3062" y="5195"/>
                  </a:lnTo>
                  <a:lnTo>
                    <a:pt x="3062" y="5215"/>
                  </a:lnTo>
                  <a:lnTo>
                    <a:pt x="3022" y="5333"/>
                  </a:lnTo>
                  <a:lnTo>
                    <a:pt x="3081" y="5294"/>
                  </a:lnTo>
                  <a:lnTo>
                    <a:pt x="3160" y="5274"/>
                  </a:lnTo>
                  <a:lnTo>
                    <a:pt x="3160" y="5254"/>
                  </a:lnTo>
                  <a:lnTo>
                    <a:pt x="3200" y="5215"/>
                  </a:lnTo>
                  <a:lnTo>
                    <a:pt x="3259" y="5195"/>
                  </a:lnTo>
                  <a:lnTo>
                    <a:pt x="3299" y="5155"/>
                  </a:lnTo>
                  <a:lnTo>
                    <a:pt x="3318" y="5136"/>
                  </a:lnTo>
                  <a:lnTo>
                    <a:pt x="3338" y="5096"/>
                  </a:lnTo>
                  <a:lnTo>
                    <a:pt x="3358" y="5096"/>
                  </a:lnTo>
                  <a:lnTo>
                    <a:pt x="3358" y="5116"/>
                  </a:lnTo>
                  <a:lnTo>
                    <a:pt x="3378" y="5116"/>
                  </a:lnTo>
                  <a:lnTo>
                    <a:pt x="3476" y="5037"/>
                  </a:lnTo>
                  <a:lnTo>
                    <a:pt x="3575" y="4938"/>
                  </a:lnTo>
                  <a:lnTo>
                    <a:pt x="3615" y="4938"/>
                  </a:lnTo>
                  <a:lnTo>
                    <a:pt x="3654" y="4958"/>
                  </a:lnTo>
                  <a:lnTo>
                    <a:pt x="3713" y="4918"/>
                  </a:lnTo>
                  <a:lnTo>
                    <a:pt x="3773" y="4879"/>
                  </a:lnTo>
                  <a:lnTo>
                    <a:pt x="3871" y="4780"/>
                  </a:lnTo>
                  <a:lnTo>
                    <a:pt x="3970" y="4681"/>
                  </a:lnTo>
                  <a:lnTo>
                    <a:pt x="4029" y="4642"/>
                  </a:lnTo>
                  <a:lnTo>
                    <a:pt x="4108" y="4602"/>
                  </a:lnTo>
                  <a:lnTo>
                    <a:pt x="4108" y="4602"/>
                  </a:lnTo>
                  <a:lnTo>
                    <a:pt x="4089" y="4642"/>
                  </a:lnTo>
                  <a:lnTo>
                    <a:pt x="4148" y="4602"/>
                  </a:lnTo>
                  <a:lnTo>
                    <a:pt x="4168" y="4583"/>
                  </a:lnTo>
                  <a:lnTo>
                    <a:pt x="4187" y="4563"/>
                  </a:lnTo>
                  <a:lnTo>
                    <a:pt x="4227" y="4563"/>
                  </a:lnTo>
                  <a:lnTo>
                    <a:pt x="4247" y="4543"/>
                  </a:lnTo>
                  <a:lnTo>
                    <a:pt x="4326" y="4504"/>
                  </a:lnTo>
                  <a:lnTo>
                    <a:pt x="4385" y="4444"/>
                  </a:lnTo>
                  <a:lnTo>
                    <a:pt x="4425" y="4425"/>
                  </a:lnTo>
                  <a:lnTo>
                    <a:pt x="4464" y="4425"/>
                  </a:lnTo>
                  <a:lnTo>
                    <a:pt x="4523" y="4385"/>
                  </a:lnTo>
                  <a:lnTo>
                    <a:pt x="4543" y="4346"/>
                  </a:lnTo>
                  <a:lnTo>
                    <a:pt x="4563" y="4306"/>
                  </a:lnTo>
                  <a:lnTo>
                    <a:pt x="4602" y="4247"/>
                  </a:lnTo>
                  <a:lnTo>
                    <a:pt x="4622" y="4286"/>
                  </a:lnTo>
                  <a:lnTo>
                    <a:pt x="4622" y="4306"/>
                  </a:lnTo>
                  <a:lnTo>
                    <a:pt x="4662" y="4306"/>
                  </a:lnTo>
                  <a:lnTo>
                    <a:pt x="4997" y="4069"/>
                  </a:lnTo>
                  <a:lnTo>
                    <a:pt x="5373" y="3812"/>
                  </a:lnTo>
                  <a:lnTo>
                    <a:pt x="5353" y="3832"/>
                  </a:lnTo>
                  <a:lnTo>
                    <a:pt x="5471" y="3753"/>
                  </a:lnTo>
                  <a:lnTo>
                    <a:pt x="5590" y="3654"/>
                  </a:lnTo>
                  <a:lnTo>
                    <a:pt x="5708" y="3575"/>
                  </a:lnTo>
                  <a:lnTo>
                    <a:pt x="5827" y="3496"/>
                  </a:lnTo>
                  <a:lnTo>
                    <a:pt x="5866" y="3437"/>
                  </a:lnTo>
                  <a:lnTo>
                    <a:pt x="5886" y="3417"/>
                  </a:lnTo>
                  <a:lnTo>
                    <a:pt x="5866" y="3397"/>
                  </a:lnTo>
                  <a:lnTo>
                    <a:pt x="5847" y="3397"/>
                  </a:lnTo>
                  <a:lnTo>
                    <a:pt x="5827" y="3378"/>
                  </a:lnTo>
                  <a:lnTo>
                    <a:pt x="5787" y="3338"/>
                  </a:lnTo>
                  <a:lnTo>
                    <a:pt x="5866" y="3299"/>
                  </a:lnTo>
                  <a:lnTo>
                    <a:pt x="5886" y="3299"/>
                  </a:lnTo>
                  <a:lnTo>
                    <a:pt x="5926" y="3318"/>
                  </a:lnTo>
                  <a:lnTo>
                    <a:pt x="5965" y="3299"/>
                  </a:lnTo>
                  <a:lnTo>
                    <a:pt x="6005" y="3338"/>
                  </a:lnTo>
                  <a:lnTo>
                    <a:pt x="5985" y="3358"/>
                  </a:lnTo>
                  <a:lnTo>
                    <a:pt x="5965" y="3397"/>
                  </a:lnTo>
                  <a:lnTo>
                    <a:pt x="5965" y="3437"/>
                  </a:lnTo>
                  <a:lnTo>
                    <a:pt x="6084" y="3318"/>
                  </a:lnTo>
                  <a:lnTo>
                    <a:pt x="6143" y="3299"/>
                  </a:lnTo>
                  <a:lnTo>
                    <a:pt x="6182" y="3259"/>
                  </a:lnTo>
                  <a:lnTo>
                    <a:pt x="6242" y="3220"/>
                  </a:lnTo>
                  <a:lnTo>
                    <a:pt x="6281" y="3220"/>
                  </a:lnTo>
                  <a:lnTo>
                    <a:pt x="6281" y="3239"/>
                  </a:lnTo>
                  <a:lnTo>
                    <a:pt x="6281" y="3259"/>
                  </a:lnTo>
                  <a:lnTo>
                    <a:pt x="6261" y="3259"/>
                  </a:lnTo>
                  <a:lnTo>
                    <a:pt x="6202" y="3279"/>
                  </a:lnTo>
                  <a:lnTo>
                    <a:pt x="6182" y="3318"/>
                  </a:lnTo>
                  <a:lnTo>
                    <a:pt x="6163" y="3338"/>
                  </a:lnTo>
                  <a:lnTo>
                    <a:pt x="6143" y="3378"/>
                  </a:lnTo>
                  <a:lnTo>
                    <a:pt x="6143" y="3378"/>
                  </a:lnTo>
                  <a:lnTo>
                    <a:pt x="6261" y="3279"/>
                  </a:lnTo>
                  <a:lnTo>
                    <a:pt x="6380" y="3200"/>
                  </a:lnTo>
                  <a:lnTo>
                    <a:pt x="6380" y="3180"/>
                  </a:lnTo>
                  <a:lnTo>
                    <a:pt x="6400" y="3160"/>
                  </a:lnTo>
                  <a:lnTo>
                    <a:pt x="6419" y="3141"/>
                  </a:lnTo>
                  <a:lnTo>
                    <a:pt x="6439" y="3121"/>
                  </a:lnTo>
                  <a:lnTo>
                    <a:pt x="6459" y="3081"/>
                  </a:lnTo>
                  <a:lnTo>
                    <a:pt x="6479" y="3042"/>
                  </a:lnTo>
                  <a:lnTo>
                    <a:pt x="6538" y="3081"/>
                  </a:lnTo>
                  <a:lnTo>
                    <a:pt x="6538" y="3062"/>
                  </a:lnTo>
                  <a:lnTo>
                    <a:pt x="6538" y="3042"/>
                  </a:lnTo>
                  <a:lnTo>
                    <a:pt x="6656" y="2963"/>
                  </a:lnTo>
                  <a:lnTo>
                    <a:pt x="6735" y="2943"/>
                  </a:lnTo>
                  <a:lnTo>
                    <a:pt x="6755" y="2943"/>
                  </a:lnTo>
                  <a:lnTo>
                    <a:pt x="6775" y="2963"/>
                  </a:lnTo>
                  <a:lnTo>
                    <a:pt x="6834" y="2904"/>
                  </a:lnTo>
                  <a:lnTo>
                    <a:pt x="6854" y="2884"/>
                  </a:lnTo>
                  <a:lnTo>
                    <a:pt x="6894" y="2844"/>
                  </a:lnTo>
                  <a:lnTo>
                    <a:pt x="6894" y="2884"/>
                  </a:lnTo>
                  <a:lnTo>
                    <a:pt x="7091" y="2785"/>
                  </a:lnTo>
                  <a:lnTo>
                    <a:pt x="7190" y="2726"/>
                  </a:lnTo>
                  <a:lnTo>
                    <a:pt x="7289" y="2686"/>
                  </a:lnTo>
                  <a:lnTo>
                    <a:pt x="7407" y="2607"/>
                  </a:lnTo>
                  <a:lnTo>
                    <a:pt x="7466" y="2548"/>
                  </a:lnTo>
                  <a:lnTo>
                    <a:pt x="7486" y="2509"/>
                  </a:lnTo>
                  <a:lnTo>
                    <a:pt x="7447" y="2528"/>
                  </a:lnTo>
                  <a:lnTo>
                    <a:pt x="7407" y="2528"/>
                  </a:lnTo>
                  <a:lnTo>
                    <a:pt x="7427" y="2489"/>
                  </a:lnTo>
                  <a:lnTo>
                    <a:pt x="7466" y="2449"/>
                  </a:lnTo>
                  <a:lnTo>
                    <a:pt x="7506" y="2410"/>
                  </a:lnTo>
                  <a:lnTo>
                    <a:pt x="7526" y="2430"/>
                  </a:lnTo>
                  <a:lnTo>
                    <a:pt x="7565" y="2410"/>
                  </a:lnTo>
                  <a:lnTo>
                    <a:pt x="7585" y="2430"/>
                  </a:lnTo>
                  <a:lnTo>
                    <a:pt x="7565" y="2449"/>
                  </a:lnTo>
                  <a:lnTo>
                    <a:pt x="7605" y="2449"/>
                  </a:lnTo>
                  <a:lnTo>
                    <a:pt x="7664" y="2430"/>
                  </a:lnTo>
                  <a:lnTo>
                    <a:pt x="7723" y="2390"/>
                  </a:lnTo>
                  <a:lnTo>
                    <a:pt x="7743" y="2390"/>
                  </a:lnTo>
                  <a:lnTo>
                    <a:pt x="7763" y="2410"/>
                  </a:lnTo>
                  <a:lnTo>
                    <a:pt x="7782" y="2370"/>
                  </a:lnTo>
                  <a:lnTo>
                    <a:pt x="7822" y="2351"/>
                  </a:lnTo>
                  <a:lnTo>
                    <a:pt x="7861" y="2324"/>
                  </a:lnTo>
                  <a:lnTo>
                    <a:pt x="7861" y="2331"/>
                  </a:lnTo>
                  <a:lnTo>
                    <a:pt x="7921" y="2291"/>
                  </a:lnTo>
                  <a:lnTo>
                    <a:pt x="7921" y="2311"/>
                  </a:lnTo>
                  <a:lnTo>
                    <a:pt x="7980" y="2272"/>
                  </a:lnTo>
                  <a:lnTo>
                    <a:pt x="8019" y="2232"/>
                  </a:lnTo>
                  <a:lnTo>
                    <a:pt x="8039" y="2193"/>
                  </a:lnTo>
                  <a:lnTo>
                    <a:pt x="8059" y="2153"/>
                  </a:lnTo>
                  <a:lnTo>
                    <a:pt x="8098" y="2133"/>
                  </a:lnTo>
                  <a:lnTo>
                    <a:pt x="8079" y="2193"/>
                  </a:lnTo>
                  <a:lnTo>
                    <a:pt x="8118" y="2173"/>
                  </a:lnTo>
                  <a:lnTo>
                    <a:pt x="8138" y="2133"/>
                  </a:lnTo>
                  <a:lnTo>
                    <a:pt x="8158" y="2094"/>
                  </a:lnTo>
                  <a:lnTo>
                    <a:pt x="8197" y="2054"/>
                  </a:lnTo>
                  <a:lnTo>
                    <a:pt x="8217" y="2054"/>
                  </a:lnTo>
                  <a:lnTo>
                    <a:pt x="8256" y="2035"/>
                  </a:lnTo>
                  <a:lnTo>
                    <a:pt x="8276" y="1995"/>
                  </a:lnTo>
                  <a:lnTo>
                    <a:pt x="8316" y="1956"/>
                  </a:lnTo>
                  <a:lnTo>
                    <a:pt x="8355" y="1916"/>
                  </a:lnTo>
                  <a:lnTo>
                    <a:pt x="8395" y="1876"/>
                  </a:lnTo>
                  <a:lnTo>
                    <a:pt x="8454" y="1896"/>
                  </a:lnTo>
                  <a:lnTo>
                    <a:pt x="8474" y="1876"/>
                  </a:lnTo>
                  <a:lnTo>
                    <a:pt x="8493" y="1857"/>
                  </a:lnTo>
                  <a:lnTo>
                    <a:pt x="8513" y="1916"/>
                  </a:lnTo>
                  <a:lnTo>
                    <a:pt x="8474" y="1936"/>
                  </a:lnTo>
                  <a:lnTo>
                    <a:pt x="8414" y="1936"/>
                  </a:lnTo>
                  <a:lnTo>
                    <a:pt x="8375" y="1975"/>
                  </a:lnTo>
                  <a:lnTo>
                    <a:pt x="8474" y="1975"/>
                  </a:lnTo>
                  <a:lnTo>
                    <a:pt x="8592" y="1936"/>
                  </a:lnTo>
                  <a:lnTo>
                    <a:pt x="8809" y="1817"/>
                  </a:lnTo>
                  <a:lnTo>
                    <a:pt x="8908" y="1738"/>
                  </a:lnTo>
                  <a:lnTo>
                    <a:pt x="9007" y="1699"/>
                  </a:lnTo>
                  <a:lnTo>
                    <a:pt x="9086" y="1639"/>
                  </a:lnTo>
                  <a:lnTo>
                    <a:pt x="9106" y="1600"/>
                  </a:lnTo>
                  <a:lnTo>
                    <a:pt x="9125" y="1560"/>
                  </a:lnTo>
                  <a:lnTo>
                    <a:pt x="9125" y="1600"/>
                  </a:lnTo>
                  <a:lnTo>
                    <a:pt x="9343" y="1541"/>
                  </a:lnTo>
                  <a:lnTo>
                    <a:pt x="9560" y="1422"/>
                  </a:lnTo>
                  <a:lnTo>
                    <a:pt x="9679" y="1343"/>
                  </a:lnTo>
                  <a:lnTo>
                    <a:pt x="9758" y="1284"/>
                  </a:lnTo>
                  <a:lnTo>
                    <a:pt x="9797" y="1284"/>
                  </a:lnTo>
                  <a:lnTo>
                    <a:pt x="9837" y="1225"/>
                  </a:lnTo>
                  <a:lnTo>
                    <a:pt x="9896" y="1165"/>
                  </a:lnTo>
                  <a:lnTo>
                    <a:pt x="10034" y="1067"/>
                  </a:lnTo>
                  <a:lnTo>
                    <a:pt x="10172" y="968"/>
                  </a:lnTo>
                  <a:lnTo>
                    <a:pt x="10212" y="928"/>
                  </a:lnTo>
                  <a:lnTo>
                    <a:pt x="10232" y="869"/>
                  </a:lnTo>
                  <a:lnTo>
                    <a:pt x="10271" y="869"/>
                  </a:lnTo>
                  <a:lnTo>
                    <a:pt x="10271" y="889"/>
                  </a:lnTo>
                  <a:lnTo>
                    <a:pt x="10232" y="948"/>
                  </a:lnTo>
                  <a:lnTo>
                    <a:pt x="10271" y="928"/>
                  </a:lnTo>
                  <a:lnTo>
                    <a:pt x="10330" y="869"/>
                  </a:lnTo>
                  <a:lnTo>
                    <a:pt x="10370" y="830"/>
                  </a:lnTo>
                  <a:lnTo>
                    <a:pt x="10429" y="830"/>
                  </a:lnTo>
                  <a:lnTo>
                    <a:pt x="10409" y="849"/>
                  </a:lnTo>
                  <a:lnTo>
                    <a:pt x="10390" y="869"/>
                  </a:lnTo>
                  <a:lnTo>
                    <a:pt x="10390" y="889"/>
                  </a:lnTo>
                  <a:lnTo>
                    <a:pt x="10429" y="889"/>
                  </a:lnTo>
                  <a:lnTo>
                    <a:pt x="10449" y="869"/>
                  </a:lnTo>
                  <a:lnTo>
                    <a:pt x="10469" y="849"/>
                  </a:lnTo>
                  <a:lnTo>
                    <a:pt x="10488" y="849"/>
                  </a:lnTo>
                  <a:lnTo>
                    <a:pt x="10488" y="810"/>
                  </a:lnTo>
                  <a:lnTo>
                    <a:pt x="10508" y="770"/>
                  </a:lnTo>
                  <a:lnTo>
                    <a:pt x="10587" y="691"/>
                  </a:lnTo>
                  <a:lnTo>
                    <a:pt x="10567" y="691"/>
                  </a:lnTo>
                  <a:lnTo>
                    <a:pt x="10567" y="672"/>
                  </a:lnTo>
                  <a:lnTo>
                    <a:pt x="10567" y="652"/>
                  </a:lnTo>
                  <a:lnTo>
                    <a:pt x="10607" y="632"/>
                  </a:lnTo>
                  <a:lnTo>
                    <a:pt x="10607" y="652"/>
                  </a:lnTo>
                  <a:lnTo>
                    <a:pt x="11002" y="395"/>
                  </a:lnTo>
                  <a:lnTo>
                    <a:pt x="1078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4" name="Google Shape;8994;p34"/>
            <p:cNvSpPr/>
            <p:nvPr/>
          </p:nvSpPr>
          <p:spPr>
            <a:xfrm>
              <a:off x="9820582" y="4322720"/>
              <a:ext cx="52" cy="2134"/>
            </a:xfrm>
            <a:custGeom>
              <a:rect b="b" l="l" r="r" t="t"/>
              <a:pathLst>
                <a:path extrusionOk="0" h="41" w="1">
                  <a:moveTo>
                    <a:pt x="0" y="40"/>
                  </a:moveTo>
                  <a:lnTo>
                    <a:pt x="0" y="40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5" name="Google Shape;8995;p34"/>
            <p:cNvSpPr/>
            <p:nvPr/>
          </p:nvSpPr>
          <p:spPr>
            <a:xfrm>
              <a:off x="10122789" y="432173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0" y="40"/>
                  </a:move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6" name="Google Shape;8996;p34"/>
            <p:cNvSpPr/>
            <p:nvPr/>
          </p:nvSpPr>
          <p:spPr>
            <a:xfrm>
              <a:off x="9981963" y="4397765"/>
              <a:ext cx="1041" cy="1093"/>
            </a:xfrm>
            <a:custGeom>
              <a:rect b="b" l="l" r="r" t="t"/>
              <a:pathLst>
                <a:path extrusionOk="0" h="21" w="20">
                  <a:moveTo>
                    <a:pt x="20" y="1"/>
                  </a:moveTo>
                  <a:lnTo>
                    <a:pt x="2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20" y="1"/>
                  </a:lnTo>
                  <a:lnTo>
                    <a:pt x="2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7" name="Google Shape;8997;p34"/>
            <p:cNvSpPr/>
            <p:nvPr/>
          </p:nvSpPr>
          <p:spPr>
            <a:xfrm>
              <a:off x="9617046" y="4661981"/>
              <a:ext cx="52" cy="52"/>
            </a:xfrm>
            <a:custGeom>
              <a:rect b="b" l="l" r="r" t="t"/>
              <a:pathLst>
                <a:path extrusionOk="0" h="1" w="1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8" name="Google Shape;8998;p34"/>
            <p:cNvSpPr/>
            <p:nvPr/>
          </p:nvSpPr>
          <p:spPr>
            <a:xfrm>
              <a:off x="9734192" y="4549935"/>
              <a:ext cx="52" cy="1041"/>
            </a:xfrm>
            <a:custGeom>
              <a:rect b="b" l="l" r="r" t="t"/>
              <a:pathLst>
                <a:path extrusionOk="0" h="20" w="1">
                  <a:moveTo>
                    <a:pt x="1" y="0"/>
                  </a:moveTo>
                  <a:lnTo>
                    <a:pt x="1" y="0"/>
                  </a:lnTo>
                  <a:lnTo>
                    <a:pt x="1" y="20"/>
                  </a:lnTo>
                  <a:lnTo>
                    <a:pt x="1" y="2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9" name="Google Shape;8999;p34"/>
            <p:cNvSpPr/>
            <p:nvPr/>
          </p:nvSpPr>
          <p:spPr>
            <a:xfrm>
              <a:off x="9604712" y="4633150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1"/>
                  </a:move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0" name="Google Shape;9000;p34"/>
            <p:cNvSpPr/>
            <p:nvPr/>
          </p:nvSpPr>
          <p:spPr>
            <a:xfrm>
              <a:off x="9601590" y="4301175"/>
              <a:ext cx="600414" cy="360863"/>
            </a:xfrm>
            <a:custGeom>
              <a:rect b="b" l="l" r="r" t="t"/>
              <a:pathLst>
                <a:path extrusionOk="0" h="6934" w="11537">
                  <a:moveTo>
                    <a:pt x="10094" y="415"/>
                  </a:moveTo>
                  <a:lnTo>
                    <a:pt x="10074" y="435"/>
                  </a:lnTo>
                  <a:lnTo>
                    <a:pt x="10074" y="454"/>
                  </a:lnTo>
                  <a:lnTo>
                    <a:pt x="10055" y="474"/>
                  </a:lnTo>
                  <a:lnTo>
                    <a:pt x="10055" y="474"/>
                  </a:lnTo>
                  <a:lnTo>
                    <a:pt x="10114" y="454"/>
                  </a:lnTo>
                  <a:lnTo>
                    <a:pt x="10134" y="435"/>
                  </a:lnTo>
                  <a:lnTo>
                    <a:pt x="10114" y="415"/>
                  </a:lnTo>
                  <a:close/>
                  <a:moveTo>
                    <a:pt x="10015" y="435"/>
                  </a:moveTo>
                  <a:lnTo>
                    <a:pt x="9956" y="454"/>
                  </a:lnTo>
                  <a:lnTo>
                    <a:pt x="9897" y="474"/>
                  </a:lnTo>
                  <a:lnTo>
                    <a:pt x="9936" y="494"/>
                  </a:lnTo>
                  <a:lnTo>
                    <a:pt x="9936" y="514"/>
                  </a:lnTo>
                  <a:lnTo>
                    <a:pt x="9916" y="533"/>
                  </a:lnTo>
                  <a:lnTo>
                    <a:pt x="9936" y="553"/>
                  </a:lnTo>
                  <a:lnTo>
                    <a:pt x="9976" y="474"/>
                  </a:lnTo>
                  <a:lnTo>
                    <a:pt x="10015" y="454"/>
                  </a:lnTo>
                  <a:lnTo>
                    <a:pt x="10015" y="435"/>
                  </a:lnTo>
                  <a:close/>
                  <a:moveTo>
                    <a:pt x="5373" y="3141"/>
                  </a:moveTo>
                  <a:lnTo>
                    <a:pt x="5354" y="3160"/>
                  </a:lnTo>
                  <a:lnTo>
                    <a:pt x="5393" y="3141"/>
                  </a:lnTo>
                  <a:close/>
                  <a:moveTo>
                    <a:pt x="5354" y="3160"/>
                  </a:moveTo>
                  <a:lnTo>
                    <a:pt x="5275" y="3200"/>
                  </a:lnTo>
                  <a:lnTo>
                    <a:pt x="5294" y="3220"/>
                  </a:lnTo>
                  <a:lnTo>
                    <a:pt x="5314" y="3200"/>
                  </a:lnTo>
                  <a:lnTo>
                    <a:pt x="5354" y="3160"/>
                  </a:lnTo>
                  <a:close/>
                  <a:moveTo>
                    <a:pt x="5117" y="3338"/>
                  </a:moveTo>
                  <a:lnTo>
                    <a:pt x="5117" y="3338"/>
                  </a:lnTo>
                  <a:lnTo>
                    <a:pt x="5117" y="3338"/>
                  </a:lnTo>
                  <a:close/>
                  <a:moveTo>
                    <a:pt x="5097" y="3239"/>
                  </a:moveTo>
                  <a:lnTo>
                    <a:pt x="5077" y="3279"/>
                  </a:lnTo>
                  <a:lnTo>
                    <a:pt x="5038" y="3299"/>
                  </a:lnTo>
                  <a:lnTo>
                    <a:pt x="4998" y="3299"/>
                  </a:lnTo>
                  <a:lnTo>
                    <a:pt x="4959" y="3318"/>
                  </a:lnTo>
                  <a:lnTo>
                    <a:pt x="5018" y="3318"/>
                  </a:lnTo>
                  <a:lnTo>
                    <a:pt x="5018" y="3338"/>
                  </a:lnTo>
                  <a:lnTo>
                    <a:pt x="4998" y="3358"/>
                  </a:lnTo>
                  <a:lnTo>
                    <a:pt x="4959" y="3358"/>
                  </a:lnTo>
                  <a:lnTo>
                    <a:pt x="5018" y="3397"/>
                  </a:lnTo>
                  <a:lnTo>
                    <a:pt x="5038" y="3378"/>
                  </a:lnTo>
                  <a:lnTo>
                    <a:pt x="5077" y="3338"/>
                  </a:lnTo>
                  <a:lnTo>
                    <a:pt x="5097" y="3318"/>
                  </a:lnTo>
                  <a:lnTo>
                    <a:pt x="5136" y="3318"/>
                  </a:lnTo>
                  <a:lnTo>
                    <a:pt x="5117" y="3338"/>
                  </a:lnTo>
                  <a:lnTo>
                    <a:pt x="5156" y="3318"/>
                  </a:lnTo>
                  <a:lnTo>
                    <a:pt x="5176" y="3299"/>
                  </a:lnTo>
                  <a:lnTo>
                    <a:pt x="5196" y="3259"/>
                  </a:lnTo>
                  <a:lnTo>
                    <a:pt x="5097" y="3239"/>
                  </a:lnTo>
                  <a:close/>
                  <a:moveTo>
                    <a:pt x="6657" y="3318"/>
                  </a:moveTo>
                  <a:lnTo>
                    <a:pt x="6598" y="3358"/>
                  </a:lnTo>
                  <a:lnTo>
                    <a:pt x="6578" y="3378"/>
                  </a:lnTo>
                  <a:lnTo>
                    <a:pt x="6559" y="3397"/>
                  </a:lnTo>
                  <a:lnTo>
                    <a:pt x="6539" y="3437"/>
                  </a:lnTo>
                  <a:lnTo>
                    <a:pt x="6657" y="3338"/>
                  </a:lnTo>
                  <a:lnTo>
                    <a:pt x="6657" y="3318"/>
                  </a:lnTo>
                  <a:close/>
                  <a:moveTo>
                    <a:pt x="3991" y="3990"/>
                  </a:moveTo>
                  <a:lnTo>
                    <a:pt x="3951" y="4010"/>
                  </a:lnTo>
                  <a:lnTo>
                    <a:pt x="3892" y="4029"/>
                  </a:lnTo>
                  <a:lnTo>
                    <a:pt x="3912" y="4049"/>
                  </a:lnTo>
                  <a:lnTo>
                    <a:pt x="3932" y="4049"/>
                  </a:lnTo>
                  <a:lnTo>
                    <a:pt x="3971" y="4029"/>
                  </a:lnTo>
                  <a:lnTo>
                    <a:pt x="3991" y="3990"/>
                  </a:lnTo>
                  <a:close/>
                  <a:moveTo>
                    <a:pt x="2332" y="5116"/>
                  </a:moveTo>
                  <a:lnTo>
                    <a:pt x="2292" y="5136"/>
                  </a:lnTo>
                  <a:lnTo>
                    <a:pt x="2292" y="5155"/>
                  </a:lnTo>
                  <a:lnTo>
                    <a:pt x="2332" y="5116"/>
                  </a:lnTo>
                  <a:close/>
                  <a:moveTo>
                    <a:pt x="1285" y="5590"/>
                  </a:moveTo>
                  <a:lnTo>
                    <a:pt x="1285" y="5590"/>
                  </a:lnTo>
                  <a:lnTo>
                    <a:pt x="1285" y="5590"/>
                  </a:lnTo>
                  <a:close/>
                  <a:moveTo>
                    <a:pt x="1463" y="5590"/>
                  </a:moveTo>
                  <a:lnTo>
                    <a:pt x="1403" y="5629"/>
                  </a:lnTo>
                  <a:lnTo>
                    <a:pt x="1384" y="5629"/>
                  </a:lnTo>
                  <a:lnTo>
                    <a:pt x="1403" y="5649"/>
                  </a:lnTo>
                  <a:lnTo>
                    <a:pt x="1463" y="5590"/>
                  </a:lnTo>
                  <a:close/>
                  <a:moveTo>
                    <a:pt x="890" y="5768"/>
                  </a:moveTo>
                  <a:lnTo>
                    <a:pt x="791" y="5866"/>
                  </a:lnTo>
                  <a:lnTo>
                    <a:pt x="751" y="5926"/>
                  </a:lnTo>
                  <a:lnTo>
                    <a:pt x="672" y="5965"/>
                  </a:lnTo>
                  <a:lnTo>
                    <a:pt x="672" y="5985"/>
                  </a:lnTo>
                  <a:lnTo>
                    <a:pt x="653" y="6005"/>
                  </a:lnTo>
                  <a:lnTo>
                    <a:pt x="633" y="6024"/>
                  </a:lnTo>
                  <a:lnTo>
                    <a:pt x="653" y="6064"/>
                  </a:lnTo>
                  <a:lnTo>
                    <a:pt x="692" y="6044"/>
                  </a:lnTo>
                  <a:lnTo>
                    <a:pt x="732" y="6024"/>
                  </a:lnTo>
                  <a:lnTo>
                    <a:pt x="791" y="5965"/>
                  </a:lnTo>
                  <a:lnTo>
                    <a:pt x="830" y="5926"/>
                  </a:lnTo>
                  <a:lnTo>
                    <a:pt x="870" y="5906"/>
                  </a:lnTo>
                  <a:lnTo>
                    <a:pt x="909" y="5906"/>
                  </a:lnTo>
                  <a:lnTo>
                    <a:pt x="929" y="5886"/>
                  </a:lnTo>
                  <a:lnTo>
                    <a:pt x="929" y="5866"/>
                  </a:lnTo>
                  <a:lnTo>
                    <a:pt x="929" y="5827"/>
                  </a:lnTo>
                  <a:lnTo>
                    <a:pt x="969" y="5787"/>
                  </a:lnTo>
                  <a:lnTo>
                    <a:pt x="929" y="5787"/>
                  </a:lnTo>
                  <a:lnTo>
                    <a:pt x="890" y="5768"/>
                  </a:lnTo>
                  <a:close/>
                  <a:moveTo>
                    <a:pt x="1482" y="6281"/>
                  </a:moveTo>
                  <a:lnTo>
                    <a:pt x="1463" y="6301"/>
                  </a:lnTo>
                  <a:lnTo>
                    <a:pt x="1463" y="6340"/>
                  </a:lnTo>
                  <a:lnTo>
                    <a:pt x="1482" y="6281"/>
                  </a:lnTo>
                  <a:close/>
                  <a:moveTo>
                    <a:pt x="1561" y="6321"/>
                  </a:moveTo>
                  <a:lnTo>
                    <a:pt x="1542" y="6340"/>
                  </a:lnTo>
                  <a:lnTo>
                    <a:pt x="1542" y="6360"/>
                  </a:lnTo>
                  <a:lnTo>
                    <a:pt x="1561" y="6321"/>
                  </a:lnTo>
                  <a:close/>
                  <a:moveTo>
                    <a:pt x="1147" y="6499"/>
                  </a:moveTo>
                  <a:lnTo>
                    <a:pt x="1107" y="6538"/>
                  </a:lnTo>
                  <a:lnTo>
                    <a:pt x="1127" y="6558"/>
                  </a:lnTo>
                  <a:lnTo>
                    <a:pt x="1147" y="6558"/>
                  </a:lnTo>
                  <a:lnTo>
                    <a:pt x="1166" y="6538"/>
                  </a:lnTo>
                  <a:lnTo>
                    <a:pt x="1186" y="6518"/>
                  </a:lnTo>
                  <a:lnTo>
                    <a:pt x="1166" y="6518"/>
                  </a:lnTo>
                  <a:lnTo>
                    <a:pt x="1147" y="6499"/>
                  </a:lnTo>
                  <a:close/>
                  <a:moveTo>
                    <a:pt x="11279" y="0"/>
                  </a:moveTo>
                  <a:lnTo>
                    <a:pt x="11260" y="40"/>
                  </a:lnTo>
                  <a:lnTo>
                    <a:pt x="11279" y="79"/>
                  </a:lnTo>
                  <a:lnTo>
                    <a:pt x="11279" y="119"/>
                  </a:lnTo>
                  <a:lnTo>
                    <a:pt x="11220" y="158"/>
                  </a:lnTo>
                  <a:lnTo>
                    <a:pt x="11161" y="158"/>
                  </a:lnTo>
                  <a:lnTo>
                    <a:pt x="11161" y="119"/>
                  </a:lnTo>
                  <a:lnTo>
                    <a:pt x="11141" y="59"/>
                  </a:lnTo>
                  <a:lnTo>
                    <a:pt x="11102" y="40"/>
                  </a:lnTo>
                  <a:lnTo>
                    <a:pt x="11102" y="99"/>
                  </a:lnTo>
                  <a:lnTo>
                    <a:pt x="11042" y="99"/>
                  </a:lnTo>
                  <a:lnTo>
                    <a:pt x="11042" y="79"/>
                  </a:lnTo>
                  <a:lnTo>
                    <a:pt x="10983" y="119"/>
                  </a:lnTo>
                  <a:lnTo>
                    <a:pt x="10963" y="119"/>
                  </a:lnTo>
                  <a:lnTo>
                    <a:pt x="10944" y="99"/>
                  </a:lnTo>
                  <a:lnTo>
                    <a:pt x="10963" y="79"/>
                  </a:lnTo>
                  <a:lnTo>
                    <a:pt x="10924" y="79"/>
                  </a:lnTo>
                  <a:lnTo>
                    <a:pt x="10845" y="99"/>
                  </a:lnTo>
                  <a:lnTo>
                    <a:pt x="10766" y="119"/>
                  </a:lnTo>
                  <a:lnTo>
                    <a:pt x="10746" y="158"/>
                  </a:lnTo>
                  <a:lnTo>
                    <a:pt x="10726" y="198"/>
                  </a:lnTo>
                  <a:lnTo>
                    <a:pt x="10647" y="198"/>
                  </a:lnTo>
                  <a:lnTo>
                    <a:pt x="10627" y="178"/>
                  </a:lnTo>
                  <a:lnTo>
                    <a:pt x="10608" y="217"/>
                  </a:lnTo>
                  <a:lnTo>
                    <a:pt x="10548" y="237"/>
                  </a:lnTo>
                  <a:lnTo>
                    <a:pt x="10489" y="257"/>
                  </a:lnTo>
                  <a:lnTo>
                    <a:pt x="10450" y="277"/>
                  </a:lnTo>
                  <a:lnTo>
                    <a:pt x="10430" y="277"/>
                  </a:lnTo>
                  <a:lnTo>
                    <a:pt x="10371" y="296"/>
                  </a:lnTo>
                  <a:lnTo>
                    <a:pt x="10410" y="296"/>
                  </a:lnTo>
                  <a:lnTo>
                    <a:pt x="10390" y="356"/>
                  </a:lnTo>
                  <a:lnTo>
                    <a:pt x="10351" y="356"/>
                  </a:lnTo>
                  <a:lnTo>
                    <a:pt x="10292" y="375"/>
                  </a:lnTo>
                  <a:lnTo>
                    <a:pt x="10213" y="375"/>
                  </a:lnTo>
                  <a:lnTo>
                    <a:pt x="10193" y="415"/>
                  </a:lnTo>
                  <a:lnTo>
                    <a:pt x="10193" y="435"/>
                  </a:lnTo>
                  <a:lnTo>
                    <a:pt x="10213" y="494"/>
                  </a:lnTo>
                  <a:lnTo>
                    <a:pt x="10173" y="494"/>
                  </a:lnTo>
                  <a:lnTo>
                    <a:pt x="10114" y="514"/>
                  </a:lnTo>
                  <a:lnTo>
                    <a:pt x="10074" y="514"/>
                  </a:lnTo>
                  <a:lnTo>
                    <a:pt x="10055" y="494"/>
                  </a:lnTo>
                  <a:lnTo>
                    <a:pt x="10055" y="474"/>
                  </a:lnTo>
                  <a:lnTo>
                    <a:pt x="10035" y="454"/>
                  </a:lnTo>
                  <a:lnTo>
                    <a:pt x="10015" y="454"/>
                  </a:lnTo>
                  <a:lnTo>
                    <a:pt x="10015" y="474"/>
                  </a:lnTo>
                  <a:lnTo>
                    <a:pt x="10015" y="494"/>
                  </a:lnTo>
                  <a:lnTo>
                    <a:pt x="10035" y="494"/>
                  </a:lnTo>
                  <a:lnTo>
                    <a:pt x="9976" y="553"/>
                  </a:lnTo>
                  <a:lnTo>
                    <a:pt x="9936" y="593"/>
                  </a:lnTo>
                  <a:lnTo>
                    <a:pt x="9916" y="652"/>
                  </a:lnTo>
                  <a:lnTo>
                    <a:pt x="9857" y="711"/>
                  </a:lnTo>
                  <a:lnTo>
                    <a:pt x="9778" y="731"/>
                  </a:lnTo>
                  <a:lnTo>
                    <a:pt x="9778" y="731"/>
                  </a:lnTo>
                  <a:lnTo>
                    <a:pt x="9798" y="691"/>
                  </a:lnTo>
                  <a:lnTo>
                    <a:pt x="9798" y="672"/>
                  </a:lnTo>
                  <a:lnTo>
                    <a:pt x="9778" y="652"/>
                  </a:lnTo>
                  <a:lnTo>
                    <a:pt x="9758" y="652"/>
                  </a:lnTo>
                  <a:lnTo>
                    <a:pt x="9719" y="691"/>
                  </a:lnTo>
                  <a:lnTo>
                    <a:pt x="9600" y="691"/>
                  </a:lnTo>
                  <a:lnTo>
                    <a:pt x="9561" y="711"/>
                  </a:lnTo>
                  <a:lnTo>
                    <a:pt x="9600" y="711"/>
                  </a:lnTo>
                  <a:lnTo>
                    <a:pt x="9600" y="770"/>
                  </a:lnTo>
                  <a:lnTo>
                    <a:pt x="9541" y="790"/>
                  </a:lnTo>
                  <a:lnTo>
                    <a:pt x="9521" y="790"/>
                  </a:lnTo>
                  <a:lnTo>
                    <a:pt x="9502" y="770"/>
                  </a:lnTo>
                  <a:lnTo>
                    <a:pt x="9482" y="770"/>
                  </a:lnTo>
                  <a:lnTo>
                    <a:pt x="9344" y="830"/>
                  </a:lnTo>
                  <a:lnTo>
                    <a:pt x="9225" y="869"/>
                  </a:lnTo>
                  <a:lnTo>
                    <a:pt x="9126" y="909"/>
                  </a:lnTo>
                  <a:lnTo>
                    <a:pt x="9028" y="968"/>
                  </a:lnTo>
                  <a:lnTo>
                    <a:pt x="9126" y="988"/>
                  </a:lnTo>
                  <a:lnTo>
                    <a:pt x="9126" y="928"/>
                  </a:lnTo>
                  <a:lnTo>
                    <a:pt x="9166" y="948"/>
                  </a:lnTo>
                  <a:lnTo>
                    <a:pt x="9166" y="988"/>
                  </a:lnTo>
                  <a:lnTo>
                    <a:pt x="9146" y="1067"/>
                  </a:lnTo>
                  <a:lnTo>
                    <a:pt x="9107" y="1086"/>
                  </a:lnTo>
                  <a:lnTo>
                    <a:pt x="9067" y="1086"/>
                  </a:lnTo>
                  <a:lnTo>
                    <a:pt x="9067" y="1067"/>
                  </a:lnTo>
                  <a:lnTo>
                    <a:pt x="9008" y="1146"/>
                  </a:lnTo>
                  <a:lnTo>
                    <a:pt x="9047" y="1146"/>
                  </a:lnTo>
                  <a:lnTo>
                    <a:pt x="9047" y="1165"/>
                  </a:lnTo>
                  <a:lnTo>
                    <a:pt x="8949" y="1165"/>
                  </a:lnTo>
                  <a:lnTo>
                    <a:pt x="8968" y="1146"/>
                  </a:lnTo>
                  <a:lnTo>
                    <a:pt x="8909" y="1185"/>
                  </a:lnTo>
                  <a:lnTo>
                    <a:pt x="8889" y="1205"/>
                  </a:lnTo>
                  <a:lnTo>
                    <a:pt x="8889" y="1225"/>
                  </a:lnTo>
                  <a:lnTo>
                    <a:pt x="8850" y="1244"/>
                  </a:lnTo>
                  <a:lnTo>
                    <a:pt x="8850" y="1205"/>
                  </a:lnTo>
                  <a:lnTo>
                    <a:pt x="8889" y="1126"/>
                  </a:lnTo>
                  <a:lnTo>
                    <a:pt x="8850" y="1146"/>
                  </a:lnTo>
                  <a:lnTo>
                    <a:pt x="8830" y="1126"/>
                  </a:lnTo>
                  <a:lnTo>
                    <a:pt x="8830" y="1106"/>
                  </a:lnTo>
                  <a:lnTo>
                    <a:pt x="8830" y="1086"/>
                  </a:lnTo>
                  <a:lnTo>
                    <a:pt x="8751" y="1146"/>
                  </a:lnTo>
                  <a:lnTo>
                    <a:pt x="8751" y="1146"/>
                  </a:lnTo>
                  <a:lnTo>
                    <a:pt x="8771" y="1086"/>
                  </a:lnTo>
                  <a:lnTo>
                    <a:pt x="8771" y="1086"/>
                  </a:lnTo>
                  <a:lnTo>
                    <a:pt x="8731" y="1106"/>
                  </a:lnTo>
                  <a:lnTo>
                    <a:pt x="8692" y="1126"/>
                  </a:lnTo>
                  <a:lnTo>
                    <a:pt x="8672" y="1146"/>
                  </a:lnTo>
                  <a:lnTo>
                    <a:pt x="8633" y="1146"/>
                  </a:lnTo>
                  <a:lnTo>
                    <a:pt x="8633" y="1205"/>
                  </a:lnTo>
                  <a:lnTo>
                    <a:pt x="8475" y="1244"/>
                  </a:lnTo>
                  <a:lnTo>
                    <a:pt x="8336" y="1304"/>
                  </a:lnTo>
                  <a:lnTo>
                    <a:pt x="8376" y="1323"/>
                  </a:lnTo>
                  <a:lnTo>
                    <a:pt x="8336" y="1363"/>
                  </a:lnTo>
                  <a:lnTo>
                    <a:pt x="8237" y="1363"/>
                  </a:lnTo>
                  <a:lnTo>
                    <a:pt x="8158" y="1402"/>
                  </a:lnTo>
                  <a:lnTo>
                    <a:pt x="8079" y="1481"/>
                  </a:lnTo>
                  <a:lnTo>
                    <a:pt x="8079" y="1521"/>
                  </a:lnTo>
                  <a:lnTo>
                    <a:pt x="8079" y="1541"/>
                  </a:lnTo>
                  <a:lnTo>
                    <a:pt x="8060" y="1560"/>
                  </a:lnTo>
                  <a:lnTo>
                    <a:pt x="8040" y="1580"/>
                  </a:lnTo>
                  <a:lnTo>
                    <a:pt x="8000" y="1560"/>
                  </a:lnTo>
                  <a:lnTo>
                    <a:pt x="7941" y="1639"/>
                  </a:lnTo>
                  <a:lnTo>
                    <a:pt x="7902" y="1679"/>
                  </a:lnTo>
                  <a:lnTo>
                    <a:pt x="7862" y="1699"/>
                  </a:lnTo>
                  <a:lnTo>
                    <a:pt x="7862" y="1699"/>
                  </a:lnTo>
                  <a:lnTo>
                    <a:pt x="7941" y="1600"/>
                  </a:lnTo>
                  <a:lnTo>
                    <a:pt x="7902" y="1600"/>
                  </a:lnTo>
                  <a:lnTo>
                    <a:pt x="7862" y="1620"/>
                  </a:lnTo>
                  <a:lnTo>
                    <a:pt x="7803" y="1659"/>
                  </a:lnTo>
                  <a:lnTo>
                    <a:pt x="7763" y="1679"/>
                  </a:lnTo>
                  <a:lnTo>
                    <a:pt x="7586" y="1916"/>
                  </a:lnTo>
                  <a:lnTo>
                    <a:pt x="7605" y="1936"/>
                  </a:lnTo>
                  <a:lnTo>
                    <a:pt x="7625" y="1975"/>
                  </a:lnTo>
                  <a:lnTo>
                    <a:pt x="7625" y="2015"/>
                  </a:lnTo>
                  <a:lnTo>
                    <a:pt x="7605" y="2074"/>
                  </a:lnTo>
                  <a:lnTo>
                    <a:pt x="7586" y="2054"/>
                  </a:lnTo>
                  <a:lnTo>
                    <a:pt x="7546" y="2074"/>
                  </a:lnTo>
                  <a:lnTo>
                    <a:pt x="7447" y="2094"/>
                  </a:lnTo>
                  <a:lnTo>
                    <a:pt x="7447" y="2074"/>
                  </a:lnTo>
                  <a:lnTo>
                    <a:pt x="7408" y="2074"/>
                  </a:lnTo>
                  <a:lnTo>
                    <a:pt x="7388" y="2054"/>
                  </a:lnTo>
                  <a:lnTo>
                    <a:pt x="7408" y="2035"/>
                  </a:lnTo>
                  <a:lnTo>
                    <a:pt x="7487" y="2035"/>
                  </a:lnTo>
                  <a:lnTo>
                    <a:pt x="7507" y="2015"/>
                  </a:lnTo>
                  <a:lnTo>
                    <a:pt x="7309" y="2015"/>
                  </a:lnTo>
                  <a:lnTo>
                    <a:pt x="7329" y="1975"/>
                  </a:lnTo>
                  <a:lnTo>
                    <a:pt x="7368" y="1936"/>
                  </a:lnTo>
                  <a:lnTo>
                    <a:pt x="7368" y="1975"/>
                  </a:lnTo>
                  <a:lnTo>
                    <a:pt x="7408" y="1936"/>
                  </a:lnTo>
                  <a:lnTo>
                    <a:pt x="7388" y="1916"/>
                  </a:lnTo>
                  <a:lnTo>
                    <a:pt x="7329" y="1896"/>
                  </a:lnTo>
                  <a:lnTo>
                    <a:pt x="7309" y="1877"/>
                  </a:lnTo>
                  <a:lnTo>
                    <a:pt x="7270" y="1916"/>
                  </a:lnTo>
                  <a:lnTo>
                    <a:pt x="7250" y="1936"/>
                  </a:lnTo>
                  <a:lnTo>
                    <a:pt x="7270" y="1956"/>
                  </a:lnTo>
                  <a:lnTo>
                    <a:pt x="7191" y="1956"/>
                  </a:lnTo>
                  <a:lnTo>
                    <a:pt x="7131" y="1995"/>
                  </a:lnTo>
                  <a:lnTo>
                    <a:pt x="7072" y="2054"/>
                  </a:lnTo>
                  <a:lnTo>
                    <a:pt x="7052" y="2074"/>
                  </a:lnTo>
                  <a:lnTo>
                    <a:pt x="7013" y="2074"/>
                  </a:lnTo>
                  <a:lnTo>
                    <a:pt x="7033" y="2094"/>
                  </a:lnTo>
                  <a:lnTo>
                    <a:pt x="7052" y="2094"/>
                  </a:lnTo>
                  <a:lnTo>
                    <a:pt x="7033" y="2114"/>
                  </a:lnTo>
                  <a:lnTo>
                    <a:pt x="6993" y="2153"/>
                  </a:lnTo>
                  <a:lnTo>
                    <a:pt x="6973" y="2153"/>
                  </a:lnTo>
                  <a:lnTo>
                    <a:pt x="6914" y="2133"/>
                  </a:lnTo>
                  <a:lnTo>
                    <a:pt x="6875" y="2193"/>
                  </a:lnTo>
                  <a:lnTo>
                    <a:pt x="6835" y="2212"/>
                  </a:lnTo>
                  <a:lnTo>
                    <a:pt x="6835" y="2252"/>
                  </a:lnTo>
                  <a:lnTo>
                    <a:pt x="6855" y="2272"/>
                  </a:lnTo>
                  <a:lnTo>
                    <a:pt x="6875" y="2291"/>
                  </a:lnTo>
                  <a:lnTo>
                    <a:pt x="6875" y="2331"/>
                  </a:lnTo>
                  <a:lnTo>
                    <a:pt x="6855" y="2370"/>
                  </a:lnTo>
                  <a:lnTo>
                    <a:pt x="6815" y="2390"/>
                  </a:lnTo>
                  <a:lnTo>
                    <a:pt x="6776" y="2410"/>
                  </a:lnTo>
                  <a:lnTo>
                    <a:pt x="6736" y="2430"/>
                  </a:lnTo>
                  <a:lnTo>
                    <a:pt x="6717" y="2410"/>
                  </a:lnTo>
                  <a:lnTo>
                    <a:pt x="6736" y="2390"/>
                  </a:lnTo>
                  <a:lnTo>
                    <a:pt x="6796" y="2351"/>
                  </a:lnTo>
                  <a:lnTo>
                    <a:pt x="6638" y="2449"/>
                  </a:lnTo>
                  <a:lnTo>
                    <a:pt x="6618" y="2449"/>
                  </a:lnTo>
                  <a:lnTo>
                    <a:pt x="6618" y="2430"/>
                  </a:lnTo>
                  <a:lnTo>
                    <a:pt x="6697" y="2370"/>
                  </a:lnTo>
                  <a:lnTo>
                    <a:pt x="6638" y="2390"/>
                  </a:lnTo>
                  <a:lnTo>
                    <a:pt x="6578" y="2430"/>
                  </a:lnTo>
                  <a:lnTo>
                    <a:pt x="6559" y="2469"/>
                  </a:lnTo>
                  <a:lnTo>
                    <a:pt x="6539" y="2509"/>
                  </a:lnTo>
                  <a:lnTo>
                    <a:pt x="6480" y="2528"/>
                  </a:lnTo>
                  <a:lnTo>
                    <a:pt x="6440" y="2548"/>
                  </a:lnTo>
                  <a:lnTo>
                    <a:pt x="6440" y="2528"/>
                  </a:lnTo>
                  <a:lnTo>
                    <a:pt x="6440" y="2469"/>
                  </a:lnTo>
                  <a:lnTo>
                    <a:pt x="6440" y="2430"/>
                  </a:lnTo>
                  <a:lnTo>
                    <a:pt x="6480" y="2410"/>
                  </a:lnTo>
                  <a:lnTo>
                    <a:pt x="6519" y="2390"/>
                  </a:lnTo>
                  <a:lnTo>
                    <a:pt x="6519" y="2410"/>
                  </a:lnTo>
                  <a:lnTo>
                    <a:pt x="6519" y="2430"/>
                  </a:lnTo>
                  <a:lnTo>
                    <a:pt x="6559" y="2430"/>
                  </a:lnTo>
                  <a:lnTo>
                    <a:pt x="6539" y="2390"/>
                  </a:lnTo>
                  <a:lnTo>
                    <a:pt x="6578" y="2390"/>
                  </a:lnTo>
                  <a:lnTo>
                    <a:pt x="6598" y="2370"/>
                  </a:lnTo>
                  <a:lnTo>
                    <a:pt x="6638" y="2311"/>
                  </a:lnTo>
                  <a:lnTo>
                    <a:pt x="6657" y="2331"/>
                  </a:lnTo>
                  <a:lnTo>
                    <a:pt x="6638" y="2351"/>
                  </a:lnTo>
                  <a:lnTo>
                    <a:pt x="6736" y="2291"/>
                  </a:lnTo>
                  <a:lnTo>
                    <a:pt x="6776" y="2272"/>
                  </a:lnTo>
                  <a:lnTo>
                    <a:pt x="6796" y="2212"/>
                  </a:lnTo>
                  <a:lnTo>
                    <a:pt x="6717" y="2252"/>
                  </a:lnTo>
                  <a:lnTo>
                    <a:pt x="6618" y="2291"/>
                  </a:lnTo>
                  <a:lnTo>
                    <a:pt x="6559" y="2351"/>
                  </a:lnTo>
                  <a:lnTo>
                    <a:pt x="6499" y="2351"/>
                  </a:lnTo>
                  <a:lnTo>
                    <a:pt x="6341" y="2509"/>
                  </a:lnTo>
                  <a:lnTo>
                    <a:pt x="6381" y="2528"/>
                  </a:lnTo>
                  <a:lnTo>
                    <a:pt x="6401" y="2548"/>
                  </a:lnTo>
                  <a:lnTo>
                    <a:pt x="6401" y="2588"/>
                  </a:lnTo>
                  <a:lnTo>
                    <a:pt x="6361" y="2568"/>
                  </a:lnTo>
                  <a:lnTo>
                    <a:pt x="6302" y="2568"/>
                  </a:lnTo>
                  <a:lnTo>
                    <a:pt x="6203" y="2588"/>
                  </a:lnTo>
                  <a:lnTo>
                    <a:pt x="6223" y="2607"/>
                  </a:lnTo>
                  <a:lnTo>
                    <a:pt x="6203" y="2627"/>
                  </a:lnTo>
                  <a:lnTo>
                    <a:pt x="6183" y="2667"/>
                  </a:lnTo>
                  <a:lnTo>
                    <a:pt x="6164" y="2706"/>
                  </a:lnTo>
                  <a:lnTo>
                    <a:pt x="6164" y="2726"/>
                  </a:lnTo>
                  <a:lnTo>
                    <a:pt x="6183" y="2706"/>
                  </a:lnTo>
                  <a:lnTo>
                    <a:pt x="6243" y="2706"/>
                  </a:lnTo>
                  <a:lnTo>
                    <a:pt x="6203" y="2746"/>
                  </a:lnTo>
                  <a:lnTo>
                    <a:pt x="6223" y="2746"/>
                  </a:lnTo>
                  <a:lnTo>
                    <a:pt x="6223" y="2765"/>
                  </a:lnTo>
                  <a:lnTo>
                    <a:pt x="6223" y="2785"/>
                  </a:lnTo>
                  <a:lnTo>
                    <a:pt x="6164" y="2805"/>
                  </a:lnTo>
                  <a:lnTo>
                    <a:pt x="6144" y="2805"/>
                  </a:lnTo>
                  <a:lnTo>
                    <a:pt x="6124" y="2785"/>
                  </a:lnTo>
                  <a:lnTo>
                    <a:pt x="6065" y="2805"/>
                  </a:lnTo>
                  <a:lnTo>
                    <a:pt x="6065" y="2805"/>
                  </a:lnTo>
                  <a:lnTo>
                    <a:pt x="6104" y="2726"/>
                  </a:lnTo>
                  <a:lnTo>
                    <a:pt x="6183" y="2627"/>
                  </a:lnTo>
                  <a:lnTo>
                    <a:pt x="6164" y="2607"/>
                  </a:lnTo>
                  <a:lnTo>
                    <a:pt x="6144" y="2627"/>
                  </a:lnTo>
                  <a:lnTo>
                    <a:pt x="6085" y="2647"/>
                  </a:lnTo>
                  <a:lnTo>
                    <a:pt x="6085" y="2667"/>
                  </a:lnTo>
                  <a:lnTo>
                    <a:pt x="6085" y="2686"/>
                  </a:lnTo>
                  <a:lnTo>
                    <a:pt x="6085" y="2706"/>
                  </a:lnTo>
                  <a:lnTo>
                    <a:pt x="6104" y="2706"/>
                  </a:lnTo>
                  <a:lnTo>
                    <a:pt x="5966" y="2844"/>
                  </a:lnTo>
                  <a:lnTo>
                    <a:pt x="5887" y="2923"/>
                  </a:lnTo>
                  <a:lnTo>
                    <a:pt x="5808" y="2983"/>
                  </a:lnTo>
                  <a:lnTo>
                    <a:pt x="5808" y="2963"/>
                  </a:lnTo>
                  <a:lnTo>
                    <a:pt x="5828" y="2923"/>
                  </a:lnTo>
                  <a:lnTo>
                    <a:pt x="5887" y="2864"/>
                  </a:lnTo>
                  <a:lnTo>
                    <a:pt x="5927" y="2805"/>
                  </a:lnTo>
                  <a:lnTo>
                    <a:pt x="5927" y="2765"/>
                  </a:lnTo>
                  <a:lnTo>
                    <a:pt x="5907" y="2746"/>
                  </a:lnTo>
                  <a:lnTo>
                    <a:pt x="5867" y="2785"/>
                  </a:lnTo>
                  <a:lnTo>
                    <a:pt x="5847" y="2805"/>
                  </a:lnTo>
                  <a:lnTo>
                    <a:pt x="5847" y="2825"/>
                  </a:lnTo>
                  <a:lnTo>
                    <a:pt x="5808" y="2844"/>
                  </a:lnTo>
                  <a:lnTo>
                    <a:pt x="5768" y="2864"/>
                  </a:lnTo>
                  <a:lnTo>
                    <a:pt x="5709" y="2884"/>
                  </a:lnTo>
                  <a:lnTo>
                    <a:pt x="5591" y="2983"/>
                  </a:lnTo>
                  <a:lnTo>
                    <a:pt x="5630" y="2983"/>
                  </a:lnTo>
                  <a:lnTo>
                    <a:pt x="5610" y="3002"/>
                  </a:lnTo>
                  <a:lnTo>
                    <a:pt x="5571" y="3022"/>
                  </a:lnTo>
                  <a:lnTo>
                    <a:pt x="5512" y="3062"/>
                  </a:lnTo>
                  <a:lnTo>
                    <a:pt x="5512" y="3042"/>
                  </a:lnTo>
                  <a:lnTo>
                    <a:pt x="5492" y="3062"/>
                  </a:lnTo>
                  <a:lnTo>
                    <a:pt x="5472" y="3062"/>
                  </a:lnTo>
                  <a:lnTo>
                    <a:pt x="5433" y="3101"/>
                  </a:lnTo>
                  <a:lnTo>
                    <a:pt x="5393" y="3141"/>
                  </a:lnTo>
                  <a:lnTo>
                    <a:pt x="5452" y="3141"/>
                  </a:lnTo>
                  <a:lnTo>
                    <a:pt x="5452" y="3160"/>
                  </a:lnTo>
                  <a:lnTo>
                    <a:pt x="5393" y="3220"/>
                  </a:lnTo>
                  <a:lnTo>
                    <a:pt x="5334" y="3259"/>
                  </a:lnTo>
                  <a:lnTo>
                    <a:pt x="5275" y="3318"/>
                  </a:lnTo>
                  <a:lnTo>
                    <a:pt x="5215" y="3358"/>
                  </a:lnTo>
                  <a:lnTo>
                    <a:pt x="5255" y="3358"/>
                  </a:lnTo>
                  <a:lnTo>
                    <a:pt x="5235" y="3378"/>
                  </a:lnTo>
                  <a:lnTo>
                    <a:pt x="5196" y="3397"/>
                  </a:lnTo>
                  <a:lnTo>
                    <a:pt x="5136" y="3437"/>
                  </a:lnTo>
                  <a:lnTo>
                    <a:pt x="5097" y="3457"/>
                  </a:lnTo>
                  <a:lnTo>
                    <a:pt x="5097" y="3437"/>
                  </a:lnTo>
                  <a:lnTo>
                    <a:pt x="5097" y="3417"/>
                  </a:lnTo>
                  <a:lnTo>
                    <a:pt x="5117" y="3378"/>
                  </a:lnTo>
                  <a:lnTo>
                    <a:pt x="5117" y="3358"/>
                  </a:lnTo>
                  <a:lnTo>
                    <a:pt x="5097" y="3358"/>
                  </a:lnTo>
                  <a:lnTo>
                    <a:pt x="5077" y="3397"/>
                  </a:lnTo>
                  <a:lnTo>
                    <a:pt x="5038" y="3437"/>
                  </a:lnTo>
                  <a:lnTo>
                    <a:pt x="4978" y="3496"/>
                  </a:lnTo>
                  <a:lnTo>
                    <a:pt x="4978" y="3476"/>
                  </a:lnTo>
                  <a:lnTo>
                    <a:pt x="4998" y="3476"/>
                  </a:lnTo>
                  <a:lnTo>
                    <a:pt x="4998" y="3437"/>
                  </a:lnTo>
                  <a:lnTo>
                    <a:pt x="4978" y="3457"/>
                  </a:lnTo>
                  <a:lnTo>
                    <a:pt x="4939" y="3476"/>
                  </a:lnTo>
                  <a:lnTo>
                    <a:pt x="4919" y="3516"/>
                  </a:lnTo>
                  <a:lnTo>
                    <a:pt x="4880" y="3536"/>
                  </a:lnTo>
                  <a:lnTo>
                    <a:pt x="4880" y="3536"/>
                  </a:lnTo>
                  <a:lnTo>
                    <a:pt x="4919" y="3476"/>
                  </a:lnTo>
                  <a:lnTo>
                    <a:pt x="4919" y="3457"/>
                  </a:lnTo>
                  <a:lnTo>
                    <a:pt x="4880" y="3437"/>
                  </a:lnTo>
                  <a:lnTo>
                    <a:pt x="4880" y="3496"/>
                  </a:lnTo>
                  <a:lnTo>
                    <a:pt x="4820" y="3496"/>
                  </a:lnTo>
                  <a:lnTo>
                    <a:pt x="4820" y="3516"/>
                  </a:lnTo>
                  <a:lnTo>
                    <a:pt x="4820" y="3536"/>
                  </a:lnTo>
                  <a:lnTo>
                    <a:pt x="4801" y="3555"/>
                  </a:lnTo>
                  <a:lnTo>
                    <a:pt x="4761" y="3555"/>
                  </a:lnTo>
                  <a:lnTo>
                    <a:pt x="4722" y="3575"/>
                  </a:lnTo>
                  <a:lnTo>
                    <a:pt x="4702" y="3595"/>
                  </a:lnTo>
                  <a:lnTo>
                    <a:pt x="4662" y="3634"/>
                  </a:lnTo>
                  <a:lnTo>
                    <a:pt x="4702" y="3634"/>
                  </a:lnTo>
                  <a:lnTo>
                    <a:pt x="4741" y="3654"/>
                  </a:lnTo>
                  <a:lnTo>
                    <a:pt x="4741" y="3674"/>
                  </a:lnTo>
                  <a:lnTo>
                    <a:pt x="4702" y="3713"/>
                  </a:lnTo>
                  <a:lnTo>
                    <a:pt x="4583" y="3792"/>
                  </a:lnTo>
                  <a:lnTo>
                    <a:pt x="4544" y="3812"/>
                  </a:lnTo>
                  <a:lnTo>
                    <a:pt x="4485" y="3812"/>
                  </a:lnTo>
                  <a:lnTo>
                    <a:pt x="4445" y="3871"/>
                  </a:lnTo>
                  <a:lnTo>
                    <a:pt x="4445" y="3852"/>
                  </a:lnTo>
                  <a:lnTo>
                    <a:pt x="4406" y="3852"/>
                  </a:lnTo>
                  <a:lnTo>
                    <a:pt x="4346" y="3891"/>
                  </a:lnTo>
                  <a:lnTo>
                    <a:pt x="4346" y="3871"/>
                  </a:lnTo>
                  <a:lnTo>
                    <a:pt x="4366" y="3871"/>
                  </a:lnTo>
                  <a:lnTo>
                    <a:pt x="4406" y="3832"/>
                  </a:lnTo>
                  <a:lnTo>
                    <a:pt x="4445" y="3792"/>
                  </a:lnTo>
                  <a:lnTo>
                    <a:pt x="4465" y="3773"/>
                  </a:lnTo>
                  <a:lnTo>
                    <a:pt x="4445" y="3733"/>
                  </a:lnTo>
                  <a:lnTo>
                    <a:pt x="4406" y="3753"/>
                  </a:lnTo>
                  <a:lnTo>
                    <a:pt x="4406" y="3694"/>
                  </a:lnTo>
                  <a:lnTo>
                    <a:pt x="4386" y="3733"/>
                  </a:lnTo>
                  <a:lnTo>
                    <a:pt x="4386" y="3753"/>
                  </a:lnTo>
                  <a:lnTo>
                    <a:pt x="4406" y="3773"/>
                  </a:lnTo>
                  <a:lnTo>
                    <a:pt x="4406" y="3812"/>
                  </a:lnTo>
                  <a:lnTo>
                    <a:pt x="4386" y="3812"/>
                  </a:lnTo>
                  <a:lnTo>
                    <a:pt x="4346" y="3832"/>
                  </a:lnTo>
                  <a:lnTo>
                    <a:pt x="4307" y="3832"/>
                  </a:lnTo>
                  <a:lnTo>
                    <a:pt x="4307" y="3812"/>
                  </a:lnTo>
                  <a:lnTo>
                    <a:pt x="4267" y="3832"/>
                  </a:lnTo>
                  <a:lnTo>
                    <a:pt x="4248" y="3871"/>
                  </a:lnTo>
                  <a:lnTo>
                    <a:pt x="4248" y="3891"/>
                  </a:lnTo>
                  <a:lnTo>
                    <a:pt x="4208" y="3911"/>
                  </a:lnTo>
                  <a:lnTo>
                    <a:pt x="4208" y="3871"/>
                  </a:lnTo>
                  <a:lnTo>
                    <a:pt x="4188" y="3832"/>
                  </a:lnTo>
                  <a:lnTo>
                    <a:pt x="4188" y="3852"/>
                  </a:lnTo>
                  <a:lnTo>
                    <a:pt x="4169" y="3852"/>
                  </a:lnTo>
                  <a:lnTo>
                    <a:pt x="4109" y="3871"/>
                  </a:lnTo>
                  <a:lnTo>
                    <a:pt x="4129" y="3891"/>
                  </a:lnTo>
                  <a:lnTo>
                    <a:pt x="4149" y="3891"/>
                  </a:lnTo>
                  <a:lnTo>
                    <a:pt x="4169" y="3871"/>
                  </a:lnTo>
                  <a:lnTo>
                    <a:pt x="4149" y="3911"/>
                  </a:lnTo>
                  <a:lnTo>
                    <a:pt x="4109" y="3931"/>
                  </a:lnTo>
                  <a:lnTo>
                    <a:pt x="4070" y="3950"/>
                  </a:lnTo>
                  <a:lnTo>
                    <a:pt x="4070" y="3970"/>
                  </a:lnTo>
                  <a:lnTo>
                    <a:pt x="4030" y="3970"/>
                  </a:lnTo>
                  <a:lnTo>
                    <a:pt x="3991" y="3990"/>
                  </a:lnTo>
                  <a:lnTo>
                    <a:pt x="4011" y="3990"/>
                  </a:lnTo>
                  <a:lnTo>
                    <a:pt x="4030" y="4010"/>
                  </a:lnTo>
                  <a:lnTo>
                    <a:pt x="3971" y="4069"/>
                  </a:lnTo>
                  <a:lnTo>
                    <a:pt x="3892" y="4109"/>
                  </a:lnTo>
                  <a:lnTo>
                    <a:pt x="3793" y="4168"/>
                  </a:lnTo>
                  <a:lnTo>
                    <a:pt x="3714" y="4247"/>
                  </a:lnTo>
                  <a:lnTo>
                    <a:pt x="3675" y="4247"/>
                  </a:lnTo>
                  <a:lnTo>
                    <a:pt x="3675" y="4207"/>
                  </a:lnTo>
                  <a:lnTo>
                    <a:pt x="3655" y="4188"/>
                  </a:lnTo>
                  <a:lnTo>
                    <a:pt x="3754" y="4128"/>
                  </a:lnTo>
                  <a:lnTo>
                    <a:pt x="3793" y="4109"/>
                  </a:lnTo>
                  <a:lnTo>
                    <a:pt x="3853" y="4069"/>
                  </a:lnTo>
                  <a:lnTo>
                    <a:pt x="3695" y="4148"/>
                  </a:lnTo>
                  <a:lnTo>
                    <a:pt x="3616" y="4207"/>
                  </a:lnTo>
                  <a:lnTo>
                    <a:pt x="3576" y="4247"/>
                  </a:lnTo>
                  <a:lnTo>
                    <a:pt x="3517" y="4267"/>
                  </a:lnTo>
                  <a:lnTo>
                    <a:pt x="3398" y="4267"/>
                  </a:lnTo>
                  <a:lnTo>
                    <a:pt x="3319" y="4306"/>
                  </a:lnTo>
                  <a:lnTo>
                    <a:pt x="3359" y="4326"/>
                  </a:lnTo>
                  <a:lnTo>
                    <a:pt x="3398" y="4326"/>
                  </a:lnTo>
                  <a:lnTo>
                    <a:pt x="3359" y="4346"/>
                  </a:lnTo>
                  <a:lnTo>
                    <a:pt x="3299" y="4385"/>
                  </a:lnTo>
                  <a:lnTo>
                    <a:pt x="3339" y="4385"/>
                  </a:lnTo>
                  <a:lnTo>
                    <a:pt x="3339" y="4405"/>
                  </a:lnTo>
                  <a:lnTo>
                    <a:pt x="3339" y="4425"/>
                  </a:lnTo>
                  <a:lnTo>
                    <a:pt x="3280" y="4425"/>
                  </a:lnTo>
                  <a:lnTo>
                    <a:pt x="3280" y="4405"/>
                  </a:lnTo>
                  <a:lnTo>
                    <a:pt x="3220" y="4444"/>
                  </a:lnTo>
                  <a:lnTo>
                    <a:pt x="3181" y="4425"/>
                  </a:lnTo>
                  <a:lnTo>
                    <a:pt x="3141" y="4425"/>
                  </a:lnTo>
                  <a:lnTo>
                    <a:pt x="3102" y="4484"/>
                  </a:lnTo>
                  <a:lnTo>
                    <a:pt x="3122" y="4484"/>
                  </a:lnTo>
                  <a:lnTo>
                    <a:pt x="3161" y="4464"/>
                  </a:lnTo>
                  <a:lnTo>
                    <a:pt x="3161" y="4484"/>
                  </a:lnTo>
                  <a:lnTo>
                    <a:pt x="3161" y="4504"/>
                  </a:lnTo>
                  <a:lnTo>
                    <a:pt x="3102" y="4563"/>
                  </a:lnTo>
                  <a:lnTo>
                    <a:pt x="3082" y="4563"/>
                  </a:lnTo>
                  <a:lnTo>
                    <a:pt x="3043" y="4602"/>
                  </a:lnTo>
                  <a:lnTo>
                    <a:pt x="3043" y="4583"/>
                  </a:lnTo>
                  <a:lnTo>
                    <a:pt x="3062" y="4563"/>
                  </a:lnTo>
                  <a:lnTo>
                    <a:pt x="3082" y="4543"/>
                  </a:lnTo>
                  <a:lnTo>
                    <a:pt x="3102" y="4504"/>
                  </a:lnTo>
                  <a:lnTo>
                    <a:pt x="3023" y="4543"/>
                  </a:lnTo>
                  <a:lnTo>
                    <a:pt x="3043" y="4543"/>
                  </a:lnTo>
                  <a:lnTo>
                    <a:pt x="2983" y="4622"/>
                  </a:lnTo>
                  <a:lnTo>
                    <a:pt x="3023" y="4622"/>
                  </a:lnTo>
                  <a:lnTo>
                    <a:pt x="3023" y="4662"/>
                  </a:lnTo>
                  <a:lnTo>
                    <a:pt x="3003" y="4681"/>
                  </a:lnTo>
                  <a:lnTo>
                    <a:pt x="2904" y="4701"/>
                  </a:lnTo>
                  <a:lnTo>
                    <a:pt x="2885" y="4701"/>
                  </a:lnTo>
                  <a:lnTo>
                    <a:pt x="2865" y="4681"/>
                  </a:lnTo>
                  <a:lnTo>
                    <a:pt x="2865" y="4721"/>
                  </a:lnTo>
                  <a:lnTo>
                    <a:pt x="2825" y="4741"/>
                  </a:lnTo>
                  <a:lnTo>
                    <a:pt x="2746" y="4800"/>
                  </a:lnTo>
                  <a:lnTo>
                    <a:pt x="2786" y="4800"/>
                  </a:lnTo>
                  <a:lnTo>
                    <a:pt x="2786" y="4820"/>
                  </a:lnTo>
                  <a:lnTo>
                    <a:pt x="2766" y="4859"/>
                  </a:lnTo>
                  <a:lnTo>
                    <a:pt x="2648" y="4879"/>
                  </a:lnTo>
                  <a:lnTo>
                    <a:pt x="2687" y="4839"/>
                  </a:lnTo>
                  <a:lnTo>
                    <a:pt x="2667" y="4820"/>
                  </a:lnTo>
                  <a:lnTo>
                    <a:pt x="2648" y="4820"/>
                  </a:lnTo>
                  <a:lnTo>
                    <a:pt x="2628" y="4800"/>
                  </a:lnTo>
                  <a:lnTo>
                    <a:pt x="2648" y="4780"/>
                  </a:lnTo>
                  <a:lnTo>
                    <a:pt x="2667" y="4741"/>
                  </a:lnTo>
                  <a:lnTo>
                    <a:pt x="2746" y="4721"/>
                  </a:lnTo>
                  <a:lnTo>
                    <a:pt x="2667" y="4721"/>
                  </a:lnTo>
                  <a:lnTo>
                    <a:pt x="2628" y="4760"/>
                  </a:lnTo>
                  <a:lnTo>
                    <a:pt x="2588" y="4820"/>
                  </a:lnTo>
                  <a:lnTo>
                    <a:pt x="2569" y="4839"/>
                  </a:lnTo>
                  <a:lnTo>
                    <a:pt x="2529" y="4839"/>
                  </a:lnTo>
                  <a:lnTo>
                    <a:pt x="2529" y="4820"/>
                  </a:lnTo>
                  <a:lnTo>
                    <a:pt x="2529" y="4800"/>
                  </a:lnTo>
                  <a:lnTo>
                    <a:pt x="2490" y="4839"/>
                  </a:lnTo>
                  <a:lnTo>
                    <a:pt x="2430" y="4879"/>
                  </a:lnTo>
                  <a:lnTo>
                    <a:pt x="2470" y="4899"/>
                  </a:lnTo>
                  <a:lnTo>
                    <a:pt x="2470" y="4918"/>
                  </a:lnTo>
                  <a:lnTo>
                    <a:pt x="2450" y="4938"/>
                  </a:lnTo>
                  <a:lnTo>
                    <a:pt x="2371" y="4938"/>
                  </a:lnTo>
                  <a:lnTo>
                    <a:pt x="2332" y="4958"/>
                  </a:lnTo>
                  <a:lnTo>
                    <a:pt x="2312" y="4997"/>
                  </a:lnTo>
                  <a:lnTo>
                    <a:pt x="2332" y="5017"/>
                  </a:lnTo>
                  <a:lnTo>
                    <a:pt x="2292" y="5057"/>
                  </a:lnTo>
                  <a:lnTo>
                    <a:pt x="2371" y="5057"/>
                  </a:lnTo>
                  <a:lnTo>
                    <a:pt x="2351" y="5096"/>
                  </a:lnTo>
                  <a:lnTo>
                    <a:pt x="2332" y="5116"/>
                  </a:lnTo>
                  <a:lnTo>
                    <a:pt x="2371" y="5096"/>
                  </a:lnTo>
                  <a:lnTo>
                    <a:pt x="2391" y="5076"/>
                  </a:lnTo>
                  <a:lnTo>
                    <a:pt x="2411" y="5096"/>
                  </a:lnTo>
                  <a:lnTo>
                    <a:pt x="2391" y="5116"/>
                  </a:lnTo>
                  <a:lnTo>
                    <a:pt x="2351" y="5155"/>
                  </a:lnTo>
                  <a:lnTo>
                    <a:pt x="2332" y="5175"/>
                  </a:lnTo>
                  <a:lnTo>
                    <a:pt x="2233" y="5195"/>
                  </a:lnTo>
                  <a:lnTo>
                    <a:pt x="2154" y="5195"/>
                  </a:lnTo>
                  <a:lnTo>
                    <a:pt x="2154" y="5155"/>
                  </a:lnTo>
                  <a:lnTo>
                    <a:pt x="2174" y="5096"/>
                  </a:lnTo>
                  <a:lnTo>
                    <a:pt x="2193" y="5037"/>
                  </a:lnTo>
                  <a:lnTo>
                    <a:pt x="2193" y="4997"/>
                  </a:lnTo>
                  <a:lnTo>
                    <a:pt x="2174" y="4978"/>
                  </a:lnTo>
                  <a:lnTo>
                    <a:pt x="2016" y="5076"/>
                  </a:lnTo>
                  <a:lnTo>
                    <a:pt x="1956" y="5116"/>
                  </a:lnTo>
                  <a:lnTo>
                    <a:pt x="1877" y="5136"/>
                  </a:lnTo>
                  <a:lnTo>
                    <a:pt x="1858" y="5195"/>
                  </a:lnTo>
                  <a:lnTo>
                    <a:pt x="1838" y="5215"/>
                  </a:lnTo>
                  <a:lnTo>
                    <a:pt x="1858" y="5254"/>
                  </a:lnTo>
                  <a:lnTo>
                    <a:pt x="1877" y="5294"/>
                  </a:lnTo>
                  <a:lnTo>
                    <a:pt x="1838" y="5313"/>
                  </a:lnTo>
                  <a:lnTo>
                    <a:pt x="1798" y="5313"/>
                  </a:lnTo>
                  <a:lnTo>
                    <a:pt x="1838" y="5274"/>
                  </a:lnTo>
                  <a:lnTo>
                    <a:pt x="1838" y="5274"/>
                  </a:lnTo>
                  <a:lnTo>
                    <a:pt x="1719" y="5373"/>
                  </a:lnTo>
                  <a:lnTo>
                    <a:pt x="1581" y="5471"/>
                  </a:lnTo>
                  <a:lnTo>
                    <a:pt x="1561" y="5491"/>
                  </a:lnTo>
                  <a:lnTo>
                    <a:pt x="1561" y="5511"/>
                  </a:lnTo>
                  <a:lnTo>
                    <a:pt x="1601" y="5550"/>
                  </a:lnTo>
                  <a:lnTo>
                    <a:pt x="1542" y="5590"/>
                  </a:lnTo>
                  <a:lnTo>
                    <a:pt x="1561" y="5610"/>
                  </a:lnTo>
                  <a:lnTo>
                    <a:pt x="1561" y="5629"/>
                  </a:lnTo>
                  <a:lnTo>
                    <a:pt x="1522" y="5649"/>
                  </a:lnTo>
                  <a:lnTo>
                    <a:pt x="1463" y="5689"/>
                  </a:lnTo>
                  <a:lnTo>
                    <a:pt x="1463" y="5669"/>
                  </a:lnTo>
                  <a:lnTo>
                    <a:pt x="1463" y="5649"/>
                  </a:lnTo>
                  <a:lnTo>
                    <a:pt x="1384" y="5669"/>
                  </a:lnTo>
                  <a:lnTo>
                    <a:pt x="1344" y="5728"/>
                  </a:lnTo>
                  <a:lnTo>
                    <a:pt x="1344" y="5669"/>
                  </a:lnTo>
                  <a:lnTo>
                    <a:pt x="1344" y="5649"/>
                  </a:lnTo>
                  <a:lnTo>
                    <a:pt x="1384" y="5629"/>
                  </a:lnTo>
                  <a:lnTo>
                    <a:pt x="1364" y="5629"/>
                  </a:lnTo>
                  <a:lnTo>
                    <a:pt x="1305" y="5610"/>
                  </a:lnTo>
                  <a:lnTo>
                    <a:pt x="1285" y="5590"/>
                  </a:lnTo>
                  <a:lnTo>
                    <a:pt x="1265" y="5629"/>
                  </a:lnTo>
                  <a:lnTo>
                    <a:pt x="1324" y="5629"/>
                  </a:lnTo>
                  <a:lnTo>
                    <a:pt x="1285" y="5669"/>
                  </a:lnTo>
                  <a:lnTo>
                    <a:pt x="1226" y="5669"/>
                  </a:lnTo>
                  <a:lnTo>
                    <a:pt x="1166" y="5689"/>
                  </a:lnTo>
                  <a:lnTo>
                    <a:pt x="1068" y="5748"/>
                  </a:lnTo>
                  <a:lnTo>
                    <a:pt x="988" y="5787"/>
                  </a:lnTo>
                  <a:lnTo>
                    <a:pt x="1008" y="5787"/>
                  </a:lnTo>
                  <a:lnTo>
                    <a:pt x="1008" y="5807"/>
                  </a:lnTo>
                  <a:lnTo>
                    <a:pt x="988" y="5847"/>
                  </a:lnTo>
                  <a:lnTo>
                    <a:pt x="988" y="5886"/>
                  </a:lnTo>
                  <a:lnTo>
                    <a:pt x="969" y="5926"/>
                  </a:lnTo>
                  <a:lnTo>
                    <a:pt x="929" y="5965"/>
                  </a:lnTo>
                  <a:lnTo>
                    <a:pt x="949" y="5965"/>
                  </a:lnTo>
                  <a:lnTo>
                    <a:pt x="1008" y="5945"/>
                  </a:lnTo>
                  <a:lnTo>
                    <a:pt x="1087" y="5906"/>
                  </a:lnTo>
                  <a:lnTo>
                    <a:pt x="1107" y="5945"/>
                  </a:lnTo>
                  <a:lnTo>
                    <a:pt x="1147" y="5945"/>
                  </a:lnTo>
                  <a:lnTo>
                    <a:pt x="1107" y="6024"/>
                  </a:lnTo>
                  <a:lnTo>
                    <a:pt x="1068" y="6103"/>
                  </a:lnTo>
                  <a:lnTo>
                    <a:pt x="1048" y="6084"/>
                  </a:lnTo>
                  <a:lnTo>
                    <a:pt x="1048" y="6064"/>
                  </a:lnTo>
                  <a:lnTo>
                    <a:pt x="949" y="6182"/>
                  </a:lnTo>
                  <a:lnTo>
                    <a:pt x="890" y="6163"/>
                  </a:lnTo>
                  <a:lnTo>
                    <a:pt x="890" y="6143"/>
                  </a:lnTo>
                  <a:lnTo>
                    <a:pt x="890" y="6123"/>
                  </a:lnTo>
                  <a:lnTo>
                    <a:pt x="830" y="6163"/>
                  </a:lnTo>
                  <a:lnTo>
                    <a:pt x="771" y="6202"/>
                  </a:lnTo>
                  <a:lnTo>
                    <a:pt x="732" y="6222"/>
                  </a:lnTo>
                  <a:lnTo>
                    <a:pt x="712" y="6222"/>
                  </a:lnTo>
                  <a:lnTo>
                    <a:pt x="692" y="6202"/>
                  </a:lnTo>
                  <a:lnTo>
                    <a:pt x="672" y="6222"/>
                  </a:lnTo>
                  <a:lnTo>
                    <a:pt x="692" y="6242"/>
                  </a:lnTo>
                  <a:lnTo>
                    <a:pt x="751" y="6242"/>
                  </a:lnTo>
                  <a:lnTo>
                    <a:pt x="830" y="6182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791" y="6242"/>
                  </a:lnTo>
                  <a:lnTo>
                    <a:pt x="751" y="6261"/>
                  </a:lnTo>
                  <a:lnTo>
                    <a:pt x="751" y="6281"/>
                  </a:lnTo>
                  <a:lnTo>
                    <a:pt x="751" y="6301"/>
                  </a:lnTo>
                  <a:lnTo>
                    <a:pt x="751" y="6340"/>
                  </a:lnTo>
                  <a:lnTo>
                    <a:pt x="732" y="6360"/>
                  </a:lnTo>
                  <a:lnTo>
                    <a:pt x="574" y="6360"/>
                  </a:lnTo>
                  <a:lnTo>
                    <a:pt x="534" y="6380"/>
                  </a:lnTo>
                  <a:lnTo>
                    <a:pt x="574" y="6261"/>
                  </a:lnTo>
                  <a:lnTo>
                    <a:pt x="514" y="6301"/>
                  </a:lnTo>
                  <a:lnTo>
                    <a:pt x="514" y="6222"/>
                  </a:lnTo>
                  <a:lnTo>
                    <a:pt x="534" y="6182"/>
                  </a:lnTo>
                  <a:lnTo>
                    <a:pt x="534" y="6143"/>
                  </a:lnTo>
                  <a:lnTo>
                    <a:pt x="396" y="6202"/>
                  </a:lnTo>
                  <a:lnTo>
                    <a:pt x="317" y="6242"/>
                  </a:lnTo>
                  <a:lnTo>
                    <a:pt x="277" y="6261"/>
                  </a:lnTo>
                  <a:lnTo>
                    <a:pt x="218" y="6242"/>
                  </a:lnTo>
                  <a:lnTo>
                    <a:pt x="198" y="6202"/>
                  </a:lnTo>
                  <a:lnTo>
                    <a:pt x="159" y="6242"/>
                  </a:lnTo>
                  <a:lnTo>
                    <a:pt x="119" y="6261"/>
                  </a:lnTo>
                  <a:lnTo>
                    <a:pt x="1" y="6281"/>
                  </a:lnTo>
                  <a:lnTo>
                    <a:pt x="21" y="6321"/>
                  </a:lnTo>
                  <a:lnTo>
                    <a:pt x="40" y="6340"/>
                  </a:lnTo>
                  <a:lnTo>
                    <a:pt x="40" y="6360"/>
                  </a:lnTo>
                  <a:lnTo>
                    <a:pt x="139" y="6340"/>
                  </a:lnTo>
                  <a:lnTo>
                    <a:pt x="119" y="6360"/>
                  </a:lnTo>
                  <a:lnTo>
                    <a:pt x="100" y="6380"/>
                  </a:lnTo>
                  <a:lnTo>
                    <a:pt x="119" y="6439"/>
                  </a:lnTo>
                  <a:lnTo>
                    <a:pt x="198" y="6400"/>
                  </a:lnTo>
                  <a:lnTo>
                    <a:pt x="198" y="6420"/>
                  </a:lnTo>
                  <a:lnTo>
                    <a:pt x="159" y="6439"/>
                  </a:lnTo>
                  <a:lnTo>
                    <a:pt x="100" y="6479"/>
                  </a:lnTo>
                  <a:lnTo>
                    <a:pt x="238" y="6795"/>
                  </a:lnTo>
                  <a:lnTo>
                    <a:pt x="277" y="6775"/>
                  </a:lnTo>
                  <a:lnTo>
                    <a:pt x="238" y="6815"/>
                  </a:lnTo>
                  <a:lnTo>
                    <a:pt x="277" y="6874"/>
                  </a:lnTo>
                  <a:lnTo>
                    <a:pt x="317" y="6854"/>
                  </a:lnTo>
                  <a:lnTo>
                    <a:pt x="317" y="6834"/>
                  </a:lnTo>
                  <a:lnTo>
                    <a:pt x="435" y="6775"/>
                  </a:lnTo>
                  <a:lnTo>
                    <a:pt x="495" y="6755"/>
                  </a:lnTo>
                  <a:lnTo>
                    <a:pt x="534" y="6775"/>
                  </a:lnTo>
                  <a:lnTo>
                    <a:pt x="495" y="6815"/>
                  </a:lnTo>
                  <a:lnTo>
                    <a:pt x="435" y="6834"/>
                  </a:lnTo>
                  <a:lnTo>
                    <a:pt x="337" y="6874"/>
                  </a:lnTo>
                  <a:lnTo>
                    <a:pt x="376" y="6874"/>
                  </a:lnTo>
                  <a:lnTo>
                    <a:pt x="376" y="6894"/>
                  </a:lnTo>
                  <a:lnTo>
                    <a:pt x="297" y="6933"/>
                  </a:lnTo>
                  <a:lnTo>
                    <a:pt x="376" y="6933"/>
                  </a:lnTo>
                  <a:lnTo>
                    <a:pt x="435" y="6894"/>
                  </a:lnTo>
                  <a:lnTo>
                    <a:pt x="495" y="6854"/>
                  </a:lnTo>
                  <a:lnTo>
                    <a:pt x="514" y="6894"/>
                  </a:lnTo>
                  <a:lnTo>
                    <a:pt x="574" y="6874"/>
                  </a:lnTo>
                  <a:lnTo>
                    <a:pt x="653" y="6834"/>
                  </a:lnTo>
                  <a:lnTo>
                    <a:pt x="732" y="6815"/>
                  </a:lnTo>
                  <a:lnTo>
                    <a:pt x="811" y="6755"/>
                  </a:lnTo>
                  <a:lnTo>
                    <a:pt x="791" y="6775"/>
                  </a:lnTo>
                  <a:lnTo>
                    <a:pt x="791" y="6775"/>
                  </a:lnTo>
                  <a:lnTo>
                    <a:pt x="850" y="6736"/>
                  </a:lnTo>
                  <a:lnTo>
                    <a:pt x="870" y="6676"/>
                  </a:lnTo>
                  <a:lnTo>
                    <a:pt x="890" y="6617"/>
                  </a:lnTo>
                  <a:lnTo>
                    <a:pt x="929" y="6578"/>
                  </a:lnTo>
                  <a:lnTo>
                    <a:pt x="929" y="6617"/>
                  </a:lnTo>
                  <a:lnTo>
                    <a:pt x="949" y="6637"/>
                  </a:lnTo>
                  <a:lnTo>
                    <a:pt x="988" y="6617"/>
                  </a:lnTo>
                  <a:lnTo>
                    <a:pt x="1008" y="6617"/>
                  </a:lnTo>
                  <a:lnTo>
                    <a:pt x="1087" y="6597"/>
                  </a:lnTo>
                  <a:lnTo>
                    <a:pt x="1068" y="6597"/>
                  </a:lnTo>
                  <a:lnTo>
                    <a:pt x="1068" y="6578"/>
                  </a:lnTo>
                  <a:lnTo>
                    <a:pt x="1068" y="6558"/>
                  </a:lnTo>
                  <a:lnTo>
                    <a:pt x="1048" y="6538"/>
                  </a:lnTo>
                  <a:lnTo>
                    <a:pt x="1048" y="6499"/>
                  </a:lnTo>
                  <a:lnTo>
                    <a:pt x="1087" y="6479"/>
                  </a:lnTo>
                  <a:lnTo>
                    <a:pt x="1166" y="6420"/>
                  </a:lnTo>
                  <a:lnTo>
                    <a:pt x="1186" y="6439"/>
                  </a:lnTo>
                  <a:lnTo>
                    <a:pt x="1186" y="6459"/>
                  </a:lnTo>
                  <a:lnTo>
                    <a:pt x="1147" y="6499"/>
                  </a:lnTo>
                  <a:lnTo>
                    <a:pt x="1147" y="6499"/>
                  </a:lnTo>
                  <a:lnTo>
                    <a:pt x="1265" y="6459"/>
                  </a:lnTo>
                  <a:lnTo>
                    <a:pt x="1384" y="6459"/>
                  </a:lnTo>
                  <a:lnTo>
                    <a:pt x="1423" y="6400"/>
                  </a:lnTo>
                  <a:lnTo>
                    <a:pt x="1443" y="6360"/>
                  </a:lnTo>
                  <a:lnTo>
                    <a:pt x="1463" y="6340"/>
                  </a:lnTo>
                  <a:lnTo>
                    <a:pt x="1443" y="6340"/>
                  </a:lnTo>
                  <a:lnTo>
                    <a:pt x="1403" y="6360"/>
                  </a:lnTo>
                  <a:lnTo>
                    <a:pt x="1443" y="6281"/>
                  </a:lnTo>
                  <a:lnTo>
                    <a:pt x="1482" y="6261"/>
                  </a:lnTo>
                  <a:lnTo>
                    <a:pt x="1542" y="6242"/>
                  </a:lnTo>
                  <a:lnTo>
                    <a:pt x="1640" y="6242"/>
                  </a:lnTo>
                  <a:lnTo>
                    <a:pt x="1601" y="6281"/>
                  </a:lnTo>
                  <a:lnTo>
                    <a:pt x="1601" y="6261"/>
                  </a:lnTo>
                  <a:lnTo>
                    <a:pt x="1561" y="6321"/>
                  </a:lnTo>
                  <a:lnTo>
                    <a:pt x="1561" y="6321"/>
                  </a:lnTo>
                  <a:lnTo>
                    <a:pt x="1601" y="6301"/>
                  </a:lnTo>
                  <a:lnTo>
                    <a:pt x="1621" y="6281"/>
                  </a:lnTo>
                  <a:lnTo>
                    <a:pt x="1660" y="6242"/>
                  </a:lnTo>
                  <a:lnTo>
                    <a:pt x="1660" y="6261"/>
                  </a:lnTo>
                  <a:lnTo>
                    <a:pt x="1739" y="6202"/>
                  </a:lnTo>
                  <a:lnTo>
                    <a:pt x="1818" y="6182"/>
                  </a:lnTo>
                  <a:lnTo>
                    <a:pt x="1877" y="6163"/>
                  </a:lnTo>
                  <a:lnTo>
                    <a:pt x="1897" y="6143"/>
                  </a:lnTo>
                  <a:lnTo>
                    <a:pt x="1917" y="6103"/>
                  </a:lnTo>
                  <a:lnTo>
                    <a:pt x="1858" y="6103"/>
                  </a:lnTo>
                  <a:lnTo>
                    <a:pt x="1838" y="6084"/>
                  </a:lnTo>
                  <a:lnTo>
                    <a:pt x="1838" y="6064"/>
                  </a:lnTo>
                  <a:lnTo>
                    <a:pt x="1956" y="6064"/>
                  </a:lnTo>
                  <a:lnTo>
                    <a:pt x="1937" y="6084"/>
                  </a:lnTo>
                  <a:lnTo>
                    <a:pt x="1937" y="6084"/>
                  </a:lnTo>
                  <a:lnTo>
                    <a:pt x="2016" y="6044"/>
                  </a:lnTo>
                  <a:lnTo>
                    <a:pt x="2055" y="6024"/>
                  </a:lnTo>
                  <a:lnTo>
                    <a:pt x="2035" y="5965"/>
                  </a:lnTo>
                  <a:lnTo>
                    <a:pt x="2035" y="5945"/>
                  </a:lnTo>
                  <a:lnTo>
                    <a:pt x="2055" y="5926"/>
                  </a:lnTo>
                  <a:lnTo>
                    <a:pt x="2114" y="5926"/>
                  </a:lnTo>
                  <a:lnTo>
                    <a:pt x="2114" y="5965"/>
                  </a:lnTo>
                  <a:lnTo>
                    <a:pt x="2114" y="6005"/>
                  </a:lnTo>
                  <a:lnTo>
                    <a:pt x="2134" y="6005"/>
                  </a:lnTo>
                  <a:lnTo>
                    <a:pt x="2233" y="5926"/>
                  </a:lnTo>
                  <a:lnTo>
                    <a:pt x="2253" y="5945"/>
                  </a:lnTo>
                  <a:lnTo>
                    <a:pt x="2371" y="5886"/>
                  </a:lnTo>
                  <a:lnTo>
                    <a:pt x="2450" y="5807"/>
                  </a:lnTo>
                  <a:lnTo>
                    <a:pt x="2549" y="5708"/>
                  </a:lnTo>
                  <a:lnTo>
                    <a:pt x="2648" y="5649"/>
                  </a:lnTo>
                  <a:lnTo>
                    <a:pt x="2648" y="5689"/>
                  </a:lnTo>
                  <a:lnTo>
                    <a:pt x="2608" y="5728"/>
                  </a:lnTo>
                  <a:lnTo>
                    <a:pt x="2529" y="5787"/>
                  </a:lnTo>
                  <a:lnTo>
                    <a:pt x="2588" y="5787"/>
                  </a:lnTo>
                  <a:lnTo>
                    <a:pt x="2628" y="5768"/>
                  </a:lnTo>
                  <a:lnTo>
                    <a:pt x="2667" y="5728"/>
                  </a:lnTo>
                  <a:lnTo>
                    <a:pt x="2727" y="5708"/>
                  </a:lnTo>
                  <a:lnTo>
                    <a:pt x="2766" y="5689"/>
                  </a:lnTo>
                  <a:lnTo>
                    <a:pt x="2786" y="5649"/>
                  </a:lnTo>
                  <a:lnTo>
                    <a:pt x="2806" y="5610"/>
                  </a:lnTo>
                  <a:lnTo>
                    <a:pt x="2786" y="5590"/>
                  </a:lnTo>
                  <a:lnTo>
                    <a:pt x="2825" y="5570"/>
                  </a:lnTo>
                  <a:lnTo>
                    <a:pt x="2865" y="5570"/>
                  </a:lnTo>
                  <a:lnTo>
                    <a:pt x="2885" y="5590"/>
                  </a:lnTo>
                  <a:lnTo>
                    <a:pt x="2885" y="5550"/>
                  </a:lnTo>
                  <a:lnTo>
                    <a:pt x="2924" y="5511"/>
                  </a:lnTo>
                  <a:lnTo>
                    <a:pt x="3043" y="5452"/>
                  </a:lnTo>
                  <a:lnTo>
                    <a:pt x="3062" y="5471"/>
                  </a:lnTo>
                  <a:lnTo>
                    <a:pt x="3122" y="5392"/>
                  </a:lnTo>
                  <a:lnTo>
                    <a:pt x="3102" y="5373"/>
                  </a:lnTo>
                  <a:lnTo>
                    <a:pt x="3102" y="5333"/>
                  </a:lnTo>
                  <a:lnTo>
                    <a:pt x="3082" y="5333"/>
                  </a:lnTo>
                  <a:lnTo>
                    <a:pt x="3043" y="5353"/>
                  </a:lnTo>
                  <a:lnTo>
                    <a:pt x="2964" y="5392"/>
                  </a:lnTo>
                  <a:lnTo>
                    <a:pt x="2885" y="5452"/>
                  </a:lnTo>
                  <a:lnTo>
                    <a:pt x="2845" y="5471"/>
                  </a:lnTo>
                  <a:lnTo>
                    <a:pt x="2806" y="5471"/>
                  </a:lnTo>
                  <a:lnTo>
                    <a:pt x="2806" y="5452"/>
                  </a:lnTo>
                  <a:lnTo>
                    <a:pt x="2806" y="5432"/>
                  </a:lnTo>
                  <a:lnTo>
                    <a:pt x="2786" y="5432"/>
                  </a:lnTo>
                  <a:lnTo>
                    <a:pt x="2806" y="5412"/>
                  </a:lnTo>
                  <a:lnTo>
                    <a:pt x="2845" y="5412"/>
                  </a:lnTo>
                  <a:lnTo>
                    <a:pt x="2845" y="5373"/>
                  </a:lnTo>
                  <a:lnTo>
                    <a:pt x="2845" y="5353"/>
                  </a:lnTo>
                  <a:lnTo>
                    <a:pt x="2825" y="5373"/>
                  </a:lnTo>
                  <a:lnTo>
                    <a:pt x="2806" y="5353"/>
                  </a:lnTo>
                  <a:lnTo>
                    <a:pt x="2825" y="5333"/>
                  </a:lnTo>
                  <a:lnTo>
                    <a:pt x="2845" y="5294"/>
                  </a:lnTo>
                  <a:lnTo>
                    <a:pt x="2964" y="5215"/>
                  </a:lnTo>
                  <a:lnTo>
                    <a:pt x="2983" y="5215"/>
                  </a:lnTo>
                  <a:lnTo>
                    <a:pt x="2983" y="5234"/>
                  </a:lnTo>
                  <a:lnTo>
                    <a:pt x="2964" y="5254"/>
                  </a:lnTo>
                  <a:lnTo>
                    <a:pt x="2924" y="5353"/>
                  </a:lnTo>
                  <a:lnTo>
                    <a:pt x="2944" y="5313"/>
                  </a:lnTo>
                  <a:lnTo>
                    <a:pt x="2964" y="5294"/>
                  </a:lnTo>
                  <a:lnTo>
                    <a:pt x="3003" y="5274"/>
                  </a:lnTo>
                  <a:lnTo>
                    <a:pt x="3023" y="5333"/>
                  </a:lnTo>
                  <a:lnTo>
                    <a:pt x="3043" y="5294"/>
                  </a:lnTo>
                  <a:lnTo>
                    <a:pt x="3043" y="5274"/>
                  </a:lnTo>
                  <a:lnTo>
                    <a:pt x="3023" y="5254"/>
                  </a:lnTo>
                  <a:lnTo>
                    <a:pt x="3023" y="5215"/>
                  </a:lnTo>
                  <a:lnTo>
                    <a:pt x="3023" y="5175"/>
                  </a:lnTo>
                  <a:lnTo>
                    <a:pt x="3062" y="5175"/>
                  </a:lnTo>
                  <a:lnTo>
                    <a:pt x="3122" y="5155"/>
                  </a:lnTo>
                  <a:lnTo>
                    <a:pt x="3102" y="5175"/>
                  </a:lnTo>
                  <a:lnTo>
                    <a:pt x="3102" y="5175"/>
                  </a:lnTo>
                  <a:lnTo>
                    <a:pt x="3161" y="5155"/>
                  </a:lnTo>
                  <a:lnTo>
                    <a:pt x="3181" y="5136"/>
                  </a:lnTo>
                  <a:lnTo>
                    <a:pt x="3220" y="5096"/>
                  </a:lnTo>
                  <a:lnTo>
                    <a:pt x="3260" y="5076"/>
                  </a:lnTo>
                  <a:lnTo>
                    <a:pt x="3299" y="5076"/>
                  </a:lnTo>
                  <a:lnTo>
                    <a:pt x="3240" y="5096"/>
                  </a:lnTo>
                  <a:lnTo>
                    <a:pt x="3220" y="5136"/>
                  </a:lnTo>
                  <a:lnTo>
                    <a:pt x="3201" y="5175"/>
                  </a:lnTo>
                  <a:lnTo>
                    <a:pt x="3181" y="5215"/>
                  </a:lnTo>
                  <a:lnTo>
                    <a:pt x="3240" y="5215"/>
                  </a:lnTo>
                  <a:lnTo>
                    <a:pt x="3240" y="5234"/>
                  </a:lnTo>
                  <a:lnTo>
                    <a:pt x="3240" y="5274"/>
                  </a:lnTo>
                  <a:lnTo>
                    <a:pt x="3181" y="5373"/>
                  </a:lnTo>
                  <a:lnTo>
                    <a:pt x="3260" y="5333"/>
                  </a:lnTo>
                  <a:lnTo>
                    <a:pt x="3319" y="5333"/>
                  </a:lnTo>
                  <a:lnTo>
                    <a:pt x="3339" y="5294"/>
                  </a:lnTo>
                  <a:lnTo>
                    <a:pt x="3378" y="5274"/>
                  </a:lnTo>
                  <a:lnTo>
                    <a:pt x="3438" y="5254"/>
                  </a:lnTo>
                  <a:lnTo>
                    <a:pt x="3497" y="5215"/>
                  </a:lnTo>
                  <a:lnTo>
                    <a:pt x="3517" y="5195"/>
                  </a:lnTo>
                  <a:lnTo>
                    <a:pt x="3537" y="5155"/>
                  </a:lnTo>
                  <a:lnTo>
                    <a:pt x="3556" y="5155"/>
                  </a:lnTo>
                  <a:lnTo>
                    <a:pt x="3556" y="5175"/>
                  </a:lnTo>
                  <a:lnTo>
                    <a:pt x="3695" y="5116"/>
                  </a:lnTo>
                  <a:lnTo>
                    <a:pt x="3793" y="5017"/>
                  </a:lnTo>
                  <a:lnTo>
                    <a:pt x="3833" y="4997"/>
                  </a:lnTo>
                  <a:lnTo>
                    <a:pt x="3853" y="4997"/>
                  </a:lnTo>
                  <a:lnTo>
                    <a:pt x="3872" y="5017"/>
                  </a:lnTo>
                  <a:lnTo>
                    <a:pt x="3951" y="4997"/>
                  </a:lnTo>
                  <a:lnTo>
                    <a:pt x="4011" y="4938"/>
                  </a:lnTo>
                  <a:lnTo>
                    <a:pt x="4109" y="4859"/>
                  </a:lnTo>
                  <a:lnTo>
                    <a:pt x="4228" y="4760"/>
                  </a:lnTo>
                  <a:lnTo>
                    <a:pt x="4287" y="4721"/>
                  </a:lnTo>
                  <a:lnTo>
                    <a:pt x="4366" y="4681"/>
                  </a:lnTo>
                  <a:lnTo>
                    <a:pt x="4346" y="4721"/>
                  </a:lnTo>
                  <a:lnTo>
                    <a:pt x="4425" y="4681"/>
                  </a:lnTo>
                  <a:lnTo>
                    <a:pt x="4445" y="4662"/>
                  </a:lnTo>
                  <a:lnTo>
                    <a:pt x="4445" y="4642"/>
                  </a:lnTo>
                  <a:lnTo>
                    <a:pt x="4485" y="4642"/>
                  </a:lnTo>
                  <a:lnTo>
                    <a:pt x="4524" y="4622"/>
                  </a:lnTo>
                  <a:lnTo>
                    <a:pt x="4603" y="4583"/>
                  </a:lnTo>
                  <a:lnTo>
                    <a:pt x="4662" y="4523"/>
                  </a:lnTo>
                  <a:lnTo>
                    <a:pt x="4722" y="4504"/>
                  </a:lnTo>
                  <a:lnTo>
                    <a:pt x="4761" y="4504"/>
                  </a:lnTo>
                  <a:lnTo>
                    <a:pt x="4820" y="4484"/>
                  </a:lnTo>
                  <a:lnTo>
                    <a:pt x="4840" y="4425"/>
                  </a:lnTo>
                  <a:lnTo>
                    <a:pt x="4860" y="4385"/>
                  </a:lnTo>
                  <a:lnTo>
                    <a:pt x="4899" y="4346"/>
                  </a:lnTo>
                  <a:lnTo>
                    <a:pt x="4919" y="4385"/>
                  </a:lnTo>
                  <a:lnTo>
                    <a:pt x="4959" y="4385"/>
                  </a:lnTo>
                  <a:lnTo>
                    <a:pt x="5334" y="4148"/>
                  </a:lnTo>
                  <a:lnTo>
                    <a:pt x="5709" y="3891"/>
                  </a:lnTo>
                  <a:lnTo>
                    <a:pt x="5709" y="3931"/>
                  </a:lnTo>
                  <a:lnTo>
                    <a:pt x="5828" y="3832"/>
                  </a:lnTo>
                  <a:lnTo>
                    <a:pt x="5966" y="3733"/>
                  </a:lnTo>
                  <a:lnTo>
                    <a:pt x="6085" y="3654"/>
                  </a:lnTo>
                  <a:lnTo>
                    <a:pt x="6203" y="3575"/>
                  </a:lnTo>
                  <a:lnTo>
                    <a:pt x="6262" y="3516"/>
                  </a:lnTo>
                  <a:lnTo>
                    <a:pt x="6262" y="3496"/>
                  </a:lnTo>
                  <a:lnTo>
                    <a:pt x="6262" y="3476"/>
                  </a:lnTo>
                  <a:lnTo>
                    <a:pt x="6223" y="3476"/>
                  </a:lnTo>
                  <a:lnTo>
                    <a:pt x="6203" y="3457"/>
                  </a:lnTo>
                  <a:lnTo>
                    <a:pt x="6183" y="3417"/>
                  </a:lnTo>
                  <a:lnTo>
                    <a:pt x="6243" y="3378"/>
                  </a:lnTo>
                  <a:lnTo>
                    <a:pt x="6282" y="3378"/>
                  </a:lnTo>
                  <a:lnTo>
                    <a:pt x="6322" y="3397"/>
                  </a:lnTo>
                  <a:lnTo>
                    <a:pt x="6361" y="3378"/>
                  </a:lnTo>
                  <a:lnTo>
                    <a:pt x="6381" y="3417"/>
                  </a:lnTo>
                  <a:lnTo>
                    <a:pt x="6381" y="3437"/>
                  </a:lnTo>
                  <a:lnTo>
                    <a:pt x="6361" y="3476"/>
                  </a:lnTo>
                  <a:lnTo>
                    <a:pt x="6361" y="3496"/>
                  </a:lnTo>
                  <a:lnTo>
                    <a:pt x="6480" y="3397"/>
                  </a:lnTo>
                  <a:lnTo>
                    <a:pt x="6539" y="3358"/>
                  </a:lnTo>
                  <a:lnTo>
                    <a:pt x="6578" y="3338"/>
                  </a:lnTo>
                  <a:lnTo>
                    <a:pt x="6638" y="3299"/>
                  </a:lnTo>
                  <a:lnTo>
                    <a:pt x="6697" y="3279"/>
                  </a:lnTo>
                  <a:lnTo>
                    <a:pt x="6677" y="3299"/>
                  </a:lnTo>
                  <a:lnTo>
                    <a:pt x="6677" y="3318"/>
                  </a:lnTo>
                  <a:lnTo>
                    <a:pt x="6657" y="3338"/>
                  </a:lnTo>
                  <a:lnTo>
                    <a:pt x="6657" y="3338"/>
                  </a:lnTo>
                  <a:lnTo>
                    <a:pt x="6796" y="3279"/>
                  </a:lnTo>
                  <a:lnTo>
                    <a:pt x="6776" y="3259"/>
                  </a:lnTo>
                  <a:lnTo>
                    <a:pt x="6796" y="3220"/>
                  </a:lnTo>
                  <a:lnTo>
                    <a:pt x="6835" y="3200"/>
                  </a:lnTo>
                  <a:lnTo>
                    <a:pt x="6855" y="3180"/>
                  </a:lnTo>
                  <a:lnTo>
                    <a:pt x="6855" y="3160"/>
                  </a:lnTo>
                  <a:lnTo>
                    <a:pt x="6875" y="3141"/>
                  </a:lnTo>
                  <a:lnTo>
                    <a:pt x="6894" y="3101"/>
                  </a:lnTo>
                  <a:lnTo>
                    <a:pt x="6954" y="3160"/>
                  </a:lnTo>
                  <a:lnTo>
                    <a:pt x="6954" y="3141"/>
                  </a:lnTo>
                  <a:lnTo>
                    <a:pt x="6954" y="3121"/>
                  </a:lnTo>
                  <a:lnTo>
                    <a:pt x="6954" y="3101"/>
                  </a:lnTo>
                  <a:lnTo>
                    <a:pt x="7072" y="3022"/>
                  </a:lnTo>
                  <a:lnTo>
                    <a:pt x="7151" y="3002"/>
                  </a:lnTo>
                  <a:lnTo>
                    <a:pt x="7210" y="3002"/>
                  </a:lnTo>
                  <a:lnTo>
                    <a:pt x="7270" y="2943"/>
                  </a:lnTo>
                  <a:lnTo>
                    <a:pt x="7289" y="2923"/>
                  </a:lnTo>
                  <a:lnTo>
                    <a:pt x="7329" y="2904"/>
                  </a:lnTo>
                  <a:lnTo>
                    <a:pt x="7329" y="2943"/>
                  </a:lnTo>
                  <a:lnTo>
                    <a:pt x="7526" y="2825"/>
                  </a:lnTo>
                  <a:lnTo>
                    <a:pt x="7645" y="2765"/>
                  </a:lnTo>
                  <a:lnTo>
                    <a:pt x="7744" y="2726"/>
                  </a:lnTo>
                  <a:lnTo>
                    <a:pt x="7862" y="2627"/>
                  </a:lnTo>
                  <a:lnTo>
                    <a:pt x="7921" y="2588"/>
                  </a:lnTo>
                  <a:lnTo>
                    <a:pt x="7961" y="2528"/>
                  </a:lnTo>
                  <a:lnTo>
                    <a:pt x="7902" y="2568"/>
                  </a:lnTo>
                  <a:lnTo>
                    <a:pt x="7862" y="2548"/>
                  </a:lnTo>
                  <a:lnTo>
                    <a:pt x="7882" y="2528"/>
                  </a:lnTo>
                  <a:lnTo>
                    <a:pt x="7921" y="2489"/>
                  </a:lnTo>
                  <a:lnTo>
                    <a:pt x="7981" y="2449"/>
                  </a:lnTo>
                  <a:lnTo>
                    <a:pt x="8040" y="2449"/>
                  </a:lnTo>
                  <a:lnTo>
                    <a:pt x="8020" y="2469"/>
                  </a:lnTo>
                  <a:lnTo>
                    <a:pt x="8040" y="2489"/>
                  </a:lnTo>
                  <a:lnTo>
                    <a:pt x="8079" y="2489"/>
                  </a:lnTo>
                  <a:lnTo>
                    <a:pt x="8139" y="2449"/>
                  </a:lnTo>
                  <a:lnTo>
                    <a:pt x="8178" y="2410"/>
                  </a:lnTo>
                  <a:lnTo>
                    <a:pt x="8198" y="2410"/>
                  </a:lnTo>
                  <a:lnTo>
                    <a:pt x="8218" y="2430"/>
                  </a:lnTo>
                  <a:lnTo>
                    <a:pt x="8237" y="2390"/>
                  </a:lnTo>
                  <a:lnTo>
                    <a:pt x="8297" y="2370"/>
                  </a:lnTo>
                  <a:lnTo>
                    <a:pt x="8336" y="2331"/>
                  </a:lnTo>
                  <a:lnTo>
                    <a:pt x="8336" y="2351"/>
                  </a:lnTo>
                  <a:lnTo>
                    <a:pt x="8396" y="2311"/>
                  </a:lnTo>
                  <a:lnTo>
                    <a:pt x="8396" y="2331"/>
                  </a:lnTo>
                  <a:lnTo>
                    <a:pt x="8455" y="2291"/>
                  </a:lnTo>
                  <a:lnTo>
                    <a:pt x="8494" y="2252"/>
                  </a:lnTo>
                  <a:lnTo>
                    <a:pt x="8514" y="2212"/>
                  </a:lnTo>
                  <a:lnTo>
                    <a:pt x="8534" y="2173"/>
                  </a:lnTo>
                  <a:lnTo>
                    <a:pt x="8573" y="2133"/>
                  </a:lnTo>
                  <a:lnTo>
                    <a:pt x="8554" y="2212"/>
                  </a:lnTo>
                  <a:lnTo>
                    <a:pt x="8593" y="2173"/>
                  </a:lnTo>
                  <a:lnTo>
                    <a:pt x="8613" y="2133"/>
                  </a:lnTo>
                  <a:lnTo>
                    <a:pt x="8652" y="2094"/>
                  </a:lnTo>
                  <a:lnTo>
                    <a:pt x="8692" y="2054"/>
                  </a:lnTo>
                  <a:lnTo>
                    <a:pt x="8712" y="2074"/>
                  </a:lnTo>
                  <a:lnTo>
                    <a:pt x="8751" y="2035"/>
                  </a:lnTo>
                  <a:lnTo>
                    <a:pt x="8751" y="2054"/>
                  </a:lnTo>
                  <a:lnTo>
                    <a:pt x="8771" y="1995"/>
                  </a:lnTo>
                  <a:lnTo>
                    <a:pt x="8810" y="1956"/>
                  </a:lnTo>
                  <a:lnTo>
                    <a:pt x="8850" y="1916"/>
                  </a:lnTo>
                  <a:lnTo>
                    <a:pt x="8889" y="1877"/>
                  </a:lnTo>
                  <a:lnTo>
                    <a:pt x="8949" y="1896"/>
                  </a:lnTo>
                  <a:lnTo>
                    <a:pt x="8968" y="1877"/>
                  </a:lnTo>
                  <a:lnTo>
                    <a:pt x="8988" y="1857"/>
                  </a:lnTo>
                  <a:lnTo>
                    <a:pt x="9008" y="1916"/>
                  </a:lnTo>
                  <a:lnTo>
                    <a:pt x="8968" y="1936"/>
                  </a:lnTo>
                  <a:lnTo>
                    <a:pt x="8909" y="1936"/>
                  </a:lnTo>
                  <a:lnTo>
                    <a:pt x="8870" y="1975"/>
                  </a:lnTo>
                  <a:lnTo>
                    <a:pt x="8968" y="1975"/>
                  </a:lnTo>
                  <a:lnTo>
                    <a:pt x="9087" y="1936"/>
                  </a:lnTo>
                  <a:lnTo>
                    <a:pt x="9324" y="1798"/>
                  </a:lnTo>
                  <a:lnTo>
                    <a:pt x="9423" y="1738"/>
                  </a:lnTo>
                  <a:lnTo>
                    <a:pt x="9521" y="1679"/>
                  </a:lnTo>
                  <a:lnTo>
                    <a:pt x="9600" y="1620"/>
                  </a:lnTo>
                  <a:lnTo>
                    <a:pt x="9640" y="1580"/>
                  </a:lnTo>
                  <a:lnTo>
                    <a:pt x="9640" y="1541"/>
                  </a:lnTo>
                  <a:lnTo>
                    <a:pt x="9660" y="1600"/>
                  </a:lnTo>
                  <a:lnTo>
                    <a:pt x="9857" y="1521"/>
                  </a:lnTo>
                  <a:lnTo>
                    <a:pt x="10094" y="1383"/>
                  </a:lnTo>
                  <a:lnTo>
                    <a:pt x="10213" y="1323"/>
                  </a:lnTo>
                  <a:lnTo>
                    <a:pt x="10292" y="1244"/>
                  </a:lnTo>
                  <a:lnTo>
                    <a:pt x="10351" y="1264"/>
                  </a:lnTo>
                  <a:lnTo>
                    <a:pt x="10390" y="1205"/>
                  </a:lnTo>
                  <a:lnTo>
                    <a:pt x="10450" y="1146"/>
                  </a:lnTo>
                  <a:lnTo>
                    <a:pt x="10588" y="1047"/>
                  </a:lnTo>
                  <a:lnTo>
                    <a:pt x="10726" y="948"/>
                  </a:lnTo>
                  <a:lnTo>
                    <a:pt x="10785" y="889"/>
                  </a:lnTo>
                  <a:lnTo>
                    <a:pt x="10805" y="830"/>
                  </a:lnTo>
                  <a:lnTo>
                    <a:pt x="10845" y="830"/>
                  </a:lnTo>
                  <a:lnTo>
                    <a:pt x="10825" y="849"/>
                  </a:lnTo>
                  <a:lnTo>
                    <a:pt x="10805" y="909"/>
                  </a:lnTo>
                  <a:lnTo>
                    <a:pt x="10845" y="889"/>
                  </a:lnTo>
                  <a:lnTo>
                    <a:pt x="10884" y="830"/>
                  </a:lnTo>
                  <a:lnTo>
                    <a:pt x="10944" y="810"/>
                  </a:lnTo>
                  <a:lnTo>
                    <a:pt x="10963" y="790"/>
                  </a:lnTo>
                  <a:lnTo>
                    <a:pt x="11003" y="790"/>
                  </a:lnTo>
                  <a:lnTo>
                    <a:pt x="10983" y="810"/>
                  </a:lnTo>
                  <a:lnTo>
                    <a:pt x="10963" y="830"/>
                  </a:lnTo>
                  <a:lnTo>
                    <a:pt x="10963" y="849"/>
                  </a:lnTo>
                  <a:lnTo>
                    <a:pt x="11003" y="849"/>
                  </a:lnTo>
                  <a:lnTo>
                    <a:pt x="11023" y="830"/>
                  </a:lnTo>
                  <a:lnTo>
                    <a:pt x="11042" y="810"/>
                  </a:lnTo>
                  <a:lnTo>
                    <a:pt x="11062" y="810"/>
                  </a:lnTo>
                  <a:lnTo>
                    <a:pt x="11062" y="770"/>
                  </a:lnTo>
                  <a:lnTo>
                    <a:pt x="11082" y="731"/>
                  </a:lnTo>
                  <a:lnTo>
                    <a:pt x="11161" y="652"/>
                  </a:lnTo>
                  <a:lnTo>
                    <a:pt x="11141" y="652"/>
                  </a:lnTo>
                  <a:lnTo>
                    <a:pt x="11141" y="632"/>
                  </a:lnTo>
                  <a:lnTo>
                    <a:pt x="11161" y="612"/>
                  </a:lnTo>
                  <a:lnTo>
                    <a:pt x="11200" y="593"/>
                  </a:lnTo>
                  <a:lnTo>
                    <a:pt x="11200" y="612"/>
                  </a:lnTo>
                  <a:lnTo>
                    <a:pt x="11536" y="395"/>
                  </a:lnTo>
                  <a:lnTo>
                    <a:pt x="113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1" name="Google Shape;9001;p34"/>
            <p:cNvSpPr/>
            <p:nvPr/>
          </p:nvSpPr>
          <p:spPr>
            <a:xfrm>
              <a:off x="9886363" y="4459434"/>
              <a:ext cx="52" cy="1093"/>
            </a:xfrm>
            <a:custGeom>
              <a:rect b="b" l="l" r="r" t="t"/>
              <a:pathLst>
                <a:path extrusionOk="0" h="21" w="1">
                  <a:moveTo>
                    <a:pt x="0" y="21"/>
                  </a:moveTo>
                  <a:lnTo>
                    <a:pt x="0" y="2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21"/>
                  </a:lnTo>
                  <a:lnTo>
                    <a:pt x="0" y="21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2" name="Google Shape;9002;p34"/>
            <p:cNvSpPr/>
            <p:nvPr/>
          </p:nvSpPr>
          <p:spPr>
            <a:xfrm>
              <a:off x="10206056" y="4449182"/>
              <a:ext cx="1041" cy="2082"/>
            </a:xfrm>
            <a:custGeom>
              <a:rect b="b" l="l" r="r" t="t"/>
              <a:pathLst>
                <a:path extrusionOk="0" h="40" w="20">
                  <a:moveTo>
                    <a:pt x="20" y="0"/>
                  </a:moveTo>
                  <a:lnTo>
                    <a:pt x="20" y="0"/>
                  </a:lnTo>
                  <a:lnTo>
                    <a:pt x="0" y="40"/>
                  </a:lnTo>
                  <a:lnTo>
                    <a:pt x="0" y="40"/>
                  </a:lnTo>
                  <a:lnTo>
                    <a:pt x="20" y="0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3" name="Google Shape;9003;p34"/>
            <p:cNvSpPr/>
            <p:nvPr/>
          </p:nvSpPr>
          <p:spPr>
            <a:xfrm>
              <a:off x="10061119" y="4517045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0"/>
                  </a:move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4" name="Google Shape;9004;p34"/>
            <p:cNvSpPr/>
            <p:nvPr/>
          </p:nvSpPr>
          <p:spPr>
            <a:xfrm>
              <a:off x="9672523" y="4428626"/>
              <a:ext cx="600362" cy="376267"/>
            </a:xfrm>
            <a:custGeom>
              <a:rect b="b" l="l" r="r" t="t"/>
              <a:pathLst>
                <a:path extrusionOk="0" h="7230" w="11536">
                  <a:moveTo>
                    <a:pt x="10331" y="415"/>
                  </a:moveTo>
                  <a:lnTo>
                    <a:pt x="10331" y="435"/>
                  </a:lnTo>
                  <a:lnTo>
                    <a:pt x="10331" y="455"/>
                  </a:lnTo>
                  <a:lnTo>
                    <a:pt x="10321" y="465"/>
                  </a:lnTo>
                  <a:lnTo>
                    <a:pt x="10321" y="465"/>
                  </a:lnTo>
                  <a:lnTo>
                    <a:pt x="10351" y="455"/>
                  </a:lnTo>
                  <a:lnTo>
                    <a:pt x="10371" y="435"/>
                  </a:lnTo>
                  <a:lnTo>
                    <a:pt x="10371" y="415"/>
                  </a:lnTo>
                  <a:close/>
                  <a:moveTo>
                    <a:pt x="10321" y="465"/>
                  </a:moveTo>
                  <a:lnTo>
                    <a:pt x="10303" y="470"/>
                  </a:lnTo>
                  <a:lnTo>
                    <a:pt x="10311" y="474"/>
                  </a:lnTo>
                  <a:lnTo>
                    <a:pt x="10321" y="465"/>
                  </a:lnTo>
                  <a:close/>
                  <a:moveTo>
                    <a:pt x="10252" y="435"/>
                  </a:moveTo>
                  <a:lnTo>
                    <a:pt x="10213" y="455"/>
                  </a:lnTo>
                  <a:lnTo>
                    <a:pt x="10153" y="474"/>
                  </a:lnTo>
                  <a:lnTo>
                    <a:pt x="10173" y="494"/>
                  </a:lnTo>
                  <a:lnTo>
                    <a:pt x="10173" y="514"/>
                  </a:lnTo>
                  <a:lnTo>
                    <a:pt x="10173" y="534"/>
                  </a:lnTo>
                  <a:lnTo>
                    <a:pt x="10173" y="553"/>
                  </a:lnTo>
                  <a:lnTo>
                    <a:pt x="10213" y="474"/>
                  </a:lnTo>
                  <a:lnTo>
                    <a:pt x="10252" y="455"/>
                  </a:lnTo>
                  <a:lnTo>
                    <a:pt x="10272" y="474"/>
                  </a:lnTo>
                  <a:lnTo>
                    <a:pt x="10272" y="494"/>
                  </a:lnTo>
                  <a:lnTo>
                    <a:pt x="10292" y="494"/>
                  </a:lnTo>
                  <a:lnTo>
                    <a:pt x="10292" y="474"/>
                  </a:lnTo>
                  <a:lnTo>
                    <a:pt x="10303" y="470"/>
                  </a:lnTo>
                  <a:lnTo>
                    <a:pt x="10272" y="455"/>
                  </a:lnTo>
                  <a:lnTo>
                    <a:pt x="10252" y="435"/>
                  </a:lnTo>
                  <a:close/>
                  <a:moveTo>
                    <a:pt x="6914" y="2173"/>
                  </a:moveTo>
                  <a:lnTo>
                    <a:pt x="6835" y="2213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914" y="2173"/>
                  </a:lnTo>
                  <a:close/>
                  <a:moveTo>
                    <a:pt x="5452" y="2983"/>
                  </a:moveTo>
                  <a:lnTo>
                    <a:pt x="5334" y="3062"/>
                  </a:lnTo>
                  <a:lnTo>
                    <a:pt x="5354" y="3062"/>
                  </a:lnTo>
                  <a:lnTo>
                    <a:pt x="5393" y="3042"/>
                  </a:lnTo>
                  <a:lnTo>
                    <a:pt x="5452" y="2983"/>
                  </a:lnTo>
                  <a:close/>
                  <a:moveTo>
                    <a:pt x="4484" y="3595"/>
                  </a:moveTo>
                  <a:lnTo>
                    <a:pt x="4445" y="3615"/>
                  </a:lnTo>
                  <a:lnTo>
                    <a:pt x="4465" y="3654"/>
                  </a:lnTo>
                  <a:lnTo>
                    <a:pt x="4465" y="3674"/>
                  </a:lnTo>
                  <a:lnTo>
                    <a:pt x="4484" y="3714"/>
                  </a:lnTo>
                  <a:lnTo>
                    <a:pt x="4524" y="3674"/>
                  </a:lnTo>
                  <a:lnTo>
                    <a:pt x="4524" y="3654"/>
                  </a:lnTo>
                  <a:lnTo>
                    <a:pt x="4524" y="3635"/>
                  </a:lnTo>
                  <a:lnTo>
                    <a:pt x="4465" y="3635"/>
                  </a:lnTo>
                  <a:lnTo>
                    <a:pt x="4484" y="3595"/>
                  </a:lnTo>
                  <a:close/>
                  <a:moveTo>
                    <a:pt x="4070" y="3911"/>
                  </a:moveTo>
                  <a:lnTo>
                    <a:pt x="4030" y="3931"/>
                  </a:lnTo>
                  <a:lnTo>
                    <a:pt x="3971" y="3951"/>
                  </a:lnTo>
                  <a:lnTo>
                    <a:pt x="3991" y="3990"/>
                  </a:lnTo>
                  <a:lnTo>
                    <a:pt x="4010" y="3990"/>
                  </a:lnTo>
                  <a:lnTo>
                    <a:pt x="4050" y="3951"/>
                  </a:lnTo>
                  <a:lnTo>
                    <a:pt x="4070" y="3911"/>
                  </a:lnTo>
                  <a:close/>
                  <a:moveTo>
                    <a:pt x="3359" y="4385"/>
                  </a:moveTo>
                  <a:lnTo>
                    <a:pt x="3367" y="4393"/>
                  </a:lnTo>
                  <a:lnTo>
                    <a:pt x="3367" y="4393"/>
                  </a:lnTo>
                  <a:lnTo>
                    <a:pt x="3378" y="4385"/>
                  </a:lnTo>
                  <a:close/>
                  <a:moveTo>
                    <a:pt x="2806" y="4741"/>
                  </a:moveTo>
                  <a:lnTo>
                    <a:pt x="2786" y="4761"/>
                  </a:lnTo>
                  <a:lnTo>
                    <a:pt x="2746" y="4800"/>
                  </a:lnTo>
                  <a:lnTo>
                    <a:pt x="2786" y="4780"/>
                  </a:lnTo>
                  <a:lnTo>
                    <a:pt x="2865" y="4741"/>
                  </a:lnTo>
                  <a:close/>
                  <a:moveTo>
                    <a:pt x="2490" y="5136"/>
                  </a:moveTo>
                  <a:lnTo>
                    <a:pt x="2450" y="5175"/>
                  </a:lnTo>
                  <a:lnTo>
                    <a:pt x="2430" y="5195"/>
                  </a:lnTo>
                  <a:lnTo>
                    <a:pt x="2430" y="5215"/>
                  </a:lnTo>
                  <a:lnTo>
                    <a:pt x="2470" y="5175"/>
                  </a:lnTo>
                  <a:lnTo>
                    <a:pt x="2490" y="5136"/>
                  </a:lnTo>
                  <a:close/>
                  <a:moveTo>
                    <a:pt x="1048" y="5926"/>
                  </a:moveTo>
                  <a:lnTo>
                    <a:pt x="969" y="6044"/>
                  </a:lnTo>
                  <a:lnTo>
                    <a:pt x="929" y="6104"/>
                  </a:lnTo>
                  <a:lnTo>
                    <a:pt x="850" y="6143"/>
                  </a:lnTo>
                  <a:lnTo>
                    <a:pt x="850" y="6163"/>
                  </a:lnTo>
                  <a:lnTo>
                    <a:pt x="850" y="6202"/>
                  </a:lnTo>
                  <a:lnTo>
                    <a:pt x="830" y="6222"/>
                  </a:lnTo>
                  <a:lnTo>
                    <a:pt x="830" y="6242"/>
                  </a:lnTo>
                  <a:lnTo>
                    <a:pt x="870" y="6222"/>
                  </a:lnTo>
                  <a:lnTo>
                    <a:pt x="909" y="6202"/>
                  </a:lnTo>
                  <a:lnTo>
                    <a:pt x="969" y="6143"/>
                  </a:lnTo>
                  <a:lnTo>
                    <a:pt x="1008" y="6104"/>
                  </a:lnTo>
                  <a:lnTo>
                    <a:pt x="1048" y="6084"/>
                  </a:lnTo>
                  <a:lnTo>
                    <a:pt x="1087" y="6084"/>
                  </a:lnTo>
                  <a:lnTo>
                    <a:pt x="1107" y="6044"/>
                  </a:lnTo>
                  <a:lnTo>
                    <a:pt x="1107" y="6025"/>
                  </a:lnTo>
                  <a:lnTo>
                    <a:pt x="1087" y="5985"/>
                  </a:lnTo>
                  <a:lnTo>
                    <a:pt x="1146" y="5946"/>
                  </a:lnTo>
                  <a:lnTo>
                    <a:pt x="1107" y="5946"/>
                  </a:lnTo>
                  <a:lnTo>
                    <a:pt x="1048" y="5926"/>
                  </a:lnTo>
                  <a:close/>
                  <a:moveTo>
                    <a:pt x="1364" y="6657"/>
                  </a:moveTo>
                  <a:lnTo>
                    <a:pt x="1324" y="6696"/>
                  </a:lnTo>
                  <a:lnTo>
                    <a:pt x="1344" y="6696"/>
                  </a:lnTo>
                  <a:lnTo>
                    <a:pt x="1364" y="6716"/>
                  </a:lnTo>
                  <a:lnTo>
                    <a:pt x="1403" y="6696"/>
                  </a:lnTo>
                  <a:lnTo>
                    <a:pt x="1403" y="6677"/>
                  </a:lnTo>
                  <a:lnTo>
                    <a:pt x="1403" y="6657"/>
                  </a:lnTo>
                  <a:close/>
                  <a:moveTo>
                    <a:pt x="11299" y="0"/>
                  </a:moveTo>
                  <a:lnTo>
                    <a:pt x="11279" y="40"/>
                  </a:lnTo>
                  <a:lnTo>
                    <a:pt x="11240" y="40"/>
                  </a:lnTo>
                  <a:lnTo>
                    <a:pt x="11180" y="79"/>
                  </a:lnTo>
                  <a:lnTo>
                    <a:pt x="11141" y="79"/>
                  </a:lnTo>
                  <a:lnTo>
                    <a:pt x="11161" y="40"/>
                  </a:lnTo>
                  <a:lnTo>
                    <a:pt x="11161" y="20"/>
                  </a:lnTo>
                  <a:lnTo>
                    <a:pt x="11141" y="40"/>
                  </a:lnTo>
                  <a:lnTo>
                    <a:pt x="11121" y="60"/>
                  </a:lnTo>
                  <a:lnTo>
                    <a:pt x="11042" y="79"/>
                  </a:lnTo>
                  <a:lnTo>
                    <a:pt x="10963" y="99"/>
                  </a:lnTo>
                  <a:lnTo>
                    <a:pt x="10943" y="139"/>
                  </a:lnTo>
                  <a:lnTo>
                    <a:pt x="10943" y="178"/>
                  </a:lnTo>
                  <a:lnTo>
                    <a:pt x="10884" y="178"/>
                  </a:lnTo>
                  <a:lnTo>
                    <a:pt x="10845" y="198"/>
                  </a:lnTo>
                  <a:lnTo>
                    <a:pt x="10825" y="178"/>
                  </a:lnTo>
                  <a:lnTo>
                    <a:pt x="10805" y="218"/>
                  </a:lnTo>
                  <a:lnTo>
                    <a:pt x="10766" y="237"/>
                  </a:lnTo>
                  <a:lnTo>
                    <a:pt x="10706" y="257"/>
                  </a:lnTo>
                  <a:lnTo>
                    <a:pt x="10687" y="277"/>
                  </a:lnTo>
                  <a:lnTo>
                    <a:pt x="10647" y="277"/>
                  </a:lnTo>
                  <a:lnTo>
                    <a:pt x="10608" y="297"/>
                  </a:lnTo>
                  <a:lnTo>
                    <a:pt x="10647" y="297"/>
                  </a:lnTo>
                  <a:lnTo>
                    <a:pt x="10627" y="356"/>
                  </a:lnTo>
                  <a:lnTo>
                    <a:pt x="10588" y="356"/>
                  </a:lnTo>
                  <a:lnTo>
                    <a:pt x="10529" y="376"/>
                  </a:lnTo>
                  <a:lnTo>
                    <a:pt x="10450" y="376"/>
                  </a:lnTo>
                  <a:lnTo>
                    <a:pt x="10430" y="415"/>
                  </a:lnTo>
                  <a:lnTo>
                    <a:pt x="10430" y="435"/>
                  </a:lnTo>
                  <a:lnTo>
                    <a:pt x="10450" y="494"/>
                  </a:lnTo>
                  <a:lnTo>
                    <a:pt x="10410" y="494"/>
                  </a:lnTo>
                  <a:lnTo>
                    <a:pt x="10351" y="514"/>
                  </a:lnTo>
                  <a:lnTo>
                    <a:pt x="10311" y="514"/>
                  </a:lnTo>
                  <a:lnTo>
                    <a:pt x="10292" y="494"/>
                  </a:lnTo>
                  <a:lnTo>
                    <a:pt x="10213" y="553"/>
                  </a:lnTo>
                  <a:lnTo>
                    <a:pt x="10193" y="593"/>
                  </a:lnTo>
                  <a:lnTo>
                    <a:pt x="10173" y="652"/>
                  </a:lnTo>
                  <a:lnTo>
                    <a:pt x="10114" y="711"/>
                  </a:lnTo>
                  <a:lnTo>
                    <a:pt x="10015" y="711"/>
                  </a:lnTo>
                  <a:lnTo>
                    <a:pt x="10035" y="692"/>
                  </a:lnTo>
                  <a:lnTo>
                    <a:pt x="10035" y="672"/>
                  </a:lnTo>
                  <a:lnTo>
                    <a:pt x="10015" y="652"/>
                  </a:lnTo>
                  <a:lnTo>
                    <a:pt x="9995" y="652"/>
                  </a:lnTo>
                  <a:lnTo>
                    <a:pt x="9956" y="692"/>
                  </a:lnTo>
                  <a:lnTo>
                    <a:pt x="9837" y="692"/>
                  </a:lnTo>
                  <a:lnTo>
                    <a:pt x="9857" y="711"/>
                  </a:lnTo>
                  <a:lnTo>
                    <a:pt x="9837" y="751"/>
                  </a:lnTo>
                  <a:lnTo>
                    <a:pt x="9798" y="790"/>
                  </a:lnTo>
                  <a:lnTo>
                    <a:pt x="9778" y="771"/>
                  </a:lnTo>
                  <a:lnTo>
                    <a:pt x="9758" y="751"/>
                  </a:lnTo>
                  <a:lnTo>
                    <a:pt x="9719" y="751"/>
                  </a:lnTo>
                  <a:lnTo>
                    <a:pt x="9600" y="790"/>
                  </a:lnTo>
                  <a:lnTo>
                    <a:pt x="9482" y="830"/>
                  </a:lnTo>
                  <a:lnTo>
                    <a:pt x="9383" y="869"/>
                  </a:lnTo>
                  <a:lnTo>
                    <a:pt x="9284" y="929"/>
                  </a:lnTo>
                  <a:lnTo>
                    <a:pt x="9363" y="948"/>
                  </a:lnTo>
                  <a:lnTo>
                    <a:pt x="9363" y="889"/>
                  </a:lnTo>
                  <a:lnTo>
                    <a:pt x="9403" y="909"/>
                  </a:lnTo>
                  <a:lnTo>
                    <a:pt x="9403" y="948"/>
                  </a:lnTo>
                  <a:lnTo>
                    <a:pt x="9383" y="1027"/>
                  </a:lnTo>
                  <a:lnTo>
                    <a:pt x="9343" y="1047"/>
                  </a:lnTo>
                  <a:lnTo>
                    <a:pt x="9304" y="1047"/>
                  </a:lnTo>
                  <a:lnTo>
                    <a:pt x="9304" y="1027"/>
                  </a:lnTo>
                  <a:lnTo>
                    <a:pt x="9245" y="1087"/>
                  </a:lnTo>
                  <a:lnTo>
                    <a:pt x="9284" y="1087"/>
                  </a:lnTo>
                  <a:lnTo>
                    <a:pt x="9284" y="1106"/>
                  </a:lnTo>
                  <a:lnTo>
                    <a:pt x="9205" y="1126"/>
                  </a:lnTo>
                  <a:lnTo>
                    <a:pt x="9185" y="1106"/>
                  </a:lnTo>
                  <a:lnTo>
                    <a:pt x="9185" y="1087"/>
                  </a:lnTo>
                  <a:lnTo>
                    <a:pt x="9126" y="1126"/>
                  </a:lnTo>
                  <a:lnTo>
                    <a:pt x="9106" y="1146"/>
                  </a:lnTo>
                  <a:lnTo>
                    <a:pt x="9126" y="1166"/>
                  </a:lnTo>
                  <a:lnTo>
                    <a:pt x="9087" y="1166"/>
                  </a:lnTo>
                  <a:lnTo>
                    <a:pt x="9087" y="1146"/>
                  </a:lnTo>
                  <a:lnTo>
                    <a:pt x="9126" y="1067"/>
                  </a:lnTo>
                  <a:lnTo>
                    <a:pt x="9126" y="1067"/>
                  </a:lnTo>
                  <a:lnTo>
                    <a:pt x="9087" y="1087"/>
                  </a:lnTo>
                  <a:lnTo>
                    <a:pt x="9067" y="1067"/>
                  </a:lnTo>
                  <a:lnTo>
                    <a:pt x="9067" y="1047"/>
                  </a:lnTo>
                  <a:lnTo>
                    <a:pt x="9067" y="1027"/>
                  </a:lnTo>
                  <a:lnTo>
                    <a:pt x="8988" y="1067"/>
                  </a:lnTo>
                  <a:lnTo>
                    <a:pt x="8988" y="1067"/>
                  </a:lnTo>
                  <a:lnTo>
                    <a:pt x="9008" y="1008"/>
                  </a:lnTo>
                  <a:lnTo>
                    <a:pt x="9008" y="1008"/>
                  </a:lnTo>
                  <a:lnTo>
                    <a:pt x="8968" y="1027"/>
                  </a:lnTo>
                  <a:lnTo>
                    <a:pt x="8929" y="1047"/>
                  </a:lnTo>
                  <a:lnTo>
                    <a:pt x="8889" y="1067"/>
                  </a:lnTo>
                  <a:lnTo>
                    <a:pt x="8850" y="1067"/>
                  </a:lnTo>
                  <a:lnTo>
                    <a:pt x="8850" y="1126"/>
                  </a:lnTo>
                  <a:lnTo>
                    <a:pt x="8692" y="1146"/>
                  </a:lnTo>
                  <a:lnTo>
                    <a:pt x="8553" y="1205"/>
                  </a:lnTo>
                  <a:lnTo>
                    <a:pt x="8593" y="1225"/>
                  </a:lnTo>
                  <a:lnTo>
                    <a:pt x="8553" y="1264"/>
                  </a:lnTo>
                  <a:lnTo>
                    <a:pt x="8455" y="1264"/>
                  </a:lnTo>
                  <a:lnTo>
                    <a:pt x="8356" y="1284"/>
                  </a:lnTo>
                  <a:lnTo>
                    <a:pt x="8277" y="1363"/>
                  </a:lnTo>
                  <a:lnTo>
                    <a:pt x="8277" y="1403"/>
                  </a:lnTo>
                  <a:lnTo>
                    <a:pt x="8277" y="1422"/>
                  </a:lnTo>
                  <a:lnTo>
                    <a:pt x="8257" y="1442"/>
                  </a:lnTo>
                  <a:lnTo>
                    <a:pt x="8178" y="1442"/>
                  </a:lnTo>
                  <a:lnTo>
                    <a:pt x="8139" y="1521"/>
                  </a:lnTo>
                  <a:lnTo>
                    <a:pt x="8079" y="1541"/>
                  </a:lnTo>
                  <a:lnTo>
                    <a:pt x="8040" y="1561"/>
                  </a:lnTo>
                  <a:lnTo>
                    <a:pt x="8040" y="1561"/>
                  </a:lnTo>
                  <a:lnTo>
                    <a:pt x="8119" y="1482"/>
                  </a:lnTo>
                  <a:lnTo>
                    <a:pt x="8099" y="1462"/>
                  </a:lnTo>
                  <a:lnTo>
                    <a:pt x="8040" y="1482"/>
                  </a:lnTo>
                  <a:lnTo>
                    <a:pt x="7981" y="1521"/>
                  </a:lnTo>
                  <a:lnTo>
                    <a:pt x="7921" y="1541"/>
                  </a:lnTo>
                  <a:lnTo>
                    <a:pt x="7744" y="1778"/>
                  </a:lnTo>
                  <a:lnTo>
                    <a:pt x="7763" y="1798"/>
                  </a:lnTo>
                  <a:lnTo>
                    <a:pt x="7783" y="1837"/>
                  </a:lnTo>
                  <a:lnTo>
                    <a:pt x="7783" y="1877"/>
                  </a:lnTo>
                  <a:lnTo>
                    <a:pt x="7744" y="1936"/>
                  </a:lnTo>
                  <a:lnTo>
                    <a:pt x="7744" y="1916"/>
                  </a:lnTo>
                  <a:lnTo>
                    <a:pt x="7684" y="1916"/>
                  </a:lnTo>
                  <a:lnTo>
                    <a:pt x="7586" y="1936"/>
                  </a:lnTo>
                  <a:lnTo>
                    <a:pt x="7586" y="1916"/>
                  </a:lnTo>
                  <a:lnTo>
                    <a:pt x="7546" y="1916"/>
                  </a:lnTo>
                  <a:lnTo>
                    <a:pt x="7526" y="1897"/>
                  </a:lnTo>
                  <a:lnTo>
                    <a:pt x="7546" y="1877"/>
                  </a:lnTo>
                  <a:lnTo>
                    <a:pt x="7645" y="1877"/>
                  </a:lnTo>
                  <a:lnTo>
                    <a:pt x="7566" y="1857"/>
                  </a:lnTo>
                  <a:lnTo>
                    <a:pt x="7447" y="1857"/>
                  </a:lnTo>
                  <a:lnTo>
                    <a:pt x="7467" y="1818"/>
                  </a:lnTo>
                  <a:lnTo>
                    <a:pt x="7507" y="1778"/>
                  </a:lnTo>
                  <a:lnTo>
                    <a:pt x="7507" y="1818"/>
                  </a:lnTo>
                  <a:lnTo>
                    <a:pt x="7526" y="1818"/>
                  </a:lnTo>
                  <a:lnTo>
                    <a:pt x="7546" y="1778"/>
                  </a:lnTo>
                  <a:lnTo>
                    <a:pt x="7526" y="1758"/>
                  </a:lnTo>
                  <a:lnTo>
                    <a:pt x="7487" y="1739"/>
                  </a:lnTo>
                  <a:lnTo>
                    <a:pt x="7467" y="1739"/>
                  </a:lnTo>
                  <a:lnTo>
                    <a:pt x="7467" y="1719"/>
                  </a:lnTo>
                  <a:lnTo>
                    <a:pt x="7408" y="1758"/>
                  </a:lnTo>
                  <a:lnTo>
                    <a:pt x="7388" y="1778"/>
                  </a:lnTo>
                  <a:lnTo>
                    <a:pt x="7368" y="1778"/>
                  </a:lnTo>
                  <a:lnTo>
                    <a:pt x="7349" y="1798"/>
                  </a:lnTo>
                  <a:lnTo>
                    <a:pt x="7270" y="1837"/>
                  </a:lnTo>
                  <a:lnTo>
                    <a:pt x="7210" y="1877"/>
                  </a:lnTo>
                  <a:lnTo>
                    <a:pt x="7191" y="1897"/>
                  </a:lnTo>
                  <a:lnTo>
                    <a:pt x="7151" y="1897"/>
                  </a:lnTo>
                  <a:lnTo>
                    <a:pt x="7171" y="1916"/>
                  </a:lnTo>
                  <a:lnTo>
                    <a:pt x="7171" y="1936"/>
                  </a:lnTo>
                  <a:lnTo>
                    <a:pt x="7171" y="1956"/>
                  </a:lnTo>
                  <a:lnTo>
                    <a:pt x="7131" y="1976"/>
                  </a:lnTo>
                  <a:lnTo>
                    <a:pt x="7092" y="1976"/>
                  </a:lnTo>
                  <a:lnTo>
                    <a:pt x="7052" y="1956"/>
                  </a:lnTo>
                  <a:lnTo>
                    <a:pt x="6993" y="2015"/>
                  </a:lnTo>
                  <a:lnTo>
                    <a:pt x="6953" y="2055"/>
                  </a:lnTo>
                  <a:lnTo>
                    <a:pt x="6953" y="2074"/>
                  </a:lnTo>
                  <a:lnTo>
                    <a:pt x="6973" y="2094"/>
                  </a:lnTo>
                  <a:lnTo>
                    <a:pt x="6993" y="2114"/>
                  </a:lnTo>
                  <a:lnTo>
                    <a:pt x="6993" y="2153"/>
                  </a:lnTo>
                  <a:lnTo>
                    <a:pt x="6953" y="2193"/>
                  </a:lnTo>
                  <a:lnTo>
                    <a:pt x="6914" y="2213"/>
                  </a:lnTo>
                  <a:lnTo>
                    <a:pt x="6874" y="2232"/>
                  </a:lnTo>
                  <a:lnTo>
                    <a:pt x="6835" y="2252"/>
                  </a:lnTo>
                  <a:lnTo>
                    <a:pt x="6815" y="2252"/>
                  </a:lnTo>
                  <a:lnTo>
                    <a:pt x="6828" y="2227"/>
                  </a:lnTo>
                  <a:lnTo>
                    <a:pt x="6828" y="2227"/>
                  </a:lnTo>
                  <a:lnTo>
                    <a:pt x="6756" y="2272"/>
                  </a:lnTo>
                  <a:lnTo>
                    <a:pt x="6716" y="2272"/>
                  </a:lnTo>
                  <a:lnTo>
                    <a:pt x="6736" y="2252"/>
                  </a:lnTo>
                  <a:lnTo>
                    <a:pt x="6795" y="2193"/>
                  </a:lnTo>
                  <a:lnTo>
                    <a:pt x="6736" y="2213"/>
                  </a:lnTo>
                  <a:lnTo>
                    <a:pt x="6697" y="2252"/>
                  </a:lnTo>
                  <a:lnTo>
                    <a:pt x="6657" y="2292"/>
                  </a:lnTo>
                  <a:lnTo>
                    <a:pt x="6637" y="2331"/>
                  </a:lnTo>
                  <a:lnTo>
                    <a:pt x="6578" y="2351"/>
                  </a:lnTo>
                  <a:lnTo>
                    <a:pt x="6539" y="2371"/>
                  </a:lnTo>
                  <a:lnTo>
                    <a:pt x="6539" y="2351"/>
                  </a:lnTo>
                  <a:lnTo>
                    <a:pt x="6539" y="2311"/>
                  </a:lnTo>
                  <a:lnTo>
                    <a:pt x="6539" y="2252"/>
                  </a:lnTo>
                  <a:lnTo>
                    <a:pt x="6578" y="2232"/>
                  </a:lnTo>
                  <a:lnTo>
                    <a:pt x="6618" y="2213"/>
                  </a:lnTo>
                  <a:lnTo>
                    <a:pt x="6618" y="2232"/>
                  </a:lnTo>
                  <a:lnTo>
                    <a:pt x="6618" y="2252"/>
                  </a:lnTo>
                  <a:lnTo>
                    <a:pt x="6657" y="2252"/>
                  </a:lnTo>
                  <a:lnTo>
                    <a:pt x="6637" y="2213"/>
                  </a:lnTo>
                  <a:lnTo>
                    <a:pt x="6677" y="2213"/>
                  </a:lnTo>
                  <a:lnTo>
                    <a:pt x="6697" y="2193"/>
                  </a:lnTo>
                  <a:lnTo>
                    <a:pt x="6756" y="2134"/>
                  </a:lnTo>
                  <a:lnTo>
                    <a:pt x="6756" y="2153"/>
                  </a:lnTo>
                  <a:lnTo>
                    <a:pt x="6736" y="2173"/>
                  </a:lnTo>
                  <a:lnTo>
                    <a:pt x="6835" y="2114"/>
                  </a:lnTo>
                  <a:lnTo>
                    <a:pt x="6874" y="2094"/>
                  </a:lnTo>
                  <a:lnTo>
                    <a:pt x="6914" y="2055"/>
                  </a:lnTo>
                  <a:lnTo>
                    <a:pt x="6815" y="2074"/>
                  </a:lnTo>
                  <a:lnTo>
                    <a:pt x="6736" y="2114"/>
                  </a:lnTo>
                  <a:lnTo>
                    <a:pt x="6657" y="2153"/>
                  </a:lnTo>
                  <a:lnTo>
                    <a:pt x="6598" y="2173"/>
                  </a:lnTo>
                  <a:lnTo>
                    <a:pt x="6440" y="2331"/>
                  </a:lnTo>
                  <a:lnTo>
                    <a:pt x="6479" y="2351"/>
                  </a:lnTo>
                  <a:lnTo>
                    <a:pt x="6499" y="2371"/>
                  </a:lnTo>
                  <a:lnTo>
                    <a:pt x="6499" y="2410"/>
                  </a:lnTo>
                  <a:lnTo>
                    <a:pt x="6460" y="2390"/>
                  </a:lnTo>
                  <a:lnTo>
                    <a:pt x="6400" y="2390"/>
                  </a:lnTo>
                  <a:lnTo>
                    <a:pt x="6302" y="2410"/>
                  </a:lnTo>
                  <a:lnTo>
                    <a:pt x="6302" y="2430"/>
                  </a:lnTo>
                  <a:lnTo>
                    <a:pt x="6302" y="2450"/>
                  </a:lnTo>
                  <a:lnTo>
                    <a:pt x="6282" y="2489"/>
                  </a:lnTo>
                  <a:lnTo>
                    <a:pt x="6242" y="2529"/>
                  </a:lnTo>
                  <a:lnTo>
                    <a:pt x="6262" y="2548"/>
                  </a:lnTo>
                  <a:lnTo>
                    <a:pt x="6282" y="2529"/>
                  </a:lnTo>
                  <a:lnTo>
                    <a:pt x="6321" y="2529"/>
                  </a:lnTo>
                  <a:lnTo>
                    <a:pt x="6302" y="2568"/>
                  </a:lnTo>
                  <a:lnTo>
                    <a:pt x="6302" y="2588"/>
                  </a:lnTo>
                  <a:lnTo>
                    <a:pt x="6321" y="2588"/>
                  </a:lnTo>
                  <a:lnTo>
                    <a:pt x="6302" y="2608"/>
                  </a:lnTo>
                  <a:lnTo>
                    <a:pt x="6242" y="2627"/>
                  </a:lnTo>
                  <a:lnTo>
                    <a:pt x="6223" y="2627"/>
                  </a:lnTo>
                  <a:lnTo>
                    <a:pt x="6223" y="2608"/>
                  </a:lnTo>
                  <a:lnTo>
                    <a:pt x="6144" y="2627"/>
                  </a:lnTo>
                  <a:lnTo>
                    <a:pt x="6144" y="2627"/>
                  </a:lnTo>
                  <a:lnTo>
                    <a:pt x="6203" y="2548"/>
                  </a:lnTo>
                  <a:lnTo>
                    <a:pt x="6262" y="2450"/>
                  </a:lnTo>
                  <a:lnTo>
                    <a:pt x="6223" y="2450"/>
                  </a:lnTo>
                  <a:lnTo>
                    <a:pt x="6183" y="2469"/>
                  </a:lnTo>
                  <a:lnTo>
                    <a:pt x="6163" y="2469"/>
                  </a:lnTo>
                  <a:lnTo>
                    <a:pt x="6183" y="2489"/>
                  </a:lnTo>
                  <a:lnTo>
                    <a:pt x="6183" y="2509"/>
                  </a:lnTo>
                  <a:lnTo>
                    <a:pt x="6183" y="2529"/>
                  </a:lnTo>
                  <a:lnTo>
                    <a:pt x="6203" y="2529"/>
                  </a:lnTo>
                  <a:lnTo>
                    <a:pt x="6045" y="2667"/>
                  </a:lnTo>
                  <a:lnTo>
                    <a:pt x="5986" y="2746"/>
                  </a:lnTo>
                  <a:lnTo>
                    <a:pt x="5887" y="2825"/>
                  </a:lnTo>
                  <a:lnTo>
                    <a:pt x="5887" y="2785"/>
                  </a:lnTo>
                  <a:lnTo>
                    <a:pt x="5907" y="2746"/>
                  </a:lnTo>
                  <a:lnTo>
                    <a:pt x="5966" y="2687"/>
                  </a:lnTo>
                  <a:lnTo>
                    <a:pt x="6005" y="2627"/>
                  </a:lnTo>
                  <a:lnTo>
                    <a:pt x="6005" y="2608"/>
                  </a:lnTo>
                  <a:lnTo>
                    <a:pt x="5986" y="2568"/>
                  </a:lnTo>
                  <a:lnTo>
                    <a:pt x="5946" y="2608"/>
                  </a:lnTo>
                  <a:lnTo>
                    <a:pt x="5946" y="2647"/>
                  </a:lnTo>
                  <a:lnTo>
                    <a:pt x="5926" y="2667"/>
                  </a:lnTo>
                  <a:lnTo>
                    <a:pt x="5887" y="2687"/>
                  </a:lnTo>
                  <a:lnTo>
                    <a:pt x="5847" y="2687"/>
                  </a:lnTo>
                  <a:lnTo>
                    <a:pt x="5788" y="2726"/>
                  </a:lnTo>
                  <a:lnTo>
                    <a:pt x="5670" y="2805"/>
                  </a:lnTo>
                  <a:lnTo>
                    <a:pt x="5709" y="2805"/>
                  </a:lnTo>
                  <a:lnTo>
                    <a:pt x="5650" y="2864"/>
                  </a:lnTo>
                  <a:lnTo>
                    <a:pt x="5591" y="2884"/>
                  </a:lnTo>
                  <a:lnTo>
                    <a:pt x="5591" y="2864"/>
                  </a:lnTo>
                  <a:lnTo>
                    <a:pt x="5551" y="2904"/>
                  </a:lnTo>
                  <a:lnTo>
                    <a:pt x="5512" y="2943"/>
                  </a:lnTo>
                  <a:lnTo>
                    <a:pt x="5452" y="2983"/>
                  </a:lnTo>
                  <a:lnTo>
                    <a:pt x="5531" y="2983"/>
                  </a:lnTo>
                  <a:lnTo>
                    <a:pt x="5531" y="3003"/>
                  </a:lnTo>
                  <a:lnTo>
                    <a:pt x="5472" y="3062"/>
                  </a:lnTo>
                  <a:lnTo>
                    <a:pt x="5413" y="3101"/>
                  </a:lnTo>
                  <a:lnTo>
                    <a:pt x="5354" y="3161"/>
                  </a:lnTo>
                  <a:lnTo>
                    <a:pt x="5294" y="3220"/>
                  </a:lnTo>
                  <a:lnTo>
                    <a:pt x="5334" y="3200"/>
                  </a:lnTo>
                  <a:lnTo>
                    <a:pt x="5334" y="3200"/>
                  </a:lnTo>
                  <a:lnTo>
                    <a:pt x="5314" y="3240"/>
                  </a:lnTo>
                  <a:lnTo>
                    <a:pt x="5275" y="3259"/>
                  </a:lnTo>
                  <a:lnTo>
                    <a:pt x="5215" y="3299"/>
                  </a:lnTo>
                  <a:lnTo>
                    <a:pt x="5156" y="3299"/>
                  </a:lnTo>
                  <a:lnTo>
                    <a:pt x="5176" y="3259"/>
                  </a:lnTo>
                  <a:lnTo>
                    <a:pt x="5196" y="3240"/>
                  </a:lnTo>
                  <a:lnTo>
                    <a:pt x="5196" y="3220"/>
                  </a:lnTo>
                  <a:lnTo>
                    <a:pt x="5176" y="3220"/>
                  </a:lnTo>
                  <a:lnTo>
                    <a:pt x="5196" y="3180"/>
                  </a:lnTo>
                  <a:lnTo>
                    <a:pt x="5235" y="3161"/>
                  </a:lnTo>
                  <a:lnTo>
                    <a:pt x="5255" y="3141"/>
                  </a:lnTo>
                  <a:lnTo>
                    <a:pt x="5255" y="3121"/>
                  </a:lnTo>
                  <a:lnTo>
                    <a:pt x="5176" y="3101"/>
                  </a:lnTo>
                  <a:lnTo>
                    <a:pt x="5136" y="3141"/>
                  </a:lnTo>
                  <a:lnTo>
                    <a:pt x="5097" y="3141"/>
                  </a:lnTo>
                  <a:lnTo>
                    <a:pt x="5057" y="3161"/>
                  </a:lnTo>
                  <a:lnTo>
                    <a:pt x="5038" y="3180"/>
                  </a:lnTo>
                  <a:lnTo>
                    <a:pt x="5077" y="3180"/>
                  </a:lnTo>
                  <a:lnTo>
                    <a:pt x="5077" y="3200"/>
                  </a:lnTo>
                  <a:lnTo>
                    <a:pt x="5057" y="3200"/>
                  </a:lnTo>
                  <a:lnTo>
                    <a:pt x="5018" y="3220"/>
                  </a:lnTo>
                  <a:lnTo>
                    <a:pt x="5077" y="3259"/>
                  </a:lnTo>
                  <a:lnTo>
                    <a:pt x="5117" y="3240"/>
                  </a:lnTo>
                  <a:lnTo>
                    <a:pt x="5136" y="3200"/>
                  </a:lnTo>
                  <a:lnTo>
                    <a:pt x="5176" y="3180"/>
                  </a:lnTo>
                  <a:lnTo>
                    <a:pt x="5215" y="3161"/>
                  </a:lnTo>
                  <a:lnTo>
                    <a:pt x="5156" y="3220"/>
                  </a:lnTo>
                  <a:lnTo>
                    <a:pt x="5136" y="3259"/>
                  </a:lnTo>
                  <a:lnTo>
                    <a:pt x="5117" y="3299"/>
                  </a:lnTo>
                  <a:lnTo>
                    <a:pt x="5057" y="3338"/>
                  </a:lnTo>
                  <a:lnTo>
                    <a:pt x="5057" y="3319"/>
                  </a:lnTo>
                  <a:lnTo>
                    <a:pt x="5077" y="3299"/>
                  </a:lnTo>
                  <a:lnTo>
                    <a:pt x="5038" y="3319"/>
                  </a:lnTo>
                  <a:lnTo>
                    <a:pt x="5018" y="3338"/>
                  </a:lnTo>
                  <a:lnTo>
                    <a:pt x="4978" y="3378"/>
                  </a:lnTo>
                  <a:lnTo>
                    <a:pt x="4939" y="3398"/>
                  </a:lnTo>
                  <a:lnTo>
                    <a:pt x="4978" y="3338"/>
                  </a:lnTo>
                  <a:lnTo>
                    <a:pt x="4978" y="3319"/>
                  </a:lnTo>
                  <a:lnTo>
                    <a:pt x="4959" y="3299"/>
                  </a:lnTo>
                  <a:lnTo>
                    <a:pt x="4939" y="3378"/>
                  </a:lnTo>
                  <a:lnTo>
                    <a:pt x="4919" y="3378"/>
                  </a:lnTo>
                  <a:lnTo>
                    <a:pt x="4899" y="3358"/>
                  </a:lnTo>
                  <a:lnTo>
                    <a:pt x="4880" y="3378"/>
                  </a:lnTo>
                  <a:lnTo>
                    <a:pt x="4899" y="3398"/>
                  </a:lnTo>
                  <a:lnTo>
                    <a:pt x="4899" y="3417"/>
                  </a:lnTo>
                  <a:lnTo>
                    <a:pt x="4860" y="3437"/>
                  </a:lnTo>
                  <a:lnTo>
                    <a:pt x="4840" y="3437"/>
                  </a:lnTo>
                  <a:lnTo>
                    <a:pt x="4820" y="3417"/>
                  </a:lnTo>
                  <a:lnTo>
                    <a:pt x="4781" y="3437"/>
                  </a:lnTo>
                  <a:lnTo>
                    <a:pt x="4781" y="3457"/>
                  </a:lnTo>
                  <a:lnTo>
                    <a:pt x="4741" y="3516"/>
                  </a:lnTo>
                  <a:lnTo>
                    <a:pt x="4781" y="3496"/>
                  </a:lnTo>
                  <a:lnTo>
                    <a:pt x="4801" y="3516"/>
                  </a:lnTo>
                  <a:lnTo>
                    <a:pt x="4820" y="3556"/>
                  </a:lnTo>
                  <a:lnTo>
                    <a:pt x="4781" y="3595"/>
                  </a:lnTo>
                  <a:lnTo>
                    <a:pt x="4662" y="3674"/>
                  </a:lnTo>
                  <a:lnTo>
                    <a:pt x="4623" y="3694"/>
                  </a:lnTo>
                  <a:lnTo>
                    <a:pt x="4544" y="3694"/>
                  </a:lnTo>
                  <a:lnTo>
                    <a:pt x="4524" y="3753"/>
                  </a:lnTo>
                  <a:lnTo>
                    <a:pt x="4524" y="3733"/>
                  </a:lnTo>
                  <a:lnTo>
                    <a:pt x="4484" y="3753"/>
                  </a:lnTo>
                  <a:lnTo>
                    <a:pt x="4425" y="3793"/>
                  </a:lnTo>
                  <a:lnTo>
                    <a:pt x="4425" y="3773"/>
                  </a:lnTo>
                  <a:lnTo>
                    <a:pt x="4425" y="3753"/>
                  </a:lnTo>
                  <a:lnTo>
                    <a:pt x="4484" y="3714"/>
                  </a:lnTo>
                  <a:lnTo>
                    <a:pt x="4425" y="3714"/>
                  </a:lnTo>
                  <a:lnTo>
                    <a:pt x="4386" y="3733"/>
                  </a:lnTo>
                  <a:lnTo>
                    <a:pt x="4366" y="3733"/>
                  </a:lnTo>
                  <a:lnTo>
                    <a:pt x="4366" y="3714"/>
                  </a:lnTo>
                  <a:lnTo>
                    <a:pt x="4346" y="3733"/>
                  </a:lnTo>
                  <a:lnTo>
                    <a:pt x="4326" y="3773"/>
                  </a:lnTo>
                  <a:lnTo>
                    <a:pt x="4307" y="3793"/>
                  </a:lnTo>
                  <a:lnTo>
                    <a:pt x="4287" y="3812"/>
                  </a:lnTo>
                  <a:lnTo>
                    <a:pt x="4287" y="3773"/>
                  </a:lnTo>
                  <a:lnTo>
                    <a:pt x="4267" y="3733"/>
                  </a:lnTo>
                  <a:lnTo>
                    <a:pt x="4247" y="3753"/>
                  </a:lnTo>
                  <a:lnTo>
                    <a:pt x="4228" y="3773"/>
                  </a:lnTo>
                  <a:lnTo>
                    <a:pt x="4188" y="3773"/>
                  </a:lnTo>
                  <a:lnTo>
                    <a:pt x="4208" y="3793"/>
                  </a:lnTo>
                  <a:lnTo>
                    <a:pt x="4208" y="3812"/>
                  </a:lnTo>
                  <a:lnTo>
                    <a:pt x="4228" y="3793"/>
                  </a:lnTo>
                  <a:lnTo>
                    <a:pt x="4228" y="3812"/>
                  </a:lnTo>
                  <a:lnTo>
                    <a:pt x="4188" y="3832"/>
                  </a:lnTo>
                  <a:lnTo>
                    <a:pt x="4149" y="3872"/>
                  </a:lnTo>
                  <a:lnTo>
                    <a:pt x="4149" y="3891"/>
                  </a:lnTo>
                  <a:lnTo>
                    <a:pt x="4109" y="3872"/>
                  </a:lnTo>
                  <a:lnTo>
                    <a:pt x="4070" y="3911"/>
                  </a:lnTo>
                  <a:lnTo>
                    <a:pt x="4089" y="3911"/>
                  </a:lnTo>
                  <a:lnTo>
                    <a:pt x="4109" y="3931"/>
                  </a:lnTo>
                  <a:lnTo>
                    <a:pt x="4050" y="3990"/>
                  </a:lnTo>
                  <a:lnTo>
                    <a:pt x="3971" y="4050"/>
                  </a:lnTo>
                  <a:lnTo>
                    <a:pt x="3892" y="4109"/>
                  </a:lnTo>
                  <a:lnTo>
                    <a:pt x="3813" y="4188"/>
                  </a:lnTo>
                  <a:lnTo>
                    <a:pt x="3754" y="4208"/>
                  </a:lnTo>
                  <a:lnTo>
                    <a:pt x="3754" y="4188"/>
                  </a:lnTo>
                  <a:lnTo>
                    <a:pt x="3754" y="4148"/>
                  </a:lnTo>
                  <a:lnTo>
                    <a:pt x="3754" y="4129"/>
                  </a:lnTo>
                  <a:lnTo>
                    <a:pt x="3793" y="4089"/>
                  </a:lnTo>
                  <a:lnTo>
                    <a:pt x="3833" y="4069"/>
                  </a:lnTo>
                  <a:lnTo>
                    <a:pt x="3872" y="4050"/>
                  </a:lnTo>
                  <a:lnTo>
                    <a:pt x="3931" y="4010"/>
                  </a:lnTo>
                  <a:lnTo>
                    <a:pt x="3852" y="4050"/>
                  </a:lnTo>
                  <a:lnTo>
                    <a:pt x="3773" y="4089"/>
                  </a:lnTo>
                  <a:lnTo>
                    <a:pt x="3714" y="4148"/>
                  </a:lnTo>
                  <a:lnTo>
                    <a:pt x="3675" y="4208"/>
                  </a:lnTo>
                  <a:lnTo>
                    <a:pt x="3596" y="4227"/>
                  </a:lnTo>
                  <a:lnTo>
                    <a:pt x="3477" y="4227"/>
                  </a:lnTo>
                  <a:lnTo>
                    <a:pt x="3418" y="4267"/>
                  </a:lnTo>
                  <a:lnTo>
                    <a:pt x="3457" y="4287"/>
                  </a:lnTo>
                  <a:lnTo>
                    <a:pt x="3497" y="4287"/>
                  </a:lnTo>
                  <a:lnTo>
                    <a:pt x="3457" y="4326"/>
                  </a:lnTo>
                  <a:lnTo>
                    <a:pt x="3398" y="4346"/>
                  </a:lnTo>
                  <a:lnTo>
                    <a:pt x="3398" y="4366"/>
                  </a:lnTo>
                  <a:lnTo>
                    <a:pt x="3438" y="4366"/>
                  </a:lnTo>
                  <a:lnTo>
                    <a:pt x="3438" y="4385"/>
                  </a:lnTo>
                  <a:lnTo>
                    <a:pt x="3398" y="4405"/>
                  </a:lnTo>
                  <a:lnTo>
                    <a:pt x="3378" y="4405"/>
                  </a:lnTo>
                  <a:lnTo>
                    <a:pt x="3367" y="4393"/>
                  </a:lnTo>
                  <a:lnTo>
                    <a:pt x="3367" y="4393"/>
                  </a:lnTo>
                  <a:lnTo>
                    <a:pt x="3319" y="4425"/>
                  </a:lnTo>
                  <a:lnTo>
                    <a:pt x="3240" y="4425"/>
                  </a:lnTo>
                  <a:lnTo>
                    <a:pt x="3201" y="4464"/>
                  </a:lnTo>
                  <a:lnTo>
                    <a:pt x="3220" y="4464"/>
                  </a:lnTo>
                  <a:lnTo>
                    <a:pt x="3260" y="4445"/>
                  </a:lnTo>
                  <a:lnTo>
                    <a:pt x="3260" y="4464"/>
                  </a:lnTo>
                  <a:lnTo>
                    <a:pt x="3260" y="4484"/>
                  </a:lnTo>
                  <a:lnTo>
                    <a:pt x="3220" y="4563"/>
                  </a:lnTo>
                  <a:lnTo>
                    <a:pt x="3201" y="4543"/>
                  </a:lnTo>
                  <a:lnTo>
                    <a:pt x="3181" y="4563"/>
                  </a:lnTo>
                  <a:lnTo>
                    <a:pt x="3141" y="4583"/>
                  </a:lnTo>
                  <a:lnTo>
                    <a:pt x="3141" y="4563"/>
                  </a:lnTo>
                  <a:lnTo>
                    <a:pt x="3161" y="4543"/>
                  </a:lnTo>
                  <a:lnTo>
                    <a:pt x="3201" y="4524"/>
                  </a:lnTo>
                  <a:lnTo>
                    <a:pt x="3201" y="4504"/>
                  </a:lnTo>
                  <a:lnTo>
                    <a:pt x="3122" y="4543"/>
                  </a:lnTo>
                  <a:lnTo>
                    <a:pt x="3141" y="4543"/>
                  </a:lnTo>
                  <a:lnTo>
                    <a:pt x="3082" y="4622"/>
                  </a:lnTo>
                  <a:lnTo>
                    <a:pt x="3122" y="4603"/>
                  </a:lnTo>
                  <a:lnTo>
                    <a:pt x="3122" y="4622"/>
                  </a:lnTo>
                  <a:lnTo>
                    <a:pt x="3122" y="4642"/>
                  </a:lnTo>
                  <a:lnTo>
                    <a:pt x="3122" y="4682"/>
                  </a:lnTo>
                  <a:lnTo>
                    <a:pt x="3023" y="4721"/>
                  </a:lnTo>
                  <a:lnTo>
                    <a:pt x="2983" y="4721"/>
                  </a:lnTo>
                  <a:lnTo>
                    <a:pt x="2964" y="4701"/>
                  </a:lnTo>
                  <a:lnTo>
                    <a:pt x="2964" y="4721"/>
                  </a:lnTo>
                  <a:lnTo>
                    <a:pt x="2944" y="4761"/>
                  </a:lnTo>
                  <a:lnTo>
                    <a:pt x="2865" y="4820"/>
                  </a:lnTo>
                  <a:lnTo>
                    <a:pt x="2904" y="4820"/>
                  </a:lnTo>
                  <a:lnTo>
                    <a:pt x="2904" y="4840"/>
                  </a:lnTo>
                  <a:lnTo>
                    <a:pt x="2885" y="4879"/>
                  </a:lnTo>
                  <a:lnTo>
                    <a:pt x="2786" y="4899"/>
                  </a:lnTo>
                  <a:lnTo>
                    <a:pt x="2786" y="4899"/>
                  </a:lnTo>
                  <a:lnTo>
                    <a:pt x="2806" y="4859"/>
                  </a:lnTo>
                  <a:lnTo>
                    <a:pt x="2746" y="4859"/>
                  </a:lnTo>
                  <a:lnTo>
                    <a:pt x="2746" y="4840"/>
                  </a:lnTo>
                  <a:lnTo>
                    <a:pt x="2746" y="4800"/>
                  </a:lnTo>
                  <a:lnTo>
                    <a:pt x="2707" y="4840"/>
                  </a:lnTo>
                  <a:lnTo>
                    <a:pt x="2687" y="4859"/>
                  </a:lnTo>
                  <a:lnTo>
                    <a:pt x="2648" y="4879"/>
                  </a:lnTo>
                  <a:lnTo>
                    <a:pt x="2648" y="4859"/>
                  </a:lnTo>
                  <a:lnTo>
                    <a:pt x="2648" y="4840"/>
                  </a:lnTo>
                  <a:lnTo>
                    <a:pt x="2608" y="4879"/>
                  </a:lnTo>
                  <a:lnTo>
                    <a:pt x="2549" y="4919"/>
                  </a:lnTo>
                  <a:lnTo>
                    <a:pt x="2588" y="4938"/>
                  </a:lnTo>
                  <a:lnTo>
                    <a:pt x="2608" y="4958"/>
                  </a:lnTo>
                  <a:lnTo>
                    <a:pt x="2588" y="4978"/>
                  </a:lnTo>
                  <a:lnTo>
                    <a:pt x="2490" y="4978"/>
                  </a:lnTo>
                  <a:lnTo>
                    <a:pt x="2450" y="5017"/>
                  </a:lnTo>
                  <a:lnTo>
                    <a:pt x="2450" y="5037"/>
                  </a:lnTo>
                  <a:lnTo>
                    <a:pt x="2450" y="5077"/>
                  </a:lnTo>
                  <a:lnTo>
                    <a:pt x="2430" y="5116"/>
                  </a:lnTo>
                  <a:lnTo>
                    <a:pt x="2490" y="5116"/>
                  </a:lnTo>
                  <a:lnTo>
                    <a:pt x="2490" y="5136"/>
                  </a:lnTo>
                  <a:lnTo>
                    <a:pt x="2529" y="5136"/>
                  </a:lnTo>
                  <a:lnTo>
                    <a:pt x="2529" y="5156"/>
                  </a:lnTo>
                  <a:lnTo>
                    <a:pt x="2529" y="5175"/>
                  </a:lnTo>
                  <a:lnTo>
                    <a:pt x="2490" y="5195"/>
                  </a:lnTo>
                  <a:lnTo>
                    <a:pt x="2470" y="5215"/>
                  </a:lnTo>
                  <a:lnTo>
                    <a:pt x="2371" y="5254"/>
                  </a:lnTo>
                  <a:lnTo>
                    <a:pt x="2292" y="5274"/>
                  </a:lnTo>
                  <a:lnTo>
                    <a:pt x="2292" y="5215"/>
                  </a:lnTo>
                  <a:lnTo>
                    <a:pt x="2312" y="5156"/>
                  </a:lnTo>
                  <a:lnTo>
                    <a:pt x="2312" y="5096"/>
                  </a:lnTo>
                  <a:lnTo>
                    <a:pt x="2312" y="5077"/>
                  </a:lnTo>
                  <a:lnTo>
                    <a:pt x="2292" y="5037"/>
                  </a:lnTo>
                  <a:lnTo>
                    <a:pt x="2154" y="5156"/>
                  </a:lnTo>
                  <a:lnTo>
                    <a:pt x="2075" y="5195"/>
                  </a:lnTo>
                  <a:lnTo>
                    <a:pt x="2015" y="5235"/>
                  </a:lnTo>
                  <a:lnTo>
                    <a:pt x="1976" y="5274"/>
                  </a:lnTo>
                  <a:lnTo>
                    <a:pt x="1976" y="5314"/>
                  </a:lnTo>
                  <a:lnTo>
                    <a:pt x="1996" y="5353"/>
                  </a:lnTo>
                  <a:lnTo>
                    <a:pt x="2015" y="5373"/>
                  </a:lnTo>
                  <a:lnTo>
                    <a:pt x="1976" y="5393"/>
                  </a:lnTo>
                  <a:lnTo>
                    <a:pt x="1956" y="5412"/>
                  </a:lnTo>
                  <a:lnTo>
                    <a:pt x="1976" y="5373"/>
                  </a:lnTo>
                  <a:lnTo>
                    <a:pt x="1857" y="5472"/>
                  </a:lnTo>
                  <a:lnTo>
                    <a:pt x="1739" y="5570"/>
                  </a:lnTo>
                  <a:lnTo>
                    <a:pt x="1719" y="5610"/>
                  </a:lnTo>
                  <a:lnTo>
                    <a:pt x="1719" y="5630"/>
                  </a:lnTo>
                  <a:lnTo>
                    <a:pt x="1759" y="5669"/>
                  </a:lnTo>
                  <a:lnTo>
                    <a:pt x="1699" y="5709"/>
                  </a:lnTo>
                  <a:lnTo>
                    <a:pt x="1719" y="5728"/>
                  </a:lnTo>
                  <a:lnTo>
                    <a:pt x="1719" y="5748"/>
                  </a:lnTo>
                  <a:lnTo>
                    <a:pt x="1699" y="5768"/>
                  </a:lnTo>
                  <a:lnTo>
                    <a:pt x="1620" y="5807"/>
                  </a:lnTo>
                  <a:lnTo>
                    <a:pt x="1620" y="5788"/>
                  </a:lnTo>
                  <a:lnTo>
                    <a:pt x="1620" y="5768"/>
                  </a:lnTo>
                  <a:lnTo>
                    <a:pt x="1561" y="5807"/>
                  </a:lnTo>
                  <a:lnTo>
                    <a:pt x="1502" y="5847"/>
                  </a:lnTo>
                  <a:lnTo>
                    <a:pt x="1502" y="5807"/>
                  </a:lnTo>
                  <a:lnTo>
                    <a:pt x="1522" y="5788"/>
                  </a:lnTo>
                  <a:lnTo>
                    <a:pt x="1541" y="5768"/>
                  </a:lnTo>
                  <a:lnTo>
                    <a:pt x="1561" y="5768"/>
                  </a:lnTo>
                  <a:lnTo>
                    <a:pt x="1581" y="5748"/>
                  </a:lnTo>
                  <a:lnTo>
                    <a:pt x="1522" y="5768"/>
                  </a:lnTo>
                  <a:lnTo>
                    <a:pt x="1482" y="5748"/>
                  </a:lnTo>
                  <a:lnTo>
                    <a:pt x="1443" y="5728"/>
                  </a:lnTo>
                  <a:lnTo>
                    <a:pt x="1423" y="5768"/>
                  </a:lnTo>
                  <a:lnTo>
                    <a:pt x="1482" y="5768"/>
                  </a:lnTo>
                  <a:lnTo>
                    <a:pt x="1443" y="5807"/>
                  </a:lnTo>
                  <a:lnTo>
                    <a:pt x="1383" y="5827"/>
                  </a:lnTo>
                  <a:lnTo>
                    <a:pt x="1324" y="5847"/>
                  </a:lnTo>
                  <a:lnTo>
                    <a:pt x="1245" y="5906"/>
                  </a:lnTo>
                  <a:lnTo>
                    <a:pt x="1146" y="5946"/>
                  </a:lnTo>
                  <a:lnTo>
                    <a:pt x="1166" y="5946"/>
                  </a:lnTo>
                  <a:lnTo>
                    <a:pt x="1186" y="5965"/>
                  </a:lnTo>
                  <a:lnTo>
                    <a:pt x="1166" y="6005"/>
                  </a:lnTo>
                  <a:lnTo>
                    <a:pt x="1166" y="6044"/>
                  </a:lnTo>
                  <a:lnTo>
                    <a:pt x="1166" y="6084"/>
                  </a:lnTo>
                  <a:lnTo>
                    <a:pt x="1107" y="6123"/>
                  </a:lnTo>
                  <a:lnTo>
                    <a:pt x="1146" y="6123"/>
                  </a:lnTo>
                  <a:lnTo>
                    <a:pt x="1186" y="6104"/>
                  </a:lnTo>
                  <a:lnTo>
                    <a:pt x="1265" y="6064"/>
                  </a:lnTo>
                  <a:lnTo>
                    <a:pt x="1285" y="6084"/>
                  </a:lnTo>
                  <a:lnTo>
                    <a:pt x="1324" y="6104"/>
                  </a:lnTo>
                  <a:lnTo>
                    <a:pt x="1285" y="6183"/>
                  </a:lnTo>
                  <a:lnTo>
                    <a:pt x="1245" y="6262"/>
                  </a:lnTo>
                  <a:lnTo>
                    <a:pt x="1245" y="6242"/>
                  </a:lnTo>
                  <a:lnTo>
                    <a:pt x="1225" y="6222"/>
                  </a:lnTo>
                  <a:lnTo>
                    <a:pt x="1146" y="6341"/>
                  </a:lnTo>
                  <a:lnTo>
                    <a:pt x="1087" y="6321"/>
                  </a:lnTo>
                  <a:lnTo>
                    <a:pt x="1067" y="6321"/>
                  </a:lnTo>
                  <a:lnTo>
                    <a:pt x="1067" y="6301"/>
                  </a:lnTo>
                  <a:lnTo>
                    <a:pt x="1028" y="6321"/>
                  </a:lnTo>
                  <a:lnTo>
                    <a:pt x="969" y="6361"/>
                  </a:lnTo>
                  <a:lnTo>
                    <a:pt x="929" y="6400"/>
                  </a:lnTo>
                  <a:lnTo>
                    <a:pt x="909" y="6400"/>
                  </a:lnTo>
                  <a:lnTo>
                    <a:pt x="890" y="6380"/>
                  </a:lnTo>
                  <a:lnTo>
                    <a:pt x="870" y="6420"/>
                  </a:lnTo>
                  <a:lnTo>
                    <a:pt x="949" y="6420"/>
                  </a:lnTo>
                  <a:lnTo>
                    <a:pt x="1028" y="6361"/>
                  </a:lnTo>
                  <a:lnTo>
                    <a:pt x="1048" y="6380"/>
                  </a:lnTo>
                  <a:lnTo>
                    <a:pt x="1028" y="6400"/>
                  </a:lnTo>
                  <a:lnTo>
                    <a:pt x="988" y="6420"/>
                  </a:lnTo>
                  <a:lnTo>
                    <a:pt x="949" y="6440"/>
                  </a:lnTo>
                  <a:lnTo>
                    <a:pt x="949" y="6459"/>
                  </a:lnTo>
                  <a:lnTo>
                    <a:pt x="949" y="6479"/>
                  </a:lnTo>
                  <a:lnTo>
                    <a:pt x="949" y="6519"/>
                  </a:lnTo>
                  <a:lnTo>
                    <a:pt x="949" y="6538"/>
                  </a:lnTo>
                  <a:lnTo>
                    <a:pt x="890" y="6538"/>
                  </a:lnTo>
                  <a:lnTo>
                    <a:pt x="811" y="6558"/>
                  </a:lnTo>
                  <a:lnTo>
                    <a:pt x="771" y="6558"/>
                  </a:lnTo>
                  <a:lnTo>
                    <a:pt x="751" y="6578"/>
                  </a:lnTo>
                  <a:lnTo>
                    <a:pt x="771" y="6440"/>
                  </a:lnTo>
                  <a:lnTo>
                    <a:pt x="712" y="6499"/>
                  </a:lnTo>
                  <a:lnTo>
                    <a:pt x="712" y="6420"/>
                  </a:lnTo>
                  <a:lnTo>
                    <a:pt x="712" y="6380"/>
                  </a:lnTo>
                  <a:lnTo>
                    <a:pt x="732" y="6321"/>
                  </a:lnTo>
                  <a:lnTo>
                    <a:pt x="574" y="6400"/>
                  </a:lnTo>
                  <a:lnTo>
                    <a:pt x="514" y="6440"/>
                  </a:lnTo>
                  <a:lnTo>
                    <a:pt x="455" y="6479"/>
                  </a:lnTo>
                  <a:lnTo>
                    <a:pt x="416" y="6459"/>
                  </a:lnTo>
                  <a:lnTo>
                    <a:pt x="396" y="6420"/>
                  </a:lnTo>
                  <a:lnTo>
                    <a:pt x="337" y="6459"/>
                  </a:lnTo>
                  <a:lnTo>
                    <a:pt x="277" y="6479"/>
                  </a:lnTo>
                  <a:lnTo>
                    <a:pt x="218" y="6499"/>
                  </a:lnTo>
                  <a:lnTo>
                    <a:pt x="159" y="6519"/>
                  </a:lnTo>
                  <a:lnTo>
                    <a:pt x="159" y="6538"/>
                  </a:lnTo>
                  <a:lnTo>
                    <a:pt x="198" y="6538"/>
                  </a:lnTo>
                  <a:lnTo>
                    <a:pt x="238" y="6558"/>
                  </a:lnTo>
                  <a:lnTo>
                    <a:pt x="238" y="6578"/>
                  </a:lnTo>
                  <a:lnTo>
                    <a:pt x="218" y="6578"/>
                  </a:lnTo>
                  <a:lnTo>
                    <a:pt x="179" y="6598"/>
                  </a:lnTo>
                  <a:lnTo>
                    <a:pt x="159" y="6637"/>
                  </a:lnTo>
                  <a:lnTo>
                    <a:pt x="179" y="6617"/>
                  </a:lnTo>
                  <a:lnTo>
                    <a:pt x="218" y="6598"/>
                  </a:lnTo>
                  <a:lnTo>
                    <a:pt x="337" y="6558"/>
                  </a:lnTo>
                  <a:lnTo>
                    <a:pt x="317" y="6578"/>
                  </a:lnTo>
                  <a:lnTo>
                    <a:pt x="317" y="6598"/>
                  </a:lnTo>
                  <a:lnTo>
                    <a:pt x="317" y="6657"/>
                  </a:lnTo>
                  <a:lnTo>
                    <a:pt x="396" y="6617"/>
                  </a:lnTo>
                  <a:lnTo>
                    <a:pt x="396" y="6637"/>
                  </a:lnTo>
                  <a:lnTo>
                    <a:pt x="356" y="6677"/>
                  </a:lnTo>
                  <a:lnTo>
                    <a:pt x="317" y="6696"/>
                  </a:lnTo>
                  <a:lnTo>
                    <a:pt x="277" y="6716"/>
                  </a:lnTo>
                  <a:lnTo>
                    <a:pt x="258" y="6617"/>
                  </a:lnTo>
                  <a:lnTo>
                    <a:pt x="159" y="6677"/>
                  </a:lnTo>
                  <a:lnTo>
                    <a:pt x="100" y="6716"/>
                  </a:lnTo>
                  <a:lnTo>
                    <a:pt x="40" y="6716"/>
                  </a:lnTo>
                  <a:lnTo>
                    <a:pt x="40" y="6696"/>
                  </a:lnTo>
                  <a:lnTo>
                    <a:pt x="80" y="6657"/>
                  </a:lnTo>
                  <a:lnTo>
                    <a:pt x="60" y="6657"/>
                  </a:lnTo>
                  <a:lnTo>
                    <a:pt x="40" y="6677"/>
                  </a:lnTo>
                  <a:lnTo>
                    <a:pt x="1" y="6696"/>
                  </a:lnTo>
                  <a:lnTo>
                    <a:pt x="179" y="7052"/>
                  </a:lnTo>
                  <a:lnTo>
                    <a:pt x="238" y="6993"/>
                  </a:lnTo>
                  <a:lnTo>
                    <a:pt x="277" y="6933"/>
                  </a:lnTo>
                  <a:lnTo>
                    <a:pt x="317" y="6953"/>
                  </a:lnTo>
                  <a:lnTo>
                    <a:pt x="317" y="6993"/>
                  </a:lnTo>
                  <a:lnTo>
                    <a:pt x="277" y="7032"/>
                  </a:lnTo>
                  <a:lnTo>
                    <a:pt x="238" y="7072"/>
                  </a:lnTo>
                  <a:lnTo>
                    <a:pt x="198" y="7091"/>
                  </a:lnTo>
                  <a:lnTo>
                    <a:pt x="277" y="7230"/>
                  </a:lnTo>
                  <a:lnTo>
                    <a:pt x="337" y="7111"/>
                  </a:lnTo>
                  <a:lnTo>
                    <a:pt x="416" y="7032"/>
                  </a:lnTo>
                  <a:lnTo>
                    <a:pt x="514" y="6993"/>
                  </a:lnTo>
                  <a:lnTo>
                    <a:pt x="514" y="6993"/>
                  </a:lnTo>
                  <a:lnTo>
                    <a:pt x="475" y="7012"/>
                  </a:lnTo>
                  <a:lnTo>
                    <a:pt x="435" y="7052"/>
                  </a:lnTo>
                  <a:lnTo>
                    <a:pt x="435" y="7091"/>
                  </a:lnTo>
                  <a:lnTo>
                    <a:pt x="455" y="7111"/>
                  </a:lnTo>
                  <a:lnTo>
                    <a:pt x="475" y="7091"/>
                  </a:lnTo>
                  <a:lnTo>
                    <a:pt x="514" y="7072"/>
                  </a:lnTo>
                  <a:lnTo>
                    <a:pt x="534" y="7072"/>
                  </a:lnTo>
                  <a:lnTo>
                    <a:pt x="534" y="7032"/>
                  </a:lnTo>
                  <a:lnTo>
                    <a:pt x="653" y="6973"/>
                  </a:lnTo>
                  <a:lnTo>
                    <a:pt x="712" y="6953"/>
                  </a:lnTo>
                  <a:lnTo>
                    <a:pt x="751" y="6973"/>
                  </a:lnTo>
                  <a:lnTo>
                    <a:pt x="712" y="7012"/>
                  </a:lnTo>
                  <a:lnTo>
                    <a:pt x="653" y="7032"/>
                  </a:lnTo>
                  <a:lnTo>
                    <a:pt x="613" y="7052"/>
                  </a:lnTo>
                  <a:lnTo>
                    <a:pt x="593" y="7072"/>
                  </a:lnTo>
                  <a:lnTo>
                    <a:pt x="613" y="7091"/>
                  </a:lnTo>
                  <a:lnTo>
                    <a:pt x="514" y="7131"/>
                  </a:lnTo>
                  <a:lnTo>
                    <a:pt x="593" y="7131"/>
                  </a:lnTo>
                  <a:lnTo>
                    <a:pt x="672" y="7091"/>
                  </a:lnTo>
                  <a:lnTo>
                    <a:pt x="653" y="7091"/>
                  </a:lnTo>
                  <a:lnTo>
                    <a:pt x="712" y="7052"/>
                  </a:lnTo>
                  <a:lnTo>
                    <a:pt x="751" y="7091"/>
                  </a:lnTo>
                  <a:lnTo>
                    <a:pt x="811" y="7052"/>
                  </a:lnTo>
                  <a:lnTo>
                    <a:pt x="870" y="7032"/>
                  </a:lnTo>
                  <a:lnTo>
                    <a:pt x="949" y="6993"/>
                  </a:lnTo>
                  <a:lnTo>
                    <a:pt x="1028" y="6933"/>
                  </a:lnTo>
                  <a:lnTo>
                    <a:pt x="1028" y="6953"/>
                  </a:lnTo>
                  <a:lnTo>
                    <a:pt x="1067" y="6894"/>
                  </a:lnTo>
                  <a:lnTo>
                    <a:pt x="1087" y="6854"/>
                  </a:lnTo>
                  <a:lnTo>
                    <a:pt x="1107" y="6795"/>
                  </a:lnTo>
                  <a:lnTo>
                    <a:pt x="1146" y="6736"/>
                  </a:lnTo>
                  <a:lnTo>
                    <a:pt x="1146" y="6756"/>
                  </a:lnTo>
                  <a:lnTo>
                    <a:pt x="1146" y="6775"/>
                  </a:lnTo>
                  <a:lnTo>
                    <a:pt x="1186" y="6815"/>
                  </a:lnTo>
                  <a:lnTo>
                    <a:pt x="1206" y="6775"/>
                  </a:lnTo>
                  <a:lnTo>
                    <a:pt x="1245" y="6775"/>
                  </a:lnTo>
                  <a:lnTo>
                    <a:pt x="1324" y="6756"/>
                  </a:lnTo>
                  <a:lnTo>
                    <a:pt x="1285" y="6756"/>
                  </a:lnTo>
                  <a:lnTo>
                    <a:pt x="1285" y="6736"/>
                  </a:lnTo>
                  <a:lnTo>
                    <a:pt x="1285" y="6696"/>
                  </a:lnTo>
                  <a:lnTo>
                    <a:pt x="1265" y="6696"/>
                  </a:lnTo>
                  <a:lnTo>
                    <a:pt x="1265" y="6657"/>
                  </a:lnTo>
                  <a:lnTo>
                    <a:pt x="1304" y="6617"/>
                  </a:lnTo>
                  <a:lnTo>
                    <a:pt x="1383" y="6578"/>
                  </a:lnTo>
                  <a:lnTo>
                    <a:pt x="1403" y="6578"/>
                  </a:lnTo>
                  <a:lnTo>
                    <a:pt x="1403" y="6598"/>
                  </a:lnTo>
                  <a:lnTo>
                    <a:pt x="1364" y="6657"/>
                  </a:lnTo>
                  <a:lnTo>
                    <a:pt x="1364" y="6657"/>
                  </a:lnTo>
                  <a:lnTo>
                    <a:pt x="1482" y="6598"/>
                  </a:lnTo>
                  <a:lnTo>
                    <a:pt x="1541" y="6578"/>
                  </a:lnTo>
                  <a:lnTo>
                    <a:pt x="1601" y="6578"/>
                  </a:lnTo>
                  <a:lnTo>
                    <a:pt x="1620" y="6538"/>
                  </a:lnTo>
                  <a:lnTo>
                    <a:pt x="1660" y="6499"/>
                  </a:lnTo>
                  <a:lnTo>
                    <a:pt x="1680" y="6459"/>
                  </a:lnTo>
                  <a:lnTo>
                    <a:pt x="1699" y="6420"/>
                  </a:lnTo>
                  <a:lnTo>
                    <a:pt x="1680" y="6440"/>
                  </a:lnTo>
                  <a:lnTo>
                    <a:pt x="1660" y="6459"/>
                  </a:lnTo>
                  <a:lnTo>
                    <a:pt x="1660" y="6479"/>
                  </a:lnTo>
                  <a:lnTo>
                    <a:pt x="1620" y="6499"/>
                  </a:lnTo>
                  <a:lnTo>
                    <a:pt x="1640" y="6420"/>
                  </a:lnTo>
                  <a:lnTo>
                    <a:pt x="1699" y="6380"/>
                  </a:lnTo>
                  <a:lnTo>
                    <a:pt x="1739" y="6361"/>
                  </a:lnTo>
                  <a:lnTo>
                    <a:pt x="1838" y="6341"/>
                  </a:lnTo>
                  <a:lnTo>
                    <a:pt x="1838" y="6341"/>
                  </a:lnTo>
                  <a:lnTo>
                    <a:pt x="1798" y="6400"/>
                  </a:lnTo>
                  <a:lnTo>
                    <a:pt x="1798" y="6380"/>
                  </a:lnTo>
                  <a:lnTo>
                    <a:pt x="1759" y="6440"/>
                  </a:lnTo>
                  <a:lnTo>
                    <a:pt x="1739" y="6459"/>
                  </a:lnTo>
                  <a:lnTo>
                    <a:pt x="1759" y="6479"/>
                  </a:lnTo>
                  <a:lnTo>
                    <a:pt x="1778" y="6440"/>
                  </a:lnTo>
                  <a:lnTo>
                    <a:pt x="1798" y="6420"/>
                  </a:lnTo>
                  <a:lnTo>
                    <a:pt x="1838" y="6400"/>
                  </a:lnTo>
                  <a:lnTo>
                    <a:pt x="1877" y="6361"/>
                  </a:lnTo>
                  <a:lnTo>
                    <a:pt x="1936" y="6321"/>
                  </a:lnTo>
                  <a:lnTo>
                    <a:pt x="2015" y="6281"/>
                  </a:lnTo>
                  <a:lnTo>
                    <a:pt x="2075" y="6262"/>
                  </a:lnTo>
                  <a:lnTo>
                    <a:pt x="2094" y="6222"/>
                  </a:lnTo>
                  <a:lnTo>
                    <a:pt x="2114" y="6183"/>
                  </a:lnTo>
                  <a:lnTo>
                    <a:pt x="2055" y="6183"/>
                  </a:lnTo>
                  <a:lnTo>
                    <a:pt x="2035" y="6163"/>
                  </a:lnTo>
                  <a:lnTo>
                    <a:pt x="2094" y="6143"/>
                  </a:lnTo>
                  <a:lnTo>
                    <a:pt x="2154" y="6143"/>
                  </a:lnTo>
                  <a:lnTo>
                    <a:pt x="2134" y="6163"/>
                  </a:lnTo>
                  <a:lnTo>
                    <a:pt x="2213" y="6123"/>
                  </a:lnTo>
                  <a:lnTo>
                    <a:pt x="2253" y="6104"/>
                  </a:lnTo>
                  <a:lnTo>
                    <a:pt x="2233" y="6044"/>
                  </a:lnTo>
                  <a:lnTo>
                    <a:pt x="2233" y="6025"/>
                  </a:lnTo>
                  <a:lnTo>
                    <a:pt x="2253" y="6005"/>
                  </a:lnTo>
                  <a:lnTo>
                    <a:pt x="2272" y="5985"/>
                  </a:lnTo>
                  <a:lnTo>
                    <a:pt x="2292" y="6005"/>
                  </a:lnTo>
                  <a:lnTo>
                    <a:pt x="2312" y="6025"/>
                  </a:lnTo>
                  <a:lnTo>
                    <a:pt x="2312" y="6064"/>
                  </a:lnTo>
                  <a:lnTo>
                    <a:pt x="2312" y="6084"/>
                  </a:lnTo>
                  <a:lnTo>
                    <a:pt x="2332" y="6084"/>
                  </a:lnTo>
                  <a:lnTo>
                    <a:pt x="2411" y="5985"/>
                  </a:lnTo>
                  <a:lnTo>
                    <a:pt x="2450" y="6005"/>
                  </a:lnTo>
                  <a:lnTo>
                    <a:pt x="2569" y="5926"/>
                  </a:lnTo>
                  <a:lnTo>
                    <a:pt x="2648" y="5847"/>
                  </a:lnTo>
                  <a:lnTo>
                    <a:pt x="2727" y="5748"/>
                  </a:lnTo>
                  <a:lnTo>
                    <a:pt x="2825" y="5669"/>
                  </a:lnTo>
                  <a:lnTo>
                    <a:pt x="2825" y="5709"/>
                  </a:lnTo>
                  <a:lnTo>
                    <a:pt x="2806" y="5748"/>
                  </a:lnTo>
                  <a:lnTo>
                    <a:pt x="2727" y="5827"/>
                  </a:lnTo>
                  <a:lnTo>
                    <a:pt x="2766" y="5827"/>
                  </a:lnTo>
                  <a:lnTo>
                    <a:pt x="2806" y="5788"/>
                  </a:lnTo>
                  <a:lnTo>
                    <a:pt x="2865" y="5748"/>
                  </a:lnTo>
                  <a:lnTo>
                    <a:pt x="2904" y="5728"/>
                  </a:lnTo>
                  <a:lnTo>
                    <a:pt x="2944" y="5689"/>
                  </a:lnTo>
                  <a:lnTo>
                    <a:pt x="2964" y="5669"/>
                  </a:lnTo>
                  <a:lnTo>
                    <a:pt x="2983" y="5630"/>
                  </a:lnTo>
                  <a:lnTo>
                    <a:pt x="2964" y="5610"/>
                  </a:lnTo>
                  <a:lnTo>
                    <a:pt x="3003" y="5570"/>
                  </a:lnTo>
                  <a:lnTo>
                    <a:pt x="3023" y="5570"/>
                  </a:lnTo>
                  <a:lnTo>
                    <a:pt x="3043" y="5610"/>
                  </a:lnTo>
                  <a:lnTo>
                    <a:pt x="3062" y="5551"/>
                  </a:lnTo>
                  <a:lnTo>
                    <a:pt x="3102" y="5511"/>
                  </a:lnTo>
                  <a:lnTo>
                    <a:pt x="3201" y="5452"/>
                  </a:lnTo>
                  <a:lnTo>
                    <a:pt x="3220" y="5472"/>
                  </a:lnTo>
                  <a:lnTo>
                    <a:pt x="3280" y="5373"/>
                  </a:lnTo>
                  <a:lnTo>
                    <a:pt x="3260" y="5373"/>
                  </a:lnTo>
                  <a:lnTo>
                    <a:pt x="3260" y="5333"/>
                  </a:lnTo>
                  <a:lnTo>
                    <a:pt x="3280" y="5314"/>
                  </a:lnTo>
                  <a:lnTo>
                    <a:pt x="3240" y="5314"/>
                  </a:lnTo>
                  <a:lnTo>
                    <a:pt x="3201" y="5333"/>
                  </a:lnTo>
                  <a:lnTo>
                    <a:pt x="3122" y="5393"/>
                  </a:lnTo>
                  <a:lnTo>
                    <a:pt x="3062" y="5452"/>
                  </a:lnTo>
                  <a:lnTo>
                    <a:pt x="3023" y="5472"/>
                  </a:lnTo>
                  <a:lnTo>
                    <a:pt x="2964" y="5472"/>
                  </a:lnTo>
                  <a:lnTo>
                    <a:pt x="2964" y="5452"/>
                  </a:lnTo>
                  <a:lnTo>
                    <a:pt x="2944" y="5452"/>
                  </a:lnTo>
                  <a:lnTo>
                    <a:pt x="2964" y="5432"/>
                  </a:lnTo>
                  <a:lnTo>
                    <a:pt x="2983" y="5412"/>
                  </a:lnTo>
                  <a:lnTo>
                    <a:pt x="3003" y="5432"/>
                  </a:lnTo>
                  <a:lnTo>
                    <a:pt x="3003" y="5373"/>
                  </a:lnTo>
                  <a:lnTo>
                    <a:pt x="2983" y="5393"/>
                  </a:lnTo>
                  <a:lnTo>
                    <a:pt x="2964" y="5353"/>
                  </a:lnTo>
                  <a:lnTo>
                    <a:pt x="2964" y="5333"/>
                  </a:lnTo>
                  <a:lnTo>
                    <a:pt x="3003" y="5294"/>
                  </a:lnTo>
                  <a:lnTo>
                    <a:pt x="3102" y="5215"/>
                  </a:lnTo>
                  <a:lnTo>
                    <a:pt x="3141" y="5215"/>
                  </a:lnTo>
                  <a:lnTo>
                    <a:pt x="3122" y="5254"/>
                  </a:lnTo>
                  <a:lnTo>
                    <a:pt x="3082" y="5353"/>
                  </a:lnTo>
                  <a:lnTo>
                    <a:pt x="3102" y="5314"/>
                  </a:lnTo>
                  <a:lnTo>
                    <a:pt x="3122" y="5294"/>
                  </a:lnTo>
                  <a:lnTo>
                    <a:pt x="3141" y="5274"/>
                  </a:lnTo>
                  <a:lnTo>
                    <a:pt x="3161" y="5333"/>
                  </a:lnTo>
                  <a:lnTo>
                    <a:pt x="3201" y="5274"/>
                  </a:lnTo>
                  <a:lnTo>
                    <a:pt x="3201" y="5254"/>
                  </a:lnTo>
                  <a:lnTo>
                    <a:pt x="3181" y="5235"/>
                  </a:lnTo>
                  <a:lnTo>
                    <a:pt x="3161" y="5215"/>
                  </a:lnTo>
                  <a:lnTo>
                    <a:pt x="3181" y="5175"/>
                  </a:lnTo>
                  <a:lnTo>
                    <a:pt x="3201" y="5156"/>
                  </a:lnTo>
                  <a:lnTo>
                    <a:pt x="3280" y="5136"/>
                  </a:lnTo>
                  <a:lnTo>
                    <a:pt x="3260" y="5175"/>
                  </a:lnTo>
                  <a:lnTo>
                    <a:pt x="3260" y="5175"/>
                  </a:lnTo>
                  <a:lnTo>
                    <a:pt x="3299" y="5136"/>
                  </a:lnTo>
                  <a:lnTo>
                    <a:pt x="3319" y="5116"/>
                  </a:lnTo>
                  <a:lnTo>
                    <a:pt x="3359" y="5077"/>
                  </a:lnTo>
                  <a:lnTo>
                    <a:pt x="3398" y="5037"/>
                  </a:lnTo>
                  <a:lnTo>
                    <a:pt x="3438" y="5057"/>
                  </a:lnTo>
                  <a:lnTo>
                    <a:pt x="3418" y="5077"/>
                  </a:lnTo>
                  <a:lnTo>
                    <a:pt x="3378" y="5077"/>
                  </a:lnTo>
                  <a:lnTo>
                    <a:pt x="3359" y="5136"/>
                  </a:lnTo>
                  <a:lnTo>
                    <a:pt x="3359" y="5175"/>
                  </a:lnTo>
                  <a:lnTo>
                    <a:pt x="3339" y="5195"/>
                  </a:lnTo>
                  <a:lnTo>
                    <a:pt x="3398" y="5195"/>
                  </a:lnTo>
                  <a:lnTo>
                    <a:pt x="3398" y="5215"/>
                  </a:lnTo>
                  <a:lnTo>
                    <a:pt x="3398" y="5235"/>
                  </a:lnTo>
                  <a:lnTo>
                    <a:pt x="3339" y="5373"/>
                  </a:lnTo>
                  <a:lnTo>
                    <a:pt x="3418" y="5314"/>
                  </a:lnTo>
                  <a:lnTo>
                    <a:pt x="3477" y="5294"/>
                  </a:lnTo>
                  <a:lnTo>
                    <a:pt x="3497" y="5274"/>
                  </a:lnTo>
                  <a:lnTo>
                    <a:pt x="3536" y="5235"/>
                  </a:lnTo>
                  <a:lnTo>
                    <a:pt x="3596" y="5215"/>
                  </a:lnTo>
                  <a:lnTo>
                    <a:pt x="3655" y="5175"/>
                  </a:lnTo>
                  <a:lnTo>
                    <a:pt x="3675" y="5136"/>
                  </a:lnTo>
                  <a:lnTo>
                    <a:pt x="3694" y="5096"/>
                  </a:lnTo>
                  <a:lnTo>
                    <a:pt x="3694" y="5116"/>
                  </a:lnTo>
                  <a:lnTo>
                    <a:pt x="3694" y="5136"/>
                  </a:lnTo>
                  <a:lnTo>
                    <a:pt x="3714" y="5136"/>
                  </a:lnTo>
                  <a:lnTo>
                    <a:pt x="3833" y="5057"/>
                  </a:lnTo>
                  <a:lnTo>
                    <a:pt x="3931" y="4938"/>
                  </a:lnTo>
                  <a:lnTo>
                    <a:pt x="3991" y="4938"/>
                  </a:lnTo>
                  <a:lnTo>
                    <a:pt x="4010" y="4958"/>
                  </a:lnTo>
                  <a:lnTo>
                    <a:pt x="4089" y="4919"/>
                  </a:lnTo>
                  <a:lnTo>
                    <a:pt x="4149" y="4859"/>
                  </a:lnTo>
                  <a:lnTo>
                    <a:pt x="4247" y="4761"/>
                  </a:lnTo>
                  <a:lnTo>
                    <a:pt x="4346" y="4662"/>
                  </a:lnTo>
                  <a:lnTo>
                    <a:pt x="4405" y="4622"/>
                  </a:lnTo>
                  <a:lnTo>
                    <a:pt x="4484" y="4563"/>
                  </a:lnTo>
                  <a:lnTo>
                    <a:pt x="4465" y="4622"/>
                  </a:lnTo>
                  <a:lnTo>
                    <a:pt x="4544" y="4583"/>
                  </a:lnTo>
                  <a:lnTo>
                    <a:pt x="4564" y="4563"/>
                  </a:lnTo>
                  <a:lnTo>
                    <a:pt x="4564" y="4524"/>
                  </a:lnTo>
                  <a:lnTo>
                    <a:pt x="4643" y="4524"/>
                  </a:lnTo>
                  <a:lnTo>
                    <a:pt x="4702" y="4464"/>
                  </a:lnTo>
                  <a:lnTo>
                    <a:pt x="4781" y="4405"/>
                  </a:lnTo>
                  <a:lnTo>
                    <a:pt x="4820" y="4385"/>
                  </a:lnTo>
                  <a:lnTo>
                    <a:pt x="4860" y="4385"/>
                  </a:lnTo>
                  <a:lnTo>
                    <a:pt x="4919" y="4346"/>
                  </a:lnTo>
                  <a:lnTo>
                    <a:pt x="4959" y="4306"/>
                  </a:lnTo>
                  <a:lnTo>
                    <a:pt x="4978" y="4247"/>
                  </a:lnTo>
                  <a:lnTo>
                    <a:pt x="5018" y="4208"/>
                  </a:lnTo>
                  <a:lnTo>
                    <a:pt x="5018" y="4247"/>
                  </a:lnTo>
                  <a:lnTo>
                    <a:pt x="5057" y="4247"/>
                  </a:lnTo>
                  <a:lnTo>
                    <a:pt x="5413" y="3990"/>
                  </a:lnTo>
                  <a:lnTo>
                    <a:pt x="5808" y="3733"/>
                  </a:lnTo>
                  <a:lnTo>
                    <a:pt x="5788" y="3753"/>
                  </a:lnTo>
                  <a:lnTo>
                    <a:pt x="5926" y="3674"/>
                  </a:lnTo>
                  <a:lnTo>
                    <a:pt x="6045" y="3575"/>
                  </a:lnTo>
                  <a:lnTo>
                    <a:pt x="6163" y="3477"/>
                  </a:lnTo>
                  <a:lnTo>
                    <a:pt x="6282" y="3398"/>
                  </a:lnTo>
                  <a:lnTo>
                    <a:pt x="6341" y="3338"/>
                  </a:lnTo>
                  <a:lnTo>
                    <a:pt x="6361" y="3319"/>
                  </a:lnTo>
                  <a:lnTo>
                    <a:pt x="6341" y="3299"/>
                  </a:lnTo>
                  <a:lnTo>
                    <a:pt x="6321" y="3299"/>
                  </a:lnTo>
                  <a:lnTo>
                    <a:pt x="6302" y="3279"/>
                  </a:lnTo>
                  <a:lnTo>
                    <a:pt x="6262" y="3240"/>
                  </a:lnTo>
                  <a:lnTo>
                    <a:pt x="6321" y="3200"/>
                  </a:lnTo>
                  <a:lnTo>
                    <a:pt x="6361" y="3200"/>
                  </a:lnTo>
                  <a:lnTo>
                    <a:pt x="6400" y="3220"/>
                  </a:lnTo>
                  <a:lnTo>
                    <a:pt x="6460" y="3200"/>
                  </a:lnTo>
                  <a:lnTo>
                    <a:pt x="6479" y="3240"/>
                  </a:lnTo>
                  <a:lnTo>
                    <a:pt x="6460" y="3259"/>
                  </a:lnTo>
                  <a:lnTo>
                    <a:pt x="6440" y="3299"/>
                  </a:lnTo>
                  <a:lnTo>
                    <a:pt x="6440" y="3338"/>
                  </a:lnTo>
                  <a:lnTo>
                    <a:pt x="6558" y="3220"/>
                  </a:lnTo>
                  <a:lnTo>
                    <a:pt x="6618" y="3180"/>
                  </a:lnTo>
                  <a:lnTo>
                    <a:pt x="6677" y="3161"/>
                  </a:lnTo>
                  <a:lnTo>
                    <a:pt x="6716" y="3121"/>
                  </a:lnTo>
                  <a:lnTo>
                    <a:pt x="6776" y="3101"/>
                  </a:lnTo>
                  <a:lnTo>
                    <a:pt x="6776" y="3121"/>
                  </a:lnTo>
                  <a:lnTo>
                    <a:pt x="6776" y="3141"/>
                  </a:lnTo>
                  <a:lnTo>
                    <a:pt x="6776" y="3161"/>
                  </a:lnTo>
                  <a:lnTo>
                    <a:pt x="6736" y="3161"/>
                  </a:lnTo>
                  <a:lnTo>
                    <a:pt x="6736" y="3141"/>
                  </a:lnTo>
                  <a:lnTo>
                    <a:pt x="6697" y="3180"/>
                  </a:lnTo>
                  <a:lnTo>
                    <a:pt x="6657" y="3200"/>
                  </a:lnTo>
                  <a:lnTo>
                    <a:pt x="6657" y="3220"/>
                  </a:lnTo>
                  <a:lnTo>
                    <a:pt x="6618" y="3259"/>
                  </a:lnTo>
                  <a:lnTo>
                    <a:pt x="6756" y="3180"/>
                  </a:lnTo>
                  <a:lnTo>
                    <a:pt x="6874" y="3101"/>
                  </a:lnTo>
                  <a:lnTo>
                    <a:pt x="6874" y="3082"/>
                  </a:lnTo>
                  <a:lnTo>
                    <a:pt x="6894" y="3062"/>
                  </a:lnTo>
                  <a:lnTo>
                    <a:pt x="6914" y="3042"/>
                  </a:lnTo>
                  <a:lnTo>
                    <a:pt x="6934" y="3003"/>
                  </a:lnTo>
                  <a:lnTo>
                    <a:pt x="6953" y="3003"/>
                  </a:lnTo>
                  <a:lnTo>
                    <a:pt x="6953" y="2983"/>
                  </a:lnTo>
                  <a:lnTo>
                    <a:pt x="6993" y="2943"/>
                  </a:lnTo>
                  <a:lnTo>
                    <a:pt x="7033" y="2983"/>
                  </a:lnTo>
                  <a:lnTo>
                    <a:pt x="7052" y="2963"/>
                  </a:lnTo>
                  <a:lnTo>
                    <a:pt x="7033" y="2943"/>
                  </a:lnTo>
                  <a:lnTo>
                    <a:pt x="7052" y="2943"/>
                  </a:lnTo>
                  <a:lnTo>
                    <a:pt x="7092" y="2904"/>
                  </a:lnTo>
                  <a:lnTo>
                    <a:pt x="7171" y="2864"/>
                  </a:lnTo>
                  <a:lnTo>
                    <a:pt x="7250" y="2825"/>
                  </a:lnTo>
                  <a:lnTo>
                    <a:pt x="7289" y="2825"/>
                  </a:lnTo>
                  <a:lnTo>
                    <a:pt x="7309" y="2845"/>
                  </a:lnTo>
                  <a:lnTo>
                    <a:pt x="7368" y="2785"/>
                  </a:lnTo>
                  <a:lnTo>
                    <a:pt x="7388" y="2766"/>
                  </a:lnTo>
                  <a:lnTo>
                    <a:pt x="7428" y="2746"/>
                  </a:lnTo>
                  <a:lnTo>
                    <a:pt x="7408" y="2785"/>
                  </a:lnTo>
                  <a:lnTo>
                    <a:pt x="7625" y="2667"/>
                  </a:lnTo>
                  <a:lnTo>
                    <a:pt x="7744" y="2627"/>
                  </a:lnTo>
                  <a:lnTo>
                    <a:pt x="7842" y="2588"/>
                  </a:lnTo>
                  <a:lnTo>
                    <a:pt x="7981" y="2509"/>
                  </a:lnTo>
                  <a:lnTo>
                    <a:pt x="8020" y="2450"/>
                  </a:lnTo>
                  <a:lnTo>
                    <a:pt x="8060" y="2410"/>
                  </a:lnTo>
                  <a:lnTo>
                    <a:pt x="8000" y="2430"/>
                  </a:lnTo>
                  <a:lnTo>
                    <a:pt x="7981" y="2430"/>
                  </a:lnTo>
                  <a:lnTo>
                    <a:pt x="8000" y="2390"/>
                  </a:lnTo>
                  <a:lnTo>
                    <a:pt x="8040" y="2351"/>
                  </a:lnTo>
                  <a:lnTo>
                    <a:pt x="8099" y="2311"/>
                  </a:lnTo>
                  <a:lnTo>
                    <a:pt x="8119" y="2331"/>
                  </a:lnTo>
                  <a:lnTo>
                    <a:pt x="8158" y="2331"/>
                  </a:lnTo>
                  <a:lnTo>
                    <a:pt x="8139" y="2351"/>
                  </a:lnTo>
                  <a:lnTo>
                    <a:pt x="8158" y="2371"/>
                  </a:lnTo>
                  <a:lnTo>
                    <a:pt x="8178" y="2351"/>
                  </a:lnTo>
                  <a:lnTo>
                    <a:pt x="8257" y="2331"/>
                  </a:lnTo>
                  <a:lnTo>
                    <a:pt x="8297" y="2292"/>
                  </a:lnTo>
                  <a:lnTo>
                    <a:pt x="8336" y="2292"/>
                  </a:lnTo>
                  <a:lnTo>
                    <a:pt x="8336" y="2311"/>
                  </a:lnTo>
                  <a:lnTo>
                    <a:pt x="8376" y="2292"/>
                  </a:lnTo>
                  <a:lnTo>
                    <a:pt x="8415" y="2252"/>
                  </a:lnTo>
                  <a:lnTo>
                    <a:pt x="8474" y="2213"/>
                  </a:lnTo>
                  <a:lnTo>
                    <a:pt x="8514" y="2193"/>
                  </a:lnTo>
                  <a:lnTo>
                    <a:pt x="8514" y="2193"/>
                  </a:lnTo>
                  <a:lnTo>
                    <a:pt x="8494" y="2213"/>
                  </a:lnTo>
                  <a:lnTo>
                    <a:pt x="8474" y="2232"/>
                  </a:lnTo>
                  <a:lnTo>
                    <a:pt x="8455" y="2252"/>
                  </a:lnTo>
                  <a:lnTo>
                    <a:pt x="8514" y="2213"/>
                  </a:lnTo>
                  <a:lnTo>
                    <a:pt x="8514" y="2232"/>
                  </a:lnTo>
                  <a:lnTo>
                    <a:pt x="8593" y="2193"/>
                  </a:lnTo>
                  <a:lnTo>
                    <a:pt x="8613" y="2153"/>
                  </a:lnTo>
                  <a:lnTo>
                    <a:pt x="8652" y="2114"/>
                  </a:lnTo>
                  <a:lnTo>
                    <a:pt x="8672" y="2074"/>
                  </a:lnTo>
                  <a:lnTo>
                    <a:pt x="8711" y="2055"/>
                  </a:lnTo>
                  <a:lnTo>
                    <a:pt x="8711" y="2055"/>
                  </a:lnTo>
                  <a:lnTo>
                    <a:pt x="8692" y="2134"/>
                  </a:lnTo>
                  <a:lnTo>
                    <a:pt x="8731" y="2094"/>
                  </a:lnTo>
                  <a:lnTo>
                    <a:pt x="8771" y="2055"/>
                  </a:lnTo>
                  <a:lnTo>
                    <a:pt x="8790" y="2015"/>
                  </a:lnTo>
                  <a:lnTo>
                    <a:pt x="8850" y="1976"/>
                  </a:lnTo>
                  <a:lnTo>
                    <a:pt x="8850" y="1995"/>
                  </a:lnTo>
                  <a:lnTo>
                    <a:pt x="8889" y="1956"/>
                  </a:lnTo>
                  <a:lnTo>
                    <a:pt x="8889" y="1976"/>
                  </a:lnTo>
                  <a:lnTo>
                    <a:pt x="8929" y="1936"/>
                  </a:lnTo>
                  <a:lnTo>
                    <a:pt x="8968" y="1897"/>
                  </a:lnTo>
                  <a:lnTo>
                    <a:pt x="9027" y="1857"/>
                  </a:lnTo>
                  <a:lnTo>
                    <a:pt x="9047" y="1818"/>
                  </a:lnTo>
                  <a:lnTo>
                    <a:pt x="9106" y="1837"/>
                  </a:lnTo>
                  <a:lnTo>
                    <a:pt x="9146" y="1837"/>
                  </a:lnTo>
                  <a:lnTo>
                    <a:pt x="9166" y="1798"/>
                  </a:lnTo>
                  <a:lnTo>
                    <a:pt x="9185" y="1857"/>
                  </a:lnTo>
                  <a:lnTo>
                    <a:pt x="9126" y="1897"/>
                  </a:lnTo>
                  <a:lnTo>
                    <a:pt x="9106" y="1877"/>
                  </a:lnTo>
                  <a:lnTo>
                    <a:pt x="9087" y="1877"/>
                  </a:lnTo>
                  <a:lnTo>
                    <a:pt x="9027" y="1916"/>
                  </a:lnTo>
                  <a:lnTo>
                    <a:pt x="9126" y="1916"/>
                  </a:lnTo>
                  <a:lnTo>
                    <a:pt x="9245" y="1877"/>
                  </a:lnTo>
                  <a:lnTo>
                    <a:pt x="9502" y="1778"/>
                  </a:lnTo>
                  <a:lnTo>
                    <a:pt x="9600" y="1719"/>
                  </a:lnTo>
                  <a:lnTo>
                    <a:pt x="9719" y="1660"/>
                  </a:lnTo>
                  <a:lnTo>
                    <a:pt x="9818" y="1600"/>
                  </a:lnTo>
                  <a:lnTo>
                    <a:pt x="9837" y="1580"/>
                  </a:lnTo>
                  <a:lnTo>
                    <a:pt x="9857" y="1541"/>
                  </a:lnTo>
                  <a:lnTo>
                    <a:pt x="9857" y="1580"/>
                  </a:lnTo>
                  <a:lnTo>
                    <a:pt x="10074" y="1521"/>
                  </a:lnTo>
                  <a:lnTo>
                    <a:pt x="10331" y="1383"/>
                  </a:lnTo>
                  <a:lnTo>
                    <a:pt x="10450" y="1324"/>
                  </a:lnTo>
                  <a:lnTo>
                    <a:pt x="10548" y="1245"/>
                  </a:lnTo>
                  <a:lnTo>
                    <a:pt x="10588" y="1264"/>
                  </a:lnTo>
                  <a:lnTo>
                    <a:pt x="10647" y="1205"/>
                  </a:lnTo>
                  <a:lnTo>
                    <a:pt x="10706" y="1146"/>
                  </a:lnTo>
                  <a:lnTo>
                    <a:pt x="10845" y="1027"/>
                  </a:lnTo>
                  <a:lnTo>
                    <a:pt x="10983" y="929"/>
                  </a:lnTo>
                  <a:lnTo>
                    <a:pt x="11042" y="869"/>
                  </a:lnTo>
                  <a:lnTo>
                    <a:pt x="11062" y="810"/>
                  </a:lnTo>
                  <a:lnTo>
                    <a:pt x="11101" y="810"/>
                  </a:lnTo>
                  <a:lnTo>
                    <a:pt x="11082" y="830"/>
                  </a:lnTo>
                  <a:lnTo>
                    <a:pt x="11062" y="889"/>
                  </a:lnTo>
                  <a:lnTo>
                    <a:pt x="11101" y="850"/>
                  </a:lnTo>
                  <a:lnTo>
                    <a:pt x="11141" y="810"/>
                  </a:lnTo>
                  <a:lnTo>
                    <a:pt x="11200" y="771"/>
                  </a:lnTo>
                  <a:lnTo>
                    <a:pt x="11220" y="751"/>
                  </a:lnTo>
                  <a:lnTo>
                    <a:pt x="11259" y="751"/>
                  </a:lnTo>
                  <a:lnTo>
                    <a:pt x="11259" y="771"/>
                  </a:lnTo>
                  <a:lnTo>
                    <a:pt x="11240" y="790"/>
                  </a:lnTo>
                  <a:lnTo>
                    <a:pt x="11220" y="810"/>
                  </a:lnTo>
                  <a:lnTo>
                    <a:pt x="11259" y="810"/>
                  </a:lnTo>
                  <a:lnTo>
                    <a:pt x="11279" y="790"/>
                  </a:lnTo>
                  <a:lnTo>
                    <a:pt x="11299" y="751"/>
                  </a:lnTo>
                  <a:lnTo>
                    <a:pt x="11338" y="751"/>
                  </a:lnTo>
                  <a:lnTo>
                    <a:pt x="11319" y="731"/>
                  </a:lnTo>
                  <a:lnTo>
                    <a:pt x="11338" y="672"/>
                  </a:lnTo>
                  <a:lnTo>
                    <a:pt x="11417" y="593"/>
                  </a:lnTo>
                  <a:lnTo>
                    <a:pt x="11398" y="593"/>
                  </a:lnTo>
                  <a:lnTo>
                    <a:pt x="11398" y="573"/>
                  </a:lnTo>
                  <a:lnTo>
                    <a:pt x="11417" y="553"/>
                  </a:lnTo>
                  <a:lnTo>
                    <a:pt x="11457" y="534"/>
                  </a:lnTo>
                  <a:lnTo>
                    <a:pt x="11457" y="553"/>
                  </a:lnTo>
                  <a:lnTo>
                    <a:pt x="11536" y="474"/>
                  </a:lnTo>
                  <a:lnTo>
                    <a:pt x="1129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5" name="Google Shape;9005;p34"/>
            <p:cNvSpPr/>
            <p:nvPr/>
          </p:nvSpPr>
          <p:spPr>
            <a:xfrm>
              <a:off x="9961407" y="4578714"/>
              <a:ext cx="52" cy="1041"/>
            </a:xfrm>
            <a:custGeom>
              <a:rect b="b" l="l" r="r" t="t"/>
              <a:pathLst>
                <a:path extrusionOk="0" h="20" w="1">
                  <a:moveTo>
                    <a:pt x="0" y="20"/>
                  </a:moveTo>
                  <a:lnTo>
                    <a:pt x="0" y="2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0"/>
                  </a:lnTo>
                  <a:lnTo>
                    <a:pt x="0" y="20"/>
                  </a:lnTo>
                  <a:close/>
                </a:path>
              </a:pathLst>
            </a:custGeom>
            <a:solidFill>
              <a:srgbClr val="BBCAF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06" name="Google Shape;9006;p34"/>
          <p:cNvGrpSpPr/>
          <p:nvPr/>
        </p:nvGrpSpPr>
        <p:grpSpPr>
          <a:xfrm rot="1746615">
            <a:off x="8286991" y="1597482"/>
            <a:ext cx="1047275" cy="979617"/>
            <a:chOff x="-252624" y="1601574"/>
            <a:chExt cx="1047258" cy="979600"/>
          </a:xfrm>
        </p:grpSpPr>
        <p:sp>
          <p:nvSpPr>
            <p:cNvPr id="9007" name="Google Shape;9007;p34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8" name="Google Shape;9008;p34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9" name="Google Shape;9009;p34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0" name="Google Shape;9010;p34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1" name="Google Shape;9011;p34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2" name="Google Shape;9012;p34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3" name="Google Shape;9013;p34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4" name="Google Shape;9014;p34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5" name="Google Shape;9015;p34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6" name="Google Shape;9016;p34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7" name="Google Shape;9017;p34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8" name="Google Shape;9018;p34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9" name="Google Shape;9019;p34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20" name="Google Shape;9020;p34"/>
          <p:cNvGrpSpPr/>
          <p:nvPr/>
        </p:nvGrpSpPr>
        <p:grpSpPr>
          <a:xfrm>
            <a:off x="0" y="1002280"/>
            <a:ext cx="679382" cy="871990"/>
            <a:chOff x="8619938" y="2813305"/>
            <a:chExt cx="679382" cy="871990"/>
          </a:xfrm>
        </p:grpSpPr>
        <p:sp>
          <p:nvSpPr>
            <p:cNvPr id="9021" name="Google Shape;9021;p34"/>
            <p:cNvSpPr/>
            <p:nvPr/>
          </p:nvSpPr>
          <p:spPr>
            <a:xfrm>
              <a:off x="8654027" y="2917184"/>
              <a:ext cx="605870" cy="583106"/>
            </a:xfrm>
            <a:custGeom>
              <a:rect b="b" l="l" r="r" t="t"/>
              <a:pathLst>
                <a:path extrusionOk="0" h="15190" w="15783">
                  <a:moveTo>
                    <a:pt x="7270" y="0"/>
                  </a:moveTo>
                  <a:lnTo>
                    <a:pt x="6894" y="20"/>
                  </a:lnTo>
                  <a:lnTo>
                    <a:pt x="6539" y="59"/>
                  </a:lnTo>
                  <a:lnTo>
                    <a:pt x="6203" y="99"/>
                  </a:lnTo>
                  <a:lnTo>
                    <a:pt x="5867" y="138"/>
                  </a:lnTo>
                  <a:lnTo>
                    <a:pt x="5551" y="217"/>
                  </a:lnTo>
                  <a:lnTo>
                    <a:pt x="5255" y="277"/>
                  </a:lnTo>
                  <a:lnTo>
                    <a:pt x="4978" y="356"/>
                  </a:lnTo>
                  <a:lnTo>
                    <a:pt x="4702" y="454"/>
                  </a:lnTo>
                  <a:lnTo>
                    <a:pt x="4188" y="652"/>
                  </a:lnTo>
                  <a:lnTo>
                    <a:pt x="3714" y="889"/>
                  </a:lnTo>
                  <a:lnTo>
                    <a:pt x="3299" y="1146"/>
                  </a:lnTo>
                  <a:lnTo>
                    <a:pt x="2924" y="1422"/>
                  </a:lnTo>
                  <a:lnTo>
                    <a:pt x="2569" y="1718"/>
                  </a:lnTo>
                  <a:lnTo>
                    <a:pt x="2253" y="2035"/>
                  </a:lnTo>
                  <a:lnTo>
                    <a:pt x="1976" y="2351"/>
                  </a:lnTo>
                  <a:lnTo>
                    <a:pt x="1719" y="2686"/>
                  </a:lnTo>
                  <a:lnTo>
                    <a:pt x="1482" y="3002"/>
                  </a:lnTo>
                  <a:lnTo>
                    <a:pt x="1265" y="3338"/>
                  </a:lnTo>
                  <a:lnTo>
                    <a:pt x="1048" y="3713"/>
                  </a:lnTo>
                  <a:lnTo>
                    <a:pt x="830" y="4089"/>
                  </a:lnTo>
                  <a:lnTo>
                    <a:pt x="672" y="4464"/>
                  </a:lnTo>
                  <a:lnTo>
                    <a:pt x="514" y="4820"/>
                  </a:lnTo>
                  <a:lnTo>
                    <a:pt x="376" y="5175"/>
                  </a:lnTo>
                  <a:lnTo>
                    <a:pt x="277" y="5531"/>
                  </a:lnTo>
                  <a:lnTo>
                    <a:pt x="179" y="5886"/>
                  </a:lnTo>
                  <a:lnTo>
                    <a:pt x="119" y="6222"/>
                  </a:lnTo>
                  <a:lnTo>
                    <a:pt x="60" y="6558"/>
                  </a:lnTo>
                  <a:lnTo>
                    <a:pt x="21" y="6894"/>
                  </a:lnTo>
                  <a:lnTo>
                    <a:pt x="1" y="7229"/>
                  </a:lnTo>
                  <a:lnTo>
                    <a:pt x="1" y="7565"/>
                  </a:lnTo>
                  <a:lnTo>
                    <a:pt x="21" y="7881"/>
                  </a:lnTo>
                  <a:lnTo>
                    <a:pt x="40" y="8197"/>
                  </a:lnTo>
                  <a:lnTo>
                    <a:pt x="80" y="8513"/>
                  </a:lnTo>
                  <a:lnTo>
                    <a:pt x="139" y="8829"/>
                  </a:lnTo>
                  <a:lnTo>
                    <a:pt x="218" y="9185"/>
                  </a:lnTo>
                  <a:lnTo>
                    <a:pt x="297" y="9521"/>
                  </a:lnTo>
                  <a:lnTo>
                    <a:pt x="396" y="9837"/>
                  </a:lnTo>
                  <a:lnTo>
                    <a:pt x="514" y="10172"/>
                  </a:lnTo>
                  <a:lnTo>
                    <a:pt x="653" y="10488"/>
                  </a:lnTo>
                  <a:lnTo>
                    <a:pt x="791" y="10785"/>
                  </a:lnTo>
                  <a:lnTo>
                    <a:pt x="949" y="11081"/>
                  </a:lnTo>
                  <a:lnTo>
                    <a:pt x="1127" y="11377"/>
                  </a:lnTo>
                  <a:lnTo>
                    <a:pt x="1324" y="11654"/>
                  </a:lnTo>
                  <a:lnTo>
                    <a:pt x="1522" y="11930"/>
                  </a:lnTo>
                  <a:lnTo>
                    <a:pt x="1719" y="12207"/>
                  </a:lnTo>
                  <a:lnTo>
                    <a:pt x="1956" y="12464"/>
                  </a:lnTo>
                  <a:lnTo>
                    <a:pt x="2174" y="12701"/>
                  </a:lnTo>
                  <a:lnTo>
                    <a:pt x="2430" y="12938"/>
                  </a:lnTo>
                  <a:lnTo>
                    <a:pt x="2687" y="13175"/>
                  </a:lnTo>
                  <a:lnTo>
                    <a:pt x="2944" y="13372"/>
                  </a:lnTo>
                  <a:lnTo>
                    <a:pt x="3201" y="13589"/>
                  </a:lnTo>
                  <a:lnTo>
                    <a:pt x="3477" y="13787"/>
                  </a:lnTo>
                  <a:lnTo>
                    <a:pt x="3774" y="13965"/>
                  </a:lnTo>
                  <a:lnTo>
                    <a:pt x="4070" y="14143"/>
                  </a:lnTo>
                  <a:lnTo>
                    <a:pt x="4366" y="14301"/>
                  </a:lnTo>
                  <a:lnTo>
                    <a:pt x="4662" y="14439"/>
                  </a:lnTo>
                  <a:lnTo>
                    <a:pt x="4978" y="14577"/>
                  </a:lnTo>
                  <a:lnTo>
                    <a:pt x="5294" y="14696"/>
                  </a:lnTo>
                  <a:lnTo>
                    <a:pt x="5610" y="14814"/>
                  </a:lnTo>
                  <a:lnTo>
                    <a:pt x="5926" y="14913"/>
                  </a:lnTo>
                  <a:lnTo>
                    <a:pt x="6262" y="14992"/>
                  </a:lnTo>
                  <a:lnTo>
                    <a:pt x="6598" y="15051"/>
                  </a:lnTo>
                  <a:lnTo>
                    <a:pt x="6914" y="15110"/>
                  </a:lnTo>
                  <a:lnTo>
                    <a:pt x="7250" y="15150"/>
                  </a:lnTo>
                  <a:lnTo>
                    <a:pt x="7586" y="15189"/>
                  </a:lnTo>
                  <a:lnTo>
                    <a:pt x="8395" y="15189"/>
                  </a:lnTo>
                  <a:lnTo>
                    <a:pt x="8870" y="15150"/>
                  </a:lnTo>
                  <a:lnTo>
                    <a:pt x="9304" y="15091"/>
                  </a:lnTo>
                  <a:lnTo>
                    <a:pt x="9739" y="15012"/>
                  </a:lnTo>
                  <a:lnTo>
                    <a:pt x="10153" y="14913"/>
                  </a:lnTo>
                  <a:lnTo>
                    <a:pt x="10568" y="14794"/>
                  </a:lnTo>
                  <a:lnTo>
                    <a:pt x="10943" y="14656"/>
                  </a:lnTo>
                  <a:lnTo>
                    <a:pt x="11319" y="14498"/>
                  </a:lnTo>
                  <a:lnTo>
                    <a:pt x="11674" y="14340"/>
                  </a:lnTo>
                  <a:lnTo>
                    <a:pt x="12030" y="14143"/>
                  </a:lnTo>
                  <a:lnTo>
                    <a:pt x="12346" y="13945"/>
                  </a:lnTo>
                  <a:lnTo>
                    <a:pt x="12662" y="13728"/>
                  </a:lnTo>
                  <a:lnTo>
                    <a:pt x="12958" y="13491"/>
                  </a:lnTo>
                  <a:lnTo>
                    <a:pt x="13235" y="13234"/>
                  </a:lnTo>
                  <a:lnTo>
                    <a:pt x="13492" y="12977"/>
                  </a:lnTo>
                  <a:lnTo>
                    <a:pt x="13748" y="12720"/>
                  </a:lnTo>
                  <a:lnTo>
                    <a:pt x="13985" y="12444"/>
                  </a:lnTo>
                  <a:lnTo>
                    <a:pt x="14203" y="12167"/>
                  </a:lnTo>
                  <a:lnTo>
                    <a:pt x="14420" y="11871"/>
                  </a:lnTo>
                  <a:lnTo>
                    <a:pt x="14617" y="11575"/>
                  </a:lnTo>
                  <a:lnTo>
                    <a:pt x="14795" y="11278"/>
                  </a:lnTo>
                  <a:lnTo>
                    <a:pt x="14953" y="10962"/>
                  </a:lnTo>
                  <a:lnTo>
                    <a:pt x="15091" y="10666"/>
                  </a:lnTo>
                  <a:lnTo>
                    <a:pt x="15230" y="10350"/>
                  </a:lnTo>
                  <a:lnTo>
                    <a:pt x="15348" y="10034"/>
                  </a:lnTo>
                  <a:lnTo>
                    <a:pt x="15467" y="9738"/>
                  </a:lnTo>
                  <a:lnTo>
                    <a:pt x="15546" y="9422"/>
                  </a:lnTo>
                  <a:lnTo>
                    <a:pt x="15625" y="9106"/>
                  </a:lnTo>
                  <a:lnTo>
                    <a:pt x="15684" y="8809"/>
                  </a:lnTo>
                  <a:lnTo>
                    <a:pt x="15743" y="8513"/>
                  </a:lnTo>
                  <a:lnTo>
                    <a:pt x="15763" y="8217"/>
                  </a:lnTo>
                  <a:lnTo>
                    <a:pt x="15783" y="7921"/>
                  </a:lnTo>
                  <a:lnTo>
                    <a:pt x="15783" y="7328"/>
                  </a:lnTo>
                  <a:lnTo>
                    <a:pt x="15743" y="6716"/>
                  </a:lnTo>
                  <a:lnTo>
                    <a:pt x="15664" y="6103"/>
                  </a:lnTo>
                  <a:lnTo>
                    <a:pt x="15605" y="5787"/>
                  </a:lnTo>
                  <a:lnTo>
                    <a:pt x="15526" y="5471"/>
                  </a:lnTo>
                  <a:lnTo>
                    <a:pt x="15447" y="5155"/>
                  </a:lnTo>
                  <a:lnTo>
                    <a:pt x="15348" y="4839"/>
                  </a:lnTo>
                  <a:lnTo>
                    <a:pt x="15230" y="4523"/>
                  </a:lnTo>
                  <a:lnTo>
                    <a:pt x="15091" y="4207"/>
                  </a:lnTo>
                  <a:lnTo>
                    <a:pt x="14953" y="3891"/>
                  </a:lnTo>
                  <a:lnTo>
                    <a:pt x="14795" y="3595"/>
                  </a:lnTo>
                  <a:lnTo>
                    <a:pt x="14617" y="3299"/>
                  </a:lnTo>
                  <a:lnTo>
                    <a:pt x="14420" y="3022"/>
                  </a:lnTo>
                  <a:lnTo>
                    <a:pt x="14222" y="2726"/>
                  </a:lnTo>
                  <a:lnTo>
                    <a:pt x="14005" y="2449"/>
                  </a:lnTo>
                  <a:lnTo>
                    <a:pt x="13748" y="2193"/>
                  </a:lnTo>
                  <a:lnTo>
                    <a:pt x="13492" y="1936"/>
                  </a:lnTo>
                  <a:lnTo>
                    <a:pt x="13235" y="1699"/>
                  </a:lnTo>
                  <a:lnTo>
                    <a:pt x="12938" y="1462"/>
                  </a:lnTo>
                  <a:lnTo>
                    <a:pt x="12622" y="1244"/>
                  </a:lnTo>
                  <a:lnTo>
                    <a:pt x="12287" y="1047"/>
                  </a:lnTo>
                  <a:lnTo>
                    <a:pt x="11951" y="869"/>
                  </a:lnTo>
                  <a:lnTo>
                    <a:pt x="11576" y="691"/>
                  </a:lnTo>
                  <a:lnTo>
                    <a:pt x="11181" y="533"/>
                  </a:lnTo>
                  <a:lnTo>
                    <a:pt x="10766" y="395"/>
                  </a:lnTo>
                  <a:lnTo>
                    <a:pt x="10351" y="277"/>
                  </a:lnTo>
                  <a:lnTo>
                    <a:pt x="9897" y="178"/>
                  </a:lnTo>
                  <a:lnTo>
                    <a:pt x="9423" y="99"/>
                  </a:lnTo>
                  <a:lnTo>
                    <a:pt x="8929" y="59"/>
                  </a:lnTo>
                  <a:lnTo>
                    <a:pt x="8494" y="20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2" name="Google Shape;9022;p34"/>
            <p:cNvSpPr/>
            <p:nvPr/>
          </p:nvSpPr>
          <p:spPr>
            <a:xfrm>
              <a:off x="8769307" y="2982368"/>
              <a:ext cx="231285" cy="211592"/>
            </a:xfrm>
            <a:custGeom>
              <a:rect b="b" l="l" r="r" t="t"/>
              <a:pathLst>
                <a:path extrusionOk="0" h="5512" w="6025">
                  <a:moveTo>
                    <a:pt x="3022" y="1"/>
                  </a:moveTo>
                  <a:lnTo>
                    <a:pt x="2647" y="20"/>
                  </a:lnTo>
                  <a:lnTo>
                    <a:pt x="2449" y="60"/>
                  </a:lnTo>
                  <a:lnTo>
                    <a:pt x="2252" y="119"/>
                  </a:lnTo>
                  <a:lnTo>
                    <a:pt x="2054" y="159"/>
                  </a:lnTo>
                  <a:lnTo>
                    <a:pt x="1877" y="238"/>
                  </a:lnTo>
                  <a:lnTo>
                    <a:pt x="1699" y="317"/>
                  </a:lnTo>
                  <a:lnTo>
                    <a:pt x="1521" y="416"/>
                  </a:lnTo>
                  <a:lnTo>
                    <a:pt x="1343" y="514"/>
                  </a:lnTo>
                  <a:lnTo>
                    <a:pt x="1185" y="633"/>
                  </a:lnTo>
                  <a:lnTo>
                    <a:pt x="1027" y="751"/>
                  </a:lnTo>
                  <a:lnTo>
                    <a:pt x="889" y="890"/>
                  </a:lnTo>
                  <a:lnTo>
                    <a:pt x="751" y="1028"/>
                  </a:lnTo>
                  <a:lnTo>
                    <a:pt x="632" y="1186"/>
                  </a:lnTo>
                  <a:lnTo>
                    <a:pt x="514" y="1364"/>
                  </a:lnTo>
                  <a:lnTo>
                    <a:pt x="395" y="1541"/>
                  </a:lnTo>
                  <a:lnTo>
                    <a:pt x="237" y="1897"/>
                  </a:lnTo>
                  <a:lnTo>
                    <a:pt x="99" y="2233"/>
                  </a:lnTo>
                  <a:lnTo>
                    <a:pt x="40" y="2549"/>
                  </a:lnTo>
                  <a:lnTo>
                    <a:pt x="0" y="2845"/>
                  </a:lnTo>
                  <a:lnTo>
                    <a:pt x="0" y="3141"/>
                  </a:lnTo>
                  <a:lnTo>
                    <a:pt x="20" y="3398"/>
                  </a:lnTo>
                  <a:lnTo>
                    <a:pt x="59" y="3635"/>
                  </a:lnTo>
                  <a:lnTo>
                    <a:pt x="138" y="3833"/>
                  </a:lnTo>
                  <a:lnTo>
                    <a:pt x="217" y="4030"/>
                  </a:lnTo>
                  <a:lnTo>
                    <a:pt x="296" y="4188"/>
                  </a:lnTo>
                  <a:lnTo>
                    <a:pt x="395" y="4346"/>
                  </a:lnTo>
                  <a:lnTo>
                    <a:pt x="474" y="4465"/>
                  </a:lnTo>
                  <a:lnTo>
                    <a:pt x="612" y="4623"/>
                  </a:lnTo>
                  <a:lnTo>
                    <a:pt x="672" y="4662"/>
                  </a:lnTo>
                  <a:lnTo>
                    <a:pt x="909" y="4860"/>
                  </a:lnTo>
                  <a:lnTo>
                    <a:pt x="1166" y="5018"/>
                  </a:lnTo>
                  <a:lnTo>
                    <a:pt x="1422" y="5176"/>
                  </a:lnTo>
                  <a:lnTo>
                    <a:pt x="1679" y="5294"/>
                  </a:lnTo>
                  <a:lnTo>
                    <a:pt x="1975" y="5393"/>
                  </a:lnTo>
                  <a:lnTo>
                    <a:pt x="2331" y="5452"/>
                  </a:lnTo>
                  <a:lnTo>
                    <a:pt x="2746" y="5512"/>
                  </a:lnTo>
                  <a:lnTo>
                    <a:pt x="3220" y="5512"/>
                  </a:lnTo>
                  <a:lnTo>
                    <a:pt x="3595" y="5492"/>
                  </a:lnTo>
                  <a:lnTo>
                    <a:pt x="3951" y="5433"/>
                  </a:lnTo>
                  <a:lnTo>
                    <a:pt x="4286" y="5334"/>
                  </a:lnTo>
                  <a:lnTo>
                    <a:pt x="4602" y="5176"/>
                  </a:lnTo>
                  <a:lnTo>
                    <a:pt x="4899" y="4998"/>
                  </a:lnTo>
                  <a:lnTo>
                    <a:pt x="5175" y="4781"/>
                  </a:lnTo>
                  <a:lnTo>
                    <a:pt x="5412" y="4544"/>
                  </a:lnTo>
                  <a:lnTo>
                    <a:pt x="5610" y="4287"/>
                  </a:lnTo>
                  <a:lnTo>
                    <a:pt x="5768" y="3991"/>
                  </a:lnTo>
                  <a:lnTo>
                    <a:pt x="5886" y="3675"/>
                  </a:lnTo>
                  <a:lnTo>
                    <a:pt x="5985" y="3339"/>
                  </a:lnTo>
                  <a:lnTo>
                    <a:pt x="6005" y="3161"/>
                  </a:lnTo>
                  <a:lnTo>
                    <a:pt x="6005" y="2983"/>
                  </a:lnTo>
                  <a:lnTo>
                    <a:pt x="6025" y="2806"/>
                  </a:lnTo>
                  <a:lnTo>
                    <a:pt x="6005" y="2628"/>
                  </a:lnTo>
                  <a:lnTo>
                    <a:pt x="5985" y="2430"/>
                  </a:lnTo>
                  <a:lnTo>
                    <a:pt x="5946" y="2252"/>
                  </a:lnTo>
                  <a:lnTo>
                    <a:pt x="5886" y="2055"/>
                  </a:lnTo>
                  <a:lnTo>
                    <a:pt x="5827" y="1877"/>
                  </a:lnTo>
                  <a:lnTo>
                    <a:pt x="5748" y="1680"/>
                  </a:lnTo>
                  <a:lnTo>
                    <a:pt x="5669" y="1482"/>
                  </a:lnTo>
                  <a:lnTo>
                    <a:pt x="5551" y="1304"/>
                  </a:lnTo>
                  <a:lnTo>
                    <a:pt x="5432" y="1127"/>
                  </a:lnTo>
                  <a:lnTo>
                    <a:pt x="5313" y="969"/>
                  </a:lnTo>
                  <a:lnTo>
                    <a:pt x="5175" y="811"/>
                  </a:lnTo>
                  <a:lnTo>
                    <a:pt x="5017" y="672"/>
                  </a:lnTo>
                  <a:lnTo>
                    <a:pt x="4879" y="554"/>
                  </a:lnTo>
                  <a:lnTo>
                    <a:pt x="4701" y="435"/>
                  </a:lnTo>
                  <a:lnTo>
                    <a:pt x="4543" y="337"/>
                  </a:lnTo>
                  <a:lnTo>
                    <a:pt x="4365" y="258"/>
                  </a:lnTo>
                  <a:lnTo>
                    <a:pt x="4188" y="178"/>
                  </a:lnTo>
                  <a:lnTo>
                    <a:pt x="3990" y="119"/>
                  </a:lnTo>
                  <a:lnTo>
                    <a:pt x="3812" y="80"/>
                  </a:lnTo>
                  <a:lnTo>
                    <a:pt x="3615" y="40"/>
                  </a:lnTo>
                  <a:lnTo>
                    <a:pt x="341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3" name="Google Shape;9023;p34"/>
            <p:cNvSpPr/>
            <p:nvPr/>
          </p:nvSpPr>
          <p:spPr>
            <a:xfrm>
              <a:off x="8780670" y="2993001"/>
              <a:ext cx="210056" cy="191861"/>
            </a:xfrm>
            <a:custGeom>
              <a:rect b="b" l="l" r="r" t="t"/>
              <a:pathLst>
                <a:path extrusionOk="0" h="4998" w="5472">
                  <a:moveTo>
                    <a:pt x="2766" y="0"/>
                  </a:moveTo>
                  <a:lnTo>
                    <a:pt x="2410" y="20"/>
                  </a:lnTo>
                  <a:lnTo>
                    <a:pt x="2055" y="99"/>
                  </a:lnTo>
                  <a:lnTo>
                    <a:pt x="1719" y="218"/>
                  </a:lnTo>
                  <a:lnTo>
                    <a:pt x="1403" y="376"/>
                  </a:lnTo>
                  <a:lnTo>
                    <a:pt x="1245" y="455"/>
                  </a:lnTo>
                  <a:lnTo>
                    <a:pt x="1087" y="573"/>
                  </a:lnTo>
                  <a:lnTo>
                    <a:pt x="949" y="672"/>
                  </a:lnTo>
                  <a:lnTo>
                    <a:pt x="830" y="810"/>
                  </a:lnTo>
                  <a:lnTo>
                    <a:pt x="692" y="929"/>
                  </a:lnTo>
                  <a:lnTo>
                    <a:pt x="573" y="1067"/>
                  </a:lnTo>
                  <a:lnTo>
                    <a:pt x="475" y="1225"/>
                  </a:lnTo>
                  <a:lnTo>
                    <a:pt x="376" y="1383"/>
                  </a:lnTo>
                  <a:lnTo>
                    <a:pt x="218" y="1719"/>
                  </a:lnTo>
                  <a:lnTo>
                    <a:pt x="119" y="2035"/>
                  </a:lnTo>
                  <a:lnTo>
                    <a:pt x="40" y="2311"/>
                  </a:lnTo>
                  <a:lnTo>
                    <a:pt x="0" y="2588"/>
                  </a:lnTo>
                  <a:lnTo>
                    <a:pt x="0" y="2845"/>
                  </a:lnTo>
                  <a:lnTo>
                    <a:pt x="40" y="3082"/>
                  </a:lnTo>
                  <a:lnTo>
                    <a:pt x="79" y="3279"/>
                  </a:lnTo>
                  <a:lnTo>
                    <a:pt x="139" y="3477"/>
                  </a:lnTo>
                  <a:lnTo>
                    <a:pt x="218" y="3654"/>
                  </a:lnTo>
                  <a:lnTo>
                    <a:pt x="297" y="3812"/>
                  </a:lnTo>
                  <a:lnTo>
                    <a:pt x="455" y="4030"/>
                  </a:lnTo>
                  <a:lnTo>
                    <a:pt x="573" y="4188"/>
                  </a:lnTo>
                  <a:lnTo>
                    <a:pt x="613" y="4227"/>
                  </a:lnTo>
                  <a:lnTo>
                    <a:pt x="850" y="4405"/>
                  </a:lnTo>
                  <a:lnTo>
                    <a:pt x="1067" y="4563"/>
                  </a:lnTo>
                  <a:lnTo>
                    <a:pt x="1304" y="4682"/>
                  </a:lnTo>
                  <a:lnTo>
                    <a:pt x="1541" y="4800"/>
                  </a:lnTo>
                  <a:lnTo>
                    <a:pt x="1818" y="4879"/>
                  </a:lnTo>
                  <a:lnTo>
                    <a:pt x="2134" y="4958"/>
                  </a:lnTo>
                  <a:lnTo>
                    <a:pt x="2489" y="4998"/>
                  </a:lnTo>
                  <a:lnTo>
                    <a:pt x="2924" y="4998"/>
                  </a:lnTo>
                  <a:lnTo>
                    <a:pt x="3279" y="4978"/>
                  </a:lnTo>
                  <a:lnTo>
                    <a:pt x="3595" y="4919"/>
                  </a:lnTo>
                  <a:lnTo>
                    <a:pt x="3911" y="4820"/>
                  </a:lnTo>
                  <a:lnTo>
                    <a:pt x="4188" y="4701"/>
                  </a:lnTo>
                  <a:lnTo>
                    <a:pt x="4464" y="4523"/>
                  </a:lnTo>
                  <a:lnTo>
                    <a:pt x="4701" y="4346"/>
                  </a:lnTo>
                  <a:lnTo>
                    <a:pt x="4919" y="4128"/>
                  </a:lnTo>
                  <a:lnTo>
                    <a:pt x="5096" y="3872"/>
                  </a:lnTo>
                  <a:lnTo>
                    <a:pt x="5255" y="3615"/>
                  </a:lnTo>
                  <a:lnTo>
                    <a:pt x="5353" y="3319"/>
                  </a:lnTo>
                  <a:lnTo>
                    <a:pt x="5432" y="3022"/>
                  </a:lnTo>
                  <a:lnTo>
                    <a:pt x="5472" y="2706"/>
                  </a:lnTo>
                  <a:lnTo>
                    <a:pt x="5452" y="2371"/>
                  </a:lnTo>
                  <a:lnTo>
                    <a:pt x="5413" y="2035"/>
                  </a:lnTo>
                  <a:lnTo>
                    <a:pt x="5294" y="1699"/>
                  </a:lnTo>
                  <a:lnTo>
                    <a:pt x="5156" y="1343"/>
                  </a:lnTo>
                  <a:lnTo>
                    <a:pt x="5057" y="1166"/>
                  </a:lnTo>
                  <a:lnTo>
                    <a:pt x="4938" y="1008"/>
                  </a:lnTo>
                  <a:lnTo>
                    <a:pt x="4820" y="869"/>
                  </a:lnTo>
                  <a:lnTo>
                    <a:pt x="4701" y="731"/>
                  </a:lnTo>
                  <a:lnTo>
                    <a:pt x="4563" y="613"/>
                  </a:lnTo>
                  <a:lnTo>
                    <a:pt x="4425" y="494"/>
                  </a:lnTo>
                  <a:lnTo>
                    <a:pt x="4287" y="395"/>
                  </a:lnTo>
                  <a:lnTo>
                    <a:pt x="4129" y="316"/>
                  </a:lnTo>
                  <a:lnTo>
                    <a:pt x="3971" y="237"/>
                  </a:lnTo>
                  <a:lnTo>
                    <a:pt x="3813" y="158"/>
                  </a:lnTo>
                  <a:lnTo>
                    <a:pt x="3477" y="60"/>
                  </a:lnTo>
                  <a:lnTo>
                    <a:pt x="312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4" name="Google Shape;9024;p34"/>
            <p:cNvSpPr/>
            <p:nvPr/>
          </p:nvSpPr>
          <p:spPr>
            <a:xfrm>
              <a:off x="8860288" y="3005132"/>
              <a:ext cx="88752" cy="70556"/>
            </a:xfrm>
            <a:custGeom>
              <a:rect b="b" l="l" r="r" t="t"/>
              <a:pathLst>
                <a:path extrusionOk="0" h="1838" w="2312">
                  <a:moveTo>
                    <a:pt x="711" y="0"/>
                  </a:moveTo>
                  <a:lnTo>
                    <a:pt x="336" y="40"/>
                  </a:lnTo>
                  <a:lnTo>
                    <a:pt x="198" y="60"/>
                  </a:lnTo>
                  <a:lnTo>
                    <a:pt x="99" y="99"/>
                  </a:lnTo>
                  <a:lnTo>
                    <a:pt x="40" y="158"/>
                  </a:lnTo>
                  <a:lnTo>
                    <a:pt x="0" y="237"/>
                  </a:lnTo>
                  <a:lnTo>
                    <a:pt x="0" y="356"/>
                  </a:lnTo>
                  <a:lnTo>
                    <a:pt x="20" y="494"/>
                  </a:lnTo>
                  <a:lnTo>
                    <a:pt x="158" y="889"/>
                  </a:lnTo>
                  <a:lnTo>
                    <a:pt x="316" y="1304"/>
                  </a:lnTo>
                  <a:lnTo>
                    <a:pt x="494" y="1719"/>
                  </a:lnTo>
                  <a:lnTo>
                    <a:pt x="692" y="1738"/>
                  </a:lnTo>
                  <a:lnTo>
                    <a:pt x="850" y="1778"/>
                  </a:lnTo>
                  <a:lnTo>
                    <a:pt x="929" y="1798"/>
                  </a:lnTo>
                  <a:lnTo>
                    <a:pt x="988" y="1837"/>
                  </a:lnTo>
                  <a:lnTo>
                    <a:pt x="1008" y="1837"/>
                  </a:lnTo>
                  <a:lnTo>
                    <a:pt x="1067" y="1817"/>
                  </a:lnTo>
                  <a:lnTo>
                    <a:pt x="1245" y="1699"/>
                  </a:lnTo>
                  <a:lnTo>
                    <a:pt x="1482" y="1501"/>
                  </a:lnTo>
                  <a:lnTo>
                    <a:pt x="1739" y="1284"/>
                  </a:lnTo>
                  <a:lnTo>
                    <a:pt x="1976" y="1027"/>
                  </a:lnTo>
                  <a:lnTo>
                    <a:pt x="2173" y="810"/>
                  </a:lnTo>
                  <a:lnTo>
                    <a:pt x="2292" y="632"/>
                  </a:lnTo>
                  <a:lnTo>
                    <a:pt x="2311" y="553"/>
                  </a:lnTo>
                  <a:lnTo>
                    <a:pt x="2311" y="514"/>
                  </a:lnTo>
                  <a:lnTo>
                    <a:pt x="2232" y="435"/>
                  </a:lnTo>
                  <a:lnTo>
                    <a:pt x="2114" y="356"/>
                  </a:lnTo>
                  <a:lnTo>
                    <a:pt x="1916" y="257"/>
                  </a:lnTo>
                  <a:lnTo>
                    <a:pt x="1699" y="158"/>
                  </a:lnTo>
                  <a:lnTo>
                    <a:pt x="1462" y="79"/>
                  </a:lnTo>
                  <a:lnTo>
                    <a:pt x="1205" y="20"/>
                  </a:lnTo>
                  <a:lnTo>
                    <a:pt x="9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5" name="Google Shape;9025;p34"/>
            <p:cNvSpPr/>
            <p:nvPr/>
          </p:nvSpPr>
          <p:spPr>
            <a:xfrm>
              <a:off x="8905778" y="3039260"/>
              <a:ext cx="77389" cy="70556"/>
            </a:xfrm>
            <a:custGeom>
              <a:rect b="b" l="l" r="r" t="t"/>
              <a:pathLst>
                <a:path extrusionOk="0" h="1838" w="2016">
                  <a:moveTo>
                    <a:pt x="1383" y="0"/>
                  </a:moveTo>
                  <a:lnTo>
                    <a:pt x="1324" y="40"/>
                  </a:lnTo>
                  <a:lnTo>
                    <a:pt x="1146" y="178"/>
                  </a:lnTo>
                  <a:lnTo>
                    <a:pt x="672" y="593"/>
                  </a:lnTo>
                  <a:lnTo>
                    <a:pt x="1" y="1205"/>
                  </a:lnTo>
                  <a:lnTo>
                    <a:pt x="1" y="1304"/>
                  </a:lnTo>
                  <a:lnTo>
                    <a:pt x="1" y="1383"/>
                  </a:lnTo>
                  <a:lnTo>
                    <a:pt x="1" y="1482"/>
                  </a:lnTo>
                  <a:lnTo>
                    <a:pt x="1" y="1501"/>
                  </a:lnTo>
                  <a:lnTo>
                    <a:pt x="60" y="1521"/>
                  </a:lnTo>
                  <a:lnTo>
                    <a:pt x="257" y="1580"/>
                  </a:lnTo>
                  <a:lnTo>
                    <a:pt x="909" y="1719"/>
                  </a:lnTo>
                  <a:lnTo>
                    <a:pt x="1581" y="1817"/>
                  </a:lnTo>
                  <a:lnTo>
                    <a:pt x="1818" y="1837"/>
                  </a:lnTo>
                  <a:lnTo>
                    <a:pt x="1916" y="1837"/>
                  </a:lnTo>
                  <a:lnTo>
                    <a:pt x="1956" y="1798"/>
                  </a:lnTo>
                  <a:lnTo>
                    <a:pt x="1976" y="1738"/>
                  </a:lnTo>
                  <a:lnTo>
                    <a:pt x="1996" y="1659"/>
                  </a:lnTo>
                  <a:lnTo>
                    <a:pt x="2015" y="1541"/>
                  </a:lnTo>
                  <a:lnTo>
                    <a:pt x="1996" y="1264"/>
                  </a:lnTo>
                  <a:lnTo>
                    <a:pt x="1936" y="909"/>
                  </a:lnTo>
                  <a:lnTo>
                    <a:pt x="1897" y="731"/>
                  </a:lnTo>
                  <a:lnTo>
                    <a:pt x="1837" y="553"/>
                  </a:lnTo>
                  <a:lnTo>
                    <a:pt x="1778" y="415"/>
                  </a:lnTo>
                  <a:lnTo>
                    <a:pt x="1699" y="277"/>
                  </a:lnTo>
                  <a:lnTo>
                    <a:pt x="1620" y="178"/>
                  </a:lnTo>
                  <a:lnTo>
                    <a:pt x="1541" y="79"/>
                  </a:lnTo>
                  <a:lnTo>
                    <a:pt x="148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6" name="Google Shape;9026;p34"/>
            <p:cNvSpPr/>
            <p:nvPr/>
          </p:nvSpPr>
          <p:spPr>
            <a:xfrm>
              <a:off x="8895913" y="3102946"/>
              <a:ext cx="75854" cy="69788"/>
            </a:xfrm>
            <a:custGeom>
              <a:rect b="b" l="l" r="r" t="t"/>
              <a:pathLst>
                <a:path extrusionOk="0" h="1818" w="1976">
                  <a:moveTo>
                    <a:pt x="198" y="0"/>
                  </a:moveTo>
                  <a:lnTo>
                    <a:pt x="1" y="158"/>
                  </a:lnTo>
                  <a:lnTo>
                    <a:pt x="179" y="889"/>
                  </a:lnTo>
                  <a:lnTo>
                    <a:pt x="416" y="1719"/>
                  </a:lnTo>
                  <a:lnTo>
                    <a:pt x="435" y="1778"/>
                  </a:lnTo>
                  <a:lnTo>
                    <a:pt x="475" y="1798"/>
                  </a:lnTo>
                  <a:lnTo>
                    <a:pt x="534" y="1818"/>
                  </a:lnTo>
                  <a:lnTo>
                    <a:pt x="613" y="1818"/>
                  </a:lnTo>
                  <a:lnTo>
                    <a:pt x="791" y="1758"/>
                  </a:lnTo>
                  <a:lnTo>
                    <a:pt x="1028" y="1640"/>
                  </a:lnTo>
                  <a:lnTo>
                    <a:pt x="1225" y="1521"/>
                  </a:lnTo>
                  <a:lnTo>
                    <a:pt x="1403" y="1403"/>
                  </a:lnTo>
                  <a:lnTo>
                    <a:pt x="1581" y="1245"/>
                  </a:lnTo>
                  <a:lnTo>
                    <a:pt x="1719" y="1087"/>
                  </a:lnTo>
                  <a:lnTo>
                    <a:pt x="1838" y="929"/>
                  </a:lnTo>
                  <a:lnTo>
                    <a:pt x="1917" y="790"/>
                  </a:lnTo>
                  <a:lnTo>
                    <a:pt x="1976" y="652"/>
                  </a:lnTo>
                  <a:lnTo>
                    <a:pt x="1976" y="553"/>
                  </a:lnTo>
                  <a:lnTo>
                    <a:pt x="1956" y="514"/>
                  </a:lnTo>
                  <a:lnTo>
                    <a:pt x="1897" y="455"/>
                  </a:lnTo>
                  <a:lnTo>
                    <a:pt x="1680" y="356"/>
                  </a:lnTo>
                  <a:lnTo>
                    <a:pt x="1403" y="277"/>
                  </a:lnTo>
                  <a:lnTo>
                    <a:pt x="1067" y="178"/>
                  </a:lnTo>
                  <a:lnTo>
                    <a:pt x="475" y="40"/>
                  </a:lnTo>
                  <a:lnTo>
                    <a:pt x="19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7" name="Google Shape;9027;p34"/>
            <p:cNvSpPr/>
            <p:nvPr/>
          </p:nvSpPr>
          <p:spPr>
            <a:xfrm>
              <a:off x="8813262" y="3102946"/>
              <a:ext cx="84990" cy="74318"/>
            </a:xfrm>
            <a:custGeom>
              <a:rect b="b" l="l" r="r" t="t"/>
              <a:pathLst>
                <a:path extrusionOk="0" h="1936" w="2214">
                  <a:moveTo>
                    <a:pt x="1423" y="0"/>
                  </a:moveTo>
                  <a:lnTo>
                    <a:pt x="988" y="277"/>
                  </a:lnTo>
                  <a:lnTo>
                    <a:pt x="672" y="494"/>
                  </a:lnTo>
                  <a:lnTo>
                    <a:pt x="356" y="731"/>
                  </a:lnTo>
                  <a:lnTo>
                    <a:pt x="100" y="948"/>
                  </a:lnTo>
                  <a:lnTo>
                    <a:pt x="21" y="1047"/>
                  </a:lnTo>
                  <a:lnTo>
                    <a:pt x="1" y="1106"/>
                  </a:lnTo>
                  <a:lnTo>
                    <a:pt x="1" y="1166"/>
                  </a:lnTo>
                  <a:lnTo>
                    <a:pt x="40" y="1225"/>
                  </a:lnTo>
                  <a:lnTo>
                    <a:pt x="139" y="1324"/>
                  </a:lnTo>
                  <a:lnTo>
                    <a:pt x="337" y="1462"/>
                  </a:lnTo>
                  <a:lnTo>
                    <a:pt x="593" y="1600"/>
                  </a:lnTo>
                  <a:lnTo>
                    <a:pt x="751" y="1679"/>
                  </a:lnTo>
                  <a:lnTo>
                    <a:pt x="929" y="1758"/>
                  </a:lnTo>
                  <a:lnTo>
                    <a:pt x="1285" y="1857"/>
                  </a:lnTo>
                  <a:lnTo>
                    <a:pt x="1620" y="1916"/>
                  </a:lnTo>
                  <a:lnTo>
                    <a:pt x="1877" y="1936"/>
                  </a:lnTo>
                  <a:lnTo>
                    <a:pt x="2055" y="1897"/>
                  </a:lnTo>
                  <a:lnTo>
                    <a:pt x="2114" y="1857"/>
                  </a:lnTo>
                  <a:lnTo>
                    <a:pt x="2154" y="1837"/>
                  </a:lnTo>
                  <a:lnTo>
                    <a:pt x="2193" y="1778"/>
                  </a:lnTo>
                  <a:lnTo>
                    <a:pt x="2213" y="1738"/>
                  </a:lnTo>
                  <a:lnTo>
                    <a:pt x="2213" y="1679"/>
                  </a:lnTo>
                  <a:lnTo>
                    <a:pt x="2213" y="1620"/>
                  </a:lnTo>
                  <a:lnTo>
                    <a:pt x="1897" y="218"/>
                  </a:lnTo>
                  <a:lnTo>
                    <a:pt x="1818" y="218"/>
                  </a:lnTo>
                  <a:lnTo>
                    <a:pt x="1719" y="198"/>
                  </a:lnTo>
                  <a:lnTo>
                    <a:pt x="1601" y="158"/>
                  </a:lnTo>
                  <a:lnTo>
                    <a:pt x="1522" y="99"/>
                  </a:lnTo>
                  <a:lnTo>
                    <a:pt x="1462" y="40"/>
                  </a:lnTo>
                  <a:lnTo>
                    <a:pt x="14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8" name="Google Shape;9028;p34"/>
            <p:cNvSpPr/>
            <p:nvPr/>
          </p:nvSpPr>
          <p:spPr>
            <a:xfrm>
              <a:off x="8792801" y="3018760"/>
              <a:ext cx="78886" cy="110748"/>
            </a:xfrm>
            <a:custGeom>
              <a:rect b="b" l="l" r="r" t="t"/>
              <a:pathLst>
                <a:path extrusionOk="0" h="2885" w="2055">
                  <a:moveTo>
                    <a:pt x="1146" y="1"/>
                  </a:moveTo>
                  <a:lnTo>
                    <a:pt x="1028" y="60"/>
                  </a:lnTo>
                  <a:lnTo>
                    <a:pt x="889" y="139"/>
                  </a:lnTo>
                  <a:lnTo>
                    <a:pt x="751" y="297"/>
                  </a:lnTo>
                  <a:lnTo>
                    <a:pt x="573" y="495"/>
                  </a:lnTo>
                  <a:lnTo>
                    <a:pt x="396" y="751"/>
                  </a:lnTo>
                  <a:lnTo>
                    <a:pt x="218" y="1048"/>
                  </a:lnTo>
                  <a:lnTo>
                    <a:pt x="99" y="1265"/>
                  </a:lnTo>
                  <a:lnTo>
                    <a:pt x="40" y="1482"/>
                  </a:lnTo>
                  <a:lnTo>
                    <a:pt x="0" y="1719"/>
                  </a:lnTo>
                  <a:lnTo>
                    <a:pt x="0" y="1937"/>
                  </a:lnTo>
                  <a:lnTo>
                    <a:pt x="0" y="2134"/>
                  </a:lnTo>
                  <a:lnTo>
                    <a:pt x="20" y="2332"/>
                  </a:lnTo>
                  <a:lnTo>
                    <a:pt x="80" y="2608"/>
                  </a:lnTo>
                  <a:lnTo>
                    <a:pt x="159" y="2766"/>
                  </a:lnTo>
                  <a:lnTo>
                    <a:pt x="178" y="2825"/>
                  </a:lnTo>
                  <a:lnTo>
                    <a:pt x="238" y="2865"/>
                  </a:lnTo>
                  <a:lnTo>
                    <a:pt x="277" y="2885"/>
                  </a:lnTo>
                  <a:lnTo>
                    <a:pt x="336" y="2885"/>
                  </a:lnTo>
                  <a:lnTo>
                    <a:pt x="415" y="2865"/>
                  </a:lnTo>
                  <a:lnTo>
                    <a:pt x="514" y="2825"/>
                  </a:lnTo>
                  <a:lnTo>
                    <a:pt x="1284" y="2371"/>
                  </a:lnTo>
                  <a:lnTo>
                    <a:pt x="1877" y="2016"/>
                  </a:lnTo>
                  <a:lnTo>
                    <a:pt x="1877" y="1858"/>
                  </a:lnTo>
                  <a:lnTo>
                    <a:pt x="1916" y="1739"/>
                  </a:lnTo>
                  <a:lnTo>
                    <a:pt x="1976" y="1620"/>
                  </a:lnTo>
                  <a:lnTo>
                    <a:pt x="2055" y="1462"/>
                  </a:lnTo>
                  <a:lnTo>
                    <a:pt x="1739" y="811"/>
                  </a:lnTo>
                  <a:lnTo>
                    <a:pt x="1482" y="337"/>
                  </a:lnTo>
                  <a:lnTo>
                    <a:pt x="1324" y="80"/>
                  </a:lnTo>
                  <a:lnTo>
                    <a:pt x="1284" y="40"/>
                  </a:lnTo>
                  <a:lnTo>
                    <a:pt x="1245" y="21"/>
                  </a:lnTo>
                  <a:lnTo>
                    <a:pt x="12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9" name="Google Shape;9029;p34"/>
            <p:cNvSpPr/>
            <p:nvPr/>
          </p:nvSpPr>
          <p:spPr>
            <a:xfrm>
              <a:off x="8789768" y="3244715"/>
              <a:ext cx="233588" cy="232091"/>
            </a:xfrm>
            <a:custGeom>
              <a:rect b="b" l="l" r="r" t="t"/>
              <a:pathLst>
                <a:path extrusionOk="0" h="6046" w="6085">
                  <a:moveTo>
                    <a:pt x="2865" y="1"/>
                  </a:moveTo>
                  <a:lnTo>
                    <a:pt x="2489" y="21"/>
                  </a:lnTo>
                  <a:lnTo>
                    <a:pt x="2134" y="80"/>
                  </a:lnTo>
                  <a:lnTo>
                    <a:pt x="1837" y="179"/>
                  </a:lnTo>
                  <a:lnTo>
                    <a:pt x="1561" y="277"/>
                  </a:lnTo>
                  <a:lnTo>
                    <a:pt x="1304" y="416"/>
                  </a:lnTo>
                  <a:lnTo>
                    <a:pt x="1087" y="594"/>
                  </a:lnTo>
                  <a:lnTo>
                    <a:pt x="909" y="771"/>
                  </a:lnTo>
                  <a:lnTo>
                    <a:pt x="731" y="949"/>
                  </a:lnTo>
                  <a:lnTo>
                    <a:pt x="593" y="1166"/>
                  </a:lnTo>
                  <a:lnTo>
                    <a:pt x="475" y="1364"/>
                  </a:lnTo>
                  <a:lnTo>
                    <a:pt x="376" y="1581"/>
                  </a:lnTo>
                  <a:lnTo>
                    <a:pt x="277" y="1798"/>
                  </a:lnTo>
                  <a:lnTo>
                    <a:pt x="218" y="2016"/>
                  </a:lnTo>
                  <a:lnTo>
                    <a:pt x="99" y="2411"/>
                  </a:lnTo>
                  <a:lnTo>
                    <a:pt x="40" y="2727"/>
                  </a:lnTo>
                  <a:lnTo>
                    <a:pt x="20" y="2944"/>
                  </a:lnTo>
                  <a:lnTo>
                    <a:pt x="0" y="3181"/>
                  </a:lnTo>
                  <a:lnTo>
                    <a:pt x="0" y="3418"/>
                  </a:lnTo>
                  <a:lnTo>
                    <a:pt x="20" y="3675"/>
                  </a:lnTo>
                  <a:lnTo>
                    <a:pt x="79" y="3951"/>
                  </a:lnTo>
                  <a:lnTo>
                    <a:pt x="139" y="4208"/>
                  </a:lnTo>
                  <a:lnTo>
                    <a:pt x="257" y="4485"/>
                  </a:lnTo>
                  <a:lnTo>
                    <a:pt x="396" y="4741"/>
                  </a:lnTo>
                  <a:lnTo>
                    <a:pt x="573" y="4998"/>
                  </a:lnTo>
                  <a:lnTo>
                    <a:pt x="791" y="5235"/>
                  </a:lnTo>
                  <a:lnTo>
                    <a:pt x="929" y="5334"/>
                  </a:lnTo>
                  <a:lnTo>
                    <a:pt x="1067" y="5453"/>
                  </a:lnTo>
                  <a:lnTo>
                    <a:pt x="1225" y="5551"/>
                  </a:lnTo>
                  <a:lnTo>
                    <a:pt x="1403" y="5650"/>
                  </a:lnTo>
                  <a:lnTo>
                    <a:pt x="1581" y="5729"/>
                  </a:lnTo>
                  <a:lnTo>
                    <a:pt x="1778" y="5808"/>
                  </a:lnTo>
                  <a:lnTo>
                    <a:pt x="1995" y="5867"/>
                  </a:lnTo>
                  <a:lnTo>
                    <a:pt x="2232" y="5927"/>
                  </a:lnTo>
                  <a:lnTo>
                    <a:pt x="2450" y="5986"/>
                  </a:lnTo>
                  <a:lnTo>
                    <a:pt x="2687" y="6025"/>
                  </a:lnTo>
                  <a:lnTo>
                    <a:pt x="2904" y="6045"/>
                  </a:lnTo>
                  <a:lnTo>
                    <a:pt x="3319" y="6045"/>
                  </a:lnTo>
                  <a:lnTo>
                    <a:pt x="3516" y="6025"/>
                  </a:lnTo>
                  <a:lnTo>
                    <a:pt x="3714" y="5986"/>
                  </a:lnTo>
                  <a:lnTo>
                    <a:pt x="3892" y="5946"/>
                  </a:lnTo>
                  <a:lnTo>
                    <a:pt x="4227" y="5848"/>
                  </a:lnTo>
                  <a:lnTo>
                    <a:pt x="4543" y="5690"/>
                  </a:lnTo>
                  <a:lnTo>
                    <a:pt x="4820" y="5512"/>
                  </a:lnTo>
                  <a:lnTo>
                    <a:pt x="5057" y="5314"/>
                  </a:lnTo>
                  <a:lnTo>
                    <a:pt x="5294" y="5077"/>
                  </a:lnTo>
                  <a:lnTo>
                    <a:pt x="5472" y="4840"/>
                  </a:lnTo>
                  <a:lnTo>
                    <a:pt x="5650" y="4603"/>
                  </a:lnTo>
                  <a:lnTo>
                    <a:pt x="5788" y="4327"/>
                  </a:lnTo>
                  <a:lnTo>
                    <a:pt x="5887" y="4070"/>
                  </a:lnTo>
                  <a:lnTo>
                    <a:pt x="5985" y="3813"/>
                  </a:lnTo>
                  <a:lnTo>
                    <a:pt x="6025" y="3576"/>
                  </a:lnTo>
                  <a:lnTo>
                    <a:pt x="6064" y="3339"/>
                  </a:lnTo>
                  <a:lnTo>
                    <a:pt x="6084" y="2845"/>
                  </a:lnTo>
                  <a:lnTo>
                    <a:pt x="6064" y="2588"/>
                  </a:lnTo>
                  <a:lnTo>
                    <a:pt x="6045" y="2332"/>
                  </a:lnTo>
                  <a:lnTo>
                    <a:pt x="6005" y="2075"/>
                  </a:lnTo>
                  <a:lnTo>
                    <a:pt x="5946" y="1818"/>
                  </a:lnTo>
                  <a:lnTo>
                    <a:pt x="5847" y="1561"/>
                  </a:lnTo>
                  <a:lnTo>
                    <a:pt x="5729" y="1305"/>
                  </a:lnTo>
                  <a:lnTo>
                    <a:pt x="5571" y="1068"/>
                  </a:lnTo>
                  <a:lnTo>
                    <a:pt x="5373" y="850"/>
                  </a:lnTo>
                  <a:lnTo>
                    <a:pt x="5136" y="653"/>
                  </a:lnTo>
                  <a:lnTo>
                    <a:pt x="4879" y="475"/>
                  </a:lnTo>
                  <a:lnTo>
                    <a:pt x="4543" y="317"/>
                  </a:lnTo>
                  <a:lnTo>
                    <a:pt x="4188" y="179"/>
                  </a:lnTo>
                  <a:lnTo>
                    <a:pt x="3753" y="80"/>
                  </a:lnTo>
                  <a:lnTo>
                    <a:pt x="3279" y="21"/>
                  </a:lnTo>
                  <a:lnTo>
                    <a:pt x="286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0" name="Google Shape;9030;p34"/>
            <p:cNvSpPr/>
            <p:nvPr/>
          </p:nvSpPr>
          <p:spPr>
            <a:xfrm>
              <a:off x="8801899" y="3254581"/>
              <a:ext cx="213089" cy="212360"/>
            </a:xfrm>
            <a:custGeom>
              <a:rect b="b" l="l" r="r" t="t"/>
              <a:pathLst>
                <a:path extrusionOk="0" h="5532" w="5551">
                  <a:moveTo>
                    <a:pt x="2608" y="1"/>
                  </a:moveTo>
                  <a:lnTo>
                    <a:pt x="2252" y="20"/>
                  </a:lnTo>
                  <a:lnTo>
                    <a:pt x="1936" y="80"/>
                  </a:lnTo>
                  <a:lnTo>
                    <a:pt x="1660" y="159"/>
                  </a:lnTo>
                  <a:lnTo>
                    <a:pt x="1403" y="258"/>
                  </a:lnTo>
                  <a:lnTo>
                    <a:pt x="1186" y="396"/>
                  </a:lnTo>
                  <a:lnTo>
                    <a:pt x="988" y="534"/>
                  </a:lnTo>
                  <a:lnTo>
                    <a:pt x="810" y="692"/>
                  </a:lnTo>
                  <a:lnTo>
                    <a:pt x="672" y="870"/>
                  </a:lnTo>
                  <a:lnTo>
                    <a:pt x="534" y="1067"/>
                  </a:lnTo>
                  <a:lnTo>
                    <a:pt x="415" y="1245"/>
                  </a:lnTo>
                  <a:lnTo>
                    <a:pt x="336" y="1443"/>
                  </a:lnTo>
                  <a:lnTo>
                    <a:pt x="238" y="1640"/>
                  </a:lnTo>
                  <a:lnTo>
                    <a:pt x="178" y="1838"/>
                  </a:lnTo>
                  <a:lnTo>
                    <a:pt x="80" y="2193"/>
                  </a:lnTo>
                  <a:lnTo>
                    <a:pt x="20" y="2509"/>
                  </a:lnTo>
                  <a:lnTo>
                    <a:pt x="1" y="2687"/>
                  </a:lnTo>
                  <a:lnTo>
                    <a:pt x="1" y="2904"/>
                  </a:lnTo>
                  <a:lnTo>
                    <a:pt x="1" y="3122"/>
                  </a:lnTo>
                  <a:lnTo>
                    <a:pt x="20" y="3359"/>
                  </a:lnTo>
                  <a:lnTo>
                    <a:pt x="60" y="3615"/>
                  </a:lnTo>
                  <a:lnTo>
                    <a:pt x="119" y="3852"/>
                  </a:lnTo>
                  <a:lnTo>
                    <a:pt x="218" y="4089"/>
                  </a:lnTo>
                  <a:lnTo>
                    <a:pt x="336" y="4346"/>
                  </a:lnTo>
                  <a:lnTo>
                    <a:pt x="514" y="4563"/>
                  </a:lnTo>
                  <a:lnTo>
                    <a:pt x="712" y="4781"/>
                  </a:lnTo>
                  <a:lnTo>
                    <a:pt x="968" y="4978"/>
                  </a:lnTo>
                  <a:lnTo>
                    <a:pt x="1107" y="5077"/>
                  </a:lnTo>
                  <a:lnTo>
                    <a:pt x="1265" y="5156"/>
                  </a:lnTo>
                  <a:lnTo>
                    <a:pt x="1423" y="5235"/>
                  </a:lnTo>
                  <a:lnTo>
                    <a:pt x="1620" y="5314"/>
                  </a:lnTo>
                  <a:lnTo>
                    <a:pt x="1818" y="5373"/>
                  </a:lnTo>
                  <a:lnTo>
                    <a:pt x="2015" y="5433"/>
                  </a:lnTo>
                  <a:lnTo>
                    <a:pt x="2232" y="5472"/>
                  </a:lnTo>
                  <a:lnTo>
                    <a:pt x="2450" y="5492"/>
                  </a:lnTo>
                  <a:lnTo>
                    <a:pt x="2845" y="5531"/>
                  </a:lnTo>
                  <a:lnTo>
                    <a:pt x="3200" y="5512"/>
                  </a:lnTo>
                  <a:lnTo>
                    <a:pt x="3536" y="5433"/>
                  </a:lnTo>
                  <a:lnTo>
                    <a:pt x="3852" y="5334"/>
                  </a:lnTo>
                  <a:lnTo>
                    <a:pt x="4129" y="5196"/>
                  </a:lnTo>
                  <a:lnTo>
                    <a:pt x="4385" y="5038"/>
                  </a:lnTo>
                  <a:lnTo>
                    <a:pt x="4622" y="4860"/>
                  </a:lnTo>
                  <a:lnTo>
                    <a:pt x="4820" y="4642"/>
                  </a:lnTo>
                  <a:lnTo>
                    <a:pt x="4998" y="4425"/>
                  </a:lnTo>
                  <a:lnTo>
                    <a:pt x="5156" y="4208"/>
                  </a:lnTo>
                  <a:lnTo>
                    <a:pt x="5274" y="3971"/>
                  </a:lnTo>
                  <a:lnTo>
                    <a:pt x="5373" y="3734"/>
                  </a:lnTo>
                  <a:lnTo>
                    <a:pt x="5452" y="3497"/>
                  </a:lnTo>
                  <a:lnTo>
                    <a:pt x="5511" y="3260"/>
                  </a:lnTo>
                  <a:lnTo>
                    <a:pt x="5531" y="3043"/>
                  </a:lnTo>
                  <a:lnTo>
                    <a:pt x="5551" y="2608"/>
                  </a:lnTo>
                  <a:lnTo>
                    <a:pt x="5551" y="2371"/>
                  </a:lnTo>
                  <a:lnTo>
                    <a:pt x="5511" y="2134"/>
                  </a:lnTo>
                  <a:lnTo>
                    <a:pt x="5472" y="1897"/>
                  </a:lnTo>
                  <a:lnTo>
                    <a:pt x="5413" y="1660"/>
                  </a:lnTo>
                  <a:lnTo>
                    <a:pt x="5334" y="1423"/>
                  </a:lnTo>
                  <a:lnTo>
                    <a:pt x="5215" y="1206"/>
                  </a:lnTo>
                  <a:lnTo>
                    <a:pt x="5077" y="988"/>
                  </a:lnTo>
                  <a:lnTo>
                    <a:pt x="4899" y="791"/>
                  </a:lnTo>
                  <a:lnTo>
                    <a:pt x="4682" y="593"/>
                  </a:lnTo>
                  <a:lnTo>
                    <a:pt x="4445" y="435"/>
                  </a:lnTo>
                  <a:lnTo>
                    <a:pt x="4148" y="297"/>
                  </a:lnTo>
                  <a:lnTo>
                    <a:pt x="3813" y="178"/>
                  </a:lnTo>
                  <a:lnTo>
                    <a:pt x="3418" y="80"/>
                  </a:lnTo>
                  <a:lnTo>
                    <a:pt x="2983" y="20"/>
                  </a:lnTo>
                  <a:lnTo>
                    <a:pt x="2608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1" name="Google Shape;9031;p34"/>
            <p:cNvSpPr/>
            <p:nvPr/>
          </p:nvSpPr>
          <p:spPr>
            <a:xfrm>
              <a:off x="8817063" y="3262950"/>
              <a:ext cx="90287" cy="84952"/>
            </a:xfrm>
            <a:custGeom>
              <a:rect b="b" l="l" r="r" t="t"/>
              <a:pathLst>
                <a:path extrusionOk="0" h="2213" w="2352">
                  <a:moveTo>
                    <a:pt x="1837" y="0"/>
                  </a:moveTo>
                  <a:lnTo>
                    <a:pt x="1679" y="40"/>
                  </a:lnTo>
                  <a:lnTo>
                    <a:pt x="1502" y="99"/>
                  </a:lnTo>
                  <a:lnTo>
                    <a:pt x="1284" y="198"/>
                  </a:lnTo>
                  <a:lnTo>
                    <a:pt x="1028" y="316"/>
                  </a:lnTo>
                  <a:lnTo>
                    <a:pt x="909" y="395"/>
                  </a:lnTo>
                  <a:lnTo>
                    <a:pt x="791" y="494"/>
                  </a:lnTo>
                  <a:lnTo>
                    <a:pt x="573" y="672"/>
                  </a:lnTo>
                  <a:lnTo>
                    <a:pt x="396" y="889"/>
                  </a:lnTo>
                  <a:lnTo>
                    <a:pt x="257" y="1106"/>
                  </a:lnTo>
                  <a:lnTo>
                    <a:pt x="139" y="1304"/>
                  </a:lnTo>
                  <a:lnTo>
                    <a:pt x="60" y="1481"/>
                  </a:lnTo>
                  <a:lnTo>
                    <a:pt x="20" y="1639"/>
                  </a:lnTo>
                  <a:lnTo>
                    <a:pt x="1" y="1738"/>
                  </a:lnTo>
                  <a:lnTo>
                    <a:pt x="20" y="1758"/>
                  </a:lnTo>
                  <a:lnTo>
                    <a:pt x="80" y="1797"/>
                  </a:lnTo>
                  <a:lnTo>
                    <a:pt x="297" y="1876"/>
                  </a:lnTo>
                  <a:lnTo>
                    <a:pt x="573" y="1955"/>
                  </a:lnTo>
                  <a:lnTo>
                    <a:pt x="909" y="2034"/>
                  </a:lnTo>
                  <a:lnTo>
                    <a:pt x="1541" y="2153"/>
                  </a:lnTo>
                  <a:lnTo>
                    <a:pt x="1818" y="2212"/>
                  </a:lnTo>
                  <a:lnTo>
                    <a:pt x="1936" y="2034"/>
                  </a:lnTo>
                  <a:lnTo>
                    <a:pt x="1976" y="1975"/>
                  </a:lnTo>
                  <a:lnTo>
                    <a:pt x="2035" y="1936"/>
                  </a:lnTo>
                  <a:lnTo>
                    <a:pt x="2193" y="1876"/>
                  </a:lnTo>
                  <a:lnTo>
                    <a:pt x="2312" y="1857"/>
                  </a:lnTo>
                  <a:lnTo>
                    <a:pt x="2351" y="1857"/>
                  </a:lnTo>
                  <a:lnTo>
                    <a:pt x="2351" y="1580"/>
                  </a:lnTo>
                  <a:lnTo>
                    <a:pt x="2351" y="968"/>
                  </a:lnTo>
                  <a:lnTo>
                    <a:pt x="2331" y="632"/>
                  </a:lnTo>
                  <a:lnTo>
                    <a:pt x="2312" y="336"/>
                  </a:lnTo>
                  <a:lnTo>
                    <a:pt x="2272" y="119"/>
                  </a:lnTo>
                  <a:lnTo>
                    <a:pt x="2252" y="59"/>
                  </a:lnTo>
                  <a:lnTo>
                    <a:pt x="2233" y="20"/>
                  </a:lnTo>
                  <a:lnTo>
                    <a:pt x="20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2" name="Google Shape;9032;p34"/>
            <p:cNvSpPr/>
            <p:nvPr/>
          </p:nvSpPr>
          <p:spPr>
            <a:xfrm>
              <a:off x="8811765" y="3342529"/>
              <a:ext cx="80422" cy="98617"/>
            </a:xfrm>
            <a:custGeom>
              <a:rect b="b" l="l" r="r" t="t"/>
              <a:pathLst>
                <a:path extrusionOk="0" h="2569" w="2095">
                  <a:moveTo>
                    <a:pt x="99" y="1"/>
                  </a:moveTo>
                  <a:lnTo>
                    <a:pt x="60" y="40"/>
                  </a:lnTo>
                  <a:lnTo>
                    <a:pt x="20" y="159"/>
                  </a:lnTo>
                  <a:lnTo>
                    <a:pt x="0" y="297"/>
                  </a:lnTo>
                  <a:lnTo>
                    <a:pt x="0" y="495"/>
                  </a:lnTo>
                  <a:lnTo>
                    <a:pt x="0" y="732"/>
                  </a:lnTo>
                  <a:lnTo>
                    <a:pt x="20" y="969"/>
                  </a:lnTo>
                  <a:lnTo>
                    <a:pt x="60" y="1226"/>
                  </a:lnTo>
                  <a:lnTo>
                    <a:pt x="139" y="1502"/>
                  </a:lnTo>
                  <a:lnTo>
                    <a:pt x="218" y="1759"/>
                  </a:lnTo>
                  <a:lnTo>
                    <a:pt x="336" y="1976"/>
                  </a:lnTo>
                  <a:lnTo>
                    <a:pt x="455" y="2154"/>
                  </a:lnTo>
                  <a:lnTo>
                    <a:pt x="593" y="2312"/>
                  </a:lnTo>
                  <a:lnTo>
                    <a:pt x="731" y="2430"/>
                  </a:lnTo>
                  <a:lnTo>
                    <a:pt x="850" y="2509"/>
                  </a:lnTo>
                  <a:lnTo>
                    <a:pt x="948" y="2549"/>
                  </a:lnTo>
                  <a:lnTo>
                    <a:pt x="1027" y="2569"/>
                  </a:lnTo>
                  <a:lnTo>
                    <a:pt x="1067" y="2549"/>
                  </a:lnTo>
                  <a:lnTo>
                    <a:pt x="1126" y="2490"/>
                  </a:lnTo>
                  <a:lnTo>
                    <a:pt x="1264" y="2272"/>
                  </a:lnTo>
                  <a:lnTo>
                    <a:pt x="1442" y="1996"/>
                  </a:lnTo>
                  <a:lnTo>
                    <a:pt x="1640" y="1680"/>
                  </a:lnTo>
                  <a:lnTo>
                    <a:pt x="1956" y="1068"/>
                  </a:lnTo>
                  <a:lnTo>
                    <a:pt x="2094" y="791"/>
                  </a:lnTo>
                  <a:lnTo>
                    <a:pt x="2015" y="752"/>
                  </a:lnTo>
                  <a:lnTo>
                    <a:pt x="1956" y="673"/>
                  </a:lnTo>
                  <a:lnTo>
                    <a:pt x="1916" y="594"/>
                  </a:lnTo>
                  <a:lnTo>
                    <a:pt x="1916" y="515"/>
                  </a:lnTo>
                  <a:lnTo>
                    <a:pt x="1916" y="436"/>
                  </a:lnTo>
                  <a:lnTo>
                    <a:pt x="1916" y="376"/>
                  </a:lnTo>
                  <a:lnTo>
                    <a:pt x="1047" y="179"/>
                  </a:lnTo>
                  <a:lnTo>
                    <a:pt x="415" y="4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3" name="Google Shape;9033;p34"/>
            <p:cNvSpPr/>
            <p:nvPr/>
          </p:nvSpPr>
          <p:spPr>
            <a:xfrm>
              <a:off x="8865586" y="3374391"/>
              <a:ext cx="97082" cy="80422"/>
            </a:xfrm>
            <a:custGeom>
              <a:rect b="b" l="l" r="r" t="t"/>
              <a:pathLst>
                <a:path extrusionOk="0" h="2095" w="2529">
                  <a:moveTo>
                    <a:pt x="1285" y="1"/>
                  </a:moveTo>
                  <a:lnTo>
                    <a:pt x="1265" y="20"/>
                  </a:lnTo>
                  <a:lnTo>
                    <a:pt x="1186" y="60"/>
                  </a:lnTo>
                  <a:lnTo>
                    <a:pt x="1127" y="80"/>
                  </a:lnTo>
                  <a:lnTo>
                    <a:pt x="949" y="80"/>
                  </a:lnTo>
                  <a:lnTo>
                    <a:pt x="850" y="40"/>
                  </a:lnTo>
                  <a:lnTo>
                    <a:pt x="692" y="317"/>
                  </a:lnTo>
                  <a:lnTo>
                    <a:pt x="376" y="929"/>
                  </a:lnTo>
                  <a:lnTo>
                    <a:pt x="99" y="1541"/>
                  </a:lnTo>
                  <a:lnTo>
                    <a:pt x="1" y="1758"/>
                  </a:lnTo>
                  <a:lnTo>
                    <a:pt x="1" y="1838"/>
                  </a:lnTo>
                  <a:lnTo>
                    <a:pt x="1" y="1857"/>
                  </a:lnTo>
                  <a:lnTo>
                    <a:pt x="60" y="1897"/>
                  </a:lnTo>
                  <a:lnTo>
                    <a:pt x="178" y="1936"/>
                  </a:lnTo>
                  <a:lnTo>
                    <a:pt x="317" y="1996"/>
                  </a:lnTo>
                  <a:lnTo>
                    <a:pt x="494" y="2035"/>
                  </a:lnTo>
                  <a:lnTo>
                    <a:pt x="692" y="2075"/>
                  </a:lnTo>
                  <a:lnTo>
                    <a:pt x="909" y="2094"/>
                  </a:lnTo>
                  <a:lnTo>
                    <a:pt x="1166" y="2094"/>
                  </a:lnTo>
                  <a:lnTo>
                    <a:pt x="1423" y="2075"/>
                  </a:lnTo>
                  <a:lnTo>
                    <a:pt x="1680" y="2035"/>
                  </a:lnTo>
                  <a:lnTo>
                    <a:pt x="1897" y="1996"/>
                  </a:lnTo>
                  <a:lnTo>
                    <a:pt x="2075" y="1956"/>
                  </a:lnTo>
                  <a:lnTo>
                    <a:pt x="2233" y="1897"/>
                  </a:lnTo>
                  <a:lnTo>
                    <a:pt x="2351" y="1838"/>
                  </a:lnTo>
                  <a:lnTo>
                    <a:pt x="2430" y="1778"/>
                  </a:lnTo>
                  <a:lnTo>
                    <a:pt x="2489" y="1739"/>
                  </a:lnTo>
                  <a:lnTo>
                    <a:pt x="2529" y="1699"/>
                  </a:lnTo>
                  <a:lnTo>
                    <a:pt x="2529" y="1660"/>
                  </a:lnTo>
                  <a:lnTo>
                    <a:pt x="2489" y="1600"/>
                  </a:lnTo>
                  <a:lnTo>
                    <a:pt x="2351" y="1383"/>
                  </a:lnTo>
                  <a:lnTo>
                    <a:pt x="1917" y="810"/>
                  </a:lnTo>
                  <a:lnTo>
                    <a:pt x="128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4" name="Google Shape;9034;p34"/>
            <p:cNvSpPr/>
            <p:nvPr/>
          </p:nvSpPr>
          <p:spPr>
            <a:xfrm>
              <a:off x="8913379" y="3264447"/>
              <a:ext cx="79654" cy="75086"/>
            </a:xfrm>
            <a:custGeom>
              <a:rect b="b" l="l" r="r" t="t"/>
              <a:pathLst>
                <a:path extrusionOk="0" h="1956" w="2075">
                  <a:moveTo>
                    <a:pt x="119" y="1"/>
                  </a:moveTo>
                  <a:lnTo>
                    <a:pt x="59" y="20"/>
                  </a:lnTo>
                  <a:lnTo>
                    <a:pt x="40" y="40"/>
                  </a:lnTo>
                  <a:lnTo>
                    <a:pt x="20" y="119"/>
                  </a:lnTo>
                  <a:lnTo>
                    <a:pt x="0" y="317"/>
                  </a:lnTo>
                  <a:lnTo>
                    <a:pt x="0" y="929"/>
                  </a:lnTo>
                  <a:lnTo>
                    <a:pt x="0" y="1778"/>
                  </a:lnTo>
                  <a:lnTo>
                    <a:pt x="119" y="1818"/>
                  </a:lnTo>
                  <a:lnTo>
                    <a:pt x="198" y="1857"/>
                  </a:lnTo>
                  <a:lnTo>
                    <a:pt x="257" y="1916"/>
                  </a:lnTo>
                  <a:lnTo>
                    <a:pt x="277" y="1956"/>
                  </a:lnTo>
                  <a:lnTo>
                    <a:pt x="356" y="1936"/>
                  </a:lnTo>
                  <a:lnTo>
                    <a:pt x="553" y="1857"/>
                  </a:lnTo>
                  <a:lnTo>
                    <a:pt x="1185" y="1561"/>
                  </a:lnTo>
                  <a:lnTo>
                    <a:pt x="1521" y="1403"/>
                  </a:lnTo>
                  <a:lnTo>
                    <a:pt x="1798" y="1225"/>
                  </a:lnTo>
                  <a:lnTo>
                    <a:pt x="1995" y="1107"/>
                  </a:lnTo>
                  <a:lnTo>
                    <a:pt x="2054" y="1047"/>
                  </a:lnTo>
                  <a:lnTo>
                    <a:pt x="2074" y="1008"/>
                  </a:lnTo>
                  <a:lnTo>
                    <a:pt x="2035" y="949"/>
                  </a:lnTo>
                  <a:lnTo>
                    <a:pt x="1975" y="850"/>
                  </a:lnTo>
                  <a:lnTo>
                    <a:pt x="1896" y="771"/>
                  </a:lnTo>
                  <a:lnTo>
                    <a:pt x="1798" y="652"/>
                  </a:lnTo>
                  <a:lnTo>
                    <a:pt x="1679" y="554"/>
                  </a:lnTo>
                  <a:lnTo>
                    <a:pt x="1521" y="455"/>
                  </a:lnTo>
                  <a:lnTo>
                    <a:pt x="1363" y="356"/>
                  </a:lnTo>
                  <a:lnTo>
                    <a:pt x="1185" y="257"/>
                  </a:lnTo>
                  <a:lnTo>
                    <a:pt x="790" y="119"/>
                  </a:lnTo>
                  <a:lnTo>
                    <a:pt x="474" y="20"/>
                  </a:lnTo>
                  <a:lnTo>
                    <a:pt x="1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5" name="Google Shape;9035;p34"/>
            <p:cNvSpPr/>
            <p:nvPr/>
          </p:nvSpPr>
          <p:spPr>
            <a:xfrm>
              <a:off x="8923207" y="3316002"/>
              <a:ext cx="79654" cy="114548"/>
            </a:xfrm>
            <a:custGeom>
              <a:rect b="b" l="l" r="r" t="t"/>
              <a:pathLst>
                <a:path extrusionOk="0" h="2984" w="2075">
                  <a:moveTo>
                    <a:pt x="1937" y="1"/>
                  </a:moveTo>
                  <a:lnTo>
                    <a:pt x="1858" y="20"/>
                  </a:lnTo>
                  <a:lnTo>
                    <a:pt x="1640" y="99"/>
                  </a:lnTo>
                  <a:lnTo>
                    <a:pt x="1344" y="218"/>
                  </a:lnTo>
                  <a:lnTo>
                    <a:pt x="1008" y="376"/>
                  </a:lnTo>
                  <a:lnTo>
                    <a:pt x="396" y="672"/>
                  </a:lnTo>
                  <a:lnTo>
                    <a:pt x="119" y="830"/>
                  </a:lnTo>
                  <a:lnTo>
                    <a:pt x="100" y="1008"/>
                  </a:lnTo>
                  <a:lnTo>
                    <a:pt x="60" y="1186"/>
                  </a:lnTo>
                  <a:lnTo>
                    <a:pt x="40" y="1245"/>
                  </a:lnTo>
                  <a:lnTo>
                    <a:pt x="1" y="1324"/>
                  </a:lnTo>
                  <a:lnTo>
                    <a:pt x="159" y="1581"/>
                  </a:lnTo>
                  <a:lnTo>
                    <a:pt x="534" y="2154"/>
                  </a:lnTo>
                  <a:lnTo>
                    <a:pt x="732" y="2450"/>
                  </a:lnTo>
                  <a:lnTo>
                    <a:pt x="929" y="2726"/>
                  </a:lnTo>
                  <a:lnTo>
                    <a:pt x="1087" y="2904"/>
                  </a:lnTo>
                  <a:lnTo>
                    <a:pt x="1146" y="2963"/>
                  </a:lnTo>
                  <a:lnTo>
                    <a:pt x="1186" y="2983"/>
                  </a:lnTo>
                  <a:lnTo>
                    <a:pt x="1265" y="2944"/>
                  </a:lnTo>
                  <a:lnTo>
                    <a:pt x="1344" y="2865"/>
                  </a:lnTo>
                  <a:lnTo>
                    <a:pt x="1462" y="2726"/>
                  </a:lnTo>
                  <a:lnTo>
                    <a:pt x="1561" y="2588"/>
                  </a:lnTo>
                  <a:lnTo>
                    <a:pt x="1798" y="2213"/>
                  </a:lnTo>
                  <a:lnTo>
                    <a:pt x="1897" y="2035"/>
                  </a:lnTo>
                  <a:lnTo>
                    <a:pt x="1976" y="1857"/>
                  </a:lnTo>
                  <a:lnTo>
                    <a:pt x="2035" y="1640"/>
                  </a:lnTo>
                  <a:lnTo>
                    <a:pt x="2055" y="1383"/>
                  </a:lnTo>
                  <a:lnTo>
                    <a:pt x="2075" y="1087"/>
                  </a:lnTo>
                  <a:lnTo>
                    <a:pt x="2075" y="810"/>
                  </a:lnTo>
                  <a:lnTo>
                    <a:pt x="2075" y="534"/>
                  </a:lnTo>
                  <a:lnTo>
                    <a:pt x="2035" y="277"/>
                  </a:lnTo>
                  <a:lnTo>
                    <a:pt x="2016" y="99"/>
                  </a:lnTo>
                  <a:lnTo>
                    <a:pt x="1976" y="20"/>
                  </a:lnTo>
                  <a:lnTo>
                    <a:pt x="19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6" name="Google Shape;9036;p34"/>
            <p:cNvSpPr/>
            <p:nvPr/>
          </p:nvSpPr>
          <p:spPr>
            <a:xfrm>
              <a:off x="9018756" y="3128705"/>
              <a:ext cx="224490" cy="217657"/>
            </a:xfrm>
            <a:custGeom>
              <a:rect b="b" l="l" r="r" t="t"/>
              <a:pathLst>
                <a:path extrusionOk="0" h="5670" w="5848">
                  <a:moveTo>
                    <a:pt x="2865" y="1"/>
                  </a:moveTo>
                  <a:lnTo>
                    <a:pt x="2470" y="21"/>
                  </a:lnTo>
                  <a:lnTo>
                    <a:pt x="2114" y="80"/>
                  </a:lnTo>
                  <a:lnTo>
                    <a:pt x="1778" y="159"/>
                  </a:lnTo>
                  <a:lnTo>
                    <a:pt x="1502" y="258"/>
                  </a:lnTo>
                  <a:lnTo>
                    <a:pt x="1245" y="376"/>
                  </a:lnTo>
                  <a:lnTo>
                    <a:pt x="1028" y="534"/>
                  </a:lnTo>
                  <a:lnTo>
                    <a:pt x="830" y="692"/>
                  </a:lnTo>
                  <a:lnTo>
                    <a:pt x="672" y="850"/>
                  </a:lnTo>
                  <a:lnTo>
                    <a:pt x="514" y="1028"/>
                  </a:lnTo>
                  <a:lnTo>
                    <a:pt x="396" y="1226"/>
                  </a:lnTo>
                  <a:lnTo>
                    <a:pt x="297" y="1423"/>
                  </a:lnTo>
                  <a:lnTo>
                    <a:pt x="218" y="1621"/>
                  </a:lnTo>
                  <a:lnTo>
                    <a:pt x="159" y="1818"/>
                  </a:lnTo>
                  <a:lnTo>
                    <a:pt x="99" y="1996"/>
                  </a:lnTo>
                  <a:lnTo>
                    <a:pt x="20" y="2351"/>
                  </a:lnTo>
                  <a:lnTo>
                    <a:pt x="1" y="2588"/>
                  </a:lnTo>
                  <a:lnTo>
                    <a:pt x="1" y="2825"/>
                  </a:lnTo>
                  <a:lnTo>
                    <a:pt x="1" y="3082"/>
                  </a:lnTo>
                  <a:lnTo>
                    <a:pt x="40" y="3319"/>
                  </a:lnTo>
                  <a:lnTo>
                    <a:pt x="119" y="3576"/>
                  </a:lnTo>
                  <a:lnTo>
                    <a:pt x="198" y="3833"/>
                  </a:lnTo>
                  <a:lnTo>
                    <a:pt x="317" y="4070"/>
                  </a:lnTo>
                  <a:lnTo>
                    <a:pt x="455" y="4327"/>
                  </a:lnTo>
                  <a:lnTo>
                    <a:pt x="613" y="4544"/>
                  </a:lnTo>
                  <a:lnTo>
                    <a:pt x="791" y="4761"/>
                  </a:lnTo>
                  <a:lnTo>
                    <a:pt x="1008" y="4959"/>
                  </a:lnTo>
                  <a:lnTo>
                    <a:pt x="1265" y="5156"/>
                  </a:lnTo>
                  <a:lnTo>
                    <a:pt x="1541" y="5314"/>
                  </a:lnTo>
                  <a:lnTo>
                    <a:pt x="1838" y="5452"/>
                  </a:lnTo>
                  <a:lnTo>
                    <a:pt x="2173" y="5551"/>
                  </a:lnTo>
                  <a:lnTo>
                    <a:pt x="2549" y="5630"/>
                  </a:lnTo>
                  <a:lnTo>
                    <a:pt x="2924" y="5670"/>
                  </a:lnTo>
                  <a:lnTo>
                    <a:pt x="3279" y="5650"/>
                  </a:lnTo>
                  <a:lnTo>
                    <a:pt x="3595" y="5591"/>
                  </a:lnTo>
                  <a:lnTo>
                    <a:pt x="3911" y="5512"/>
                  </a:lnTo>
                  <a:lnTo>
                    <a:pt x="4208" y="5393"/>
                  </a:lnTo>
                  <a:lnTo>
                    <a:pt x="4465" y="5235"/>
                  </a:lnTo>
                  <a:lnTo>
                    <a:pt x="4721" y="5077"/>
                  </a:lnTo>
                  <a:lnTo>
                    <a:pt x="4939" y="4880"/>
                  </a:lnTo>
                  <a:lnTo>
                    <a:pt x="5136" y="4662"/>
                  </a:lnTo>
                  <a:lnTo>
                    <a:pt x="5314" y="4445"/>
                  </a:lnTo>
                  <a:lnTo>
                    <a:pt x="5472" y="4228"/>
                  </a:lnTo>
                  <a:lnTo>
                    <a:pt x="5590" y="3991"/>
                  </a:lnTo>
                  <a:lnTo>
                    <a:pt x="5689" y="3774"/>
                  </a:lnTo>
                  <a:lnTo>
                    <a:pt x="5768" y="3537"/>
                  </a:lnTo>
                  <a:lnTo>
                    <a:pt x="5808" y="3339"/>
                  </a:lnTo>
                  <a:lnTo>
                    <a:pt x="5827" y="3122"/>
                  </a:lnTo>
                  <a:lnTo>
                    <a:pt x="5847" y="2924"/>
                  </a:lnTo>
                  <a:lnTo>
                    <a:pt x="5827" y="2687"/>
                  </a:lnTo>
                  <a:lnTo>
                    <a:pt x="5808" y="2450"/>
                  </a:lnTo>
                  <a:lnTo>
                    <a:pt x="5748" y="2193"/>
                  </a:lnTo>
                  <a:lnTo>
                    <a:pt x="5689" y="1937"/>
                  </a:lnTo>
                  <a:lnTo>
                    <a:pt x="5590" y="1660"/>
                  </a:lnTo>
                  <a:lnTo>
                    <a:pt x="5472" y="1403"/>
                  </a:lnTo>
                  <a:lnTo>
                    <a:pt x="5314" y="1147"/>
                  </a:lnTo>
                  <a:lnTo>
                    <a:pt x="5136" y="909"/>
                  </a:lnTo>
                  <a:lnTo>
                    <a:pt x="4939" y="692"/>
                  </a:lnTo>
                  <a:lnTo>
                    <a:pt x="4682" y="495"/>
                  </a:lnTo>
                  <a:lnTo>
                    <a:pt x="4405" y="317"/>
                  </a:lnTo>
                  <a:lnTo>
                    <a:pt x="4247" y="238"/>
                  </a:lnTo>
                  <a:lnTo>
                    <a:pt x="4089" y="179"/>
                  </a:lnTo>
                  <a:lnTo>
                    <a:pt x="3911" y="119"/>
                  </a:lnTo>
                  <a:lnTo>
                    <a:pt x="3714" y="60"/>
                  </a:lnTo>
                  <a:lnTo>
                    <a:pt x="3516" y="40"/>
                  </a:lnTo>
                  <a:lnTo>
                    <a:pt x="331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7" name="Google Shape;9037;p34"/>
            <p:cNvSpPr/>
            <p:nvPr/>
          </p:nvSpPr>
          <p:spPr>
            <a:xfrm>
              <a:off x="9026357" y="3134770"/>
              <a:ext cx="207024" cy="200229"/>
            </a:xfrm>
            <a:custGeom>
              <a:rect b="b" l="l" r="r" t="t"/>
              <a:pathLst>
                <a:path extrusionOk="0" h="5216" w="5393">
                  <a:moveTo>
                    <a:pt x="2647" y="1"/>
                  </a:moveTo>
                  <a:lnTo>
                    <a:pt x="2272" y="40"/>
                  </a:lnTo>
                  <a:lnTo>
                    <a:pt x="1956" y="80"/>
                  </a:lnTo>
                  <a:lnTo>
                    <a:pt x="1659" y="159"/>
                  </a:lnTo>
                  <a:lnTo>
                    <a:pt x="1403" y="258"/>
                  </a:lnTo>
                  <a:lnTo>
                    <a:pt x="1165" y="376"/>
                  </a:lnTo>
                  <a:lnTo>
                    <a:pt x="948" y="495"/>
                  </a:lnTo>
                  <a:lnTo>
                    <a:pt x="770" y="653"/>
                  </a:lnTo>
                  <a:lnTo>
                    <a:pt x="632" y="811"/>
                  </a:lnTo>
                  <a:lnTo>
                    <a:pt x="494" y="969"/>
                  </a:lnTo>
                  <a:lnTo>
                    <a:pt x="375" y="1147"/>
                  </a:lnTo>
                  <a:lnTo>
                    <a:pt x="296" y="1324"/>
                  </a:lnTo>
                  <a:lnTo>
                    <a:pt x="217" y="1502"/>
                  </a:lnTo>
                  <a:lnTo>
                    <a:pt x="99" y="1858"/>
                  </a:lnTo>
                  <a:lnTo>
                    <a:pt x="40" y="2193"/>
                  </a:lnTo>
                  <a:lnTo>
                    <a:pt x="20" y="2391"/>
                  </a:lnTo>
                  <a:lnTo>
                    <a:pt x="0" y="2608"/>
                  </a:lnTo>
                  <a:lnTo>
                    <a:pt x="20" y="2845"/>
                  </a:lnTo>
                  <a:lnTo>
                    <a:pt x="59" y="3082"/>
                  </a:lnTo>
                  <a:lnTo>
                    <a:pt x="119" y="3299"/>
                  </a:lnTo>
                  <a:lnTo>
                    <a:pt x="198" y="3537"/>
                  </a:lnTo>
                  <a:lnTo>
                    <a:pt x="296" y="3774"/>
                  </a:lnTo>
                  <a:lnTo>
                    <a:pt x="415" y="3991"/>
                  </a:lnTo>
                  <a:lnTo>
                    <a:pt x="573" y="4208"/>
                  </a:lnTo>
                  <a:lnTo>
                    <a:pt x="751" y="4406"/>
                  </a:lnTo>
                  <a:lnTo>
                    <a:pt x="948" y="4583"/>
                  </a:lnTo>
                  <a:lnTo>
                    <a:pt x="1185" y="4761"/>
                  </a:lnTo>
                  <a:lnTo>
                    <a:pt x="1422" y="4899"/>
                  </a:lnTo>
                  <a:lnTo>
                    <a:pt x="1719" y="5018"/>
                  </a:lnTo>
                  <a:lnTo>
                    <a:pt x="2015" y="5117"/>
                  </a:lnTo>
                  <a:lnTo>
                    <a:pt x="2351" y="5196"/>
                  </a:lnTo>
                  <a:lnTo>
                    <a:pt x="2706" y="5215"/>
                  </a:lnTo>
                  <a:lnTo>
                    <a:pt x="3022" y="5215"/>
                  </a:lnTo>
                  <a:lnTo>
                    <a:pt x="3338" y="5176"/>
                  </a:lnTo>
                  <a:lnTo>
                    <a:pt x="3615" y="5097"/>
                  </a:lnTo>
                  <a:lnTo>
                    <a:pt x="3891" y="4978"/>
                  </a:lnTo>
                  <a:lnTo>
                    <a:pt x="4128" y="4840"/>
                  </a:lnTo>
                  <a:lnTo>
                    <a:pt x="4346" y="4682"/>
                  </a:lnTo>
                  <a:lnTo>
                    <a:pt x="4563" y="4504"/>
                  </a:lnTo>
                  <a:lnTo>
                    <a:pt x="4741" y="4307"/>
                  </a:lnTo>
                  <a:lnTo>
                    <a:pt x="4899" y="4109"/>
                  </a:lnTo>
                  <a:lnTo>
                    <a:pt x="5037" y="3912"/>
                  </a:lnTo>
                  <a:lnTo>
                    <a:pt x="5155" y="3695"/>
                  </a:lnTo>
                  <a:lnTo>
                    <a:pt x="5254" y="3477"/>
                  </a:lnTo>
                  <a:lnTo>
                    <a:pt x="5313" y="3280"/>
                  </a:lnTo>
                  <a:lnTo>
                    <a:pt x="5373" y="3082"/>
                  </a:lnTo>
                  <a:lnTo>
                    <a:pt x="5392" y="2885"/>
                  </a:lnTo>
                  <a:lnTo>
                    <a:pt x="5392" y="2707"/>
                  </a:lnTo>
                  <a:lnTo>
                    <a:pt x="5373" y="2490"/>
                  </a:lnTo>
                  <a:lnTo>
                    <a:pt x="5353" y="2272"/>
                  </a:lnTo>
                  <a:lnTo>
                    <a:pt x="5313" y="2035"/>
                  </a:lnTo>
                  <a:lnTo>
                    <a:pt x="5234" y="1798"/>
                  </a:lnTo>
                  <a:lnTo>
                    <a:pt x="5155" y="1542"/>
                  </a:lnTo>
                  <a:lnTo>
                    <a:pt x="5037" y="1305"/>
                  </a:lnTo>
                  <a:lnTo>
                    <a:pt x="4918" y="1068"/>
                  </a:lnTo>
                  <a:lnTo>
                    <a:pt x="4741" y="850"/>
                  </a:lnTo>
                  <a:lnTo>
                    <a:pt x="4543" y="653"/>
                  </a:lnTo>
                  <a:lnTo>
                    <a:pt x="4326" y="455"/>
                  </a:lnTo>
                  <a:lnTo>
                    <a:pt x="4069" y="297"/>
                  </a:lnTo>
                  <a:lnTo>
                    <a:pt x="3773" y="179"/>
                  </a:lnTo>
                  <a:lnTo>
                    <a:pt x="3437" y="80"/>
                  </a:lnTo>
                  <a:lnTo>
                    <a:pt x="3259" y="40"/>
                  </a:lnTo>
                  <a:lnTo>
                    <a:pt x="3062" y="21"/>
                  </a:lnTo>
                  <a:lnTo>
                    <a:pt x="2864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8" name="Google Shape;9038;p34"/>
            <p:cNvSpPr/>
            <p:nvPr/>
          </p:nvSpPr>
          <p:spPr>
            <a:xfrm>
              <a:off x="9042250" y="3142371"/>
              <a:ext cx="95585" cy="85719"/>
            </a:xfrm>
            <a:custGeom>
              <a:rect b="b" l="l" r="r" t="t"/>
              <a:pathLst>
                <a:path extrusionOk="0" h="2233" w="2490">
                  <a:moveTo>
                    <a:pt x="2134" y="0"/>
                  </a:moveTo>
                  <a:lnTo>
                    <a:pt x="1739" y="40"/>
                  </a:lnTo>
                  <a:lnTo>
                    <a:pt x="1245" y="158"/>
                  </a:lnTo>
                  <a:lnTo>
                    <a:pt x="1107" y="198"/>
                  </a:lnTo>
                  <a:lnTo>
                    <a:pt x="989" y="257"/>
                  </a:lnTo>
                  <a:lnTo>
                    <a:pt x="870" y="316"/>
                  </a:lnTo>
                  <a:lnTo>
                    <a:pt x="751" y="395"/>
                  </a:lnTo>
                  <a:lnTo>
                    <a:pt x="554" y="553"/>
                  </a:lnTo>
                  <a:lnTo>
                    <a:pt x="396" y="731"/>
                  </a:lnTo>
                  <a:lnTo>
                    <a:pt x="258" y="909"/>
                  </a:lnTo>
                  <a:lnTo>
                    <a:pt x="159" y="1067"/>
                  </a:lnTo>
                  <a:lnTo>
                    <a:pt x="40" y="1284"/>
                  </a:lnTo>
                  <a:lnTo>
                    <a:pt x="21" y="1344"/>
                  </a:lnTo>
                  <a:lnTo>
                    <a:pt x="1" y="1383"/>
                  </a:lnTo>
                  <a:lnTo>
                    <a:pt x="21" y="1423"/>
                  </a:lnTo>
                  <a:lnTo>
                    <a:pt x="40" y="1462"/>
                  </a:lnTo>
                  <a:lnTo>
                    <a:pt x="179" y="1521"/>
                  </a:lnTo>
                  <a:lnTo>
                    <a:pt x="396" y="1640"/>
                  </a:lnTo>
                  <a:lnTo>
                    <a:pt x="791" y="1798"/>
                  </a:lnTo>
                  <a:lnTo>
                    <a:pt x="1324" y="1995"/>
                  </a:lnTo>
                  <a:lnTo>
                    <a:pt x="1956" y="2232"/>
                  </a:lnTo>
                  <a:lnTo>
                    <a:pt x="1976" y="2213"/>
                  </a:lnTo>
                  <a:lnTo>
                    <a:pt x="1996" y="2153"/>
                  </a:lnTo>
                  <a:lnTo>
                    <a:pt x="2035" y="2094"/>
                  </a:lnTo>
                  <a:lnTo>
                    <a:pt x="2075" y="2074"/>
                  </a:lnTo>
                  <a:lnTo>
                    <a:pt x="2114" y="2055"/>
                  </a:lnTo>
                  <a:lnTo>
                    <a:pt x="2213" y="2035"/>
                  </a:lnTo>
                  <a:lnTo>
                    <a:pt x="2332" y="2055"/>
                  </a:lnTo>
                  <a:lnTo>
                    <a:pt x="2332" y="1956"/>
                  </a:lnTo>
                  <a:lnTo>
                    <a:pt x="2411" y="968"/>
                  </a:lnTo>
                  <a:lnTo>
                    <a:pt x="2490" y="79"/>
                  </a:lnTo>
                  <a:lnTo>
                    <a:pt x="2470" y="40"/>
                  </a:lnTo>
                  <a:lnTo>
                    <a:pt x="239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9" name="Google Shape;9039;p34"/>
            <p:cNvSpPr/>
            <p:nvPr/>
          </p:nvSpPr>
          <p:spPr>
            <a:xfrm>
              <a:off x="9140064" y="3145404"/>
              <a:ext cx="79654" cy="84184"/>
            </a:xfrm>
            <a:custGeom>
              <a:rect b="b" l="l" r="r" t="t"/>
              <a:pathLst>
                <a:path extrusionOk="0" h="2193" w="2075">
                  <a:moveTo>
                    <a:pt x="337" y="0"/>
                  </a:moveTo>
                  <a:lnTo>
                    <a:pt x="277" y="20"/>
                  </a:lnTo>
                  <a:lnTo>
                    <a:pt x="258" y="40"/>
                  </a:lnTo>
                  <a:lnTo>
                    <a:pt x="238" y="99"/>
                  </a:lnTo>
                  <a:lnTo>
                    <a:pt x="179" y="336"/>
                  </a:lnTo>
                  <a:lnTo>
                    <a:pt x="100" y="1008"/>
                  </a:lnTo>
                  <a:lnTo>
                    <a:pt x="1" y="1976"/>
                  </a:lnTo>
                  <a:lnTo>
                    <a:pt x="80" y="1995"/>
                  </a:lnTo>
                  <a:lnTo>
                    <a:pt x="139" y="2035"/>
                  </a:lnTo>
                  <a:lnTo>
                    <a:pt x="218" y="2094"/>
                  </a:lnTo>
                  <a:lnTo>
                    <a:pt x="258" y="2153"/>
                  </a:lnTo>
                  <a:lnTo>
                    <a:pt x="297" y="2193"/>
                  </a:lnTo>
                  <a:lnTo>
                    <a:pt x="376" y="2173"/>
                  </a:lnTo>
                  <a:lnTo>
                    <a:pt x="593" y="2094"/>
                  </a:lnTo>
                  <a:lnTo>
                    <a:pt x="1186" y="1877"/>
                  </a:lnTo>
                  <a:lnTo>
                    <a:pt x="1798" y="1620"/>
                  </a:lnTo>
                  <a:lnTo>
                    <a:pt x="1996" y="1521"/>
                  </a:lnTo>
                  <a:lnTo>
                    <a:pt x="2055" y="1482"/>
                  </a:lnTo>
                  <a:lnTo>
                    <a:pt x="2075" y="1442"/>
                  </a:lnTo>
                  <a:lnTo>
                    <a:pt x="2055" y="1383"/>
                  </a:lnTo>
                  <a:lnTo>
                    <a:pt x="2035" y="1304"/>
                  </a:lnTo>
                  <a:lnTo>
                    <a:pt x="1996" y="1205"/>
                  </a:lnTo>
                  <a:lnTo>
                    <a:pt x="1937" y="1087"/>
                  </a:lnTo>
                  <a:lnTo>
                    <a:pt x="1838" y="949"/>
                  </a:lnTo>
                  <a:lnTo>
                    <a:pt x="1719" y="810"/>
                  </a:lnTo>
                  <a:lnTo>
                    <a:pt x="1581" y="632"/>
                  </a:lnTo>
                  <a:lnTo>
                    <a:pt x="1384" y="474"/>
                  </a:lnTo>
                  <a:lnTo>
                    <a:pt x="1206" y="316"/>
                  </a:lnTo>
                  <a:lnTo>
                    <a:pt x="1008" y="198"/>
                  </a:lnTo>
                  <a:lnTo>
                    <a:pt x="831" y="119"/>
                  </a:lnTo>
                  <a:lnTo>
                    <a:pt x="672" y="60"/>
                  </a:lnTo>
                  <a:lnTo>
                    <a:pt x="534" y="2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0" name="Google Shape;9040;p34"/>
            <p:cNvSpPr/>
            <p:nvPr/>
          </p:nvSpPr>
          <p:spPr>
            <a:xfrm>
              <a:off x="9038488" y="3210626"/>
              <a:ext cx="76621" cy="89481"/>
            </a:xfrm>
            <a:custGeom>
              <a:rect b="b" l="l" r="r" t="t"/>
              <a:pathLst>
                <a:path extrusionOk="0" h="2331" w="1996">
                  <a:moveTo>
                    <a:pt x="99" y="0"/>
                  </a:moveTo>
                  <a:lnTo>
                    <a:pt x="59" y="40"/>
                  </a:lnTo>
                  <a:lnTo>
                    <a:pt x="40" y="119"/>
                  </a:lnTo>
                  <a:lnTo>
                    <a:pt x="20" y="237"/>
                  </a:lnTo>
                  <a:lnTo>
                    <a:pt x="0" y="375"/>
                  </a:lnTo>
                  <a:lnTo>
                    <a:pt x="20" y="731"/>
                  </a:lnTo>
                  <a:lnTo>
                    <a:pt x="59" y="1185"/>
                  </a:lnTo>
                  <a:lnTo>
                    <a:pt x="119" y="1422"/>
                  </a:lnTo>
                  <a:lnTo>
                    <a:pt x="178" y="1640"/>
                  </a:lnTo>
                  <a:lnTo>
                    <a:pt x="257" y="1817"/>
                  </a:lnTo>
                  <a:lnTo>
                    <a:pt x="356" y="1975"/>
                  </a:lnTo>
                  <a:lnTo>
                    <a:pt x="435" y="2114"/>
                  </a:lnTo>
                  <a:lnTo>
                    <a:pt x="514" y="2212"/>
                  </a:lnTo>
                  <a:lnTo>
                    <a:pt x="632" y="2331"/>
                  </a:lnTo>
                  <a:lnTo>
                    <a:pt x="672" y="2311"/>
                  </a:lnTo>
                  <a:lnTo>
                    <a:pt x="731" y="2291"/>
                  </a:lnTo>
                  <a:lnTo>
                    <a:pt x="889" y="2173"/>
                  </a:lnTo>
                  <a:lnTo>
                    <a:pt x="1363" y="1758"/>
                  </a:lnTo>
                  <a:lnTo>
                    <a:pt x="1995" y="1126"/>
                  </a:lnTo>
                  <a:lnTo>
                    <a:pt x="1956" y="1047"/>
                  </a:lnTo>
                  <a:lnTo>
                    <a:pt x="1936" y="968"/>
                  </a:lnTo>
                  <a:lnTo>
                    <a:pt x="1916" y="889"/>
                  </a:lnTo>
                  <a:lnTo>
                    <a:pt x="1936" y="810"/>
                  </a:lnTo>
                  <a:lnTo>
                    <a:pt x="1975" y="711"/>
                  </a:lnTo>
                  <a:lnTo>
                    <a:pt x="1995" y="672"/>
                  </a:lnTo>
                  <a:lnTo>
                    <a:pt x="1087" y="316"/>
                  </a:lnTo>
                  <a:lnTo>
                    <a:pt x="435" y="79"/>
                  </a:lnTo>
                  <a:lnTo>
                    <a:pt x="198" y="20"/>
                  </a:lnTo>
                  <a:lnTo>
                    <a:pt x="1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1" name="Google Shape;9041;p34"/>
            <p:cNvSpPr/>
            <p:nvPr/>
          </p:nvSpPr>
          <p:spPr>
            <a:xfrm>
              <a:off x="9078680" y="3258381"/>
              <a:ext cx="94817" cy="66756"/>
            </a:xfrm>
            <a:custGeom>
              <a:rect b="b" l="l" r="r" t="t"/>
              <a:pathLst>
                <a:path extrusionOk="0" h="1739" w="2470">
                  <a:moveTo>
                    <a:pt x="1086" y="0"/>
                  </a:moveTo>
                  <a:lnTo>
                    <a:pt x="553" y="593"/>
                  </a:lnTo>
                  <a:lnTo>
                    <a:pt x="178" y="1047"/>
                  </a:lnTo>
                  <a:lnTo>
                    <a:pt x="59" y="1205"/>
                  </a:lnTo>
                  <a:lnTo>
                    <a:pt x="0" y="1284"/>
                  </a:lnTo>
                  <a:lnTo>
                    <a:pt x="20" y="1324"/>
                  </a:lnTo>
                  <a:lnTo>
                    <a:pt x="40" y="1344"/>
                  </a:lnTo>
                  <a:lnTo>
                    <a:pt x="138" y="1423"/>
                  </a:lnTo>
                  <a:lnTo>
                    <a:pt x="316" y="1502"/>
                  </a:lnTo>
                  <a:lnTo>
                    <a:pt x="533" y="1581"/>
                  </a:lnTo>
                  <a:lnTo>
                    <a:pt x="770" y="1640"/>
                  </a:lnTo>
                  <a:lnTo>
                    <a:pt x="1047" y="1699"/>
                  </a:lnTo>
                  <a:lnTo>
                    <a:pt x="1304" y="1739"/>
                  </a:lnTo>
                  <a:lnTo>
                    <a:pt x="1560" y="1719"/>
                  </a:lnTo>
                  <a:lnTo>
                    <a:pt x="1778" y="1699"/>
                  </a:lnTo>
                  <a:lnTo>
                    <a:pt x="1975" y="1679"/>
                  </a:lnTo>
                  <a:lnTo>
                    <a:pt x="2113" y="1640"/>
                  </a:lnTo>
                  <a:lnTo>
                    <a:pt x="2252" y="1581"/>
                  </a:lnTo>
                  <a:lnTo>
                    <a:pt x="2410" y="1502"/>
                  </a:lnTo>
                  <a:lnTo>
                    <a:pt x="2469" y="1442"/>
                  </a:lnTo>
                  <a:lnTo>
                    <a:pt x="2449" y="1363"/>
                  </a:lnTo>
                  <a:lnTo>
                    <a:pt x="2350" y="1186"/>
                  </a:lnTo>
                  <a:lnTo>
                    <a:pt x="2054" y="692"/>
                  </a:lnTo>
                  <a:lnTo>
                    <a:pt x="1758" y="198"/>
                  </a:lnTo>
                  <a:lnTo>
                    <a:pt x="1659" y="40"/>
                  </a:lnTo>
                  <a:lnTo>
                    <a:pt x="1620" y="0"/>
                  </a:lnTo>
                  <a:lnTo>
                    <a:pt x="1600" y="20"/>
                  </a:lnTo>
                  <a:lnTo>
                    <a:pt x="1560" y="40"/>
                  </a:lnTo>
                  <a:lnTo>
                    <a:pt x="1264" y="40"/>
                  </a:lnTo>
                  <a:lnTo>
                    <a:pt x="10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2" name="Google Shape;9042;p34"/>
            <p:cNvSpPr/>
            <p:nvPr/>
          </p:nvSpPr>
          <p:spPr>
            <a:xfrm>
              <a:off x="9147664" y="3217421"/>
              <a:ext cx="73589" cy="89520"/>
            </a:xfrm>
            <a:custGeom>
              <a:rect b="b" l="l" r="r" t="t"/>
              <a:pathLst>
                <a:path extrusionOk="0" h="2332" w="1917">
                  <a:moveTo>
                    <a:pt x="1778" y="1"/>
                  </a:moveTo>
                  <a:lnTo>
                    <a:pt x="1561" y="40"/>
                  </a:lnTo>
                  <a:lnTo>
                    <a:pt x="968" y="198"/>
                  </a:lnTo>
                  <a:lnTo>
                    <a:pt x="376" y="376"/>
                  </a:lnTo>
                  <a:lnTo>
                    <a:pt x="198" y="435"/>
                  </a:lnTo>
                  <a:lnTo>
                    <a:pt x="139" y="475"/>
                  </a:lnTo>
                  <a:lnTo>
                    <a:pt x="139" y="554"/>
                  </a:lnTo>
                  <a:lnTo>
                    <a:pt x="119" y="692"/>
                  </a:lnTo>
                  <a:lnTo>
                    <a:pt x="79" y="830"/>
                  </a:lnTo>
                  <a:lnTo>
                    <a:pt x="40" y="909"/>
                  </a:lnTo>
                  <a:lnTo>
                    <a:pt x="0" y="969"/>
                  </a:lnTo>
                  <a:lnTo>
                    <a:pt x="376" y="1640"/>
                  </a:lnTo>
                  <a:lnTo>
                    <a:pt x="672" y="2095"/>
                  </a:lnTo>
                  <a:lnTo>
                    <a:pt x="791" y="2253"/>
                  </a:lnTo>
                  <a:lnTo>
                    <a:pt x="850" y="2312"/>
                  </a:lnTo>
                  <a:lnTo>
                    <a:pt x="870" y="2332"/>
                  </a:lnTo>
                  <a:lnTo>
                    <a:pt x="909" y="2332"/>
                  </a:lnTo>
                  <a:lnTo>
                    <a:pt x="949" y="2312"/>
                  </a:lnTo>
                  <a:lnTo>
                    <a:pt x="1047" y="2253"/>
                  </a:lnTo>
                  <a:lnTo>
                    <a:pt x="1186" y="2134"/>
                  </a:lnTo>
                  <a:lnTo>
                    <a:pt x="1324" y="1996"/>
                  </a:lnTo>
                  <a:lnTo>
                    <a:pt x="1462" y="1818"/>
                  </a:lnTo>
                  <a:lnTo>
                    <a:pt x="1581" y="1660"/>
                  </a:lnTo>
                  <a:lnTo>
                    <a:pt x="1699" y="1482"/>
                  </a:lnTo>
                  <a:lnTo>
                    <a:pt x="1758" y="1324"/>
                  </a:lnTo>
                  <a:lnTo>
                    <a:pt x="1818" y="1146"/>
                  </a:lnTo>
                  <a:lnTo>
                    <a:pt x="1857" y="949"/>
                  </a:lnTo>
                  <a:lnTo>
                    <a:pt x="1916" y="534"/>
                  </a:lnTo>
                  <a:lnTo>
                    <a:pt x="1916" y="159"/>
                  </a:lnTo>
                  <a:lnTo>
                    <a:pt x="1897" y="40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3" name="Google Shape;9043;p34"/>
            <p:cNvSpPr/>
            <p:nvPr/>
          </p:nvSpPr>
          <p:spPr>
            <a:xfrm>
              <a:off x="9005128" y="2970237"/>
              <a:ext cx="156966" cy="153972"/>
            </a:xfrm>
            <a:custGeom>
              <a:rect b="b" l="l" r="r" t="t"/>
              <a:pathLst>
                <a:path extrusionOk="0" h="4011" w="4089">
                  <a:moveTo>
                    <a:pt x="3081" y="1"/>
                  </a:moveTo>
                  <a:lnTo>
                    <a:pt x="2864" y="20"/>
                  </a:lnTo>
                  <a:lnTo>
                    <a:pt x="2627" y="60"/>
                  </a:lnTo>
                  <a:lnTo>
                    <a:pt x="2370" y="119"/>
                  </a:lnTo>
                  <a:lnTo>
                    <a:pt x="2133" y="198"/>
                  </a:lnTo>
                  <a:lnTo>
                    <a:pt x="1877" y="317"/>
                  </a:lnTo>
                  <a:lnTo>
                    <a:pt x="1620" y="455"/>
                  </a:lnTo>
                  <a:lnTo>
                    <a:pt x="1383" y="593"/>
                  </a:lnTo>
                  <a:lnTo>
                    <a:pt x="1146" y="771"/>
                  </a:lnTo>
                  <a:lnTo>
                    <a:pt x="928" y="969"/>
                  </a:lnTo>
                  <a:lnTo>
                    <a:pt x="731" y="1186"/>
                  </a:lnTo>
                  <a:lnTo>
                    <a:pt x="573" y="1423"/>
                  </a:lnTo>
                  <a:lnTo>
                    <a:pt x="415" y="1660"/>
                  </a:lnTo>
                  <a:lnTo>
                    <a:pt x="296" y="1877"/>
                  </a:lnTo>
                  <a:lnTo>
                    <a:pt x="198" y="2094"/>
                  </a:lnTo>
                  <a:lnTo>
                    <a:pt x="119" y="2312"/>
                  </a:lnTo>
                  <a:lnTo>
                    <a:pt x="59" y="2509"/>
                  </a:lnTo>
                  <a:lnTo>
                    <a:pt x="20" y="2687"/>
                  </a:lnTo>
                  <a:lnTo>
                    <a:pt x="0" y="2845"/>
                  </a:lnTo>
                  <a:lnTo>
                    <a:pt x="0" y="3003"/>
                  </a:lnTo>
                  <a:lnTo>
                    <a:pt x="20" y="3161"/>
                  </a:lnTo>
                  <a:lnTo>
                    <a:pt x="40" y="3299"/>
                  </a:lnTo>
                  <a:lnTo>
                    <a:pt x="79" y="3418"/>
                  </a:lnTo>
                  <a:lnTo>
                    <a:pt x="138" y="3517"/>
                  </a:lnTo>
                  <a:lnTo>
                    <a:pt x="217" y="3615"/>
                  </a:lnTo>
                  <a:lnTo>
                    <a:pt x="296" y="3714"/>
                  </a:lnTo>
                  <a:lnTo>
                    <a:pt x="375" y="3793"/>
                  </a:lnTo>
                  <a:lnTo>
                    <a:pt x="474" y="3852"/>
                  </a:lnTo>
                  <a:lnTo>
                    <a:pt x="612" y="3912"/>
                  </a:lnTo>
                  <a:lnTo>
                    <a:pt x="790" y="3971"/>
                  </a:lnTo>
                  <a:lnTo>
                    <a:pt x="988" y="4010"/>
                  </a:lnTo>
                  <a:lnTo>
                    <a:pt x="1244" y="4010"/>
                  </a:lnTo>
                  <a:lnTo>
                    <a:pt x="1521" y="3971"/>
                  </a:lnTo>
                  <a:lnTo>
                    <a:pt x="1857" y="3892"/>
                  </a:lnTo>
                  <a:lnTo>
                    <a:pt x="2252" y="3734"/>
                  </a:lnTo>
                  <a:lnTo>
                    <a:pt x="2686" y="3497"/>
                  </a:lnTo>
                  <a:lnTo>
                    <a:pt x="2904" y="3359"/>
                  </a:lnTo>
                  <a:lnTo>
                    <a:pt x="3121" y="3181"/>
                  </a:lnTo>
                  <a:lnTo>
                    <a:pt x="3299" y="3003"/>
                  </a:lnTo>
                  <a:lnTo>
                    <a:pt x="3476" y="2805"/>
                  </a:lnTo>
                  <a:lnTo>
                    <a:pt x="3615" y="2588"/>
                  </a:lnTo>
                  <a:lnTo>
                    <a:pt x="3753" y="2371"/>
                  </a:lnTo>
                  <a:lnTo>
                    <a:pt x="3852" y="2154"/>
                  </a:lnTo>
                  <a:lnTo>
                    <a:pt x="3931" y="1917"/>
                  </a:lnTo>
                  <a:lnTo>
                    <a:pt x="4010" y="1699"/>
                  </a:lnTo>
                  <a:lnTo>
                    <a:pt x="4049" y="1462"/>
                  </a:lnTo>
                  <a:lnTo>
                    <a:pt x="4089" y="1245"/>
                  </a:lnTo>
                  <a:lnTo>
                    <a:pt x="4089" y="1048"/>
                  </a:lnTo>
                  <a:lnTo>
                    <a:pt x="4069" y="850"/>
                  </a:lnTo>
                  <a:lnTo>
                    <a:pt x="4029" y="653"/>
                  </a:lnTo>
                  <a:lnTo>
                    <a:pt x="3970" y="494"/>
                  </a:lnTo>
                  <a:lnTo>
                    <a:pt x="3891" y="336"/>
                  </a:lnTo>
                  <a:lnTo>
                    <a:pt x="3792" y="218"/>
                  </a:lnTo>
                  <a:lnTo>
                    <a:pt x="3654" y="119"/>
                  </a:lnTo>
                  <a:lnTo>
                    <a:pt x="3496" y="60"/>
                  </a:lnTo>
                  <a:lnTo>
                    <a:pt x="3299" y="20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4" name="Google Shape;9044;p34"/>
            <p:cNvSpPr/>
            <p:nvPr/>
          </p:nvSpPr>
          <p:spPr>
            <a:xfrm>
              <a:off x="8685121" y="3155999"/>
              <a:ext cx="197197" cy="108483"/>
            </a:xfrm>
            <a:custGeom>
              <a:rect b="b" l="l" r="r" t="t"/>
              <a:pathLst>
                <a:path extrusionOk="0" h="2826" w="5137">
                  <a:moveTo>
                    <a:pt x="1857" y="1"/>
                  </a:moveTo>
                  <a:lnTo>
                    <a:pt x="1581" y="21"/>
                  </a:lnTo>
                  <a:lnTo>
                    <a:pt x="1344" y="40"/>
                  </a:lnTo>
                  <a:lnTo>
                    <a:pt x="1107" y="80"/>
                  </a:lnTo>
                  <a:lnTo>
                    <a:pt x="890" y="139"/>
                  </a:lnTo>
                  <a:lnTo>
                    <a:pt x="672" y="218"/>
                  </a:lnTo>
                  <a:lnTo>
                    <a:pt x="495" y="277"/>
                  </a:lnTo>
                  <a:lnTo>
                    <a:pt x="336" y="376"/>
                  </a:lnTo>
                  <a:lnTo>
                    <a:pt x="218" y="475"/>
                  </a:lnTo>
                  <a:lnTo>
                    <a:pt x="119" y="574"/>
                  </a:lnTo>
                  <a:lnTo>
                    <a:pt x="40" y="673"/>
                  </a:lnTo>
                  <a:lnTo>
                    <a:pt x="20" y="791"/>
                  </a:lnTo>
                  <a:lnTo>
                    <a:pt x="1" y="910"/>
                  </a:lnTo>
                  <a:lnTo>
                    <a:pt x="40" y="1048"/>
                  </a:lnTo>
                  <a:lnTo>
                    <a:pt x="80" y="1166"/>
                  </a:lnTo>
                  <a:lnTo>
                    <a:pt x="159" y="1305"/>
                  </a:lnTo>
                  <a:lnTo>
                    <a:pt x="257" y="1443"/>
                  </a:lnTo>
                  <a:lnTo>
                    <a:pt x="376" y="1581"/>
                  </a:lnTo>
                  <a:lnTo>
                    <a:pt x="514" y="1719"/>
                  </a:lnTo>
                  <a:lnTo>
                    <a:pt x="672" y="1858"/>
                  </a:lnTo>
                  <a:lnTo>
                    <a:pt x="850" y="1996"/>
                  </a:lnTo>
                  <a:lnTo>
                    <a:pt x="1225" y="2233"/>
                  </a:lnTo>
                  <a:lnTo>
                    <a:pt x="1640" y="2470"/>
                  </a:lnTo>
                  <a:lnTo>
                    <a:pt x="2055" y="2648"/>
                  </a:lnTo>
                  <a:lnTo>
                    <a:pt x="2292" y="2707"/>
                  </a:lnTo>
                  <a:lnTo>
                    <a:pt x="2529" y="2766"/>
                  </a:lnTo>
                  <a:lnTo>
                    <a:pt x="2786" y="2806"/>
                  </a:lnTo>
                  <a:lnTo>
                    <a:pt x="3043" y="2826"/>
                  </a:lnTo>
                  <a:lnTo>
                    <a:pt x="3299" y="2826"/>
                  </a:lnTo>
                  <a:lnTo>
                    <a:pt x="3556" y="2806"/>
                  </a:lnTo>
                  <a:lnTo>
                    <a:pt x="3813" y="2786"/>
                  </a:lnTo>
                  <a:lnTo>
                    <a:pt x="4070" y="2727"/>
                  </a:lnTo>
                  <a:lnTo>
                    <a:pt x="4287" y="2667"/>
                  </a:lnTo>
                  <a:lnTo>
                    <a:pt x="4504" y="2608"/>
                  </a:lnTo>
                  <a:lnTo>
                    <a:pt x="4682" y="2509"/>
                  </a:lnTo>
                  <a:lnTo>
                    <a:pt x="4840" y="2411"/>
                  </a:lnTo>
                  <a:lnTo>
                    <a:pt x="4978" y="2292"/>
                  </a:lnTo>
                  <a:lnTo>
                    <a:pt x="5077" y="2174"/>
                  </a:lnTo>
                  <a:lnTo>
                    <a:pt x="5136" y="2035"/>
                  </a:lnTo>
                  <a:lnTo>
                    <a:pt x="5136" y="1877"/>
                  </a:lnTo>
                  <a:lnTo>
                    <a:pt x="5136" y="1779"/>
                  </a:lnTo>
                  <a:lnTo>
                    <a:pt x="5097" y="1700"/>
                  </a:lnTo>
                  <a:lnTo>
                    <a:pt x="4978" y="1502"/>
                  </a:lnTo>
                  <a:lnTo>
                    <a:pt x="4820" y="1285"/>
                  </a:lnTo>
                  <a:lnTo>
                    <a:pt x="4603" y="1068"/>
                  </a:lnTo>
                  <a:lnTo>
                    <a:pt x="4346" y="870"/>
                  </a:lnTo>
                  <a:lnTo>
                    <a:pt x="4070" y="673"/>
                  </a:lnTo>
                  <a:lnTo>
                    <a:pt x="3773" y="495"/>
                  </a:lnTo>
                  <a:lnTo>
                    <a:pt x="3477" y="337"/>
                  </a:lnTo>
                  <a:lnTo>
                    <a:pt x="3201" y="218"/>
                  </a:lnTo>
                  <a:lnTo>
                    <a:pt x="2944" y="139"/>
                  </a:lnTo>
                  <a:lnTo>
                    <a:pt x="2667" y="80"/>
                  </a:lnTo>
                  <a:lnTo>
                    <a:pt x="2391" y="40"/>
                  </a:lnTo>
                  <a:lnTo>
                    <a:pt x="211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5" name="Google Shape;9045;p34"/>
            <p:cNvSpPr/>
            <p:nvPr/>
          </p:nvSpPr>
          <p:spPr>
            <a:xfrm>
              <a:off x="8996030" y="3272777"/>
              <a:ext cx="151669" cy="166870"/>
            </a:xfrm>
            <a:custGeom>
              <a:rect b="b" l="l" r="r" t="t"/>
              <a:pathLst>
                <a:path extrusionOk="0" h="4347" w="3951">
                  <a:moveTo>
                    <a:pt x="1007" y="1"/>
                  </a:moveTo>
                  <a:lnTo>
                    <a:pt x="790" y="21"/>
                  </a:lnTo>
                  <a:lnTo>
                    <a:pt x="593" y="60"/>
                  </a:lnTo>
                  <a:lnTo>
                    <a:pt x="454" y="100"/>
                  </a:lnTo>
                  <a:lnTo>
                    <a:pt x="316" y="179"/>
                  </a:lnTo>
                  <a:lnTo>
                    <a:pt x="217" y="258"/>
                  </a:lnTo>
                  <a:lnTo>
                    <a:pt x="138" y="356"/>
                  </a:lnTo>
                  <a:lnTo>
                    <a:pt x="79" y="455"/>
                  </a:lnTo>
                  <a:lnTo>
                    <a:pt x="40" y="574"/>
                  </a:lnTo>
                  <a:lnTo>
                    <a:pt x="0" y="672"/>
                  </a:lnTo>
                  <a:lnTo>
                    <a:pt x="0" y="791"/>
                  </a:lnTo>
                  <a:lnTo>
                    <a:pt x="0" y="1028"/>
                  </a:lnTo>
                  <a:lnTo>
                    <a:pt x="20" y="1245"/>
                  </a:lnTo>
                  <a:lnTo>
                    <a:pt x="40" y="1443"/>
                  </a:lnTo>
                  <a:lnTo>
                    <a:pt x="99" y="1739"/>
                  </a:lnTo>
                  <a:lnTo>
                    <a:pt x="178" y="2015"/>
                  </a:lnTo>
                  <a:lnTo>
                    <a:pt x="277" y="2292"/>
                  </a:lnTo>
                  <a:lnTo>
                    <a:pt x="395" y="2529"/>
                  </a:lnTo>
                  <a:lnTo>
                    <a:pt x="533" y="2766"/>
                  </a:lnTo>
                  <a:lnTo>
                    <a:pt x="691" y="2983"/>
                  </a:lnTo>
                  <a:lnTo>
                    <a:pt x="869" y="3181"/>
                  </a:lnTo>
                  <a:lnTo>
                    <a:pt x="1047" y="3359"/>
                  </a:lnTo>
                  <a:lnTo>
                    <a:pt x="1244" y="3517"/>
                  </a:lnTo>
                  <a:lnTo>
                    <a:pt x="1422" y="3675"/>
                  </a:lnTo>
                  <a:lnTo>
                    <a:pt x="1620" y="3793"/>
                  </a:lnTo>
                  <a:lnTo>
                    <a:pt x="1817" y="3912"/>
                  </a:lnTo>
                  <a:lnTo>
                    <a:pt x="2212" y="4109"/>
                  </a:lnTo>
                  <a:lnTo>
                    <a:pt x="2568" y="4247"/>
                  </a:lnTo>
                  <a:lnTo>
                    <a:pt x="2726" y="4287"/>
                  </a:lnTo>
                  <a:lnTo>
                    <a:pt x="2904" y="4326"/>
                  </a:lnTo>
                  <a:lnTo>
                    <a:pt x="3042" y="4346"/>
                  </a:lnTo>
                  <a:lnTo>
                    <a:pt x="3200" y="4346"/>
                  </a:lnTo>
                  <a:lnTo>
                    <a:pt x="3338" y="4326"/>
                  </a:lnTo>
                  <a:lnTo>
                    <a:pt x="3457" y="4287"/>
                  </a:lnTo>
                  <a:lnTo>
                    <a:pt x="3575" y="4228"/>
                  </a:lnTo>
                  <a:lnTo>
                    <a:pt x="3674" y="4149"/>
                  </a:lnTo>
                  <a:lnTo>
                    <a:pt x="3773" y="4030"/>
                  </a:lnTo>
                  <a:lnTo>
                    <a:pt x="3832" y="3912"/>
                  </a:lnTo>
                  <a:lnTo>
                    <a:pt x="3891" y="3734"/>
                  </a:lnTo>
                  <a:lnTo>
                    <a:pt x="3931" y="3556"/>
                  </a:lnTo>
                  <a:lnTo>
                    <a:pt x="3950" y="3319"/>
                  </a:lnTo>
                  <a:lnTo>
                    <a:pt x="3950" y="3082"/>
                  </a:lnTo>
                  <a:lnTo>
                    <a:pt x="3911" y="2786"/>
                  </a:lnTo>
                  <a:lnTo>
                    <a:pt x="3871" y="2470"/>
                  </a:lnTo>
                  <a:lnTo>
                    <a:pt x="3792" y="2134"/>
                  </a:lnTo>
                  <a:lnTo>
                    <a:pt x="3713" y="1838"/>
                  </a:lnTo>
                  <a:lnTo>
                    <a:pt x="3595" y="1561"/>
                  </a:lnTo>
                  <a:lnTo>
                    <a:pt x="3457" y="1324"/>
                  </a:lnTo>
                  <a:lnTo>
                    <a:pt x="3318" y="1087"/>
                  </a:lnTo>
                  <a:lnTo>
                    <a:pt x="3160" y="890"/>
                  </a:lnTo>
                  <a:lnTo>
                    <a:pt x="2983" y="712"/>
                  </a:lnTo>
                  <a:lnTo>
                    <a:pt x="2785" y="554"/>
                  </a:lnTo>
                  <a:lnTo>
                    <a:pt x="2588" y="416"/>
                  </a:lnTo>
                  <a:lnTo>
                    <a:pt x="2370" y="297"/>
                  </a:lnTo>
                  <a:lnTo>
                    <a:pt x="2153" y="198"/>
                  </a:lnTo>
                  <a:lnTo>
                    <a:pt x="1936" y="119"/>
                  </a:lnTo>
                  <a:lnTo>
                    <a:pt x="1699" y="60"/>
                  </a:lnTo>
                  <a:lnTo>
                    <a:pt x="1462" y="21"/>
                  </a:lnTo>
                  <a:lnTo>
                    <a:pt x="124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6" name="Google Shape;9046;p34"/>
            <p:cNvSpPr/>
            <p:nvPr/>
          </p:nvSpPr>
          <p:spPr>
            <a:xfrm>
              <a:off x="9021021" y="3284178"/>
              <a:ext cx="104683" cy="140306"/>
            </a:xfrm>
            <a:custGeom>
              <a:rect b="b" l="l" r="r" t="t"/>
              <a:pathLst>
                <a:path extrusionOk="0" h="3655" w="2727">
                  <a:moveTo>
                    <a:pt x="1" y="0"/>
                  </a:moveTo>
                  <a:lnTo>
                    <a:pt x="40" y="40"/>
                  </a:lnTo>
                  <a:lnTo>
                    <a:pt x="100" y="138"/>
                  </a:lnTo>
                  <a:lnTo>
                    <a:pt x="356" y="395"/>
                  </a:lnTo>
                  <a:lnTo>
                    <a:pt x="1048" y="1106"/>
                  </a:lnTo>
                  <a:lnTo>
                    <a:pt x="1225" y="1343"/>
                  </a:lnTo>
                  <a:lnTo>
                    <a:pt x="1463" y="1679"/>
                  </a:lnTo>
                  <a:lnTo>
                    <a:pt x="1976" y="2509"/>
                  </a:lnTo>
                  <a:lnTo>
                    <a:pt x="2430" y="3259"/>
                  </a:lnTo>
                  <a:lnTo>
                    <a:pt x="2588" y="3496"/>
                  </a:lnTo>
                  <a:lnTo>
                    <a:pt x="2687" y="3634"/>
                  </a:lnTo>
                  <a:lnTo>
                    <a:pt x="2707" y="3654"/>
                  </a:lnTo>
                  <a:lnTo>
                    <a:pt x="2727" y="3634"/>
                  </a:lnTo>
                  <a:lnTo>
                    <a:pt x="2727" y="3575"/>
                  </a:lnTo>
                  <a:lnTo>
                    <a:pt x="2667" y="3457"/>
                  </a:lnTo>
                  <a:lnTo>
                    <a:pt x="2569" y="3239"/>
                  </a:lnTo>
                  <a:lnTo>
                    <a:pt x="2233" y="2647"/>
                  </a:lnTo>
                  <a:lnTo>
                    <a:pt x="1739" y="1798"/>
                  </a:lnTo>
                  <a:lnTo>
                    <a:pt x="1423" y="1363"/>
                  </a:lnTo>
                  <a:lnTo>
                    <a:pt x="1127" y="988"/>
                  </a:lnTo>
                  <a:lnTo>
                    <a:pt x="830" y="672"/>
                  </a:lnTo>
                  <a:lnTo>
                    <a:pt x="574" y="415"/>
                  </a:lnTo>
                  <a:lnTo>
                    <a:pt x="337" y="237"/>
                  </a:lnTo>
                  <a:lnTo>
                    <a:pt x="159" y="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7" name="Google Shape;9047;p34"/>
            <p:cNvSpPr/>
            <p:nvPr/>
          </p:nvSpPr>
          <p:spPr>
            <a:xfrm>
              <a:off x="8692722" y="3181028"/>
              <a:ext cx="179730" cy="45528"/>
            </a:xfrm>
            <a:custGeom>
              <a:rect b="b" l="l" r="r" t="t"/>
              <a:pathLst>
                <a:path extrusionOk="0" h="1186" w="4682">
                  <a:moveTo>
                    <a:pt x="119" y="1"/>
                  </a:moveTo>
                  <a:lnTo>
                    <a:pt x="40" y="21"/>
                  </a:lnTo>
                  <a:lnTo>
                    <a:pt x="0" y="40"/>
                  </a:lnTo>
                  <a:lnTo>
                    <a:pt x="0" y="80"/>
                  </a:lnTo>
                  <a:lnTo>
                    <a:pt x="79" y="119"/>
                  </a:lnTo>
                  <a:lnTo>
                    <a:pt x="218" y="139"/>
                  </a:lnTo>
                  <a:lnTo>
                    <a:pt x="692" y="198"/>
                  </a:lnTo>
                  <a:lnTo>
                    <a:pt x="1324" y="277"/>
                  </a:lnTo>
                  <a:lnTo>
                    <a:pt x="1699" y="337"/>
                  </a:lnTo>
                  <a:lnTo>
                    <a:pt x="2074" y="416"/>
                  </a:lnTo>
                  <a:lnTo>
                    <a:pt x="2904" y="653"/>
                  </a:lnTo>
                  <a:lnTo>
                    <a:pt x="3714" y="909"/>
                  </a:lnTo>
                  <a:lnTo>
                    <a:pt x="4346" y="1107"/>
                  </a:lnTo>
                  <a:lnTo>
                    <a:pt x="4662" y="1186"/>
                  </a:lnTo>
                  <a:lnTo>
                    <a:pt x="4681" y="1186"/>
                  </a:lnTo>
                  <a:lnTo>
                    <a:pt x="4662" y="1166"/>
                  </a:lnTo>
                  <a:lnTo>
                    <a:pt x="4543" y="1067"/>
                  </a:lnTo>
                  <a:lnTo>
                    <a:pt x="4365" y="949"/>
                  </a:lnTo>
                  <a:lnTo>
                    <a:pt x="4128" y="870"/>
                  </a:lnTo>
                  <a:lnTo>
                    <a:pt x="3536" y="653"/>
                  </a:lnTo>
                  <a:lnTo>
                    <a:pt x="3121" y="514"/>
                  </a:lnTo>
                  <a:lnTo>
                    <a:pt x="2667" y="396"/>
                  </a:lnTo>
                  <a:lnTo>
                    <a:pt x="2173" y="277"/>
                  </a:lnTo>
                  <a:lnTo>
                    <a:pt x="1659" y="179"/>
                  </a:lnTo>
                  <a:lnTo>
                    <a:pt x="790" y="60"/>
                  </a:lnTo>
                  <a:lnTo>
                    <a:pt x="277" y="21"/>
                  </a:lnTo>
                  <a:lnTo>
                    <a:pt x="119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8" name="Google Shape;9048;p34"/>
            <p:cNvSpPr/>
            <p:nvPr/>
          </p:nvSpPr>
          <p:spPr>
            <a:xfrm>
              <a:off x="9029389" y="2982368"/>
              <a:ext cx="116045" cy="113781"/>
            </a:xfrm>
            <a:custGeom>
              <a:rect b="b" l="l" r="r" t="t"/>
              <a:pathLst>
                <a:path extrusionOk="0" h="2964" w="3023">
                  <a:moveTo>
                    <a:pt x="2963" y="1"/>
                  </a:moveTo>
                  <a:lnTo>
                    <a:pt x="2884" y="40"/>
                  </a:lnTo>
                  <a:lnTo>
                    <a:pt x="2765" y="99"/>
                  </a:lnTo>
                  <a:lnTo>
                    <a:pt x="2390" y="337"/>
                  </a:lnTo>
                  <a:lnTo>
                    <a:pt x="1837" y="712"/>
                  </a:lnTo>
                  <a:lnTo>
                    <a:pt x="1679" y="830"/>
                  </a:lnTo>
                  <a:lnTo>
                    <a:pt x="1501" y="988"/>
                  </a:lnTo>
                  <a:lnTo>
                    <a:pt x="1185" y="1324"/>
                  </a:lnTo>
                  <a:lnTo>
                    <a:pt x="889" y="1680"/>
                  </a:lnTo>
                  <a:lnTo>
                    <a:pt x="593" y="2055"/>
                  </a:lnTo>
                  <a:lnTo>
                    <a:pt x="356" y="2391"/>
                  </a:lnTo>
                  <a:lnTo>
                    <a:pt x="158" y="2687"/>
                  </a:lnTo>
                  <a:lnTo>
                    <a:pt x="0" y="2944"/>
                  </a:lnTo>
                  <a:lnTo>
                    <a:pt x="20" y="2964"/>
                  </a:lnTo>
                  <a:lnTo>
                    <a:pt x="59" y="2964"/>
                  </a:lnTo>
                  <a:lnTo>
                    <a:pt x="158" y="2885"/>
                  </a:lnTo>
                  <a:lnTo>
                    <a:pt x="296" y="2746"/>
                  </a:lnTo>
                  <a:lnTo>
                    <a:pt x="454" y="2529"/>
                  </a:lnTo>
                  <a:lnTo>
                    <a:pt x="830" y="1996"/>
                  </a:lnTo>
                  <a:lnTo>
                    <a:pt x="1067" y="1699"/>
                  </a:lnTo>
                  <a:lnTo>
                    <a:pt x="1324" y="1383"/>
                  </a:lnTo>
                  <a:lnTo>
                    <a:pt x="1600" y="1087"/>
                  </a:lnTo>
                  <a:lnTo>
                    <a:pt x="1896" y="830"/>
                  </a:lnTo>
                  <a:lnTo>
                    <a:pt x="2173" y="593"/>
                  </a:lnTo>
                  <a:lnTo>
                    <a:pt x="2430" y="416"/>
                  </a:lnTo>
                  <a:lnTo>
                    <a:pt x="2844" y="159"/>
                  </a:lnTo>
                  <a:lnTo>
                    <a:pt x="2983" y="80"/>
                  </a:lnTo>
                  <a:lnTo>
                    <a:pt x="3022" y="20"/>
                  </a:lnTo>
                  <a:lnTo>
                    <a:pt x="3022" y="1"/>
                  </a:lnTo>
                  <a:close/>
                </a:path>
              </a:pathLst>
            </a:custGeom>
            <a:solidFill>
              <a:srgbClr val="000000">
                <a:alpha val="1447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049" name="Google Shape;9049;p34"/>
            <p:cNvGrpSpPr/>
            <p:nvPr/>
          </p:nvGrpSpPr>
          <p:grpSpPr>
            <a:xfrm>
              <a:off x="8619938" y="2813305"/>
              <a:ext cx="679382" cy="871990"/>
              <a:chOff x="8619938" y="2813305"/>
              <a:chExt cx="679382" cy="871990"/>
            </a:xfrm>
          </p:grpSpPr>
          <p:sp>
            <p:nvSpPr>
              <p:cNvPr id="9050" name="Google Shape;9050;p34"/>
              <p:cNvSpPr/>
              <p:nvPr/>
            </p:nvSpPr>
            <p:spPr>
              <a:xfrm>
                <a:off x="8619938" y="2813305"/>
                <a:ext cx="679382" cy="726407"/>
              </a:xfrm>
              <a:custGeom>
                <a:rect b="b" l="l" r="r" t="t"/>
                <a:pathLst>
                  <a:path extrusionOk="0" h="18923" w="17698">
                    <a:moveTo>
                      <a:pt x="11278" y="435"/>
                    </a:moveTo>
                    <a:lnTo>
                      <a:pt x="11318" y="454"/>
                    </a:lnTo>
                    <a:lnTo>
                      <a:pt x="11397" y="533"/>
                    </a:lnTo>
                    <a:lnTo>
                      <a:pt x="11476" y="672"/>
                    </a:lnTo>
                    <a:lnTo>
                      <a:pt x="11555" y="810"/>
                    </a:lnTo>
                    <a:lnTo>
                      <a:pt x="11713" y="1205"/>
                    </a:lnTo>
                    <a:lnTo>
                      <a:pt x="11851" y="1639"/>
                    </a:lnTo>
                    <a:lnTo>
                      <a:pt x="11950" y="2074"/>
                    </a:lnTo>
                    <a:lnTo>
                      <a:pt x="12049" y="2449"/>
                    </a:lnTo>
                    <a:lnTo>
                      <a:pt x="12128" y="2805"/>
                    </a:lnTo>
                    <a:lnTo>
                      <a:pt x="12246" y="2864"/>
                    </a:lnTo>
                    <a:lnTo>
                      <a:pt x="12562" y="3002"/>
                    </a:lnTo>
                    <a:lnTo>
                      <a:pt x="13056" y="3239"/>
                    </a:lnTo>
                    <a:lnTo>
                      <a:pt x="13629" y="3575"/>
                    </a:lnTo>
                    <a:lnTo>
                      <a:pt x="13965" y="3773"/>
                    </a:lnTo>
                    <a:lnTo>
                      <a:pt x="14281" y="3990"/>
                    </a:lnTo>
                    <a:lnTo>
                      <a:pt x="14617" y="4247"/>
                    </a:lnTo>
                    <a:lnTo>
                      <a:pt x="14952" y="4523"/>
                    </a:lnTo>
                    <a:lnTo>
                      <a:pt x="15288" y="4820"/>
                    </a:lnTo>
                    <a:lnTo>
                      <a:pt x="15604" y="5136"/>
                    </a:lnTo>
                    <a:lnTo>
                      <a:pt x="15881" y="5491"/>
                    </a:lnTo>
                    <a:lnTo>
                      <a:pt x="16157" y="5847"/>
                    </a:lnTo>
                    <a:lnTo>
                      <a:pt x="16315" y="6103"/>
                    </a:lnTo>
                    <a:lnTo>
                      <a:pt x="16473" y="6380"/>
                    </a:lnTo>
                    <a:lnTo>
                      <a:pt x="16611" y="6656"/>
                    </a:lnTo>
                    <a:lnTo>
                      <a:pt x="16730" y="6933"/>
                    </a:lnTo>
                    <a:lnTo>
                      <a:pt x="16849" y="7229"/>
                    </a:lnTo>
                    <a:lnTo>
                      <a:pt x="16947" y="7526"/>
                    </a:lnTo>
                    <a:lnTo>
                      <a:pt x="17046" y="7842"/>
                    </a:lnTo>
                    <a:lnTo>
                      <a:pt x="17125" y="8158"/>
                    </a:lnTo>
                    <a:lnTo>
                      <a:pt x="17204" y="8474"/>
                    </a:lnTo>
                    <a:lnTo>
                      <a:pt x="17263" y="8790"/>
                    </a:lnTo>
                    <a:lnTo>
                      <a:pt x="17303" y="9125"/>
                    </a:lnTo>
                    <a:lnTo>
                      <a:pt x="17342" y="9461"/>
                    </a:lnTo>
                    <a:lnTo>
                      <a:pt x="17362" y="9797"/>
                    </a:lnTo>
                    <a:lnTo>
                      <a:pt x="17362" y="10133"/>
                    </a:lnTo>
                    <a:lnTo>
                      <a:pt x="17362" y="10469"/>
                    </a:lnTo>
                    <a:lnTo>
                      <a:pt x="17342" y="10824"/>
                    </a:lnTo>
                    <a:lnTo>
                      <a:pt x="17303" y="11160"/>
                    </a:lnTo>
                    <a:lnTo>
                      <a:pt x="17263" y="11496"/>
                    </a:lnTo>
                    <a:lnTo>
                      <a:pt x="17204" y="11851"/>
                    </a:lnTo>
                    <a:lnTo>
                      <a:pt x="17125" y="12187"/>
                    </a:lnTo>
                    <a:lnTo>
                      <a:pt x="17046" y="12523"/>
                    </a:lnTo>
                    <a:lnTo>
                      <a:pt x="16947" y="12859"/>
                    </a:lnTo>
                    <a:lnTo>
                      <a:pt x="16829" y="13194"/>
                    </a:lnTo>
                    <a:lnTo>
                      <a:pt x="16690" y="13530"/>
                    </a:lnTo>
                    <a:lnTo>
                      <a:pt x="16552" y="13846"/>
                    </a:lnTo>
                    <a:lnTo>
                      <a:pt x="16394" y="14162"/>
                    </a:lnTo>
                    <a:lnTo>
                      <a:pt x="16216" y="14478"/>
                    </a:lnTo>
                    <a:lnTo>
                      <a:pt x="16019" y="14775"/>
                    </a:lnTo>
                    <a:lnTo>
                      <a:pt x="15821" y="15091"/>
                    </a:lnTo>
                    <a:lnTo>
                      <a:pt x="15584" y="15367"/>
                    </a:lnTo>
                    <a:lnTo>
                      <a:pt x="15347" y="15663"/>
                    </a:lnTo>
                    <a:lnTo>
                      <a:pt x="15091" y="15920"/>
                    </a:lnTo>
                    <a:lnTo>
                      <a:pt x="14834" y="16197"/>
                    </a:lnTo>
                    <a:lnTo>
                      <a:pt x="14557" y="16434"/>
                    </a:lnTo>
                    <a:lnTo>
                      <a:pt x="14300" y="16671"/>
                    </a:lnTo>
                    <a:lnTo>
                      <a:pt x="14024" y="16868"/>
                    </a:lnTo>
                    <a:lnTo>
                      <a:pt x="13747" y="17066"/>
                    </a:lnTo>
                    <a:lnTo>
                      <a:pt x="13471" y="17263"/>
                    </a:lnTo>
                    <a:lnTo>
                      <a:pt x="13175" y="17421"/>
                    </a:lnTo>
                    <a:lnTo>
                      <a:pt x="12898" y="17579"/>
                    </a:lnTo>
                    <a:lnTo>
                      <a:pt x="12602" y="17737"/>
                    </a:lnTo>
                    <a:lnTo>
                      <a:pt x="12325" y="17856"/>
                    </a:lnTo>
                    <a:lnTo>
                      <a:pt x="12029" y="17974"/>
                    </a:lnTo>
                    <a:lnTo>
                      <a:pt x="11752" y="18073"/>
                    </a:lnTo>
                    <a:lnTo>
                      <a:pt x="11160" y="18251"/>
                    </a:lnTo>
                    <a:lnTo>
                      <a:pt x="10587" y="18389"/>
                    </a:lnTo>
                    <a:lnTo>
                      <a:pt x="10014" y="18468"/>
                    </a:lnTo>
                    <a:lnTo>
                      <a:pt x="9422" y="18508"/>
                    </a:lnTo>
                    <a:lnTo>
                      <a:pt x="8869" y="18527"/>
                    </a:lnTo>
                    <a:lnTo>
                      <a:pt x="8296" y="18508"/>
                    </a:lnTo>
                    <a:lnTo>
                      <a:pt x="7763" y="18448"/>
                    </a:lnTo>
                    <a:lnTo>
                      <a:pt x="7229" y="18369"/>
                    </a:lnTo>
                    <a:lnTo>
                      <a:pt x="6696" y="18271"/>
                    </a:lnTo>
                    <a:lnTo>
                      <a:pt x="6202" y="18132"/>
                    </a:lnTo>
                    <a:lnTo>
                      <a:pt x="5708" y="17994"/>
                    </a:lnTo>
                    <a:lnTo>
                      <a:pt x="5234" y="17816"/>
                    </a:lnTo>
                    <a:lnTo>
                      <a:pt x="4780" y="17599"/>
                    </a:lnTo>
                    <a:lnTo>
                      <a:pt x="4326" y="17362"/>
                    </a:lnTo>
                    <a:lnTo>
                      <a:pt x="3911" y="17086"/>
                    </a:lnTo>
                    <a:lnTo>
                      <a:pt x="3496" y="16809"/>
                    </a:lnTo>
                    <a:lnTo>
                      <a:pt x="3121" y="16493"/>
                    </a:lnTo>
                    <a:lnTo>
                      <a:pt x="2746" y="16177"/>
                    </a:lnTo>
                    <a:lnTo>
                      <a:pt x="2410" y="15821"/>
                    </a:lnTo>
                    <a:lnTo>
                      <a:pt x="2094" y="15466"/>
                    </a:lnTo>
                    <a:lnTo>
                      <a:pt x="1797" y="15091"/>
                    </a:lnTo>
                    <a:lnTo>
                      <a:pt x="1521" y="14696"/>
                    </a:lnTo>
                    <a:lnTo>
                      <a:pt x="1284" y="14301"/>
                    </a:lnTo>
                    <a:lnTo>
                      <a:pt x="1086" y="13905"/>
                    </a:lnTo>
                    <a:lnTo>
                      <a:pt x="909" y="13491"/>
                    </a:lnTo>
                    <a:lnTo>
                      <a:pt x="770" y="13056"/>
                    </a:lnTo>
                    <a:lnTo>
                      <a:pt x="652" y="12622"/>
                    </a:lnTo>
                    <a:lnTo>
                      <a:pt x="573" y="12167"/>
                    </a:lnTo>
                    <a:lnTo>
                      <a:pt x="494" y="11673"/>
                    </a:lnTo>
                    <a:lnTo>
                      <a:pt x="454" y="11160"/>
                    </a:lnTo>
                    <a:lnTo>
                      <a:pt x="435" y="10627"/>
                    </a:lnTo>
                    <a:lnTo>
                      <a:pt x="435" y="10093"/>
                    </a:lnTo>
                    <a:lnTo>
                      <a:pt x="474" y="9540"/>
                    </a:lnTo>
                    <a:lnTo>
                      <a:pt x="553" y="8967"/>
                    </a:lnTo>
                    <a:lnTo>
                      <a:pt x="672" y="8395"/>
                    </a:lnTo>
                    <a:lnTo>
                      <a:pt x="830" y="7822"/>
                    </a:lnTo>
                    <a:lnTo>
                      <a:pt x="1007" y="7249"/>
                    </a:lnTo>
                    <a:lnTo>
                      <a:pt x="1244" y="6676"/>
                    </a:lnTo>
                    <a:lnTo>
                      <a:pt x="1541" y="6123"/>
                    </a:lnTo>
                    <a:lnTo>
                      <a:pt x="1699" y="5847"/>
                    </a:lnTo>
                    <a:lnTo>
                      <a:pt x="1857" y="5570"/>
                    </a:lnTo>
                    <a:lnTo>
                      <a:pt x="2054" y="5294"/>
                    </a:lnTo>
                    <a:lnTo>
                      <a:pt x="2232" y="5017"/>
                    </a:lnTo>
                    <a:lnTo>
                      <a:pt x="2449" y="4760"/>
                    </a:lnTo>
                    <a:lnTo>
                      <a:pt x="2667" y="4503"/>
                    </a:lnTo>
                    <a:lnTo>
                      <a:pt x="2904" y="4266"/>
                    </a:lnTo>
                    <a:lnTo>
                      <a:pt x="3141" y="4029"/>
                    </a:lnTo>
                    <a:lnTo>
                      <a:pt x="3397" y="3812"/>
                    </a:lnTo>
                    <a:lnTo>
                      <a:pt x="3634" y="3615"/>
                    </a:lnTo>
                    <a:lnTo>
                      <a:pt x="3891" y="3437"/>
                    </a:lnTo>
                    <a:lnTo>
                      <a:pt x="4148" y="3259"/>
                    </a:lnTo>
                    <a:lnTo>
                      <a:pt x="4405" y="3121"/>
                    </a:lnTo>
                    <a:lnTo>
                      <a:pt x="4662" y="2963"/>
                    </a:lnTo>
                    <a:lnTo>
                      <a:pt x="5175" y="2726"/>
                    </a:lnTo>
                    <a:lnTo>
                      <a:pt x="5669" y="2528"/>
                    </a:lnTo>
                    <a:lnTo>
                      <a:pt x="6163" y="2370"/>
                    </a:lnTo>
                    <a:lnTo>
                      <a:pt x="6637" y="2252"/>
                    </a:lnTo>
                    <a:lnTo>
                      <a:pt x="7071" y="2173"/>
                    </a:lnTo>
                    <a:lnTo>
                      <a:pt x="7486" y="2113"/>
                    </a:lnTo>
                    <a:lnTo>
                      <a:pt x="7842" y="2074"/>
                    </a:lnTo>
                    <a:lnTo>
                      <a:pt x="8158" y="2054"/>
                    </a:lnTo>
                    <a:lnTo>
                      <a:pt x="8750" y="2054"/>
                    </a:lnTo>
                    <a:lnTo>
                      <a:pt x="9086" y="1797"/>
                    </a:lnTo>
                    <a:lnTo>
                      <a:pt x="9837" y="1225"/>
                    </a:lnTo>
                    <a:lnTo>
                      <a:pt x="10271" y="928"/>
                    </a:lnTo>
                    <a:lnTo>
                      <a:pt x="10686" y="672"/>
                    </a:lnTo>
                    <a:lnTo>
                      <a:pt x="10864" y="573"/>
                    </a:lnTo>
                    <a:lnTo>
                      <a:pt x="11022" y="494"/>
                    </a:lnTo>
                    <a:lnTo>
                      <a:pt x="11140" y="435"/>
                    </a:lnTo>
                    <a:close/>
                    <a:moveTo>
                      <a:pt x="11199" y="0"/>
                    </a:moveTo>
                    <a:lnTo>
                      <a:pt x="11061" y="59"/>
                    </a:lnTo>
                    <a:lnTo>
                      <a:pt x="10903" y="138"/>
                    </a:lnTo>
                    <a:lnTo>
                      <a:pt x="10725" y="237"/>
                    </a:lnTo>
                    <a:lnTo>
                      <a:pt x="10291" y="514"/>
                    </a:lnTo>
                    <a:lnTo>
                      <a:pt x="9837" y="830"/>
                    </a:lnTo>
                    <a:lnTo>
                      <a:pt x="9046" y="1422"/>
                    </a:lnTo>
                    <a:lnTo>
                      <a:pt x="8711" y="1699"/>
                    </a:lnTo>
                    <a:lnTo>
                      <a:pt x="8533" y="1679"/>
                    </a:lnTo>
                    <a:lnTo>
                      <a:pt x="8079" y="1699"/>
                    </a:lnTo>
                    <a:lnTo>
                      <a:pt x="7743" y="1718"/>
                    </a:lnTo>
                    <a:lnTo>
                      <a:pt x="7368" y="1758"/>
                    </a:lnTo>
                    <a:lnTo>
                      <a:pt x="6953" y="1817"/>
                    </a:lnTo>
                    <a:lnTo>
                      <a:pt x="6498" y="1896"/>
                    </a:lnTo>
                    <a:lnTo>
                      <a:pt x="6005" y="2034"/>
                    </a:lnTo>
                    <a:lnTo>
                      <a:pt x="5491" y="2192"/>
                    </a:lnTo>
                    <a:lnTo>
                      <a:pt x="4958" y="2390"/>
                    </a:lnTo>
                    <a:lnTo>
                      <a:pt x="4424" y="2647"/>
                    </a:lnTo>
                    <a:lnTo>
                      <a:pt x="4168" y="2805"/>
                    </a:lnTo>
                    <a:lnTo>
                      <a:pt x="3891" y="2963"/>
                    </a:lnTo>
                    <a:lnTo>
                      <a:pt x="3615" y="3141"/>
                    </a:lnTo>
                    <a:lnTo>
                      <a:pt x="3358" y="3318"/>
                    </a:lnTo>
                    <a:lnTo>
                      <a:pt x="3101" y="3536"/>
                    </a:lnTo>
                    <a:lnTo>
                      <a:pt x="2844" y="3753"/>
                    </a:lnTo>
                    <a:lnTo>
                      <a:pt x="2588" y="3990"/>
                    </a:lnTo>
                    <a:lnTo>
                      <a:pt x="2351" y="4247"/>
                    </a:lnTo>
                    <a:lnTo>
                      <a:pt x="2114" y="4523"/>
                    </a:lnTo>
                    <a:lnTo>
                      <a:pt x="1896" y="4800"/>
                    </a:lnTo>
                    <a:lnTo>
                      <a:pt x="1699" y="5076"/>
                    </a:lnTo>
                    <a:lnTo>
                      <a:pt x="1501" y="5373"/>
                    </a:lnTo>
                    <a:lnTo>
                      <a:pt x="1323" y="5649"/>
                    </a:lnTo>
                    <a:lnTo>
                      <a:pt x="1165" y="5945"/>
                    </a:lnTo>
                    <a:lnTo>
                      <a:pt x="1007" y="6242"/>
                    </a:lnTo>
                    <a:lnTo>
                      <a:pt x="869" y="6538"/>
                    </a:lnTo>
                    <a:lnTo>
                      <a:pt x="612" y="7131"/>
                    </a:lnTo>
                    <a:lnTo>
                      <a:pt x="415" y="7723"/>
                    </a:lnTo>
                    <a:lnTo>
                      <a:pt x="257" y="8316"/>
                    </a:lnTo>
                    <a:lnTo>
                      <a:pt x="138" y="8928"/>
                    </a:lnTo>
                    <a:lnTo>
                      <a:pt x="59" y="9521"/>
                    </a:lnTo>
                    <a:lnTo>
                      <a:pt x="20" y="10093"/>
                    </a:lnTo>
                    <a:lnTo>
                      <a:pt x="0" y="10666"/>
                    </a:lnTo>
                    <a:lnTo>
                      <a:pt x="20" y="11219"/>
                    </a:lnTo>
                    <a:lnTo>
                      <a:pt x="79" y="11753"/>
                    </a:lnTo>
                    <a:lnTo>
                      <a:pt x="158" y="12266"/>
                    </a:lnTo>
                    <a:lnTo>
                      <a:pt x="257" y="12760"/>
                    </a:lnTo>
                    <a:lnTo>
                      <a:pt x="375" y="13214"/>
                    </a:lnTo>
                    <a:lnTo>
                      <a:pt x="514" y="13649"/>
                    </a:lnTo>
                    <a:lnTo>
                      <a:pt x="691" y="14083"/>
                    </a:lnTo>
                    <a:lnTo>
                      <a:pt x="909" y="14498"/>
                    </a:lnTo>
                    <a:lnTo>
                      <a:pt x="1165" y="14933"/>
                    </a:lnTo>
                    <a:lnTo>
                      <a:pt x="1442" y="15328"/>
                    </a:lnTo>
                    <a:lnTo>
                      <a:pt x="1738" y="15723"/>
                    </a:lnTo>
                    <a:lnTo>
                      <a:pt x="2074" y="16098"/>
                    </a:lnTo>
                    <a:lnTo>
                      <a:pt x="2430" y="16454"/>
                    </a:lnTo>
                    <a:lnTo>
                      <a:pt x="2805" y="16809"/>
                    </a:lnTo>
                    <a:lnTo>
                      <a:pt x="3220" y="17125"/>
                    </a:lnTo>
                    <a:lnTo>
                      <a:pt x="3634" y="17421"/>
                    </a:lnTo>
                    <a:lnTo>
                      <a:pt x="4089" y="17698"/>
                    </a:lnTo>
                    <a:lnTo>
                      <a:pt x="4543" y="17955"/>
                    </a:lnTo>
                    <a:lnTo>
                      <a:pt x="5037" y="18172"/>
                    </a:lnTo>
                    <a:lnTo>
                      <a:pt x="5531" y="18350"/>
                    </a:lnTo>
                    <a:lnTo>
                      <a:pt x="6044" y="18527"/>
                    </a:lnTo>
                    <a:lnTo>
                      <a:pt x="6558" y="18646"/>
                    </a:lnTo>
                    <a:lnTo>
                      <a:pt x="7111" y="18765"/>
                    </a:lnTo>
                    <a:lnTo>
                      <a:pt x="7664" y="18844"/>
                    </a:lnTo>
                    <a:lnTo>
                      <a:pt x="8237" y="18903"/>
                    </a:lnTo>
                    <a:lnTo>
                      <a:pt x="8809" y="18923"/>
                    </a:lnTo>
                    <a:lnTo>
                      <a:pt x="9402" y="18903"/>
                    </a:lnTo>
                    <a:lnTo>
                      <a:pt x="10014" y="18863"/>
                    </a:lnTo>
                    <a:lnTo>
                      <a:pt x="10607" y="18765"/>
                    </a:lnTo>
                    <a:lnTo>
                      <a:pt x="11219" y="18626"/>
                    </a:lnTo>
                    <a:lnTo>
                      <a:pt x="11535" y="18547"/>
                    </a:lnTo>
                    <a:lnTo>
                      <a:pt x="11831" y="18448"/>
                    </a:lnTo>
                    <a:lnTo>
                      <a:pt x="12128" y="18350"/>
                    </a:lnTo>
                    <a:lnTo>
                      <a:pt x="12424" y="18231"/>
                    </a:lnTo>
                    <a:lnTo>
                      <a:pt x="12740" y="18093"/>
                    </a:lnTo>
                    <a:lnTo>
                      <a:pt x="13036" y="17935"/>
                    </a:lnTo>
                    <a:lnTo>
                      <a:pt x="13333" y="17777"/>
                    </a:lnTo>
                    <a:lnTo>
                      <a:pt x="13629" y="17599"/>
                    </a:lnTo>
                    <a:lnTo>
                      <a:pt x="13925" y="17402"/>
                    </a:lnTo>
                    <a:lnTo>
                      <a:pt x="14202" y="17204"/>
                    </a:lnTo>
                    <a:lnTo>
                      <a:pt x="14498" y="16967"/>
                    </a:lnTo>
                    <a:lnTo>
                      <a:pt x="14775" y="16730"/>
                    </a:lnTo>
                    <a:lnTo>
                      <a:pt x="15051" y="16473"/>
                    </a:lnTo>
                    <a:lnTo>
                      <a:pt x="15328" y="16197"/>
                    </a:lnTo>
                    <a:lnTo>
                      <a:pt x="15604" y="15920"/>
                    </a:lnTo>
                    <a:lnTo>
                      <a:pt x="15841" y="15624"/>
                    </a:lnTo>
                    <a:lnTo>
                      <a:pt x="16078" y="15328"/>
                    </a:lnTo>
                    <a:lnTo>
                      <a:pt x="16295" y="15012"/>
                    </a:lnTo>
                    <a:lnTo>
                      <a:pt x="16493" y="14676"/>
                    </a:lnTo>
                    <a:lnTo>
                      <a:pt x="16671" y="14360"/>
                    </a:lnTo>
                    <a:lnTo>
                      <a:pt x="16849" y="14024"/>
                    </a:lnTo>
                    <a:lnTo>
                      <a:pt x="17007" y="13688"/>
                    </a:lnTo>
                    <a:lnTo>
                      <a:pt x="17125" y="13352"/>
                    </a:lnTo>
                    <a:lnTo>
                      <a:pt x="17263" y="12997"/>
                    </a:lnTo>
                    <a:lnTo>
                      <a:pt x="17362" y="12641"/>
                    </a:lnTo>
                    <a:lnTo>
                      <a:pt x="17461" y="12286"/>
                    </a:lnTo>
                    <a:lnTo>
                      <a:pt x="17540" y="11930"/>
                    </a:lnTo>
                    <a:lnTo>
                      <a:pt x="17599" y="11575"/>
                    </a:lnTo>
                    <a:lnTo>
                      <a:pt x="17639" y="11219"/>
                    </a:lnTo>
                    <a:lnTo>
                      <a:pt x="17678" y="10864"/>
                    </a:lnTo>
                    <a:lnTo>
                      <a:pt x="17698" y="10508"/>
                    </a:lnTo>
                    <a:lnTo>
                      <a:pt x="17698" y="10153"/>
                    </a:lnTo>
                    <a:lnTo>
                      <a:pt x="17698" y="9797"/>
                    </a:lnTo>
                    <a:lnTo>
                      <a:pt x="17678" y="9442"/>
                    </a:lnTo>
                    <a:lnTo>
                      <a:pt x="17639" y="9086"/>
                    </a:lnTo>
                    <a:lnTo>
                      <a:pt x="17579" y="8750"/>
                    </a:lnTo>
                    <a:lnTo>
                      <a:pt x="17520" y="8414"/>
                    </a:lnTo>
                    <a:lnTo>
                      <a:pt x="17461" y="8079"/>
                    </a:lnTo>
                    <a:lnTo>
                      <a:pt x="17362" y="7743"/>
                    </a:lnTo>
                    <a:lnTo>
                      <a:pt x="17263" y="7427"/>
                    </a:lnTo>
                    <a:lnTo>
                      <a:pt x="17165" y="7111"/>
                    </a:lnTo>
                    <a:lnTo>
                      <a:pt x="17046" y="6795"/>
                    </a:lnTo>
                    <a:lnTo>
                      <a:pt x="16908" y="6498"/>
                    </a:lnTo>
                    <a:lnTo>
                      <a:pt x="16750" y="6202"/>
                    </a:lnTo>
                    <a:lnTo>
                      <a:pt x="16592" y="5926"/>
                    </a:lnTo>
                    <a:lnTo>
                      <a:pt x="16434" y="5669"/>
                    </a:lnTo>
                    <a:lnTo>
                      <a:pt x="16157" y="5274"/>
                    </a:lnTo>
                    <a:lnTo>
                      <a:pt x="15861" y="4918"/>
                    </a:lnTo>
                    <a:lnTo>
                      <a:pt x="15545" y="4582"/>
                    </a:lnTo>
                    <a:lnTo>
                      <a:pt x="15209" y="4266"/>
                    </a:lnTo>
                    <a:lnTo>
                      <a:pt x="14873" y="3990"/>
                    </a:lnTo>
                    <a:lnTo>
                      <a:pt x="14557" y="3733"/>
                    </a:lnTo>
                    <a:lnTo>
                      <a:pt x="14221" y="3496"/>
                    </a:lnTo>
                    <a:lnTo>
                      <a:pt x="13905" y="3279"/>
                    </a:lnTo>
                    <a:lnTo>
                      <a:pt x="13333" y="2923"/>
                    </a:lnTo>
                    <a:lnTo>
                      <a:pt x="12859" y="2686"/>
                    </a:lnTo>
                    <a:lnTo>
                      <a:pt x="12543" y="2528"/>
                    </a:lnTo>
                    <a:lnTo>
                      <a:pt x="12424" y="2489"/>
                    </a:lnTo>
                    <a:lnTo>
                      <a:pt x="12306" y="2094"/>
                    </a:lnTo>
                    <a:lnTo>
                      <a:pt x="12187" y="1699"/>
                    </a:lnTo>
                    <a:lnTo>
                      <a:pt x="12029" y="1264"/>
                    </a:lnTo>
                    <a:lnTo>
                      <a:pt x="11851" y="790"/>
                    </a:lnTo>
                    <a:lnTo>
                      <a:pt x="11673" y="395"/>
                    </a:lnTo>
                    <a:lnTo>
                      <a:pt x="11575" y="237"/>
                    </a:lnTo>
                    <a:lnTo>
                      <a:pt x="11476" y="119"/>
                    </a:lnTo>
                    <a:lnTo>
                      <a:pt x="11397" y="40"/>
                    </a:lnTo>
                    <a:lnTo>
                      <a:pt x="1135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51" name="Google Shape;9051;p34"/>
              <p:cNvSpPr/>
              <p:nvPr/>
            </p:nvSpPr>
            <p:spPr>
              <a:xfrm>
                <a:off x="8744278" y="3496467"/>
                <a:ext cx="142571" cy="188828"/>
              </a:xfrm>
              <a:custGeom>
                <a:rect b="b" l="l" r="r" t="t"/>
                <a:pathLst>
                  <a:path extrusionOk="0" h="4919" w="3714">
                    <a:moveTo>
                      <a:pt x="1403" y="1"/>
                    </a:moveTo>
                    <a:lnTo>
                      <a:pt x="1126" y="573"/>
                    </a:lnTo>
                    <a:lnTo>
                      <a:pt x="869" y="1166"/>
                    </a:lnTo>
                    <a:lnTo>
                      <a:pt x="573" y="1857"/>
                    </a:lnTo>
                    <a:lnTo>
                      <a:pt x="297" y="2588"/>
                    </a:lnTo>
                    <a:lnTo>
                      <a:pt x="178" y="2944"/>
                    </a:lnTo>
                    <a:lnTo>
                      <a:pt x="99" y="3279"/>
                    </a:lnTo>
                    <a:lnTo>
                      <a:pt x="20" y="3576"/>
                    </a:lnTo>
                    <a:lnTo>
                      <a:pt x="0" y="3833"/>
                    </a:lnTo>
                    <a:lnTo>
                      <a:pt x="0" y="4050"/>
                    </a:lnTo>
                    <a:lnTo>
                      <a:pt x="20" y="4149"/>
                    </a:lnTo>
                    <a:lnTo>
                      <a:pt x="40" y="4208"/>
                    </a:lnTo>
                    <a:lnTo>
                      <a:pt x="139" y="4346"/>
                    </a:lnTo>
                    <a:lnTo>
                      <a:pt x="237" y="4445"/>
                    </a:lnTo>
                    <a:lnTo>
                      <a:pt x="376" y="4544"/>
                    </a:lnTo>
                    <a:lnTo>
                      <a:pt x="514" y="4623"/>
                    </a:lnTo>
                    <a:lnTo>
                      <a:pt x="692" y="4702"/>
                    </a:lnTo>
                    <a:lnTo>
                      <a:pt x="869" y="4781"/>
                    </a:lnTo>
                    <a:lnTo>
                      <a:pt x="1047" y="4820"/>
                    </a:lnTo>
                    <a:lnTo>
                      <a:pt x="1225" y="4860"/>
                    </a:lnTo>
                    <a:lnTo>
                      <a:pt x="1581" y="4919"/>
                    </a:lnTo>
                    <a:lnTo>
                      <a:pt x="1916" y="4919"/>
                    </a:lnTo>
                    <a:lnTo>
                      <a:pt x="2055" y="4899"/>
                    </a:lnTo>
                    <a:lnTo>
                      <a:pt x="2193" y="4879"/>
                    </a:lnTo>
                    <a:lnTo>
                      <a:pt x="2292" y="4840"/>
                    </a:lnTo>
                    <a:lnTo>
                      <a:pt x="2371" y="4800"/>
                    </a:lnTo>
                    <a:lnTo>
                      <a:pt x="2430" y="4702"/>
                    </a:lnTo>
                    <a:lnTo>
                      <a:pt x="2529" y="4544"/>
                    </a:lnTo>
                    <a:lnTo>
                      <a:pt x="2726" y="4050"/>
                    </a:lnTo>
                    <a:lnTo>
                      <a:pt x="2943" y="3398"/>
                    </a:lnTo>
                    <a:lnTo>
                      <a:pt x="3180" y="2687"/>
                    </a:lnTo>
                    <a:lnTo>
                      <a:pt x="3556" y="1364"/>
                    </a:lnTo>
                    <a:lnTo>
                      <a:pt x="3714" y="771"/>
                    </a:lnTo>
                    <a:lnTo>
                      <a:pt x="3279" y="771"/>
                    </a:lnTo>
                    <a:lnTo>
                      <a:pt x="3121" y="1344"/>
                    </a:lnTo>
                    <a:lnTo>
                      <a:pt x="2746" y="2588"/>
                    </a:lnTo>
                    <a:lnTo>
                      <a:pt x="2529" y="3260"/>
                    </a:lnTo>
                    <a:lnTo>
                      <a:pt x="2331" y="3852"/>
                    </a:lnTo>
                    <a:lnTo>
                      <a:pt x="2153" y="4307"/>
                    </a:lnTo>
                    <a:lnTo>
                      <a:pt x="2074" y="4445"/>
                    </a:lnTo>
                    <a:lnTo>
                      <a:pt x="2035" y="4504"/>
                    </a:lnTo>
                    <a:lnTo>
                      <a:pt x="1976" y="4524"/>
                    </a:lnTo>
                    <a:lnTo>
                      <a:pt x="1897" y="4544"/>
                    </a:lnTo>
                    <a:lnTo>
                      <a:pt x="1699" y="4563"/>
                    </a:lnTo>
                    <a:lnTo>
                      <a:pt x="1442" y="4563"/>
                    </a:lnTo>
                    <a:lnTo>
                      <a:pt x="1166" y="4524"/>
                    </a:lnTo>
                    <a:lnTo>
                      <a:pt x="909" y="4445"/>
                    </a:lnTo>
                    <a:lnTo>
                      <a:pt x="771" y="4405"/>
                    </a:lnTo>
                    <a:lnTo>
                      <a:pt x="672" y="4346"/>
                    </a:lnTo>
                    <a:lnTo>
                      <a:pt x="573" y="4267"/>
                    </a:lnTo>
                    <a:lnTo>
                      <a:pt x="494" y="4208"/>
                    </a:lnTo>
                    <a:lnTo>
                      <a:pt x="415" y="4109"/>
                    </a:lnTo>
                    <a:lnTo>
                      <a:pt x="376" y="4030"/>
                    </a:lnTo>
                    <a:lnTo>
                      <a:pt x="376" y="3892"/>
                    </a:lnTo>
                    <a:lnTo>
                      <a:pt x="395" y="3714"/>
                    </a:lnTo>
                    <a:lnTo>
                      <a:pt x="455" y="3477"/>
                    </a:lnTo>
                    <a:lnTo>
                      <a:pt x="534" y="3200"/>
                    </a:lnTo>
                    <a:lnTo>
                      <a:pt x="751" y="2568"/>
                    </a:lnTo>
                    <a:lnTo>
                      <a:pt x="1008" y="1917"/>
                    </a:lnTo>
                    <a:lnTo>
                      <a:pt x="1502" y="712"/>
                    </a:lnTo>
                    <a:lnTo>
                      <a:pt x="1739" y="198"/>
                    </a:lnTo>
                    <a:lnTo>
                      <a:pt x="14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  <a:effectLst>
                <a:outerShdw rotWithShape="0" algn="bl" dir="4200000" dist="19050">
                  <a:srgbClr val="000000">
                    <a:alpha val="10000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7750" y="365760"/>
            <a:ext cx="7708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Bowlby One"/>
              <a:buNone/>
              <a:defRPr sz="3000">
                <a:solidFill>
                  <a:schemeClr val="accent3"/>
                </a:solidFill>
                <a:latin typeface="Bowlby One"/>
                <a:ea typeface="Bowlby One"/>
                <a:cs typeface="Bowlby One"/>
                <a:sym typeface="Bowlby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nton"/>
              <a:buNone/>
              <a:defRPr sz="35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92700" y="1351875"/>
            <a:ext cx="7711800" cy="32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●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●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●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○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pen Sans"/>
              <a:buChar char="■"/>
              <a:defRPr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9" Type="http://schemas.openxmlformats.org/officeDocument/2006/relationships/hyperlink" Target="https://munchfind.luluhoy.tech" TargetMode="External"/><Relationship Id="rId5" Type="http://schemas.openxmlformats.org/officeDocument/2006/relationships/image" Target="../media/image11.pn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55" name="Shape 9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6" name="Google Shape;9056;p35"/>
          <p:cNvSpPr/>
          <p:nvPr/>
        </p:nvSpPr>
        <p:spPr>
          <a:xfrm rot="-5400000">
            <a:off x="2302741" y="-680239"/>
            <a:ext cx="4538517" cy="6503979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57" name="Google Shape;9057;p35"/>
          <p:cNvSpPr txBox="1"/>
          <p:nvPr>
            <p:ph type="ctrTitle"/>
          </p:nvPr>
        </p:nvSpPr>
        <p:spPr>
          <a:xfrm>
            <a:off x="1971056" y="958645"/>
            <a:ext cx="5202000" cy="269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MUNCH</a:t>
            </a:r>
            <a:r>
              <a:rPr lang="en"/>
              <a:t> FIND</a:t>
            </a:r>
            <a:r>
              <a:rPr lang="en">
                <a:solidFill>
                  <a:schemeClr val="accent3"/>
                </a:solidFill>
              </a:rPr>
              <a:t>!</a:t>
            </a:r>
            <a:endParaRPr>
              <a:solidFill>
                <a:schemeClr val="accent3"/>
              </a:solidFill>
            </a:endParaRPr>
          </a:p>
        </p:txBody>
      </p:sp>
      <p:sp>
        <p:nvSpPr>
          <p:cNvPr id="9058" name="Google Shape;9058;p35"/>
          <p:cNvSpPr txBox="1"/>
          <p:nvPr>
            <p:ph idx="1" type="subTitle"/>
          </p:nvPr>
        </p:nvSpPr>
        <p:spPr>
          <a:xfrm>
            <a:off x="1970950" y="3730875"/>
            <a:ext cx="5202000" cy="54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Presented by: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Refqi, Lutfil, Danique, Nurin</a:t>
            </a:r>
            <a:endParaRPr/>
          </a:p>
        </p:txBody>
      </p:sp>
      <p:grpSp>
        <p:nvGrpSpPr>
          <p:cNvPr id="9059" name="Google Shape;9059;p35"/>
          <p:cNvGrpSpPr/>
          <p:nvPr/>
        </p:nvGrpSpPr>
        <p:grpSpPr>
          <a:xfrm rot="1746615">
            <a:off x="4048366" y="-193218"/>
            <a:ext cx="1047275" cy="979617"/>
            <a:chOff x="-252624" y="1601574"/>
            <a:chExt cx="1047258" cy="979600"/>
          </a:xfrm>
        </p:grpSpPr>
        <p:sp>
          <p:nvSpPr>
            <p:cNvPr id="9060" name="Google Shape;9060;p35"/>
            <p:cNvSpPr/>
            <p:nvPr/>
          </p:nvSpPr>
          <p:spPr>
            <a:xfrm>
              <a:off x="534175" y="1698647"/>
              <a:ext cx="203734" cy="206468"/>
            </a:xfrm>
            <a:custGeom>
              <a:rect b="b" l="l" r="r" t="t"/>
              <a:pathLst>
                <a:path extrusionOk="0" h="5966" w="5887">
                  <a:moveTo>
                    <a:pt x="1719" y="1"/>
                  </a:moveTo>
                  <a:lnTo>
                    <a:pt x="1462" y="20"/>
                  </a:lnTo>
                  <a:lnTo>
                    <a:pt x="1205" y="40"/>
                  </a:lnTo>
                  <a:lnTo>
                    <a:pt x="988" y="60"/>
                  </a:lnTo>
                  <a:lnTo>
                    <a:pt x="791" y="99"/>
                  </a:lnTo>
                  <a:lnTo>
                    <a:pt x="455" y="198"/>
                  </a:lnTo>
                  <a:lnTo>
                    <a:pt x="218" y="297"/>
                  </a:lnTo>
                  <a:lnTo>
                    <a:pt x="0" y="396"/>
                  </a:lnTo>
                  <a:lnTo>
                    <a:pt x="4859" y="5966"/>
                  </a:lnTo>
                  <a:lnTo>
                    <a:pt x="4978" y="5808"/>
                  </a:lnTo>
                  <a:lnTo>
                    <a:pt x="5136" y="5591"/>
                  </a:lnTo>
                  <a:lnTo>
                    <a:pt x="5294" y="5294"/>
                  </a:lnTo>
                  <a:lnTo>
                    <a:pt x="5472" y="4978"/>
                  </a:lnTo>
                  <a:lnTo>
                    <a:pt x="5630" y="4603"/>
                  </a:lnTo>
                  <a:lnTo>
                    <a:pt x="5768" y="4208"/>
                  </a:lnTo>
                  <a:lnTo>
                    <a:pt x="5827" y="4010"/>
                  </a:lnTo>
                  <a:lnTo>
                    <a:pt x="5867" y="3813"/>
                  </a:lnTo>
                  <a:lnTo>
                    <a:pt x="5887" y="3615"/>
                  </a:lnTo>
                  <a:lnTo>
                    <a:pt x="5887" y="3418"/>
                  </a:lnTo>
                  <a:lnTo>
                    <a:pt x="5887" y="3220"/>
                  </a:lnTo>
                  <a:lnTo>
                    <a:pt x="5847" y="3003"/>
                  </a:lnTo>
                  <a:lnTo>
                    <a:pt x="5788" y="2766"/>
                  </a:lnTo>
                  <a:lnTo>
                    <a:pt x="5709" y="2529"/>
                  </a:lnTo>
                  <a:lnTo>
                    <a:pt x="5590" y="2292"/>
                  </a:lnTo>
                  <a:lnTo>
                    <a:pt x="5472" y="2035"/>
                  </a:lnTo>
                  <a:lnTo>
                    <a:pt x="5314" y="1798"/>
                  </a:lnTo>
                  <a:lnTo>
                    <a:pt x="5136" y="1561"/>
                  </a:lnTo>
                  <a:lnTo>
                    <a:pt x="4938" y="1324"/>
                  </a:lnTo>
                  <a:lnTo>
                    <a:pt x="4721" y="1087"/>
                  </a:lnTo>
                  <a:lnTo>
                    <a:pt x="4484" y="890"/>
                  </a:lnTo>
                  <a:lnTo>
                    <a:pt x="4227" y="692"/>
                  </a:lnTo>
                  <a:lnTo>
                    <a:pt x="3951" y="514"/>
                  </a:lnTo>
                  <a:lnTo>
                    <a:pt x="3655" y="356"/>
                  </a:lnTo>
                  <a:lnTo>
                    <a:pt x="3319" y="238"/>
                  </a:lnTo>
                  <a:lnTo>
                    <a:pt x="2983" y="139"/>
                  </a:lnTo>
                  <a:lnTo>
                    <a:pt x="2647" y="80"/>
                  </a:lnTo>
                  <a:lnTo>
                    <a:pt x="2311" y="40"/>
                  </a:lnTo>
                  <a:lnTo>
                    <a:pt x="201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1" name="Google Shape;9061;p35"/>
            <p:cNvSpPr/>
            <p:nvPr/>
          </p:nvSpPr>
          <p:spPr>
            <a:xfrm>
              <a:off x="-186316" y="2276933"/>
              <a:ext cx="200343" cy="205811"/>
            </a:xfrm>
            <a:custGeom>
              <a:rect b="b" l="l" r="r" t="t"/>
              <a:pathLst>
                <a:path extrusionOk="0" h="5947" w="5789">
                  <a:moveTo>
                    <a:pt x="1107" y="1"/>
                  </a:moveTo>
                  <a:lnTo>
                    <a:pt x="1048" y="60"/>
                  </a:lnTo>
                  <a:lnTo>
                    <a:pt x="890" y="258"/>
                  </a:lnTo>
                  <a:lnTo>
                    <a:pt x="672" y="574"/>
                  </a:lnTo>
                  <a:lnTo>
                    <a:pt x="554" y="771"/>
                  </a:lnTo>
                  <a:lnTo>
                    <a:pt x="435" y="1008"/>
                  </a:lnTo>
                  <a:lnTo>
                    <a:pt x="317" y="1245"/>
                  </a:lnTo>
                  <a:lnTo>
                    <a:pt x="218" y="1502"/>
                  </a:lnTo>
                  <a:lnTo>
                    <a:pt x="139" y="1798"/>
                  </a:lnTo>
                  <a:lnTo>
                    <a:pt x="60" y="2095"/>
                  </a:lnTo>
                  <a:lnTo>
                    <a:pt x="21" y="2411"/>
                  </a:lnTo>
                  <a:lnTo>
                    <a:pt x="1" y="2746"/>
                  </a:lnTo>
                  <a:lnTo>
                    <a:pt x="21" y="3102"/>
                  </a:lnTo>
                  <a:lnTo>
                    <a:pt x="80" y="3458"/>
                  </a:lnTo>
                  <a:lnTo>
                    <a:pt x="179" y="3813"/>
                  </a:lnTo>
                  <a:lnTo>
                    <a:pt x="297" y="4129"/>
                  </a:lnTo>
                  <a:lnTo>
                    <a:pt x="455" y="4406"/>
                  </a:lnTo>
                  <a:lnTo>
                    <a:pt x="653" y="4662"/>
                  </a:lnTo>
                  <a:lnTo>
                    <a:pt x="850" y="4899"/>
                  </a:lnTo>
                  <a:lnTo>
                    <a:pt x="1067" y="5097"/>
                  </a:lnTo>
                  <a:lnTo>
                    <a:pt x="1304" y="5275"/>
                  </a:lnTo>
                  <a:lnTo>
                    <a:pt x="1561" y="5433"/>
                  </a:lnTo>
                  <a:lnTo>
                    <a:pt x="1818" y="5551"/>
                  </a:lnTo>
                  <a:lnTo>
                    <a:pt x="2095" y="5670"/>
                  </a:lnTo>
                  <a:lnTo>
                    <a:pt x="2351" y="5769"/>
                  </a:lnTo>
                  <a:lnTo>
                    <a:pt x="2628" y="5828"/>
                  </a:lnTo>
                  <a:lnTo>
                    <a:pt x="2885" y="5887"/>
                  </a:lnTo>
                  <a:lnTo>
                    <a:pt x="3141" y="5927"/>
                  </a:lnTo>
                  <a:lnTo>
                    <a:pt x="3378" y="5946"/>
                  </a:lnTo>
                  <a:lnTo>
                    <a:pt x="3596" y="5946"/>
                  </a:lnTo>
                  <a:lnTo>
                    <a:pt x="4030" y="5927"/>
                  </a:lnTo>
                  <a:lnTo>
                    <a:pt x="4425" y="5887"/>
                  </a:lnTo>
                  <a:lnTo>
                    <a:pt x="4801" y="5808"/>
                  </a:lnTo>
                  <a:lnTo>
                    <a:pt x="5117" y="5729"/>
                  </a:lnTo>
                  <a:lnTo>
                    <a:pt x="5610" y="5591"/>
                  </a:lnTo>
                  <a:lnTo>
                    <a:pt x="5788" y="5512"/>
                  </a:lnTo>
                  <a:lnTo>
                    <a:pt x="1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2" name="Google Shape;9062;p35"/>
            <p:cNvSpPr/>
            <p:nvPr/>
          </p:nvSpPr>
          <p:spPr>
            <a:xfrm>
              <a:off x="-243730" y="1601574"/>
              <a:ext cx="1038363" cy="979600"/>
            </a:xfrm>
            <a:custGeom>
              <a:rect b="b" l="l" r="r" t="t"/>
              <a:pathLst>
                <a:path extrusionOk="0" h="28306" w="30004">
                  <a:moveTo>
                    <a:pt x="18034" y="1"/>
                  </a:moveTo>
                  <a:lnTo>
                    <a:pt x="17837" y="21"/>
                  </a:lnTo>
                  <a:lnTo>
                    <a:pt x="17461" y="80"/>
                  </a:lnTo>
                  <a:lnTo>
                    <a:pt x="17066" y="159"/>
                  </a:lnTo>
                  <a:lnTo>
                    <a:pt x="16691" y="277"/>
                  </a:lnTo>
                  <a:lnTo>
                    <a:pt x="16336" y="435"/>
                  </a:lnTo>
                  <a:lnTo>
                    <a:pt x="15980" y="613"/>
                  </a:lnTo>
                  <a:lnTo>
                    <a:pt x="15644" y="811"/>
                  </a:lnTo>
                  <a:lnTo>
                    <a:pt x="15308" y="1008"/>
                  </a:lnTo>
                  <a:lnTo>
                    <a:pt x="14992" y="1206"/>
                  </a:lnTo>
                  <a:lnTo>
                    <a:pt x="14420" y="1621"/>
                  </a:lnTo>
                  <a:lnTo>
                    <a:pt x="14044" y="1897"/>
                  </a:lnTo>
                  <a:lnTo>
                    <a:pt x="13491" y="2332"/>
                  </a:lnTo>
                  <a:lnTo>
                    <a:pt x="11951" y="3576"/>
                  </a:lnTo>
                  <a:lnTo>
                    <a:pt x="10015" y="5176"/>
                  </a:lnTo>
                  <a:lnTo>
                    <a:pt x="7882" y="6934"/>
                  </a:lnTo>
                  <a:lnTo>
                    <a:pt x="3892" y="10292"/>
                  </a:lnTo>
                  <a:lnTo>
                    <a:pt x="2450" y="11536"/>
                  </a:lnTo>
                  <a:lnTo>
                    <a:pt x="1660" y="12227"/>
                  </a:lnTo>
                  <a:lnTo>
                    <a:pt x="1245" y="12642"/>
                  </a:lnTo>
                  <a:lnTo>
                    <a:pt x="1028" y="12859"/>
                  </a:lnTo>
                  <a:lnTo>
                    <a:pt x="830" y="13116"/>
                  </a:lnTo>
                  <a:lnTo>
                    <a:pt x="633" y="13373"/>
                  </a:lnTo>
                  <a:lnTo>
                    <a:pt x="435" y="13650"/>
                  </a:lnTo>
                  <a:lnTo>
                    <a:pt x="277" y="13946"/>
                  </a:lnTo>
                  <a:lnTo>
                    <a:pt x="159" y="14282"/>
                  </a:lnTo>
                  <a:lnTo>
                    <a:pt x="60" y="14637"/>
                  </a:lnTo>
                  <a:lnTo>
                    <a:pt x="20" y="14815"/>
                  </a:lnTo>
                  <a:lnTo>
                    <a:pt x="1" y="15012"/>
                  </a:lnTo>
                  <a:lnTo>
                    <a:pt x="1" y="15190"/>
                  </a:lnTo>
                  <a:lnTo>
                    <a:pt x="1" y="15408"/>
                  </a:lnTo>
                  <a:lnTo>
                    <a:pt x="20" y="15605"/>
                  </a:lnTo>
                  <a:lnTo>
                    <a:pt x="60" y="15822"/>
                  </a:lnTo>
                  <a:lnTo>
                    <a:pt x="99" y="16059"/>
                  </a:lnTo>
                  <a:lnTo>
                    <a:pt x="159" y="16277"/>
                  </a:lnTo>
                  <a:lnTo>
                    <a:pt x="257" y="16514"/>
                  </a:lnTo>
                  <a:lnTo>
                    <a:pt x="356" y="16770"/>
                  </a:lnTo>
                  <a:lnTo>
                    <a:pt x="455" y="17027"/>
                  </a:lnTo>
                  <a:lnTo>
                    <a:pt x="593" y="17284"/>
                  </a:lnTo>
                  <a:lnTo>
                    <a:pt x="751" y="17560"/>
                  </a:lnTo>
                  <a:lnTo>
                    <a:pt x="929" y="17837"/>
                  </a:lnTo>
                  <a:lnTo>
                    <a:pt x="1344" y="18430"/>
                  </a:lnTo>
                  <a:lnTo>
                    <a:pt x="1818" y="19081"/>
                  </a:lnTo>
                  <a:lnTo>
                    <a:pt x="2351" y="19773"/>
                  </a:lnTo>
                  <a:lnTo>
                    <a:pt x="2924" y="20504"/>
                  </a:lnTo>
                  <a:lnTo>
                    <a:pt x="4168" y="22005"/>
                  </a:lnTo>
                  <a:lnTo>
                    <a:pt x="5432" y="23486"/>
                  </a:lnTo>
                  <a:lnTo>
                    <a:pt x="6657" y="24869"/>
                  </a:lnTo>
                  <a:lnTo>
                    <a:pt x="7704" y="26034"/>
                  </a:lnTo>
                  <a:lnTo>
                    <a:pt x="8534" y="26883"/>
                  </a:lnTo>
                  <a:lnTo>
                    <a:pt x="8830" y="27160"/>
                  </a:lnTo>
                  <a:lnTo>
                    <a:pt x="9027" y="27338"/>
                  </a:lnTo>
                  <a:lnTo>
                    <a:pt x="9383" y="27595"/>
                  </a:lnTo>
                  <a:lnTo>
                    <a:pt x="9600" y="27713"/>
                  </a:lnTo>
                  <a:lnTo>
                    <a:pt x="9857" y="27851"/>
                  </a:lnTo>
                  <a:lnTo>
                    <a:pt x="10133" y="27970"/>
                  </a:lnTo>
                  <a:lnTo>
                    <a:pt x="10449" y="28088"/>
                  </a:lnTo>
                  <a:lnTo>
                    <a:pt x="10785" y="28167"/>
                  </a:lnTo>
                  <a:lnTo>
                    <a:pt x="11141" y="28246"/>
                  </a:lnTo>
                  <a:lnTo>
                    <a:pt x="11516" y="28286"/>
                  </a:lnTo>
                  <a:lnTo>
                    <a:pt x="11911" y="28306"/>
                  </a:lnTo>
                  <a:lnTo>
                    <a:pt x="12346" y="28266"/>
                  </a:lnTo>
                  <a:lnTo>
                    <a:pt x="12780" y="28187"/>
                  </a:lnTo>
                  <a:lnTo>
                    <a:pt x="12997" y="28128"/>
                  </a:lnTo>
                  <a:lnTo>
                    <a:pt x="13235" y="28069"/>
                  </a:lnTo>
                  <a:lnTo>
                    <a:pt x="13452" y="27990"/>
                  </a:lnTo>
                  <a:lnTo>
                    <a:pt x="13689" y="27891"/>
                  </a:lnTo>
                  <a:lnTo>
                    <a:pt x="13926" y="27772"/>
                  </a:lnTo>
                  <a:lnTo>
                    <a:pt x="14163" y="27654"/>
                  </a:lnTo>
                  <a:lnTo>
                    <a:pt x="14420" y="27496"/>
                  </a:lnTo>
                  <a:lnTo>
                    <a:pt x="14657" y="27338"/>
                  </a:lnTo>
                  <a:lnTo>
                    <a:pt x="15229" y="26923"/>
                  </a:lnTo>
                  <a:lnTo>
                    <a:pt x="15960" y="26370"/>
                  </a:lnTo>
                  <a:lnTo>
                    <a:pt x="16790" y="25718"/>
                  </a:lnTo>
                  <a:lnTo>
                    <a:pt x="17718" y="24968"/>
                  </a:lnTo>
                  <a:lnTo>
                    <a:pt x="19772" y="23269"/>
                  </a:lnTo>
                  <a:lnTo>
                    <a:pt x="21945" y="21471"/>
                  </a:lnTo>
                  <a:lnTo>
                    <a:pt x="23999" y="19713"/>
                  </a:lnTo>
                  <a:lnTo>
                    <a:pt x="25797" y="18173"/>
                  </a:lnTo>
                  <a:lnTo>
                    <a:pt x="27120" y="17027"/>
                  </a:lnTo>
                  <a:lnTo>
                    <a:pt x="27772" y="16415"/>
                  </a:lnTo>
                  <a:lnTo>
                    <a:pt x="28128" y="16099"/>
                  </a:lnTo>
                  <a:lnTo>
                    <a:pt x="28582" y="15645"/>
                  </a:lnTo>
                  <a:lnTo>
                    <a:pt x="28839" y="15388"/>
                  </a:lnTo>
                  <a:lnTo>
                    <a:pt x="29076" y="15111"/>
                  </a:lnTo>
                  <a:lnTo>
                    <a:pt x="29313" y="14795"/>
                  </a:lnTo>
                  <a:lnTo>
                    <a:pt x="29530" y="14479"/>
                  </a:lnTo>
                  <a:lnTo>
                    <a:pt x="29708" y="14124"/>
                  </a:lnTo>
                  <a:lnTo>
                    <a:pt x="29787" y="13926"/>
                  </a:lnTo>
                  <a:lnTo>
                    <a:pt x="29846" y="13729"/>
                  </a:lnTo>
                  <a:lnTo>
                    <a:pt x="29905" y="13531"/>
                  </a:lnTo>
                  <a:lnTo>
                    <a:pt x="29945" y="13334"/>
                  </a:lnTo>
                  <a:lnTo>
                    <a:pt x="29984" y="13136"/>
                  </a:lnTo>
                  <a:lnTo>
                    <a:pt x="30004" y="12919"/>
                  </a:lnTo>
                  <a:lnTo>
                    <a:pt x="29984" y="12701"/>
                  </a:lnTo>
                  <a:lnTo>
                    <a:pt x="29964" y="12464"/>
                  </a:lnTo>
                  <a:lnTo>
                    <a:pt x="29925" y="12247"/>
                  </a:lnTo>
                  <a:lnTo>
                    <a:pt x="29866" y="12010"/>
                  </a:lnTo>
                  <a:lnTo>
                    <a:pt x="29787" y="11773"/>
                  </a:lnTo>
                  <a:lnTo>
                    <a:pt x="29688" y="11516"/>
                  </a:lnTo>
                  <a:lnTo>
                    <a:pt x="29550" y="11279"/>
                  </a:lnTo>
                  <a:lnTo>
                    <a:pt x="29411" y="11023"/>
                  </a:lnTo>
                  <a:lnTo>
                    <a:pt x="28977" y="10390"/>
                  </a:lnTo>
                  <a:lnTo>
                    <a:pt x="28503" y="9739"/>
                  </a:lnTo>
                  <a:lnTo>
                    <a:pt x="27989" y="9028"/>
                  </a:lnTo>
                  <a:lnTo>
                    <a:pt x="27416" y="8317"/>
                  </a:lnTo>
                  <a:lnTo>
                    <a:pt x="26824" y="7586"/>
                  </a:lnTo>
                  <a:lnTo>
                    <a:pt x="26212" y="6855"/>
                  </a:lnTo>
                  <a:lnTo>
                    <a:pt x="25560" y="6104"/>
                  </a:lnTo>
                  <a:lnTo>
                    <a:pt x="24908" y="5373"/>
                  </a:lnTo>
                  <a:lnTo>
                    <a:pt x="24256" y="4662"/>
                  </a:lnTo>
                  <a:lnTo>
                    <a:pt x="23624" y="3991"/>
                  </a:lnTo>
                  <a:lnTo>
                    <a:pt x="22992" y="3339"/>
                  </a:lnTo>
                  <a:lnTo>
                    <a:pt x="22380" y="2707"/>
                  </a:lnTo>
                  <a:lnTo>
                    <a:pt x="21787" y="2154"/>
                  </a:lnTo>
                  <a:lnTo>
                    <a:pt x="21254" y="1640"/>
                  </a:lnTo>
                  <a:lnTo>
                    <a:pt x="20740" y="1206"/>
                  </a:lnTo>
                  <a:lnTo>
                    <a:pt x="20306" y="830"/>
                  </a:lnTo>
                  <a:lnTo>
                    <a:pt x="20088" y="672"/>
                  </a:lnTo>
                  <a:lnTo>
                    <a:pt x="19891" y="534"/>
                  </a:lnTo>
                  <a:lnTo>
                    <a:pt x="19674" y="416"/>
                  </a:lnTo>
                  <a:lnTo>
                    <a:pt x="19476" y="317"/>
                  </a:lnTo>
                  <a:lnTo>
                    <a:pt x="19259" y="218"/>
                  </a:lnTo>
                  <a:lnTo>
                    <a:pt x="19061" y="159"/>
                  </a:lnTo>
                  <a:lnTo>
                    <a:pt x="18844" y="100"/>
                  </a:lnTo>
                  <a:lnTo>
                    <a:pt x="18647" y="60"/>
                  </a:lnTo>
                  <a:lnTo>
                    <a:pt x="18449" y="21"/>
                  </a:lnTo>
                  <a:lnTo>
                    <a:pt x="18252" y="21"/>
                  </a:lnTo>
                  <a:lnTo>
                    <a:pt x="180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  <a:effectLst>
              <a:outerShdw rotWithShape="0" algn="bl" dir="4200000" dist="47625">
                <a:srgbClr val="000000">
                  <a:alpha val="1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3" name="Google Shape;9063;p35"/>
            <p:cNvSpPr/>
            <p:nvPr/>
          </p:nvSpPr>
          <p:spPr>
            <a:xfrm>
              <a:off x="-194518" y="1657637"/>
              <a:ext cx="924228" cy="877750"/>
            </a:xfrm>
            <a:custGeom>
              <a:rect b="b" l="l" r="r" t="t"/>
              <a:pathLst>
                <a:path extrusionOk="0" h="25363" w="26706">
                  <a:moveTo>
                    <a:pt x="16197" y="1"/>
                  </a:moveTo>
                  <a:lnTo>
                    <a:pt x="15941" y="40"/>
                  </a:lnTo>
                  <a:lnTo>
                    <a:pt x="15684" y="99"/>
                  </a:lnTo>
                  <a:lnTo>
                    <a:pt x="15427" y="178"/>
                  </a:lnTo>
                  <a:lnTo>
                    <a:pt x="15170" y="297"/>
                  </a:lnTo>
                  <a:lnTo>
                    <a:pt x="14933" y="415"/>
                  </a:lnTo>
                  <a:lnTo>
                    <a:pt x="14677" y="573"/>
                  </a:lnTo>
                  <a:lnTo>
                    <a:pt x="14420" y="731"/>
                  </a:lnTo>
                  <a:lnTo>
                    <a:pt x="13886" y="1107"/>
                  </a:lnTo>
                  <a:lnTo>
                    <a:pt x="13294" y="1521"/>
                  </a:lnTo>
                  <a:lnTo>
                    <a:pt x="12899" y="1798"/>
                  </a:lnTo>
                  <a:lnTo>
                    <a:pt x="12346" y="2233"/>
                  </a:lnTo>
                  <a:lnTo>
                    <a:pt x="10825" y="3437"/>
                  </a:lnTo>
                  <a:lnTo>
                    <a:pt x="8929" y="4939"/>
                  </a:lnTo>
                  <a:lnTo>
                    <a:pt x="6875" y="6598"/>
                  </a:lnTo>
                  <a:lnTo>
                    <a:pt x="4860" y="8257"/>
                  </a:lnTo>
                  <a:lnTo>
                    <a:pt x="3082" y="9758"/>
                  </a:lnTo>
                  <a:lnTo>
                    <a:pt x="1719" y="10923"/>
                  </a:lnTo>
                  <a:lnTo>
                    <a:pt x="1265" y="11318"/>
                  </a:lnTo>
                  <a:lnTo>
                    <a:pt x="988" y="11575"/>
                  </a:lnTo>
                  <a:lnTo>
                    <a:pt x="692" y="11891"/>
                  </a:lnTo>
                  <a:lnTo>
                    <a:pt x="475" y="12207"/>
                  </a:lnTo>
                  <a:lnTo>
                    <a:pt x="297" y="12504"/>
                  </a:lnTo>
                  <a:lnTo>
                    <a:pt x="159" y="12780"/>
                  </a:lnTo>
                  <a:lnTo>
                    <a:pt x="60" y="13076"/>
                  </a:lnTo>
                  <a:lnTo>
                    <a:pt x="21" y="13353"/>
                  </a:lnTo>
                  <a:lnTo>
                    <a:pt x="1" y="13629"/>
                  </a:lnTo>
                  <a:lnTo>
                    <a:pt x="21" y="13926"/>
                  </a:lnTo>
                  <a:lnTo>
                    <a:pt x="80" y="14202"/>
                  </a:lnTo>
                  <a:lnTo>
                    <a:pt x="179" y="14479"/>
                  </a:lnTo>
                  <a:lnTo>
                    <a:pt x="297" y="14775"/>
                  </a:lnTo>
                  <a:lnTo>
                    <a:pt x="455" y="15071"/>
                  </a:lnTo>
                  <a:lnTo>
                    <a:pt x="633" y="15387"/>
                  </a:lnTo>
                  <a:lnTo>
                    <a:pt x="830" y="15703"/>
                  </a:lnTo>
                  <a:lnTo>
                    <a:pt x="1285" y="16375"/>
                  </a:lnTo>
                  <a:lnTo>
                    <a:pt x="1818" y="17066"/>
                  </a:lnTo>
                  <a:lnTo>
                    <a:pt x="2667" y="18113"/>
                  </a:lnTo>
                  <a:lnTo>
                    <a:pt x="3734" y="19397"/>
                  </a:lnTo>
                  <a:lnTo>
                    <a:pt x="4880" y="20760"/>
                  </a:lnTo>
                  <a:lnTo>
                    <a:pt x="7013" y="23249"/>
                  </a:lnTo>
                  <a:lnTo>
                    <a:pt x="7763" y="24098"/>
                  </a:lnTo>
                  <a:lnTo>
                    <a:pt x="8139" y="24513"/>
                  </a:lnTo>
                  <a:lnTo>
                    <a:pt x="8356" y="24691"/>
                  </a:lnTo>
                  <a:lnTo>
                    <a:pt x="8514" y="24809"/>
                  </a:lnTo>
                  <a:lnTo>
                    <a:pt x="8711" y="24928"/>
                  </a:lnTo>
                  <a:lnTo>
                    <a:pt x="8929" y="25046"/>
                  </a:lnTo>
                  <a:lnTo>
                    <a:pt x="9185" y="25165"/>
                  </a:lnTo>
                  <a:lnTo>
                    <a:pt x="9462" y="25263"/>
                  </a:lnTo>
                  <a:lnTo>
                    <a:pt x="9778" y="25323"/>
                  </a:lnTo>
                  <a:lnTo>
                    <a:pt x="10114" y="25362"/>
                  </a:lnTo>
                  <a:lnTo>
                    <a:pt x="10489" y="25342"/>
                  </a:lnTo>
                  <a:lnTo>
                    <a:pt x="10706" y="25323"/>
                  </a:lnTo>
                  <a:lnTo>
                    <a:pt x="10904" y="25283"/>
                  </a:lnTo>
                  <a:lnTo>
                    <a:pt x="11121" y="25244"/>
                  </a:lnTo>
                  <a:lnTo>
                    <a:pt x="11338" y="25165"/>
                  </a:lnTo>
                  <a:lnTo>
                    <a:pt x="11575" y="25086"/>
                  </a:lnTo>
                  <a:lnTo>
                    <a:pt x="11813" y="24987"/>
                  </a:lnTo>
                  <a:lnTo>
                    <a:pt x="12069" y="24868"/>
                  </a:lnTo>
                  <a:lnTo>
                    <a:pt x="12326" y="24730"/>
                  </a:lnTo>
                  <a:lnTo>
                    <a:pt x="12583" y="24572"/>
                  </a:lnTo>
                  <a:lnTo>
                    <a:pt x="12859" y="24394"/>
                  </a:lnTo>
                  <a:lnTo>
                    <a:pt x="13136" y="24197"/>
                  </a:lnTo>
                  <a:lnTo>
                    <a:pt x="13412" y="23960"/>
                  </a:lnTo>
                  <a:lnTo>
                    <a:pt x="15032" y="22577"/>
                  </a:lnTo>
                  <a:lnTo>
                    <a:pt x="18686" y="19437"/>
                  </a:lnTo>
                  <a:lnTo>
                    <a:pt x="20721" y="17659"/>
                  </a:lnTo>
                  <a:lnTo>
                    <a:pt x="22597" y="16019"/>
                  </a:lnTo>
                  <a:lnTo>
                    <a:pt x="24098" y="14676"/>
                  </a:lnTo>
                  <a:lnTo>
                    <a:pt x="24632" y="14183"/>
                  </a:lnTo>
                  <a:lnTo>
                    <a:pt x="24987" y="13847"/>
                  </a:lnTo>
                  <a:lnTo>
                    <a:pt x="25501" y="13333"/>
                  </a:lnTo>
                  <a:lnTo>
                    <a:pt x="25915" y="12859"/>
                  </a:lnTo>
                  <a:lnTo>
                    <a:pt x="26093" y="12622"/>
                  </a:lnTo>
                  <a:lnTo>
                    <a:pt x="26271" y="12405"/>
                  </a:lnTo>
                  <a:lnTo>
                    <a:pt x="26409" y="12168"/>
                  </a:lnTo>
                  <a:lnTo>
                    <a:pt x="26528" y="11951"/>
                  </a:lnTo>
                  <a:lnTo>
                    <a:pt x="26607" y="11714"/>
                  </a:lnTo>
                  <a:lnTo>
                    <a:pt x="26666" y="11477"/>
                  </a:lnTo>
                  <a:lnTo>
                    <a:pt x="26706" y="11239"/>
                  </a:lnTo>
                  <a:lnTo>
                    <a:pt x="26706" y="11002"/>
                  </a:lnTo>
                  <a:lnTo>
                    <a:pt x="26686" y="10746"/>
                  </a:lnTo>
                  <a:lnTo>
                    <a:pt x="26627" y="10469"/>
                  </a:lnTo>
                  <a:lnTo>
                    <a:pt x="26528" y="10193"/>
                  </a:lnTo>
                  <a:lnTo>
                    <a:pt x="26409" y="9877"/>
                  </a:lnTo>
                  <a:lnTo>
                    <a:pt x="26192" y="9521"/>
                  </a:lnTo>
                  <a:lnTo>
                    <a:pt x="25876" y="9027"/>
                  </a:lnTo>
                  <a:lnTo>
                    <a:pt x="25461" y="8454"/>
                  </a:lnTo>
                  <a:lnTo>
                    <a:pt x="24948" y="7803"/>
                  </a:lnTo>
                  <a:lnTo>
                    <a:pt x="24375" y="7072"/>
                  </a:lnTo>
                  <a:lnTo>
                    <a:pt x="23762" y="6321"/>
                  </a:lnTo>
                  <a:lnTo>
                    <a:pt x="23091" y="5531"/>
                  </a:lnTo>
                  <a:lnTo>
                    <a:pt x="22400" y="4741"/>
                  </a:lnTo>
                  <a:lnTo>
                    <a:pt x="21689" y="3951"/>
                  </a:lnTo>
                  <a:lnTo>
                    <a:pt x="20997" y="3200"/>
                  </a:lnTo>
                  <a:lnTo>
                    <a:pt x="20306" y="2489"/>
                  </a:lnTo>
                  <a:lnTo>
                    <a:pt x="19674" y="1857"/>
                  </a:lnTo>
                  <a:lnTo>
                    <a:pt x="19081" y="1304"/>
                  </a:lnTo>
                  <a:lnTo>
                    <a:pt x="18548" y="850"/>
                  </a:lnTo>
                  <a:lnTo>
                    <a:pt x="18311" y="652"/>
                  </a:lnTo>
                  <a:lnTo>
                    <a:pt x="18094" y="494"/>
                  </a:lnTo>
                  <a:lnTo>
                    <a:pt x="17896" y="376"/>
                  </a:lnTo>
                  <a:lnTo>
                    <a:pt x="17738" y="297"/>
                  </a:lnTo>
                  <a:lnTo>
                    <a:pt x="17383" y="178"/>
                  </a:lnTo>
                  <a:lnTo>
                    <a:pt x="17067" y="80"/>
                  </a:lnTo>
                  <a:lnTo>
                    <a:pt x="16770" y="20"/>
                  </a:lnTo>
                  <a:lnTo>
                    <a:pt x="164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4" name="Google Shape;9064;p35"/>
            <p:cNvSpPr/>
            <p:nvPr/>
          </p:nvSpPr>
          <p:spPr>
            <a:xfrm>
              <a:off x="283998" y="1871579"/>
              <a:ext cx="192798" cy="193491"/>
            </a:xfrm>
            <a:custGeom>
              <a:rect b="b" l="l" r="r" t="t"/>
              <a:pathLst>
                <a:path extrusionOk="0" h="5591" w="5571">
                  <a:moveTo>
                    <a:pt x="2153" y="1"/>
                  </a:moveTo>
                  <a:lnTo>
                    <a:pt x="1916" y="21"/>
                  </a:lnTo>
                  <a:lnTo>
                    <a:pt x="1699" y="60"/>
                  </a:lnTo>
                  <a:lnTo>
                    <a:pt x="1501" y="100"/>
                  </a:lnTo>
                  <a:lnTo>
                    <a:pt x="1304" y="179"/>
                  </a:lnTo>
                  <a:lnTo>
                    <a:pt x="1126" y="258"/>
                  </a:lnTo>
                  <a:lnTo>
                    <a:pt x="968" y="376"/>
                  </a:lnTo>
                  <a:lnTo>
                    <a:pt x="810" y="495"/>
                  </a:lnTo>
                  <a:lnTo>
                    <a:pt x="672" y="653"/>
                  </a:lnTo>
                  <a:lnTo>
                    <a:pt x="534" y="811"/>
                  </a:lnTo>
                  <a:lnTo>
                    <a:pt x="415" y="989"/>
                  </a:lnTo>
                  <a:lnTo>
                    <a:pt x="316" y="1186"/>
                  </a:lnTo>
                  <a:lnTo>
                    <a:pt x="217" y="1384"/>
                  </a:lnTo>
                  <a:lnTo>
                    <a:pt x="138" y="1601"/>
                  </a:lnTo>
                  <a:lnTo>
                    <a:pt x="79" y="1838"/>
                  </a:lnTo>
                  <a:lnTo>
                    <a:pt x="40" y="2075"/>
                  </a:lnTo>
                  <a:lnTo>
                    <a:pt x="0" y="2332"/>
                  </a:lnTo>
                  <a:lnTo>
                    <a:pt x="0" y="2588"/>
                  </a:lnTo>
                  <a:lnTo>
                    <a:pt x="20" y="2845"/>
                  </a:lnTo>
                  <a:lnTo>
                    <a:pt x="59" y="3122"/>
                  </a:lnTo>
                  <a:lnTo>
                    <a:pt x="138" y="3398"/>
                  </a:lnTo>
                  <a:lnTo>
                    <a:pt x="217" y="3675"/>
                  </a:lnTo>
                  <a:lnTo>
                    <a:pt x="336" y="3971"/>
                  </a:lnTo>
                  <a:lnTo>
                    <a:pt x="474" y="4228"/>
                  </a:lnTo>
                  <a:lnTo>
                    <a:pt x="613" y="4485"/>
                  </a:lnTo>
                  <a:lnTo>
                    <a:pt x="771" y="4682"/>
                  </a:lnTo>
                  <a:lnTo>
                    <a:pt x="948" y="4880"/>
                  </a:lnTo>
                  <a:lnTo>
                    <a:pt x="1126" y="5038"/>
                  </a:lnTo>
                  <a:lnTo>
                    <a:pt x="1304" y="5156"/>
                  </a:lnTo>
                  <a:lnTo>
                    <a:pt x="1501" y="5275"/>
                  </a:lnTo>
                  <a:lnTo>
                    <a:pt x="1699" y="5374"/>
                  </a:lnTo>
                  <a:lnTo>
                    <a:pt x="1896" y="5433"/>
                  </a:lnTo>
                  <a:lnTo>
                    <a:pt x="2094" y="5492"/>
                  </a:lnTo>
                  <a:lnTo>
                    <a:pt x="2291" y="5532"/>
                  </a:lnTo>
                  <a:lnTo>
                    <a:pt x="2509" y="5571"/>
                  </a:lnTo>
                  <a:lnTo>
                    <a:pt x="2924" y="5591"/>
                  </a:lnTo>
                  <a:lnTo>
                    <a:pt x="3319" y="5591"/>
                  </a:lnTo>
                  <a:lnTo>
                    <a:pt x="3516" y="5551"/>
                  </a:lnTo>
                  <a:lnTo>
                    <a:pt x="3714" y="5512"/>
                  </a:lnTo>
                  <a:lnTo>
                    <a:pt x="3911" y="5433"/>
                  </a:lnTo>
                  <a:lnTo>
                    <a:pt x="4089" y="5334"/>
                  </a:lnTo>
                  <a:lnTo>
                    <a:pt x="4267" y="5216"/>
                  </a:lnTo>
                  <a:lnTo>
                    <a:pt x="4444" y="5097"/>
                  </a:lnTo>
                  <a:lnTo>
                    <a:pt x="4760" y="4801"/>
                  </a:lnTo>
                  <a:lnTo>
                    <a:pt x="5037" y="4524"/>
                  </a:lnTo>
                  <a:lnTo>
                    <a:pt x="5254" y="4248"/>
                  </a:lnTo>
                  <a:lnTo>
                    <a:pt x="5511" y="3912"/>
                  </a:lnTo>
                  <a:lnTo>
                    <a:pt x="5531" y="3853"/>
                  </a:lnTo>
                  <a:lnTo>
                    <a:pt x="5551" y="3655"/>
                  </a:lnTo>
                  <a:lnTo>
                    <a:pt x="5570" y="3379"/>
                  </a:lnTo>
                  <a:lnTo>
                    <a:pt x="5570" y="3201"/>
                  </a:lnTo>
                  <a:lnTo>
                    <a:pt x="5551" y="3023"/>
                  </a:lnTo>
                  <a:lnTo>
                    <a:pt x="5531" y="2806"/>
                  </a:lnTo>
                  <a:lnTo>
                    <a:pt x="5472" y="2588"/>
                  </a:lnTo>
                  <a:lnTo>
                    <a:pt x="5412" y="2371"/>
                  </a:lnTo>
                  <a:lnTo>
                    <a:pt x="5314" y="2134"/>
                  </a:lnTo>
                  <a:lnTo>
                    <a:pt x="5175" y="1897"/>
                  </a:lnTo>
                  <a:lnTo>
                    <a:pt x="5037" y="1640"/>
                  </a:lnTo>
                  <a:lnTo>
                    <a:pt x="4839" y="1403"/>
                  </a:lnTo>
                  <a:lnTo>
                    <a:pt x="4602" y="1166"/>
                  </a:lnTo>
                  <a:lnTo>
                    <a:pt x="4365" y="949"/>
                  </a:lnTo>
                  <a:lnTo>
                    <a:pt x="4109" y="732"/>
                  </a:lnTo>
                  <a:lnTo>
                    <a:pt x="3852" y="574"/>
                  </a:lnTo>
                  <a:lnTo>
                    <a:pt x="3595" y="416"/>
                  </a:lnTo>
                  <a:lnTo>
                    <a:pt x="3358" y="297"/>
                  </a:lnTo>
                  <a:lnTo>
                    <a:pt x="3101" y="198"/>
                  </a:lnTo>
                  <a:lnTo>
                    <a:pt x="2845" y="119"/>
                  </a:lnTo>
                  <a:lnTo>
                    <a:pt x="2607" y="60"/>
                  </a:lnTo>
                  <a:lnTo>
                    <a:pt x="2370" y="21"/>
                  </a:lnTo>
                  <a:lnTo>
                    <a:pt x="21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5" name="Google Shape;9065;p35"/>
            <p:cNvSpPr/>
            <p:nvPr/>
          </p:nvSpPr>
          <p:spPr>
            <a:xfrm>
              <a:off x="254582" y="1705499"/>
              <a:ext cx="236577" cy="168192"/>
            </a:xfrm>
            <a:custGeom>
              <a:rect b="b" l="l" r="r" t="t"/>
              <a:pathLst>
                <a:path extrusionOk="0" h="4860" w="6836">
                  <a:moveTo>
                    <a:pt x="2095" y="0"/>
                  </a:moveTo>
                  <a:lnTo>
                    <a:pt x="1759" y="59"/>
                  </a:lnTo>
                  <a:lnTo>
                    <a:pt x="1463" y="138"/>
                  </a:lnTo>
                  <a:lnTo>
                    <a:pt x="1166" y="257"/>
                  </a:lnTo>
                  <a:lnTo>
                    <a:pt x="929" y="395"/>
                  </a:lnTo>
                  <a:lnTo>
                    <a:pt x="692" y="553"/>
                  </a:lnTo>
                  <a:lnTo>
                    <a:pt x="514" y="751"/>
                  </a:lnTo>
                  <a:lnTo>
                    <a:pt x="337" y="948"/>
                  </a:lnTo>
                  <a:lnTo>
                    <a:pt x="218" y="1146"/>
                  </a:lnTo>
                  <a:lnTo>
                    <a:pt x="119" y="1363"/>
                  </a:lnTo>
                  <a:lnTo>
                    <a:pt x="60" y="1600"/>
                  </a:lnTo>
                  <a:lnTo>
                    <a:pt x="21" y="1817"/>
                  </a:lnTo>
                  <a:lnTo>
                    <a:pt x="1" y="2054"/>
                  </a:lnTo>
                  <a:lnTo>
                    <a:pt x="21" y="2291"/>
                  </a:lnTo>
                  <a:lnTo>
                    <a:pt x="80" y="2528"/>
                  </a:lnTo>
                  <a:lnTo>
                    <a:pt x="159" y="2765"/>
                  </a:lnTo>
                  <a:lnTo>
                    <a:pt x="277" y="2983"/>
                  </a:lnTo>
                  <a:lnTo>
                    <a:pt x="416" y="3220"/>
                  </a:lnTo>
                  <a:lnTo>
                    <a:pt x="593" y="3437"/>
                  </a:lnTo>
                  <a:lnTo>
                    <a:pt x="811" y="3635"/>
                  </a:lnTo>
                  <a:lnTo>
                    <a:pt x="1048" y="3852"/>
                  </a:lnTo>
                  <a:lnTo>
                    <a:pt x="1344" y="4030"/>
                  </a:lnTo>
                  <a:lnTo>
                    <a:pt x="1660" y="4207"/>
                  </a:lnTo>
                  <a:lnTo>
                    <a:pt x="2016" y="4385"/>
                  </a:lnTo>
                  <a:lnTo>
                    <a:pt x="2391" y="4523"/>
                  </a:lnTo>
                  <a:lnTo>
                    <a:pt x="2786" y="4642"/>
                  </a:lnTo>
                  <a:lnTo>
                    <a:pt x="3161" y="4741"/>
                  </a:lnTo>
                  <a:lnTo>
                    <a:pt x="3517" y="4800"/>
                  </a:lnTo>
                  <a:lnTo>
                    <a:pt x="3833" y="4839"/>
                  </a:lnTo>
                  <a:lnTo>
                    <a:pt x="4129" y="4859"/>
                  </a:lnTo>
                  <a:lnTo>
                    <a:pt x="4386" y="4839"/>
                  </a:lnTo>
                  <a:lnTo>
                    <a:pt x="4643" y="4820"/>
                  </a:lnTo>
                  <a:lnTo>
                    <a:pt x="4860" y="4800"/>
                  </a:lnTo>
                  <a:lnTo>
                    <a:pt x="5057" y="4741"/>
                  </a:lnTo>
                  <a:lnTo>
                    <a:pt x="5215" y="4701"/>
                  </a:lnTo>
                  <a:lnTo>
                    <a:pt x="5472" y="4602"/>
                  </a:lnTo>
                  <a:lnTo>
                    <a:pt x="5630" y="4523"/>
                  </a:lnTo>
                  <a:lnTo>
                    <a:pt x="5670" y="4504"/>
                  </a:lnTo>
                  <a:lnTo>
                    <a:pt x="5788" y="4444"/>
                  </a:lnTo>
                  <a:lnTo>
                    <a:pt x="6045" y="4247"/>
                  </a:lnTo>
                  <a:lnTo>
                    <a:pt x="6203" y="4128"/>
                  </a:lnTo>
                  <a:lnTo>
                    <a:pt x="6361" y="3970"/>
                  </a:lnTo>
                  <a:lnTo>
                    <a:pt x="6519" y="3793"/>
                  </a:lnTo>
                  <a:lnTo>
                    <a:pt x="6657" y="3575"/>
                  </a:lnTo>
                  <a:lnTo>
                    <a:pt x="6756" y="3358"/>
                  </a:lnTo>
                  <a:lnTo>
                    <a:pt x="6796" y="3240"/>
                  </a:lnTo>
                  <a:lnTo>
                    <a:pt x="6815" y="3101"/>
                  </a:lnTo>
                  <a:lnTo>
                    <a:pt x="6835" y="2963"/>
                  </a:lnTo>
                  <a:lnTo>
                    <a:pt x="6815" y="2825"/>
                  </a:lnTo>
                  <a:lnTo>
                    <a:pt x="6796" y="2686"/>
                  </a:lnTo>
                  <a:lnTo>
                    <a:pt x="6756" y="2548"/>
                  </a:lnTo>
                  <a:lnTo>
                    <a:pt x="6697" y="2390"/>
                  </a:lnTo>
                  <a:lnTo>
                    <a:pt x="6618" y="2232"/>
                  </a:lnTo>
                  <a:lnTo>
                    <a:pt x="6499" y="2074"/>
                  </a:lnTo>
                  <a:lnTo>
                    <a:pt x="6381" y="1896"/>
                  </a:lnTo>
                  <a:lnTo>
                    <a:pt x="6223" y="1738"/>
                  </a:lnTo>
                  <a:lnTo>
                    <a:pt x="6045" y="1561"/>
                  </a:lnTo>
                  <a:lnTo>
                    <a:pt x="5828" y="1383"/>
                  </a:lnTo>
                  <a:lnTo>
                    <a:pt x="5591" y="1205"/>
                  </a:lnTo>
                  <a:lnTo>
                    <a:pt x="5097" y="850"/>
                  </a:lnTo>
                  <a:lnTo>
                    <a:pt x="4603" y="593"/>
                  </a:lnTo>
                  <a:lnTo>
                    <a:pt x="4129" y="356"/>
                  </a:lnTo>
                  <a:lnTo>
                    <a:pt x="3675" y="198"/>
                  </a:lnTo>
                  <a:lnTo>
                    <a:pt x="3260" y="79"/>
                  </a:lnTo>
                  <a:lnTo>
                    <a:pt x="2845" y="20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6" name="Google Shape;9066;p35"/>
            <p:cNvSpPr/>
            <p:nvPr/>
          </p:nvSpPr>
          <p:spPr>
            <a:xfrm>
              <a:off x="480188" y="1885941"/>
              <a:ext cx="187988" cy="220138"/>
            </a:xfrm>
            <a:custGeom>
              <a:rect b="b" l="l" r="r" t="t"/>
              <a:pathLst>
                <a:path extrusionOk="0" h="6361" w="5432">
                  <a:moveTo>
                    <a:pt x="2923" y="1"/>
                  </a:moveTo>
                  <a:lnTo>
                    <a:pt x="2686" y="21"/>
                  </a:lnTo>
                  <a:lnTo>
                    <a:pt x="2489" y="40"/>
                  </a:lnTo>
                  <a:lnTo>
                    <a:pt x="2272" y="80"/>
                  </a:lnTo>
                  <a:lnTo>
                    <a:pt x="2094" y="119"/>
                  </a:lnTo>
                  <a:lnTo>
                    <a:pt x="1916" y="179"/>
                  </a:lnTo>
                  <a:lnTo>
                    <a:pt x="1738" y="238"/>
                  </a:lnTo>
                  <a:lnTo>
                    <a:pt x="1580" y="317"/>
                  </a:lnTo>
                  <a:lnTo>
                    <a:pt x="1422" y="396"/>
                  </a:lnTo>
                  <a:lnTo>
                    <a:pt x="1284" y="495"/>
                  </a:lnTo>
                  <a:lnTo>
                    <a:pt x="1027" y="692"/>
                  </a:lnTo>
                  <a:lnTo>
                    <a:pt x="810" y="929"/>
                  </a:lnTo>
                  <a:lnTo>
                    <a:pt x="612" y="1186"/>
                  </a:lnTo>
                  <a:lnTo>
                    <a:pt x="454" y="1443"/>
                  </a:lnTo>
                  <a:lnTo>
                    <a:pt x="316" y="1719"/>
                  </a:lnTo>
                  <a:lnTo>
                    <a:pt x="217" y="1976"/>
                  </a:lnTo>
                  <a:lnTo>
                    <a:pt x="119" y="2252"/>
                  </a:lnTo>
                  <a:lnTo>
                    <a:pt x="59" y="2509"/>
                  </a:lnTo>
                  <a:lnTo>
                    <a:pt x="20" y="2746"/>
                  </a:lnTo>
                  <a:lnTo>
                    <a:pt x="0" y="2964"/>
                  </a:lnTo>
                  <a:lnTo>
                    <a:pt x="0" y="3161"/>
                  </a:lnTo>
                  <a:lnTo>
                    <a:pt x="0" y="3556"/>
                  </a:lnTo>
                  <a:lnTo>
                    <a:pt x="40" y="3991"/>
                  </a:lnTo>
                  <a:lnTo>
                    <a:pt x="99" y="4425"/>
                  </a:lnTo>
                  <a:lnTo>
                    <a:pt x="158" y="4642"/>
                  </a:lnTo>
                  <a:lnTo>
                    <a:pt x="217" y="4860"/>
                  </a:lnTo>
                  <a:lnTo>
                    <a:pt x="296" y="5077"/>
                  </a:lnTo>
                  <a:lnTo>
                    <a:pt x="395" y="5275"/>
                  </a:lnTo>
                  <a:lnTo>
                    <a:pt x="514" y="5452"/>
                  </a:lnTo>
                  <a:lnTo>
                    <a:pt x="652" y="5630"/>
                  </a:lnTo>
                  <a:lnTo>
                    <a:pt x="810" y="5788"/>
                  </a:lnTo>
                  <a:lnTo>
                    <a:pt x="1007" y="5926"/>
                  </a:lnTo>
                  <a:lnTo>
                    <a:pt x="1205" y="6045"/>
                  </a:lnTo>
                  <a:lnTo>
                    <a:pt x="1442" y="6144"/>
                  </a:lnTo>
                  <a:lnTo>
                    <a:pt x="1699" y="6223"/>
                  </a:lnTo>
                  <a:lnTo>
                    <a:pt x="1956" y="6282"/>
                  </a:lnTo>
                  <a:lnTo>
                    <a:pt x="2193" y="6321"/>
                  </a:lnTo>
                  <a:lnTo>
                    <a:pt x="2449" y="6341"/>
                  </a:lnTo>
                  <a:lnTo>
                    <a:pt x="2706" y="6361"/>
                  </a:lnTo>
                  <a:lnTo>
                    <a:pt x="2943" y="6341"/>
                  </a:lnTo>
                  <a:lnTo>
                    <a:pt x="3200" y="6302"/>
                  </a:lnTo>
                  <a:lnTo>
                    <a:pt x="3437" y="6223"/>
                  </a:lnTo>
                  <a:lnTo>
                    <a:pt x="3674" y="6144"/>
                  </a:lnTo>
                  <a:lnTo>
                    <a:pt x="3911" y="6005"/>
                  </a:lnTo>
                  <a:lnTo>
                    <a:pt x="4128" y="5847"/>
                  </a:lnTo>
                  <a:lnTo>
                    <a:pt x="4345" y="5670"/>
                  </a:lnTo>
                  <a:lnTo>
                    <a:pt x="4563" y="5433"/>
                  </a:lnTo>
                  <a:lnTo>
                    <a:pt x="4760" y="5156"/>
                  </a:lnTo>
                  <a:lnTo>
                    <a:pt x="4958" y="4860"/>
                  </a:lnTo>
                  <a:lnTo>
                    <a:pt x="5155" y="4504"/>
                  </a:lnTo>
                  <a:lnTo>
                    <a:pt x="5234" y="4267"/>
                  </a:lnTo>
                  <a:lnTo>
                    <a:pt x="5313" y="3991"/>
                  </a:lnTo>
                  <a:lnTo>
                    <a:pt x="5373" y="3694"/>
                  </a:lnTo>
                  <a:lnTo>
                    <a:pt x="5412" y="3359"/>
                  </a:lnTo>
                  <a:lnTo>
                    <a:pt x="5432" y="3003"/>
                  </a:lnTo>
                  <a:lnTo>
                    <a:pt x="5432" y="2628"/>
                  </a:lnTo>
                  <a:lnTo>
                    <a:pt x="5373" y="2252"/>
                  </a:lnTo>
                  <a:lnTo>
                    <a:pt x="5313" y="1897"/>
                  </a:lnTo>
                  <a:lnTo>
                    <a:pt x="5195" y="1522"/>
                  </a:lnTo>
                  <a:lnTo>
                    <a:pt x="5116" y="1364"/>
                  </a:lnTo>
                  <a:lnTo>
                    <a:pt x="5037" y="1186"/>
                  </a:lnTo>
                  <a:lnTo>
                    <a:pt x="4958" y="1028"/>
                  </a:lnTo>
                  <a:lnTo>
                    <a:pt x="4839" y="890"/>
                  </a:lnTo>
                  <a:lnTo>
                    <a:pt x="4741" y="751"/>
                  </a:lnTo>
                  <a:lnTo>
                    <a:pt x="4602" y="613"/>
                  </a:lnTo>
                  <a:lnTo>
                    <a:pt x="4464" y="495"/>
                  </a:lnTo>
                  <a:lnTo>
                    <a:pt x="4326" y="376"/>
                  </a:lnTo>
                  <a:lnTo>
                    <a:pt x="4168" y="277"/>
                  </a:lnTo>
                  <a:lnTo>
                    <a:pt x="3990" y="198"/>
                  </a:lnTo>
                  <a:lnTo>
                    <a:pt x="3792" y="119"/>
                  </a:lnTo>
                  <a:lnTo>
                    <a:pt x="3595" y="80"/>
                  </a:lnTo>
                  <a:lnTo>
                    <a:pt x="3378" y="40"/>
                  </a:lnTo>
                  <a:lnTo>
                    <a:pt x="3141" y="21"/>
                  </a:lnTo>
                  <a:lnTo>
                    <a:pt x="29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7" name="Google Shape;9067;p35"/>
            <p:cNvSpPr/>
            <p:nvPr/>
          </p:nvSpPr>
          <p:spPr>
            <a:xfrm>
              <a:off x="106255" y="1808040"/>
              <a:ext cx="177779" cy="213286"/>
            </a:xfrm>
            <a:custGeom>
              <a:rect b="b" l="l" r="r" t="t"/>
              <a:pathLst>
                <a:path extrusionOk="0" h="6163" w="5137">
                  <a:moveTo>
                    <a:pt x="2884" y="0"/>
                  </a:moveTo>
                  <a:lnTo>
                    <a:pt x="2687" y="40"/>
                  </a:lnTo>
                  <a:lnTo>
                    <a:pt x="2509" y="59"/>
                  </a:lnTo>
                  <a:lnTo>
                    <a:pt x="2331" y="119"/>
                  </a:lnTo>
                  <a:lnTo>
                    <a:pt x="2154" y="178"/>
                  </a:lnTo>
                  <a:lnTo>
                    <a:pt x="1976" y="237"/>
                  </a:lnTo>
                  <a:lnTo>
                    <a:pt x="1680" y="395"/>
                  </a:lnTo>
                  <a:lnTo>
                    <a:pt x="1403" y="593"/>
                  </a:lnTo>
                  <a:lnTo>
                    <a:pt x="1146" y="830"/>
                  </a:lnTo>
                  <a:lnTo>
                    <a:pt x="909" y="1086"/>
                  </a:lnTo>
                  <a:lnTo>
                    <a:pt x="712" y="1363"/>
                  </a:lnTo>
                  <a:lnTo>
                    <a:pt x="534" y="1659"/>
                  </a:lnTo>
                  <a:lnTo>
                    <a:pt x="396" y="1975"/>
                  </a:lnTo>
                  <a:lnTo>
                    <a:pt x="257" y="2291"/>
                  </a:lnTo>
                  <a:lnTo>
                    <a:pt x="159" y="2607"/>
                  </a:lnTo>
                  <a:lnTo>
                    <a:pt x="80" y="2943"/>
                  </a:lnTo>
                  <a:lnTo>
                    <a:pt x="40" y="3279"/>
                  </a:lnTo>
                  <a:lnTo>
                    <a:pt x="1" y="3595"/>
                  </a:lnTo>
                  <a:lnTo>
                    <a:pt x="1" y="3911"/>
                  </a:lnTo>
                  <a:lnTo>
                    <a:pt x="20" y="4207"/>
                  </a:lnTo>
                  <a:lnTo>
                    <a:pt x="80" y="4484"/>
                  </a:lnTo>
                  <a:lnTo>
                    <a:pt x="159" y="4741"/>
                  </a:lnTo>
                  <a:lnTo>
                    <a:pt x="277" y="4978"/>
                  </a:lnTo>
                  <a:lnTo>
                    <a:pt x="415" y="5195"/>
                  </a:lnTo>
                  <a:lnTo>
                    <a:pt x="574" y="5392"/>
                  </a:lnTo>
                  <a:lnTo>
                    <a:pt x="732" y="5570"/>
                  </a:lnTo>
                  <a:lnTo>
                    <a:pt x="929" y="5728"/>
                  </a:lnTo>
                  <a:lnTo>
                    <a:pt x="1127" y="5866"/>
                  </a:lnTo>
                  <a:lnTo>
                    <a:pt x="1344" y="5985"/>
                  </a:lnTo>
                  <a:lnTo>
                    <a:pt x="1561" y="6064"/>
                  </a:lnTo>
                  <a:lnTo>
                    <a:pt x="1798" y="6123"/>
                  </a:lnTo>
                  <a:lnTo>
                    <a:pt x="2015" y="6163"/>
                  </a:lnTo>
                  <a:lnTo>
                    <a:pt x="2252" y="6163"/>
                  </a:lnTo>
                  <a:lnTo>
                    <a:pt x="2489" y="6143"/>
                  </a:lnTo>
                  <a:lnTo>
                    <a:pt x="2707" y="6103"/>
                  </a:lnTo>
                  <a:lnTo>
                    <a:pt x="2924" y="6044"/>
                  </a:lnTo>
                  <a:lnTo>
                    <a:pt x="3141" y="5985"/>
                  </a:lnTo>
                  <a:lnTo>
                    <a:pt x="3339" y="5906"/>
                  </a:lnTo>
                  <a:lnTo>
                    <a:pt x="3536" y="5827"/>
                  </a:lnTo>
                  <a:lnTo>
                    <a:pt x="3734" y="5708"/>
                  </a:lnTo>
                  <a:lnTo>
                    <a:pt x="3912" y="5590"/>
                  </a:lnTo>
                  <a:lnTo>
                    <a:pt x="4070" y="5452"/>
                  </a:lnTo>
                  <a:lnTo>
                    <a:pt x="4228" y="5294"/>
                  </a:lnTo>
                  <a:lnTo>
                    <a:pt x="4366" y="5116"/>
                  </a:lnTo>
                  <a:lnTo>
                    <a:pt x="4504" y="4918"/>
                  </a:lnTo>
                  <a:lnTo>
                    <a:pt x="4623" y="4721"/>
                  </a:lnTo>
                  <a:lnTo>
                    <a:pt x="4741" y="4484"/>
                  </a:lnTo>
                  <a:lnTo>
                    <a:pt x="4820" y="4227"/>
                  </a:lnTo>
                  <a:lnTo>
                    <a:pt x="4899" y="3950"/>
                  </a:lnTo>
                  <a:lnTo>
                    <a:pt x="4978" y="3654"/>
                  </a:lnTo>
                  <a:lnTo>
                    <a:pt x="4998" y="3516"/>
                  </a:lnTo>
                  <a:lnTo>
                    <a:pt x="5077" y="3121"/>
                  </a:lnTo>
                  <a:lnTo>
                    <a:pt x="5116" y="2864"/>
                  </a:lnTo>
                  <a:lnTo>
                    <a:pt x="5136" y="2568"/>
                  </a:lnTo>
                  <a:lnTo>
                    <a:pt x="5136" y="2252"/>
                  </a:lnTo>
                  <a:lnTo>
                    <a:pt x="5136" y="1936"/>
                  </a:lnTo>
                  <a:lnTo>
                    <a:pt x="5097" y="1600"/>
                  </a:lnTo>
                  <a:lnTo>
                    <a:pt x="5018" y="1284"/>
                  </a:lnTo>
                  <a:lnTo>
                    <a:pt x="4958" y="1126"/>
                  </a:lnTo>
                  <a:lnTo>
                    <a:pt x="4899" y="968"/>
                  </a:lnTo>
                  <a:lnTo>
                    <a:pt x="4820" y="830"/>
                  </a:lnTo>
                  <a:lnTo>
                    <a:pt x="4741" y="691"/>
                  </a:lnTo>
                  <a:lnTo>
                    <a:pt x="4642" y="553"/>
                  </a:lnTo>
                  <a:lnTo>
                    <a:pt x="4524" y="435"/>
                  </a:lnTo>
                  <a:lnTo>
                    <a:pt x="4405" y="336"/>
                  </a:lnTo>
                  <a:lnTo>
                    <a:pt x="4267" y="237"/>
                  </a:lnTo>
                  <a:lnTo>
                    <a:pt x="4089" y="158"/>
                  </a:lnTo>
                  <a:lnTo>
                    <a:pt x="3931" y="99"/>
                  </a:lnTo>
                  <a:lnTo>
                    <a:pt x="3734" y="59"/>
                  </a:lnTo>
                  <a:lnTo>
                    <a:pt x="3517" y="20"/>
                  </a:lnTo>
                  <a:lnTo>
                    <a:pt x="32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8" name="Google Shape;9068;p35"/>
            <p:cNvSpPr/>
            <p:nvPr/>
          </p:nvSpPr>
          <p:spPr>
            <a:xfrm>
              <a:off x="348922" y="2067767"/>
              <a:ext cx="209894" cy="195532"/>
            </a:xfrm>
            <a:custGeom>
              <a:rect b="b" l="l" r="r" t="t"/>
              <a:pathLst>
                <a:path extrusionOk="0" h="5650" w="6065">
                  <a:moveTo>
                    <a:pt x="2272" y="1"/>
                  </a:moveTo>
                  <a:lnTo>
                    <a:pt x="1897" y="21"/>
                  </a:lnTo>
                  <a:lnTo>
                    <a:pt x="1719" y="40"/>
                  </a:lnTo>
                  <a:lnTo>
                    <a:pt x="1541" y="80"/>
                  </a:lnTo>
                  <a:lnTo>
                    <a:pt x="1383" y="119"/>
                  </a:lnTo>
                  <a:lnTo>
                    <a:pt x="1225" y="179"/>
                  </a:lnTo>
                  <a:lnTo>
                    <a:pt x="1087" y="238"/>
                  </a:lnTo>
                  <a:lnTo>
                    <a:pt x="949" y="317"/>
                  </a:lnTo>
                  <a:lnTo>
                    <a:pt x="810" y="396"/>
                  </a:lnTo>
                  <a:lnTo>
                    <a:pt x="692" y="495"/>
                  </a:lnTo>
                  <a:lnTo>
                    <a:pt x="593" y="593"/>
                  </a:lnTo>
                  <a:lnTo>
                    <a:pt x="494" y="692"/>
                  </a:lnTo>
                  <a:lnTo>
                    <a:pt x="317" y="929"/>
                  </a:lnTo>
                  <a:lnTo>
                    <a:pt x="178" y="1186"/>
                  </a:lnTo>
                  <a:lnTo>
                    <a:pt x="80" y="1462"/>
                  </a:lnTo>
                  <a:lnTo>
                    <a:pt x="20" y="1778"/>
                  </a:lnTo>
                  <a:lnTo>
                    <a:pt x="1" y="2095"/>
                  </a:lnTo>
                  <a:lnTo>
                    <a:pt x="20" y="2430"/>
                  </a:lnTo>
                  <a:lnTo>
                    <a:pt x="80" y="2786"/>
                  </a:lnTo>
                  <a:lnTo>
                    <a:pt x="178" y="3141"/>
                  </a:lnTo>
                  <a:lnTo>
                    <a:pt x="317" y="3497"/>
                  </a:lnTo>
                  <a:lnTo>
                    <a:pt x="514" y="3852"/>
                  </a:lnTo>
                  <a:lnTo>
                    <a:pt x="731" y="4188"/>
                  </a:lnTo>
                  <a:lnTo>
                    <a:pt x="969" y="4485"/>
                  </a:lnTo>
                  <a:lnTo>
                    <a:pt x="1245" y="4741"/>
                  </a:lnTo>
                  <a:lnTo>
                    <a:pt x="1541" y="4978"/>
                  </a:lnTo>
                  <a:lnTo>
                    <a:pt x="1838" y="5176"/>
                  </a:lnTo>
                  <a:lnTo>
                    <a:pt x="2154" y="5334"/>
                  </a:lnTo>
                  <a:lnTo>
                    <a:pt x="2470" y="5472"/>
                  </a:lnTo>
                  <a:lnTo>
                    <a:pt x="2786" y="5571"/>
                  </a:lnTo>
                  <a:lnTo>
                    <a:pt x="3121" y="5630"/>
                  </a:lnTo>
                  <a:lnTo>
                    <a:pt x="3418" y="5650"/>
                  </a:lnTo>
                  <a:lnTo>
                    <a:pt x="3734" y="5650"/>
                  </a:lnTo>
                  <a:lnTo>
                    <a:pt x="4010" y="5610"/>
                  </a:lnTo>
                  <a:lnTo>
                    <a:pt x="4287" y="5531"/>
                  </a:lnTo>
                  <a:lnTo>
                    <a:pt x="4544" y="5413"/>
                  </a:lnTo>
                  <a:lnTo>
                    <a:pt x="4642" y="5334"/>
                  </a:lnTo>
                  <a:lnTo>
                    <a:pt x="4761" y="5255"/>
                  </a:lnTo>
                  <a:lnTo>
                    <a:pt x="5136" y="4919"/>
                  </a:lnTo>
                  <a:lnTo>
                    <a:pt x="5294" y="4741"/>
                  </a:lnTo>
                  <a:lnTo>
                    <a:pt x="5452" y="4583"/>
                  </a:lnTo>
                  <a:lnTo>
                    <a:pt x="5590" y="4406"/>
                  </a:lnTo>
                  <a:lnTo>
                    <a:pt x="5709" y="4228"/>
                  </a:lnTo>
                  <a:lnTo>
                    <a:pt x="5808" y="4070"/>
                  </a:lnTo>
                  <a:lnTo>
                    <a:pt x="5887" y="3892"/>
                  </a:lnTo>
                  <a:lnTo>
                    <a:pt x="5946" y="3714"/>
                  </a:lnTo>
                  <a:lnTo>
                    <a:pt x="6005" y="3536"/>
                  </a:lnTo>
                  <a:lnTo>
                    <a:pt x="6045" y="3339"/>
                  </a:lnTo>
                  <a:lnTo>
                    <a:pt x="6065" y="3161"/>
                  </a:lnTo>
                  <a:lnTo>
                    <a:pt x="6065" y="2964"/>
                  </a:lnTo>
                  <a:lnTo>
                    <a:pt x="6045" y="2766"/>
                  </a:lnTo>
                  <a:lnTo>
                    <a:pt x="6025" y="2549"/>
                  </a:lnTo>
                  <a:lnTo>
                    <a:pt x="5966" y="2351"/>
                  </a:lnTo>
                  <a:lnTo>
                    <a:pt x="5926" y="2253"/>
                  </a:lnTo>
                  <a:lnTo>
                    <a:pt x="5788" y="2016"/>
                  </a:lnTo>
                  <a:lnTo>
                    <a:pt x="5531" y="1699"/>
                  </a:lnTo>
                  <a:lnTo>
                    <a:pt x="5373" y="1502"/>
                  </a:lnTo>
                  <a:lnTo>
                    <a:pt x="5195" y="1304"/>
                  </a:lnTo>
                  <a:lnTo>
                    <a:pt x="4978" y="1107"/>
                  </a:lnTo>
                  <a:lnTo>
                    <a:pt x="4741" y="890"/>
                  </a:lnTo>
                  <a:lnTo>
                    <a:pt x="4465" y="712"/>
                  </a:lnTo>
                  <a:lnTo>
                    <a:pt x="4168" y="534"/>
                  </a:lnTo>
                  <a:lnTo>
                    <a:pt x="3852" y="356"/>
                  </a:lnTo>
                  <a:lnTo>
                    <a:pt x="3497" y="218"/>
                  </a:lnTo>
                  <a:lnTo>
                    <a:pt x="3102" y="119"/>
                  </a:lnTo>
                  <a:lnTo>
                    <a:pt x="2687" y="40"/>
                  </a:lnTo>
                  <a:lnTo>
                    <a:pt x="22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9" name="Google Shape;9069;p35"/>
            <p:cNvSpPr/>
            <p:nvPr/>
          </p:nvSpPr>
          <p:spPr>
            <a:xfrm>
              <a:off x="-137105" y="2061642"/>
              <a:ext cx="276895" cy="276860"/>
            </a:xfrm>
            <a:custGeom>
              <a:rect b="b" l="l" r="r" t="t"/>
              <a:pathLst>
                <a:path extrusionOk="0" h="8000" w="8001">
                  <a:moveTo>
                    <a:pt x="1423" y="0"/>
                  </a:moveTo>
                  <a:lnTo>
                    <a:pt x="1206" y="20"/>
                  </a:lnTo>
                  <a:lnTo>
                    <a:pt x="989" y="59"/>
                  </a:lnTo>
                  <a:lnTo>
                    <a:pt x="791" y="119"/>
                  </a:lnTo>
                  <a:lnTo>
                    <a:pt x="594" y="178"/>
                  </a:lnTo>
                  <a:lnTo>
                    <a:pt x="436" y="277"/>
                  </a:lnTo>
                  <a:lnTo>
                    <a:pt x="297" y="395"/>
                  </a:lnTo>
                  <a:lnTo>
                    <a:pt x="159" y="553"/>
                  </a:lnTo>
                  <a:lnTo>
                    <a:pt x="80" y="711"/>
                  </a:lnTo>
                  <a:lnTo>
                    <a:pt x="40" y="830"/>
                  </a:lnTo>
                  <a:lnTo>
                    <a:pt x="21" y="948"/>
                  </a:lnTo>
                  <a:lnTo>
                    <a:pt x="1" y="1047"/>
                  </a:lnTo>
                  <a:lnTo>
                    <a:pt x="21" y="1146"/>
                  </a:lnTo>
                  <a:lnTo>
                    <a:pt x="40" y="1225"/>
                  </a:lnTo>
                  <a:lnTo>
                    <a:pt x="60" y="1304"/>
                  </a:lnTo>
                  <a:lnTo>
                    <a:pt x="100" y="1383"/>
                  </a:lnTo>
                  <a:lnTo>
                    <a:pt x="159" y="1442"/>
                  </a:lnTo>
                  <a:lnTo>
                    <a:pt x="297" y="1560"/>
                  </a:lnTo>
                  <a:lnTo>
                    <a:pt x="475" y="1659"/>
                  </a:lnTo>
                  <a:lnTo>
                    <a:pt x="673" y="1738"/>
                  </a:lnTo>
                  <a:lnTo>
                    <a:pt x="890" y="1797"/>
                  </a:lnTo>
                  <a:lnTo>
                    <a:pt x="1127" y="1837"/>
                  </a:lnTo>
                  <a:lnTo>
                    <a:pt x="1364" y="1876"/>
                  </a:lnTo>
                  <a:lnTo>
                    <a:pt x="1838" y="1916"/>
                  </a:lnTo>
                  <a:lnTo>
                    <a:pt x="2588" y="1916"/>
                  </a:lnTo>
                  <a:lnTo>
                    <a:pt x="2549" y="2015"/>
                  </a:lnTo>
                  <a:lnTo>
                    <a:pt x="2470" y="2094"/>
                  </a:lnTo>
                  <a:lnTo>
                    <a:pt x="2253" y="2272"/>
                  </a:lnTo>
                  <a:lnTo>
                    <a:pt x="2035" y="2449"/>
                  </a:lnTo>
                  <a:lnTo>
                    <a:pt x="1917" y="2548"/>
                  </a:lnTo>
                  <a:lnTo>
                    <a:pt x="1838" y="2647"/>
                  </a:lnTo>
                  <a:lnTo>
                    <a:pt x="1700" y="2844"/>
                  </a:lnTo>
                  <a:lnTo>
                    <a:pt x="1561" y="3042"/>
                  </a:lnTo>
                  <a:lnTo>
                    <a:pt x="1463" y="3259"/>
                  </a:lnTo>
                  <a:lnTo>
                    <a:pt x="1364" y="3476"/>
                  </a:lnTo>
                  <a:lnTo>
                    <a:pt x="1305" y="3713"/>
                  </a:lnTo>
                  <a:lnTo>
                    <a:pt x="1245" y="3950"/>
                  </a:lnTo>
                  <a:lnTo>
                    <a:pt x="1206" y="4187"/>
                  </a:lnTo>
                  <a:lnTo>
                    <a:pt x="1206" y="4444"/>
                  </a:lnTo>
                  <a:lnTo>
                    <a:pt x="1206" y="4681"/>
                  </a:lnTo>
                  <a:lnTo>
                    <a:pt x="1226" y="4899"/>
                  </a:lnTo>
                  <a:lnTo>
                    <a:pt x="1285" y="5116"/>
                  </a:lnTo>
                  <a:lnTo>
                    <a:pt x="1364" y="5294"/>
                  </a:lnTo>
                  <a:lnTo>
                    <a:pt x="1423" y="5373"/>
                  </a:lnTo>
                  <a:lnTo>
                    <a:pt x="1482" y="5452"/>
                  </a:lnTo>
                  <a:lnTo>
                    <a:pt x="1542" y="5511"/>
                  </a:lnTo>
                  <a:lnTo>
                    <a:pt x="1640" y="5550"/>
                  </a:lnTo>
                  <a:lnTo>
                    <a:pt x="1739" y="5590"/>
                  </a:lnTo>
                  <a:lnTo>
                    <a:pt x="1838" y="5610"/>
                  </a:lnTo>
                  <a:lnTo>
                    <a:pt x="2095" y="5610"/>
                  </a:lnTo>
                  <a:lnTo>
                    <a:pt x="2312" y="5570"/>
                  </a:lnTo>
                  <a:lnTo>
                    <a:pt x="2509" y="5471"/>
                  </a:lnTo>
                  <a:lnTo>
                    <a:pt x="2687" y="5373"/>
                  </a:lnTo>
                  <a:lnTo>
                    <a:pt x="2845" y="5234"/>
                  </a:lnTo>
                  <a:lnTo>
                    <a:pt x="3142" y="4918"/>
                  </a:lnTo>
                  <a:lnTo>
                    <a:pt x="3438" y="4622"/>
                  </a:lnTo>
                  <a:lnTo>
                    <a:pt x="3339" y="4958"/>
                  </a:lnTo>
                  <a:lnTo>
                    <a:pt x="3260" y="5333"/>
                  </a:lnTo>
                  <a:lnTo>
                    <a:pt x="3221" y="5708"/>
                  </a:lnTo>
                  <a:lnTo>
                    <a:pt x="3221" y="6103"/>
                  </a:lnTo>
                  <a:lnTo>
                    <a:pt x="3240" y="6498"/>
                  </a:lnTo>
                  <a:lnTo>
                    <a:pt x="3319" y="6874"/>
                  </a:lnTo>
                  <a:lnTo>
                    <a:pt x="3418" y="7229"/>
                  </a:lnTo>
                  <a:lnTo>
                    <a:pt x="3497" y="7387"/>
                  </a:lnTo>
                  <a:lnTo>
                    <a:pt x="3576" y="7545"/>
                  </a:lnTo>
                  <a:lnTo>
                    <a:pt x="3655" y="7684"/>
                  </a:lnTo>
                  <a:lnTo>
                    <a:pt x="3734" y="7782"/>
                  </a:lnTo>
                  <a:lnTo>
                    <a:pt x="3793" y="7861"/>
                  </a:lnTo>
                  <a:lnTo>
                    <a:pt x="3872" y="7921"/>
                  </a:lnTo>
                  <a:lnTo>
                    <a:pt x="3951" y="7960"/>
                  </a:lnTo>
                  <a:lnTo>
                    <a:pt x="4030" y="8000"/>
                  </a:lnTo>
                  <a:lnTo>
                    <a:pt x="4169" y="8000"/>
                  </a:lnTo>
                  <a:lnTo>
                    <a:pt x="4248" y="7980"/>
                  </a:lnTo>
                  <a:lnTo>
                    <a:pt x="4307" y="7940"/>
                  </a:lnTo>
                  <a:lnTo>
                    <a:pt x="4445" y="7822"/>
                  </a:lnTo>
                  <a:lnTo>
                    <a:pt x="4583" y="7684"/>
                  </a:lnTo>
                  <a:lnTo>
                    <a:pt x="4722" y="7506"/>
                  </a:lnTo>
                  <a:lnTo>
                    <a:pt x="4840" y="7289"/>
                  </a:lnTo>
                  <a:lnTo>
                    <a:pt x="4939" y="7071"/>
                  </a:lnTo>
                  <a:lnTo>
                    <a:pt x="5137" y="6617"/>
                  </a:lnTo>
                  <a:lnTo>
                    <a:pt x="5295" y="6182"/>
                  </a:lnTo>
                  <a:lnTo>
                    <a:pt x="5393" y="5847"/>
                  </a:lnTo>
                  <a:lnTo>
                    <a:pt x="5472" y="6064"/>
                  </a:lnTo>
                  <a:lnTo>
                    <a:pt x="5571" y="6281"/>
                  </a:lnTo>
                  <a:lnTo>
                    <a:pt x="5709" y="6459"/>
                  </a:lnTo>
                  <a:lnTo>
                    <a:pt x="5887" y="6637"/>
                  </a:lnTo>
                  <a:lnTo>
                    <a:pt x="6065" y="6775"/>
                  </a:lnTo>
                  <a:lnTo>
                    <a:pt x="6282" y="6894"/>
                  </a:lnTo>
                  <a:lnTo>
                    <a:pt x="6499" y="6973"/>
                  </a:lnTo>
                  <a:lnTo>
                    <a:pt x="6717" y="7012"/>
                  </a:lnTo>
                  <a:lnTo>
                    <a:pt x="6894" y="7012"/>
                  </a:lnTo>
                  <a:lnTo>
                    <a:pt x="7052" y="6992"/>
                  </a:lnTo>
                  <a:lnTo>
                    <a:pt x="7191" y="6973"/>
                  </a:lnTo>
                  <a:lnTo>
                    <a:pt x="7309" y="6913"/>
                  </a:lnTo>
                  <a:lnTo>
                    <a:pt x="7428" y="6854"/>
                  </a:lnTo>
                  <a:lnTo>
                    <a:pt x="7526" y="6775"/>
                  </a:lnTo>
                  <a:lnTo>
                    <a:pt x="7625" y="6676"/>
                  </a:lnTo>
                  <a:lnTo>
                    <a:pt x="7704" y="6577"/>
                  </a:lnTo>
                  <a:lnTo>
                    <a:pt x="7764" y="6459"/>
                  </a:lnTo>
                  <a:lnTo>
                    <a:pt x="7823" y="6321"/>
                  </a:lnTo>
                  <a:lnTo>
                    <a:pt x="7922" y="6064"/>
                  </a:lnTo>
                  <a:lnTo>
                    <a:pt x="7961" y="5768"/>
                  </a:lnTo>
                  <a:lnTo>
                    <a:pt x="8001" y="5471"/>
                  </a:lnTo>
                  <a:lnTo>
                    <a:pt x="8001" y="4958"/>
                  </a:lnTo>
                  <a:lnTo>
                    <a:pt x="7961" y="4464"/>
                  </a:lnTo>
                  <a:lnTo>
                    <a:pt x="7902" y="3970"/>
                  </a:lnTo>
                  <a:lnTo>
                    <a:pt x="7843" y="3713"/>
                  </a:lnTo>
                  <a:lnTo>
                    <a:pt x="7783" y="3476"/>
                  </a:lnTo>
                  <a:lnTo>
                    <a:pt x="7704" y="3259"/>
                  </a:lnTo>
                  <a:lnTo>
                    <a:pt x="7625" y="3022"/>
                  </a:lnTo>
                  <a:lnTo>
                    <a:pt x="7507" y="2805"/>
                  </a:lnTo>
                  <a:lnTo>
                    <a:pt x="7408" y="2588"/>
                  </a:lnTo>
                  <a:lnTo>
                    <a:pt x="7270" y="2370"/>
                  </a:lnTo>
                  <a:lnTo>
                    <a:pt x="7131" y="2153"/>
                  </a:lnTo>
                  <a:lnTo>
                    <a:pt x="6973" y="1955"/>
                  </a:lnTo>
                  <a:lnTo>
                    <a:pt x="6796" y="1758"/>
                  </a:lnTo>
                  <a:lnTo>
                    <a:pt x="6460" y="1442"/>
                  </a:lnTo>
                  <a:lnTo>
                    <a:pt x="6045" y="1126"/>
                  </a:lnTo>
                  <a:lnTo>
                    <a:pt x="5591" y="810"/>
                  </a:lnTo>
                  <a:lnTo>
                    <a:pt x="5354" y="672"/>
                  </a:lnTo>
                  <a:lnTo>
                    <a:pt x="5097" y="533"/>
                  </a:lnTo>
                  <a:lnTo>
                    <a:pt x="4860" y="415"/>
                  </a:lnTo>
                  <a:lnTo>
                    <a:pt x="4603" y="316"/>
                  </a:lnTo>
                  <a:lnTo>
                    <a:pt x="4327" y="217"/>
                  </a:lnTo>
                  <a:lnTo>
                    <a:pt x="4070" y="158"/>
                  </a:lnTo>
                  <a:lnTo>
                    <a:pt x="3833" y="99"/>
                  </a:lnTo>
                  <a:lnTo>
                    <a:pt x="3576" y="59"/>
                  </a:lnTo>
                  <a:lnTo>
                    <a:pt x="2747" y="59"/>
                  </a:lnTo>
                  <a:lnTo>
                    <a:pt x="2332" y="20"/>
                  </a:lnTo>
                  <a:lnTo>
                    <a:pt x="18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0" name="Google Shape;9070;p35"/>
            <p:cNvSpPr/>
            <p:nvPr/>
          </p:nvSpPr>
          <p:spPr>
            <a:xfrm>
              <a:off x="95319" y="2182628"/>
              <a:ext cx="343860" cy="276860"/>
            </a:xfrm>
            <a:custGeom>
              <a:rect b="b" l="l" r="r" t="t"/>
              <a:pathLst>
                <a:path extrusionOk="0" h="8000" w="9936">
                  <a:moveTo>
                    <a:pt x="7269" y="0"/>
                  </a:moveTo>
                  <a:lnTo>
                    <a:pt x="6934" y="20"/>
                  </a:lnTo>
                  <a:lnTo>
                    <a:pt x="6618" y="59"/>
                  </a:lnTo>
                  <a:lnTo>
                    <a:pt x="6045" y="158"/>
                  </a:lnTo>
                  <a:lnTo>
                    <a:pt x="5551" y="277"/>
                  </a:lnTo>
                  <a:lnTo>
                    <a:pt x="5077" y="415"/>
                  </a:lnTo>
                  <a:lnTo>
                    <a:pt x="4603" y="612"/>
                  </a:lnTo>
                  <a:lnTo>
                    <a:pt x="4129" y="810"/>
                  </a:lnTo>
                  <a:lnTo>
                    <a:pt x="3655" y="1047"/>
                  </a:lnTo>
                  <a:lnTo>
                    <a:pt x="3200" y="1284"/>
                  </a:lnTo>
                  <a:lnTo>
                    <a:pt x="2766" y="1561"/>
                  </a:lnTo>
                  <a:lnTo>
                    <a:pt x="2371" y="1837"/>
                  </a:lnTo>
                  <a:lnTo>
                    <a:pt x="2015" y="2114"/>
                  </a:lnTo>
                  <a:lnTo>
                    <a:pt x="1759" y="2351"/>
                  </a:lnTo>
                  <a:lnTo>
                    <a:pt x="1522" y="2588"/>
                  </a:lnTo>
                  <a:lnTo>
                    <a:pt x="1304" y="2864"/>
                  </a:lnTo>
                  <a:lnTo>
                    <a:pt x="1107" y="3160"/>
                  </a:lnTo>
                  <a:lnTo>
                    <a:pt x="929" y="3457"/>
                  </a:lnTo>
                  <a:lnTo>
                    <a:pt x="751" y="3773"/>
                  </a:lnTo>
                  <a:lnTo>
                    <a:pt x="593" y="4109"/>
                  </a:lnTo>
                  <a:lnTo>
                    <a:pt x="475" y="4444"/>
                  </a:lnTo>
                  <a:lnTo>
                    <a:pt x="336" y="4800"/>
                  </a:lnTo>
                  <a:lnTo>
                    <a:pt x="238" y="5155"/>
                  </a:lnTo>
                  <a:lnTo>
                    <a:pt x="159" y="5511"/>
                  </a:lnTo>
                  <a:lnTo>
                    <a:pt x="99" y="5867"/>
                  </a:lnTo>
                  <a:lnTo>
                    <a:pt x="40" y="6222"/>
                  </a:lnTo>
                  <a:lnTo>
                    <a:pt x="20" y="6558"/>
                  </a:lnTo>
                  <a:lnTo>
                    <a:pt x="1" y="6894"/>
                  </a:lnTo>
                  <a:lnTo>
                    <a:pt x="1" y="7229"/>
                  </a:lnTo>
                  <a:lnTo>
                    <a:pt x="20" y="7387"/>
                  </a:lnTo>
                  <a:lnTo>
                    <a:pt x="40" y="7526"/>
                  </a:lnTo>
                  <a:lnTo>
                    <a:pt x="80" y="7644"/>
                  </a:lnTo>
                  <a:lnTo>
                    <a:pt x="119" y="7743"/>
                  </a:lnTo>
                  <a:lnTo>
                    <a:pt x="178" y="7822"/>
                  </a:lnTo>
                  <a:lnTo>
                    <a:pt x="257" y="7901"/>
                  </a:lnTo>
                  <a:lnTo>
                    <a:pt x="317" y="7941"/>
                  </a:lnTo>
                  <a:lnTo>
                    <a:pt x="415" y="7980"/>
                  </a:lnTo>
                  <a:lnTo>
                    <a:pt x="494" y="8000"/>
                  </a:lnTo>
                  <a:lnTo>
                    <a:pt x="593" y="8000"/>
                  </a:lnTo>
                  <a:lnTo>
                    <a:pt x="692" y="7980"/>
                  </a:lnTo>
                  <a:lnTo>
                    <a:pt x="810" y="7941"/>
                  </a:lnTo>
                  <a:lnTo>
                    <a:pt x="1048" y="7842"/>
                  </a:lnTo>
                  <a:lnTo>
                    <a:pt x="1285" y="7664"/>
                  </a:lnTo>
                  <a:lnTo>
                    <a:pt x="1522" y="7466"/>
                  </a:lnTo>
                  <a:lnTo>
                    <a:pt x="1719" y="7249"/>
                  </a:lnTo>
                  <a:lnTo>
                    <a:pt x="1897" y="7012"/>
                  </a:lnTo>
                  <a:lnTo>
                    <a:pt x="2055" y="6775"/>
                  </a:lnTo>
                  <a:lnTo>
                    <a:pt x="2193" y="6518"/>
                  </a:lnTo>
                  <a:lnTo>
                    <a:pt x="2331" y="6242"/>
                  </a:lnTo>
                  <a:lnTo>
                    <a:pt x="2549" y="5709"/>
                  </a:lnTo>
                  <a:lnTo>
                    <a:pt x="2707" y="6025"/>
                  </a:lnTo>
                  <a:lnTo>
                    <a:pt x="2884" y="6321"/>
                  </a:lnTo>
                  <a:lnTo>
                    <a:pt x="2983" y="6459"/>
                  </a:lnTo>
                  <a:lnTo>
                    <a:pt x="3102" y="6578"/>
                  </a:lnTo>
                  <a:lnTo>
                    <a:pt x="3220" y="6716"/>
                  </a:lnTo>
                  <a:lnTo>
                    <a:pt x="3359" y="6815"/>
                  </a:lnTo>
                  <a:lnTo>
                    <a:pt x="3477" y="6913"/>
                  </a:lnTo>
                  <a:lnTo>
                    <a:pt x="3635" y="7012"/>
                  </a:lnTo>
                  <a:lnTo>
                    <a:pt x="3793" y="7071"/>
                  </a:lnTo>
                  <a:lnTo>
                    <a:pt x="3951" y="7131"/>
                  </a:lnTo>
                  <a:lnTo>
                    <a:pt x="4109" y="7170"/>
                  </a:lnTo>
                  <a:lnTo>
                    <a:pt x="4287" y="7190"/>
                  </a:lnTo>
                  <a:lnTo>
                    <a:pt x="4484" y="7190"/>
                  </a:lnTo>
                  <a:lnTo>
                    <a:pt x="4682" y="7170"/>
                  </a:lnTo>
                  <a:lnTo>
                    <a:pt x="4899" y="7091"/>
                  </a:lnTo>
                  <a:lnTo>
                    <a:pt x="5097" y="7012"/>
                  </a:lnTo>
                  <a:lnTo>
                    <a:pt x="5235" y="6894"/>
                  </a:lnTo>
                  <a:lnTo>
                    <a:pt x="5334" y="6736"/>
                  </a:lnTo>
                  <a:lnTo>
                    <a:pt x="5393" y="6578"/>
                  </a:lnTo>
                  <a:lnTo>
                    <a:pt x="5432" y="6400"/>
                  </a:lnTo>
                  <a:lnTo>
                    <a:pt x="5452" y="6202"/>
                  </a:lnTo>
                  <a:lnTo>
                    <a:pt x="5432" y="6005"/>
                  </a:lnTo>
                  <a:lnTo>
                    <a:pt x="5393" y="5788"/>
                  </a:lnTo>
                  <a:lnTo>
                    <a:pt x="5334" y="5570"/>
                  </a:lnTo>
                  <a:lnTo>
                    <a:pt x="5215" y="5155"/>
                  </a:lnTo>
                  <a:lnTo>
                    <a:pt x="4919" y="4444"/>
                  </a:lnTo>
                  <a:lnTo>
                    <a:pt x="5334" y="4622"/>
                  </a:lnTo>
                  <a:lnTo>
                    <a:pt x="5788" y="4800"/>
                  </a:lnTo>
                  <a:lnTo>
                    <a:pt x="6025" y="4879"/>
                  </a:lnTo>
                  <a:lnTo>
                    <a:pt x="6262" y="4938"/>
                  </a:lnTo>
                  <a:lnTo>
                    <a:pt x="6519" y="4997"/>
                  </a:lnTo>
                  <a:lnTo>
                    <a:pt x="6776" y="5037"/>
                  </a:lnTo>
                  <a:lnTo>
                    <a:pt x="7269" y="5037"/>
                  </a:lnTo>
                  <a:lnTo>
                    <a:pt x="7506" y="5017"/>
                  </a:lnTo>
                  <a:lnTo>
                    <a:pt x="7743" y="4958"/>
                  </a:lnTo>
                  <a:lnTo>
                    <a:pt x="7980" y="4899"/>
                  </a:lnTo>
                  <a:lnTo>
                    <a:pt x="8178" y="4780"/>
                  </a:lnTo>
                  <a:lnTo>
                    <a:pt x="8376" y="4642"/>
                  </a:lnTo>
                  <a:lnTo>
                    <a:pt x="8553" y="4464"/>
                  </a:lnTo>
                  <a:lnTo>
                    <a:pt x="8731" y="4227"/>
                  </a:lnTo>
                  <a:lnTo>
                    <a:pt x="8850" y="4030"/>
                  </a:lnTo>
                  <a:lnTo>
                    <a:pt x="8909" y="3832"/>
                  </a:lnTo>
                  <a:lnTo>
                    <a:pt x="8929" y="3635"/>
                  </a:lnTo>
                  <a:lnTo>
                    <a:pt x="8909" y="3477"/>
                  </a:lnTo>
                  <a:lnTo>
                    <a:pt x="8830" y="3319"/>
                  </a:lnTo>
                  <a:lnTo>
                    <a:pt x="8731" y="3180"/>
                  </a:lnTo>
                  <a:lnTo>
                    <a:pt x="8593" y="3042"/>
                  </a:lnTo>
                  <a:lnTo>
                    <a:pt x="8435" y="2923"/>
                  </a:lnTo>
                  <a:lnTo>
                    <a:pt x="8257" y="2805"/>
                  </a:lnTo>
                  <a:lnTo>
                    <a:pt x="8059" y="2706"/>
                  </a:lnTo>
                  <a:lnTo>
                    <a:pt x="7862" y="2607"/>
                  </a:lnTo>
                  <a:lnTo>
                    <a:pt x="7447" y="2449"/>
                  </a:lnTo>
                  <a:lnTo>
                    <a:pt x="7052" y="2291"/>
                  </a:lnTo>
                  <a:lnTo>
                    <a:pt x="7447" y="2351"/>
                  </a:lnTo>
                  <a:lnTo>
                    <a:pt x="7941" y="2410"/>
                  </a:lnTo>
                  <a:lnTo>
                    <a:pt x="8751" y="2410"/>
                  </a:lnTo>
                  <a:lnTo>
                    <a:pt x="9008" y="2370"/>
                  </a:lnTo>
                  <a:lnTo>
                    <a:pt x="9245" y="2311"/>
                  </a:lnTo>
                  <a:lnTo>
                    <a:pt x="9462" y="2232"/>
                  </a:lnTo>
                  <a:lnTo>
                    <a:pt x="9640" y="2114"/>
                  </a:lnTo>
                  <a:lnTo>
                    <a:pt x="9719" y="2054"/>
                  </a:lnTo>
                  <a:lnTo>
                    <a:pt x="9778" y="1975"/>
                  </a:lnTo>
                  <a:lnTo>
                    <a:pt x="9837" y="1896"/>
                  </a:lnTo>
                  <a:lnTo>
                    <a:pt x="9877" y="1817"/>
                  </a:lnTo>
                  <a:lnTo>
                    <a:pt x="9916" y="1719"/>
                  </a:lnTo>
                  <a:lnTo>
                    <a:pt x="9936" y="1600"/>
                  </a:lnTo>
                  <a:lnTo>
                    <a:pt x="9936" y="1482"/>
                  </a:lnTo>
                  <a:lnTo>
                    <a:pt x="9916" y="1363"/>
                  </a:lnTo>
                  <a:lnTo>
                    <a:pt x="9877" y="1205"/>
                  </a:lnTo>
                  <a:lnTo>
                    <a:pt x="9837" y="1067"/>
                  </a:lnTo>
                  <a:lnTo>
                    <a:pt x="9778" y="929"/>
                  </a:lnTo>
                  <a:lnTo>
                    <a:pt x="9719" y="810"/>
                  </a:lnTo>
                  <a:lnTo>
                    <a:pt x="9640" y="691"/>
                  </a:lnTo>
                  <a:lnTo>
                    <a:pt x="9541" y="593"/>
                  </a:lnTo>
                  <a:lnTo>
                    <a:pt x="9442" y="514"/>
                  </a:lnTo>
                  <a:lnTo>
                    <a:pt x="9343" y="415"/>
                  </a:lnTo>
                  <a:lnTo>
                    <a:pt x="9106" y="277"/>
                  </a:lnTo>
                  <a:lnTo>
                    <a:pt x="8830" y="178"/>
                  </a:lnTo>
                  <a:lnTo>
                    <a:pt x="8534" y="79"/>
                  </a:lnTo>
                  <a:lnTo>
                    <a:pt x="8237" y="40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1" name="Google Shape;9071;p35"/>
            <p:cNvSpPr/>
            <p:nvPr/>
          </p:nvSpPr>
          <p:spPr>
            <a:xfrm>
              <a:off x="70021" y="1905771"/>
              <a:ext cx="327491" cy="255680"/>
            </a:xfrm>
            <a:custGeom>
              <a:rect b="b" l="l" r="r" t="t"/>
              <a:pathLst>
                <a:path extrusionOk="0" h="7388" w="9463">
                  <a:moveTo>
                    <a:pt x="1067" y="1"/>
                  </a:moveTo>
                  <a:lnTo>
                    <a:pt x="969" y="20"/>
                  </a:lnTo>
                  <a:lnTo>
                    <a:pt x="771" y="60"/>
                  </a:lnTo>
                  <a:lnTo>
                    <a:pt x="593" y="139"/>
                  </a:lnTo>
                  <a:lnTo>
                    <a:pt x="435" y="257"/>
                  </a:lnTo>
                  <a:lnTo>
                    <a:pt x="297" y="415"/>
                  </a:lnTo>
                  <a:lnTo>
                    <a:pt x="179" y="593"/>
                  </a:lnTo>
                  <a:lnTo>
                    <a:pt x="100" y="791"/>
                  </a:lnTo>
                  <a:lnTo>
                    <a:pt x="40" y="1047"/>
                  </a:lnTo>
                  <a:lnTo>
                    <a:pt x="1" y="1344"/>
                  </a:lnTo>
                  <a:lnTo>
                    <a:pt x="1" y="1660"/>
                  </a:lnTo>
                  <a:lnTo>
                    <a:pt x="21" y="1996"/>
                  </a:lnTo>
                  <a:lnTo>
                    <a:pt x="80" y="2351"/>
                  </a:lnTo>
                  <a:lnTo>
                    <a:pt x="139" y="2726"/>
                  </a:lnTo>
                  <a:lnTo>
                    <a:pt x="238" y="3102"/>
                  </a:lnTo>
                  <a:lnTo>
                    <a:pt x="356" y="3477"/>
                  </a:lnTo>
                  <a:lnTo>
                    <a:pt x="495" y="3832"/>
                  </a:lnTo>
                  <a:lnTo>
                    <a:pt x="633" y="4188"/>
                  </a:lnTo>
                  <a:lnTo>
                    <a:pt x="811" y="4524"/>
                  </a:lnTo>
                  <a:lnTo>
                    <a:pt x="988" y="4840"/>
                  </a:lnTo>
                  <a:lnTo>
                    <a:pt x="1186" y="5116"/>
                  </a:lnTo>
                  <a:lnTo>
                    <a:pt x="1383" y="5353"/>
                  </a:lnTo>
                  <a:lnTo>
                    <a:pt x="1601" y="5551"/>
                  </a:lnTo>
                  <a:lnTo>
                    <a:pt x="1719" y="5630"/>
                  </a:lnTo>
                  <a:lnTo>
                    <a:pt x="1838" y="5689"/>
                  </a:lnTo>
                  <a:lnTo>
                    <a:pt x="1976" y="5847"/>
                  </a:lnTo>
                  <a:lnTo>
                    <a:pt x="2134" y="6005"/>
                  </a:lnTo>
                  <a:lnTo>
                    <a:pt x="2312" y="6143"/>
                  </a:lnTo>
                  <a:lnTo>
                    <a:pt x="2509" y="6282"/>
                  </a:lnTo>
                  <a:lnTo>
                    <a:pt x="2727" y="6420"/>
                  </a:lnTo>
                  <a:lnTo>
                    <a:pt x="2944" y="6558"/>
                  </a:lnTo>
                  <a:lnTo>
                    <a:pt x="3418" y="6795"/>
                  </a:lnTo>
                  <a:lnTo>
                    <a:pt x="3912" y="6993"/>
                  </a:lnTo>
                  <a:lnTo>
                    <a:pt x="4406" y="7151"/>
                  </a:lnTo>
                  <a:lnTo>
                    <a:pt x="4860" y="7269"/>
                  </a:lnTo>
                  <a:lnTo>
                    <a:pt x="5275" y="7329"/>
                  </a:lnTo>
                  <a:lnTo>
                    <a:pt x="5966" y="7368"/>
                  </a:lnTo>
                  <a:lnTo>
                    <a:pt x="6717" y="7388"/>
                  </a:lnTo>
                  <a:lnTo>
                    <a:pt x="7467" y="7368"/>
                  </a:lnTo>
                  <a:lnTo>
                    <a:pt x="7823" y="7348"/>
                  </a:lnTo>
                  <a:lnTo>
                    <a:pt x="8178" y="7309"/>
                  </a:lnTo>
                  <a:lnTo>
                    <a:pt x="8415" y="7269"/>
                  </a:lnTo>
                  <a:lnTo>
                    <a:pt x="8593" y="7210"/>
                  </a:lnTo>
                  <a:lnTo>
                    <a:pt x="8731" y="7131"/>
                  </a:lnTo>
                  <a:lnTo>
                    <a:pt x="8790" y="7052"/>
                  </a:lnTo>
                  <a:lnTo>
                    <a:pt x="8830" y="6953"/>
                  </a:lnTo>
                  <a:lnTo>
                    <a:pt x="8810" y="6855"/>
                  </a:lnTo>
                  <a:lnTo>
                    <a:pt x="8751" y="6756"/>
                  </a:lnTo>
                  <a:lnTo>
                    <a:pt x="8672" y="6657"/>
                  </a:lnTo>
                  <a:lnTo>
                    <a:pt x="8573" y="6539"/>
                  </a:lnTo>
                  <a:lnTo>
                    <a:pt x="8435" y="6440"/>
                  </a:lnTo>
                  <a:lnTo>
                    <a:pt x="8297" y="6341"/>
                  </a:lnTo>
                  <a:lnTo>
                    <a:pt x="8139" y="6262"/>
                  </a:lnTo>
                  <a:lnTo>
                    <a:pt x="7981" y="6183"/>
                  </a:lnTo>
                  <a:lnTo>
                    <a:pt x="7803" y="6124"/>
                  </a:lnTo>
                  <a:lnTo>
                    <a:pt x="7645" y="6064"/>
                  </a:lnTo>
                  <a:lnTo>
                    <a:pt x="7487" y="6045"/>
                  </a:lnTo>
                  <a:lnTo>
                    <a:pt x="7783" y="5906"/>
                  </a:lnTo>
                  <a:lnTo>
                    <a:pt x="8119" y="5768"/>
                  </a:lnTo>
                  <a:lnTo>
                    <a:pt x="8474" y="5630"/>
                  </a:lnTo>
                  <a:lnTo>
                    <a:pt x="8810" y="5472"/>
                  </a:lnTo>
                  <a:lnTo>
                    <a:pt x="8968" y="5393"/>
                  </a:lnTo>
                  <a:lnTo>
                    <a:pt x="9126" y="5294"/>
                  </a:lnTo>
                  <a:lnTo>
                    <a:pt x="9245" y="5195"/>
                  </a:lnTo>
                  <a:lnTo>
                    <a:pt x="9344" y="5077"/>
                  </a:lnTo>
                  <a:lnTo>
                    <a:pt x="9423" y="4939"/>
                  </a:lnTo>
                  <a:lnTo>
                    <a:pt x="9462" y="4800"/>
                  </a:lnTo>
                  <a:lnTo>
                    <a:pt x="9462" y="4623"/>
                  </a:lnTo>
                  <a:lnTo>
                    <a:pt x="9442" y="4445"/>
                  </a:lnTo>
                  <a:lnTo>
                    <a:pt x="9403" y="4287"/>
                  </a:lnTo>
                  <a:lnTo>
                    <a:pt x="9324" y="4148"/>
                  </a:lnTo>
                  <a:lnTo>
                    <a:pt x="9265" y="4010"/>
                  </a:lnTo>
                  <a:lnTo>
                    <a:pt x="9166" y="3892"/>
                  </a:lnTo>
                  <a:lnTo>
                    <a:pt x="9067" y="3773"/>
                  </a:lnTo>
                  <a:lnTo>
                    <a:pt x="8968" y="3674"/>
                  </a:lnTo>
                  <a:lnTo>
                    <a:pt x="8850" y="3595"/>
                  </a:lnTo>
                  <a:lnTo>
                    <a:pt x="8731" y="3516"/>
                  </a:lnTo>
                  <a:lnTo>
                    <a:pt x="8613" y="3437"/>
                  </a:lnTo>
                  <a:lnTo>
                    <a:pt x="8474" y="3398"/>
                  </a:lnTo>
                  <a:lnTo>
                    <a:pt x="8178" y="3299"/>
                  </a:lnTo>
                  <a:lnTo>
                    <a:pt x="7882" y="3279"/>
                  </a:lnTo>
                  <a:lnTo>
                    <a:pt x="7586" y="3279"/>
                  </a:lnTo>
                  <a:lnTo>
                    <a:pt x="7230" y="3299"/>
                  </a:lnTo>
                  <a:lnTo>
                    <a:pt x="7033" y="3319"/>
                  </a:lnTo>
                  <a:lnTo>
                    <a:pt x="6835" y="3358"/>
                  </a:lnTo>
                  <a:lnTo>
                    <a:pt x="6657" y="3418"/>
                  </a:lnTo>
                  <a:lnTo>
                    <a:pt x="6480" y="3497"/>
                  </a:lnTo>
                  <a:lnTo>
                    <a:pt x="6341" y="3595"/>
                  </a:lnTo>
                  <a:lnTo>
                    <a:pt x="6302" y="3655"/>
                  </a:lnTo>
                  <a:lnTo>
                    <a:pt x="6262" y="3714"/>
                  </a:lnTo>
                  <a:lnTo>
                    <a:pt x="6341" y="3319"/>
                  </a:lnTo>
                  <a:lnTo>
                    <a:pt x="6381" y="2865"/>
                  </a:lnTo>
                  <a:lnTo>
                    <a:pt x="6400" y="2608"/>
                  </a:lnTo>
                  <a:lnTo>
                    <a:pt x="6381" y="2351"/>
                  </a:lnTo>
                  <a:lnTo>
                    <a:pt x="6361" y="2114"/>
                  </a:lnTo>
                  <a:lnTo>
                    <a:pt x="6341" y="1857"/>
                  </a:lnTo>
                  <a:lnTo>
                    <a:pt x="6282" y="1620"/>
                  </a:lnTo>
                  <a:lnTo>
                    <a:pt x="6223" y="1403"/>
                  </a:lnTo>
                  <a:lnTo>
                    <a:pt x="6124" y="1225"/>
                  </a:lnTo>
                  <a:lnTo>
                    <a:pt x="6005" y="1047"/>
                  </a:lnTo>
                  <a:lnTo>
                    <a:pt x="5867" y="909"/>
                  </a:lnTo>
                  <a:lnTo>
                    <a:pt x="5709" y="791"/>
                  </a:lnTo>
                  <a:lnTo>
                    <a:pt x="5610" y="751"/>
                  </a:lnTo>
                  <a:lnTo>
                    <a:pt x="5512" y="731"/>
                  </a:lnTo>
                  <a:lnTo>
                    <a:pt x="5413" y="712"/>
                  </a:lnTo>
                  <a:lnTo>
                    <a:pt x="5294" y="712"/>
                  </a:lnTo>
                  <a:lnTo>
                    <a:pt x="5117" y="731"/>
                  </a:lnTo>
                  <a:lnTo>
                    <a:pt x="4939" y="751"/>
                  </a:lnTo>
                  <a:lnTo>
                    <a:pt x="4741" y="810"/>
                  </a:lnTo>
                  <a:lnTo>
                    <a:pt x="4544" y="870"/>
                  </a:lnTo>
                  <a:lnTo>
                    <a:pt x="4346" y="949"/>
                  </a:lnTo>
                  <a:lnTo>
                    <a:pt x="4149" y="1028"/>
                  </a:lnTo>
                  <a:lnTo>
                    <a:pt x="3951" y="1146"/>
                  </a:lnTo>
                  <a:lnTo>
                    <a:pt x="3773" y="1265"/>
                  </a:lnTo>
                  <a:lnTo>
                    <a:pt x="3596" y="1383"/>
                  </a:lnTo>
                  <a:lnTo>
                    <a:pt x="3438" y="1521"/>
                  </a:lnTo>
                  <a:lnTo>
                    <a:pt x="3299" y="1679"/>
                  </a:lnTo>
                  <a:lnTo>
                    <a:pt x="3181" y="1838"/>
                  </a:lnTo>
                  <a:lnTo>
                    <a:pt x="3102" y="2015"/>
                  </a:lnTo>
                  <a:lnTo>
                    <a:pt x="3023" y="2193"/>
                  </a:lnTo>
                  <a:lnTo>
                    <a:pt x="2983" y="2371"/>
                  </a:lnTo>
                  <a:lnTo>
                    <a:pt x="2983" y="2568"/>
                  </a:lnTo>
                  <a:lnTo>
                    <a:pt x="2746" y="1897"/>
                  </a:lnTo>
                  <a:lnTo>
                    <a:pt x="2608" y="1521"/>
                  </a:lnTo>
                  <a:lnTo>
                    <a:pt x="2430" y="1146"/>
                  </a:lnTo>
                  <a:lnTo>
                    <a:pt x="2233" y="791"/>
                  </a:lnTo>
                  <a:lnTo>
                    <a:pt x="2114" y="613"/>
                  </a:lnTo>
                  <a:lnTo>
                    <a:pt x="1996" y="475"/>
                  </a:lnTo>
                  <a:lnTo>
                    <a:pt x="1858" y="336"/>
                  </a:lnTo>
                  <a:lnTo>
                    <a:pt x="1719" y="218"/>
                  </a:lnTo>
                  <a:lnTo>
                    <a:pt x="1561" y="139"/>
                  </a:lnTo>
                  <a:lnTo>
                    <a:pt x="1403" y="60"/>
                  </a:lnTo>
                  <a:lnTo>
                    <a:pt x="1285" y="40"/>
                  </a:lnTo>
                  <a:lnTo>
                    <a:pt x="1186" y="20"/>
                  </a:lnTo>
                  <a:lnTo>
                    <a:pt x="106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2" name="Google Shape;9072;p35"/>
            <p:cNvSpPr/>
            <p:nvPr/>
          </p:nvSpPr>
          <p:spPr>
            <a:xfrm>
              <a:off x="-252624" y="1774540"/>
              <a:ext cx="568774" cy="555070"/>
            </a:xfrm>
            <a:custGeom>
              <a:rect b="b" l="l" r="r" t="t"/>
              <a:pathLst>
                <a:path extrusionOk="0" h="16039" w="16435">
                  <a:moveTo>
                    <a:pt x="1700" y="0"/>
                  </a:moveTo>
                  <a:lnTo>
                    <a:pt x="1601" y="20"/>
                  </a:lnTo>
                  <a:lnTo>
                    <a:pt x="1502" y="99"/>
                  </a:lnTo>
                  <a:lnTo>
                    <a:pt x="1364" y="178"/>
                  </a:lnTo>
                  <a:lnTo>
                    <a:pt x="1067" y="435"/>
                  </a:lnTo>
                  <a:lnTo>
                    <a:pt x="751" y="751"/>
                  </a:lnTo>
                  <a:lnTo>
                    <a:pt x="455" y="1087"/>
                  </a:lnTo>
                  <a:lnTo>
                    <a:pt x="198" y="1403"/>
                  </a:lnTo>
                  <a:lnTo>
                    <a:pt x="119" y="1541"/>
                  </a:lnTo>
                  <a:lnTo>
                    <a:pt x="40" y="1659"/>
                  </a:lnTo>
                  <a:lnTo>
                    <a:pt x="1" y="1758"/>
                  </a:lnTo>
                  <a:lnTo>
                    <a:pt x="1" y="1837"/>
                  </a:lnTo>
                  <a:lnTo>
                    <a:pt x="21" y="1877"/>
                  </a:lnTo>
                  <a:lnTo>
                    <a:pt x="100" y="1975"/>
                  </a:lnTo>
                  <a:lnTo>
                    <a:pt x="396" y="2272"/>
                  </a:lnTo>
                  <a:lnTo>
                    <a:pt x="1443" y="3220"/>
                  </a:lnTo>
                  <a:lnTo>
                    <a:pt x="2904" y="4504"/>
                  </a:lnTo>
                  <a:lnTo>
                    <a:pt x="4564" y="5946"/>
                  </a:lnTo>
                  <a:lnTo>
                    <a:pt x="7684" y="8632"/>
                  </a:lnTo>
                  <a:lnTo>
                    <a:pt x="9087" y="9837"/>
                  </a:lnTo>
                  <a:lnTo>
                    <a:pt x="9107" y="10113"/>
                  </a:lnTo>
                  <a:lnTo>
                    <a:pt x="9166" y="10745"/>
                  </a:lnTo>
                  <a:lnTo>
                    <a:pt x="9205" y="11121"/>
                  </a:lnTo>
                  <a:lnTo>
                    <a:pt x="9265" y="11476"/>
                  </a:lnTo>
                  <a:lnTo>
                    <a:pt x="9363" y="11792"/>
                  </a:lnTo>
                  <a:lnTo>
                    <a:pt x="9403" y="11930"/>
                  </a:lnTo>
                  <a:lnTo>
                    <a:pt x="9462" y="12029"/>
                  </a:lnTo>
                  <a:lnTo>
                    <a:pt x="9541" y="12148"/>
                  </a:lnTo>
                  <a:lnTo>
                    <a:pt x="9699" y="12345"/>
                  </a:lnTo>
                  <a:lnTo>
                    <a:pt x="10173" y="12859"/>
                  </a:lnTo>
                  <a:lnTo>
                    <a:pt x="11457" y="14222"/>
                  </a:lnTo>
                  <a:lnTo>
                    <a:pt x="13215" y="16039"/>
                  </a:lnTo>
                  <a:lnTo>
                    <a:pt x="13650" y="15782"/>
                  </a:lnTo>
                  <a:lnTo>
                    <a:pt x="11576" y="12582"/>
                  </a:lnTo>
                  <a:lnTo>
                    <a:pt x="11576" y="12582"/>
                  </a:lnTo>
                  <a:lnTo>
                    <a:pt x="14617" y="14992"/>
                  </a:lnTo>
                  <a:lnTo>
                    <a:pt x="14756" y="14913"/>
                  </a:lnTo>
                  <a:lnTo>
                    <a:pt x="14874" y="14814"/>
                  </a:lnTo>
                  <a:lnTo>
                    <a:pt x="14973" y="14696"/>
                  </a:lnTo>
                  <a:lnTo>
                    <a:pt x="14993" y="14676"/>
                  </a:lnTo>
                  <a:lnTo>
                    <a:pt x="14973" y="14636"/>
                  </a:lnTo>
                  <a:lnTo>
                    <a:pt x="14933" y="14498"/>
                  </a:lnTo>
                  <a:lnTo>
                    <a:pt x="14716" y="14123"/>
                  </a:lnTo>
                  <a:lnTo>
                    <a:pt x="14400" y="13609"/>
                  </a:lnTo>
                  <a:lnTo>
                    <a:pt x="14025" y="13017"/>
                  </a:lnTo>
                  <a:lnTo>
                    <a:pt x="13314" y="11950"/>
                  </a:lnTo>
                  <a:lnTo>
                    <a:pt x="12978" y="11476"/>
                  </a:lnTo>
                  <a:lnTo>
                    <a:pt x="12978" y="11476"/>
                  </a:lnTo>
                  <a:lnTo>
                    <a:pt x="14499" y="12582"/>
                  </a:lnTo>
                  <a:lnTo>
                    <a:pt x="15585" y="13372"/>
                  </a:lnTo>
                  <a:lnTo>
                    <a:pt x="15980" y="13649"/>
                  </a:lnTo>
                  <a:lnTo>
                    <a:pt x="16198" y="13787"/>
                  </a:lnTo>
                  <a:lnTo>
                    <a:pt x="16277" y="13827"/>
                  </a:lnTo>
                  <a:lnTo>
                    <a:pt x="16316" y="13827"/>
                  </a:lnTo>
                  <a:lnTo>
                    <a:pt x="16356" y="13807"/>
                  </a:lnTo>
                  <a:lnTo>
                    <a:pt x="16375" y="13787"/>
                  </a:lnTo>
                  <a:lnTo>
                    <a:pt x="16415" y="13669"/>
                  </a:lnTo>
                  <a:lnTo>
                    <a:pt x="16435" y="13550"/>
                  </a:lnTo>
                  <a:lnTo>
                    <a:pt x="16415" y="13471"/>
                  </a:lnTo>
                  <a:lnTo>
                    <a:pt x="16316" y="13313"/>
                  </a:lnTo>
                  <a:lnTo>
                    <a:pt x="15921" y="12800"/>
                  </a:lnTo>
                  <a:lnTo>
                    <a:pt x="15368" y="12088"/>
                  </a:lnTo>
                  <a:lnTo>
                    <a:pt x="14696" y="11298"/>
                  </a:lnTo>
                  <a:lnTo>
                    <a:pt x="13985" y="10489"/>
                  </a:lnTo>
                  <a:lnTo>
                    <a:pt x="13294" y="9777"/>
                  </a:lnTo>
                  <a:lnTo>
                    <a:pt x="12978" y="9481"/>
                  </a:lnTo>
                  <a:lnTo>
                    <a:pt x="12721" y="9244"/>
                  </a:lnTo>
                  <a:lnTo>
                    <a:pt x="12484" y="9086"/>
                  </a:lnTo>
                  <a:lnTo>
                    <a:pt x="12385" y="9027"/>
                  </a:lnTo>
                  <a:lnTo>
                    <a:pt x="12306" y="8987"/>
                  </a:lnTo>
                  <a:lnTo>
                    <a:pt x="11971" y="8908"/>
                  </a:lnTo>
                  <a:lnTo>
                    <a:pt x="11595" y="8849"/>
                  </a:lnTo>
                  <a:lnTo>
                    <a:pt x="11200" y="8810"/>
                  </a:lnTo>
                  <a:lnTo>
                    <a:pt x="10805" y="8790"/>
                  </a:lnTo>
                  <a:lnTo>
                    <a:pt x="10153" y="8750"/>
                  </a:lnTo>
                  <a:lnTo>
                    <a:pt x="9877" y="8750"/>
                  </a:lnTo>
                  <a:lnTo>
                    <a:pt x="5907" y="4444"/>
                  </a:lnTo>
                  <a:lnTo>
                    <a:pt x="3122" y="1462"/>
                  </a:lnTo>
                  <a:lnTo>
                    <a:pt x="2174" y="435"/>
                  </a:lnTo>
                  <a:lnTo>
                    <a:pt x="1759" y="20"/>
                  </a:lnTo>
                  <a:lnTo>
                    <a:pt x="171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6" name="Shape 9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7" name="Google Shape;9077;p36"/>
          <p:cNvSpPr/>
          <p:nvPr/>
        </p:nvSpPr>
        <p:spPr>
          <a:xfrm rot="-5400000">
            <a:off x="1176144" y="1629872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78" name="Google Shape;9078;p36"/>
          <p:cNvSpPr txBox="1"/>
          <p:nvPr>
            <p:ph idx="4" type="title"/>
          </p:nvPr>
        </p:nvSpPr>
        <p:spPr>
          <a:xfrm>
            <a:off x="1216663" y="1684625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1</a:t>
            </a:r>
            <a:endParaRPr sz="1289"/>
          </a:p>
        </p:txBody>
      </p:sp>
      <p:sp>
        <p:nvSpPr>
          <p:cNvPr id="9079" name="Google Shape;9079;p36"/>
          <p:cNvSpPr txBox="1"/>
          <p:nvPr>
            <p:ph idx="6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9080" name="Google Shape;9080;p36"/>
          <p:cNvSpPr txBox="1"/>
          <p:nvPr>
            <p:ph type="title"/>
          </p:nvPr>
        </p:nvSpPr>
        <p:spPr>
          <a:xfrm>
            <a:off x="1541864" y="1629875"/>
            <a:ext cx="29682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</a:t>
            </a:r>
            <a:r>
              <a:rPr lang="en"/>
              <a:t> o</a:t>
            </a:r>
            <a:r>
              <a:rPr lang="en"/>
              <a:t>verview​</a:t>
            </a:r>
            <a:endParaRPr/>
          </a:p>
        </p:txBody>
      </p:sp>
      <p:sp>
        <p:nvSpPr>
          <p:cNvPr id="9081" name="Google Shape;9081;p36"/>
          <p:cNvSpPr/>
          <p:nvPr/>
        </p:nvSpPr>
        <p:spPr>
          <a:xfrm rot="-5400000">
            <a:off x="1176144" y="2023072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2" name="Google Shape;9082;p36"/>
          <p:cNvSpPr txBox="1"/>
          <p:nvPr>
            <p:ph idx="4" type="title"/>
          </p:nvPr>
        </p:nvSpPr>
        <p:spPr>
          <a:xfrm>
            <a:off x="1216663" y="2077825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3</a:t>
            </a:r>
            <a:endParaRPr sz="1289"/>
          </a:p>
        </p:txBody>
      </p:sp>
      <p:sp>
        <p:nvSpPr>
          <p:cNvPr id="9083" name="Google Shape;9083;p36"/>
          <p:cNvSpPr txBox="1"/>
          <p:nvPr>
            <p:ph type="title"/>
          </p:nvPr>
        </p:nvSpPr>
        <p:spPr>
          <a:xfrm>
            <a:off x="1541864" y="2023075"/>
            <a:ext cx="29682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Survey Questions​</a:t>
            </a:r>
            <a:endParaRPr sz="1900"/>
          </a:p>
        </p:txBody>
      </p:sp>
      <p:sp>
        <p:nvSpPr>
          <p:cNvPr id="9084" name="Google Shape;9084;p36"/>
          <p:cNvSpPr/>
          <p:nvPr/>
        </p:nvSpPr>
        <p:spPr>
          <a:xfrm rot="-5400000">
            <a:off x="1176144" y="2416272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5" name="Google Shape;9085;p36"/>
          <p:cNvSpPr txBox="1"/>
          <p:nvPr>
            <p:ph idx="4" type="title"/>
          </p:nvPr>
        </p:nvSpPr>
        <p:spPr>
          <a:xfrm>
            <a:off x="1216663" y="2471025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5</a:t>
            </a:r>
            <a:endParaRPr sz="1289"/>
          </a:p>
        </p:txBody>
      </p:sp>
      <p:sp>
        <p:nvSpPr>
          <p:cNvPr id="9086" name="Google Shape;9086;p36"/>
          <p:cNvSpPr txBox="1"/>
          <p:nvPr>
            <p:ph type="title"/>
          </p:nvPr>
        </p:nvSpPr>
        <p:spPr>
          <a:xfrm>
            <a:off x="1541864" y="2416275"/>
            <a:ext cx="29682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Possible Solutions​</a:t>
            </a:r>
            <a:endParaRPr sz="1900"/>
          </a:p>
        </p:txBody>
      </p:sp>
      <p:sp>
        <p:nvSpPr>
          <p:cNvPr id="9087" name="Google Shape;9087;p36"/>
          <p:cNvSpPr/>
          <p:nvPr/>
        </p:nvSpPr>
        <p:spPr>
          <a:xfrm rot="-5400000">
            <a:off x="1176144" y="2809472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8" name="Google Shape;9088;p36"/>
          <p:cNvSpPr txBox="1"/>
          <p:nvPr>
            <p:ph idx="4" type="title"/>
          </p:nvPr>
        </p:nvSpPr>
        <p:spPr>
          <a:xfrm>
            <a:off x="1216663" y="2864225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7</a:t>
            </a:r>
            <a:endParaRPr sz="1289"/>
          </a:p>
        </p:txBody>
      </p:sp>
      <p:sp>
        <p:nvSpPr>
          <p:cNvPr id="9089" name="Google Shape;9089;p36"/>
          <p:cNvSpPr txBox="1"/>
          <p:nvPr>
            <p:ph type="title"/>
          </p:nvPr>
        </p:nvSpPr>
        <p:spPr>
          <a:xfrm>
            <a:off x="1541864" y="2809475"/>
            <a:ext cx="29682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Benefit​</a:t>
            </a:r>
            <a:endParaRPr/>
          </a:p>
        </p:txBody>
      </p:sp>
      <p:sp>
        <p:nvSpPr>
          <p:cNvPr id="9090" name="Google Shape;9090;p36"/>
          <p:cNvSpPr/>
          <p:nvPr/>
        </p:nvSpPr>
        <p:spPr>
          <a:xfrm rot="-5400000">
            <a:off x="4630319" y="1575097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1" name="Google Shape;9091;p36"/>
          <p:cNvSpPr txBox="1"/>
          <p:nvPr>
            <p:ph idx="4" type="title"/>
          </p:nvPr>
        </p:nvSpPr>
        <p:spPr>
          <a:xfrm>
            <a:off x="4670838" y="1629850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2</a:t>
            </a:r>
            <a:endParaRPr sz="1289"/>
          </a:p>
        </p:txBody>
      </p:sp>
      <p:sp>
        <p:nvSpPr>
          <p:cNvPr id="9092" name="Google Shape;9092;p36"/>
          <p:cNvSpPr txBox="1"/>
          <p:nvPr>
            <p:ph type="title"/>
          </p:nvPr>
        </p:nvSpPr>
        <p:spPr>
          <a:xfrm>
            <a:off x="4996029" y="1575100"/>
            <a:ext cx="29718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Target Audience​</a:t>
            </a:r>
            <a:endParaRPr/>
          </a:p>
        </p:txBody>
      </p:sp>
      <p:sp>
        <p:nvSpPr>
          <p:cNvPr id="9093" name="Google Shape;9093;p36"/>
          <p:cNvSpPr/>
          <p:nvPr/>
        </p:nvSpPr>
        <p:spPr>
          <a:xfrm rot="-5400000">
            <a:off x="4630319" y="1968297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4" name="Google Shape;9094;p36"/>
          <p:cNvSpPr txBox="1"/>
          <p:nvPr>
            <p:ph idx="4" type="title"/>
          </p:nvPr>
        </p:nvSpPr>
        <p:spPr>
          <a:xfrm>
            <a:off x="4670838" y="2023050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4</a:t>
            </a:r>
            <a:endParaRPr sz="1289"/>
          </a:p>
        </p:txBody>
      </p:sp>
      <p:sp>
        <p:nvSpPr>
          <p:cNvPr id="9095" name="Google Shape;9095;p36"/>
          <p:cNvSpPr txBox="1"/>
          <p:nvPr>
            <p:ph type="title"/>
          </p:nvPr>
        </p:nvSpPr>
        <p:spPr>
          <a:xfrm>
            <a:off x="4996029" y="1968300"/>
            <a:ext cx="29718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Survey Analysis​</a:t>
            </a:r>
            <a:endParaRPr sz="1900"/>
          </a:p>
        </p:txBody>
      </p:sp>
      <p:sp>
        <p:nvSpPr>
          <p:cNvPr id="9096" name="Google Shape;9096;p36"/>
          <p:cNvSpPr/>
          <p:nvPr/>
        </p:nvSpPr>
        <p:spPr>
          <a:xfrm rot="-5400000">
            <a:off x="4630319" y="2361497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7" name="Google Shape;9097;p36"/>
          <p:cNvSpPr txBox="1"/>
          <p:nvPr>
            <p:ph idx="4" type="title"/>
          </p:nvPr>
        </p:nvSpPr>
        <p:spPr>
          <a:xfrm>
            <a:off x="4670838" y="2416250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6</a:t>
            </a:r>
            <a:endParaRPr sz="1289"/>
          </a:p>
        </p:txBody>
      </p:sp>
      <p:sp>
        <p:nvSpPr>
          <p:cNvPr id="9098" name="Google Shape;9098;p36"/>
          <p:cNvSpPr txBox="1"/>
          <p:nvPr>
            <p:ph type="title"/>
          </p:nvPr>
        </p:nvSpPr>
        <p:spPr>
          <a:xfrm>
            <a:off x="4996029" y="2361500"/>
            <a:ext cx="29718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Recommended Solution​</a:t>
            </a:r>
            <a:endParaRPr sz="1500"/>
          </a:p>
        </p:txBody>
      </p:sp>
      <p:sp>
        <p:nvSpPr>
          <p:cNvPr id="9099" name="Google Shape;9099;p36"/>
          <p:cNvSpPr/>
          <p:nvPr/>
        </p:nvSpPr>
        <p:spPr>
          <a:xfrm rot="-5400000">
            <a:off x="4630319" y="2754697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0" name="Google Shape;9100;p36"/>
          <p:cNvSpPr txBox="1"/>
          <p:nvPr>
            <p:ph idx="4" type="title"/>
          </p:nvPr>
        </p:nvSpPr>
        <p:spPr>
          <a:xfrm>
            <a:off x="4670838" y="2809450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8</a:t>
            </a:r>
            <a:endParaRPr sz="1289"/>
          </a:p>
        </p:txBody>
      </p:sp>
      <p:sp>
        <p:nvSpPr>
          <p:cNvPr id="9101" name="Google Shape;9101;p36"/>
          <p:cNvSpPr txBox="1"/>
          <p:nvPr>
            <p:ph type="title"/>
          </p:nvPr>
        </p:nvSpPr>
        <p:spPr>
          <a:xfrm>
            <a:off x="4996029" y="2754700"/>
            <a:ext cx="29718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Storyboard​</a:t>
            </a:r>
            <a:endParaRPr/>
          </a:p>
        </p:txBody>
      </p:sp>
      <p:sp>
        <p:nvSpPr>
          <p:cNvPr id="9102" name="Google Shape;9102;p36"/>
          <p:cNvSpPr/>
          <p:nvPr/>
        </p:nvSpPr>
        <p:spPr>
          <a:xfrm rot="-5400000">
            <a:off x="1176144" y="3202697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3" name="Google Shape;9103;p36"/>
          <p:cNvSpPr txBox="1"/>
          <p:nvPr>
            <p:ph idx="4" type="title"/>
          </p:nvPr>
        </p:nvSpPr>
        <p:spPr>
          <a:xfrm>
            <a:off x="1216663" y="3257450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89"/>
              <a:t>9</a:t>
            </a:r>
            <a:endParaRPr sz="1289"/>
          </a:p>
        </p:txBody>
      </p:sp>
      <p:sp>
        <p:nvSpPr>
          <p:cNvPr id="9104" name="Google Shape;9104;p36"/>
          <p:cNvSpPr txBox="1"/>
          <p:nvPr>
            <p:ph type="title"/>
          </p:nvPr>
        </p:nvSpPr>
        <p:spPr>
          <a:xfrm>
            <a:off x="1541864" y="3202700"/>
            <a:ext cx="29682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Gantt Chart​</a:t>
            </a:r>
            <a:endParaRPr/>
          </a:p>
        </p:txBody>
      </p:sp>
      <p:sp>
        <p:nvSpPr>
          <p:cNvPr id="9105" name="Google Shape;9105;p36"/>
          <p:cNvSpPr/>
          <p:nvPr/>
        </p:nvSpPr>
        <p:spPr>
          <a:xfrm rot="-5400000">
            <a:off x="4630319" y="3147922"/>
            <a:ext cx="365743" cy="365711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06" name="Google Shape;9106;p36"/>
          <p:cNvSpPr txBox="1"/>
          <p:nvPr>
            <p:ph idx="4" type="title"/>
          </p:nvPr>
        </p:nvSpPr>
        <p:spPr>
          <a:xfrm>
            <a:off x="4670838" y="3202675"/>
            <a:ext cx="284700" cy="256200"/>
          </a:xfrm>
          <a:prstGeom prst="rect">
            <a:avLst/>
          </a:prstGeom>
        </p:spPr>
        <p:txBody>
          <a:bodyPr anchorCtr="0" anchor="ctr" bIns="58925" lIns="58925" spcFirstLastPara="1" rIns="58925" wrap="square" tIns="58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89"/>
              <a:t>10</a:t>
            </a:r>
            <a:endParaRPr sz="789"/>
          </a:p>
        </p:txBody>
      </p:sp>
      <p:sp>
        <p:nvSpPr>
          <p:cNvPr id="9107" name="Google Shape;9107;p36"/>
          <p:cNvSpPr txBox="1"/>
          <p:nvPr>
            <p:ph type="title"/>
          </p:nvPr>
        </p:nvSpPr>
        <p:spPr>
          <a:xfrm>
            <a:off x="4996029" y="3147925"/>
            <a:ext cx="2971800" cy="36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Prototype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1" name="Shape 9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2" name="Google Shape;9112;p37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statement</a:t>
            </a:r>
            <a:endParaRPr/>
          </a:p>
        </p:txBody>
      </p:sp>
      <p:sp>
        <p:nvSpPr>
          <p:cNvPr id="9113" name="Google Shape;9113;p37"/>
          <p:cNvSpPr txBox="1"/>
          <p:nvPr>
            <p:ph idx="2" type="subTitle"/>
          </p:nvPr>
        </p:nvSpPr>
        <p:spPr>
          <a:xfrm>
            <a:off x="1180750" y="1114300"/>
            <a:ext cx="6782400" cy="328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Individual decision fatigue and Group decision conflict</a:t>
            </a:r>
            <a:r>
              <a:rPr lang="en" sz="105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.</a:t>
            </a:r>
            <a:r>
              <a:rPr lang="en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Users repeatedly experience difficulty and delay when deciding what to eat, particularly when using apps that are optimised for browsing rather than deciding. This has a real cost in time wasted, increased hunger/frustration, and a tendency to default to the same few options repeatedly rather than exploring genuinely. When groups need to agree on where to eat, existing tools offer no structured way to reach a decision. This leads to prolonged discussion, indecision, or dissatisfaction when one person's preference is chosen over others'.</a:t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opportunity here is to build a tool that inverts the usual product logic. Instead of expanding the user's choices, </a:t>
            </a:r>
            <a:r>
              <a:rPr i="1" lang="en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Munch Find!</a:t>
            </a:r>
            <a:r>
              <a:rPr lang="en"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deliberately narrows the decision down to one, using randomisation constrained by user-set filters. This addresses a genuine, everyday, and currently unmet need, and does so with a mechanic simple enough to implement as a functional prototype within the scope of this module.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17" name="Shape 9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8" name="Google Shape;9118;p38"/>
          <p:cNvSpPr txBox="1"/>
          <p:nvPr>
            <p:ph type="title"/>
          </p:nvPr>
        </p:nvSpPr>
        <p:spPr>
          <a:xfrm>
            <a:off x="1691827" y="2608700"/>
            <a:ext cx="20193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Grab Fan</a:t>
            </a:r>
            <a:endParaRPr sz="1800"/>
          </a:p>
        </p:txBody>
      </p:sp>
      <p:sp>
        <p:nvSpPr>
          <p:cNvPr id="9119" name="Google Shape;9119;p38"/>
          <p:cNvSpPr txBox="1"/>
          <p:nvPr>
            <p:ph idx="4" type="title"/>
          </p:nvPr>
        </p:nvSpPr>
        <p:spPr>
          <a:xfrm>
            <a:off x="720000" y="365746"/>
            <a:ext cx="77040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Target Audience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Open Sans"/>
                <a:ea typeface="Open Sans"/>
                <a:cs typeface="Open Sans"/>
                <a:sym typeface="Open Sans"/>
              </a:rPr>
              <a:t>Students and young working adults, aged 18–30 who:</a:t>
            </a:r>
            <a:endParaRPr sz="12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20" name="Google Shape;9120;p38"/>
          <p:cNvSpPr txBox="1"/>
          <p:nvPr>
            <p:ph idx="3" type="subTitle"/>
          </p:nvPr>
        </p:nvSpPr>
        <p:spPr>
          <a:xfrm>
            <a:off x="1691500" y="2825325"/>
            <a:ext cx="20199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Order food delivery or eat out </a:t>
            </a:r>
            <a:r>
              <a:rPr b="1" lang="en"/>
              <a:t>3+ times a week</a:t>
            </a:r>
            <a:endParaRPr b="1"/>
          </a:p>
        </p:txBody>
      </p:sp>
      <p:sp>
        <p:nvSpPr>
          <p:cNvPr id="9121" name="Google Shape;9121;p38"/>
          <p:cNvSpPr/>
          <p:nvPr/>
        </p:nvSpPr>
        <p:spPr>
          <a:xfrm rot="-5400000">
            <a:off x="2324532" y="1631734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22" name="Google Shape;9122;p38"/>
          <p:cNvSpPr/>
          <p:nvPr/>
        </p:nvSpPr>
        <p:spPr>
          <a:xfrm rot="-5400000">
            <a:off x="6358891" y="1631734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123" name="Google Shape;9123;p38"/>
          <p:cNvGrpSpPr/>
          <p:nvPr/>
        </p:nvGrpSpPr>
        <p:grpSpPr>
          <a:xfrm>
            <a:off x="2536013" y="1851975"/>
            <a:ext cx="336025" cy="318525"/>
            <a:chOff x="930875" y="1193650"/>
            <a:chExt cx="336025" cy="318525"/>
          </a:xfrm>
        </p:grpSpPr>
        <p:sp>
          <p:nvSpPr>
            <p:cNvPr id="9124" name="Google Shape;9124;p38"/>
            <p:cNvSpPr/>
            <p:nvPr/>
          </p:nvSpPr>
          <p:spPr>
            <a:xfrm>
              <a:off x="1094200" y="1276475"/>
              <a:ext cx="9350" cy="30375"/>
            </a:xfrm>
            <a:custGeom>
              <a:rect b="b" l="l" r="r" t="t"/>
              <a:pathLst>
                <a:path extrusionOk="0" h="1215" w="374">
                  <a:moveTo>
                    <a:pt x="1" y="1"/>
                  </a:moveTo>
                  <a:lnTo>
                    <a:pt x="1" y="94"/>
                  </a:lnTo>
                  <a:lnTo>
                    <a:pt x="1" y="1027"/>
                  </a:lnTo>
                  <a:lnTo>
                    <a:pt x="1" y="1121"/>
                  </a:lnTo>
                  <a:lnTo>
                    <a:pt x="47" y="1167"/>
                  </a:lnTo>
                  <a:lnTo>
                    <a:pt x="94" y="1214"/>
                  </a:lnTo>
                  <a:lnTo>
                    <a:pt x="281" y="1214"/>
                  </a:lnTo>
                  <a:lnTo>
                    <a:pt x="327" y="1167"/>
                  </a:lnTo>
                  <a:lnTo>
                    <a:pt x="374" y="1121"/>
                  </a:lnTo>
                  <a:lnTo>
                    <a:pt x="374" y="1027"/>
                  </a:lnTo>
                  <a:lnTo>
                    <a:pt x="374" y="94"/>
                  </a:lnTo>
                  <a:lnTo>
                    <a:pt x="37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5" name="Google Shape;9125;p38"/>
            <p:cNvSpPr/>
            <p:nvPr/>
          </p:nvSpPr>
          <p:spPr>
            <a:xfrm>
              <a:off x="943700" y="1302150"/>
              <a:ext cx="310375" cy="192525"/>
            </a:xfrm>
            <a:custGeom>
              <a:rect b="b" l="l" r="r" t="t"/>
              <a:pathLst>
                <a:path extrusionOk="0" h="7701" w="12415">
                  <a:moveTo>
                    <a:pt x="6207" y="0"/>
                  </a:moveTo>
                  <a:lnTo>
                    <a:pt x="5554" y="47"/>
                  </a:lnTo>
                  <a:lnTo>
                    <a:pt x="4947" y="140"/>
                  </a:lnTo>
                  <a:lnTo>
                    <a:pt x="4387" y="280"/>
                  </a:lnTo>
                  <a:lnTo>
                    <a:pt x="3780" y="514"/>
                  </a:lnTo>
                  <a:lnTo>
                    <a:pt x="3267" y="747"/>
                  </a:lnTo>
                  <a:lnTo>
                    <a:pt x="2754" y="1074"/>
                  </a:lnTo>
                  <a:lnTo>
                    <a:pt x="2287" y="1401"/>
                  </a:lnTo>
                  <a:lnTo>
                    <a:pt x="1820" y="1821"/>
                  </a:lnTo>
                  <a:lnTo>
                    <a:pt x="1447" y="2241"/>
                  </a:lnTo>
                  <a:lnTo>
                    <a:pt x="1074" y="2754"/>
                  </a:lnTo>
                  <a:lnTo>
                    <a:pt x="747" y="3267"/>
                  </a:lnTo>
                  <a:lnTo>
                    <a:pt x="514" y="3781"/>
                  </a:lnTo>
                  <a:lnTo>
                    <a:pt x="280" y="4341"/>
                  </a:lnTo>
                  <a:lnTo>
                    <a:pt x="140" y="4947"/>
                  </a:lnTo>
                  <a:lnTo>
                    <a:pt x="47" y="5554"/>
                  </a:lnTo>
                  <a:lnTo>
                    <a:pt x="0" y="6207"/>
                  </a:lnTo>
                  <a:lnTo>
                    <a:pt x="0" y="7701"/>
                  </a:lnTo>
                  <a:lnTo>
                    <a:pt x="12414" y="7701"/>
                  </a:lnTo>
                  <a:lnTo>
                    <a:pt x="12134" y="6254"/>
                  </a:lnTo>
                  <a:lnTo>
                    <a:pt x="12087" y="5741"/>
                  </a:lnTo>
                  <a:lnTo>
                    <a:pt x="11994" y="5227"/>
                  </a:lnTo>
                  <a:lnTo>
                    <a:pt x="11807" y="4667"/>
                  </a:lnTo>
                  <a:lnTo>
                    <a:pt x="11621" y="4154"/>
                  </a:lnTo>
                  <a:lnTo>
                    <a:pt x="11387" y="3641"/>
                  </a:lnTo>
                  <a:lnTo>
                    <a:pt x="11107" y="3081"/>
                  </a:lnTo>
                  <a:lnTo>
                    <a:pt x="10781" y="2614"/>
                  </a:lnTo>
                  <a:lnTo>
                    <a:pt x="10407" y="2147"/>
                  </a:lnTo>
                  <a:lnTo>
                    <a:pt x="9987" y="1681"/>
                  </a:lnTo>
                  <a:lnTo>
                    <a:pt x="9567" y="1261"/>
                  </a:lnTo>
                  <a:lnTo>
                    <a:pt x="9054" y="934"/>
                  </a:lnTo>
                  <a:lnTo>
                    <a:pt x="8541" y="607"/>
                  </a:lnTo>
                  <a:lnTo>
                    <a:pt x="8027" y="374"/>
                  </a:lnTo>
                  <a:lnTo>
                    <a:pt x="7421" y="187"/>
                  </a:lnTo>
                  <a:lnTo>
                    <a:pt x="6861" y="47"/>
                  </a:lnTo>
                  <a:lnTo>
                    <a:pt x="620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6" name="Google Shape;9126;p38"/>
            <p:cNvSpPr/>
            <p:nvPr/>
          </p:nvSpPr>
          <p:spPr>
            <a:xfrm>
              <a:off x="1090700" y="1302150"/>
              <a:ext cx="163375" cy="192525"/>
            </a:xfrm>
            <a:custGeom>
              <a:rect b="b" l="l" r="r" t="t"/>
              <a:pathLst>
                <a:path extrusionOk="0" h="7701" w="6535">
                  <a:moveTo>
                    <a:pt x="1" y="0"/>
                  </a:moveTo>
                  <a:lnTo>
                    <a:pt x="561" y="94"/>
                  </a:lnTo>
                  <a:lnTo>
                    <a:pt x="1121" y="187"/>
                  </a:lnTo>
                  <a:lnTo>
                    <a:pt x="1681" y="327"/>
                  </a:lnTo>
                  <a:lnTo>
                    <a:pt x="2194" y="561"/>
                  </a:lnTo>
                  <a:lnTo>
                    <a:pt x="2707" y="794"/>
                  </a:lnTo>
                  <a:lnTo>
                    <a:pt x="3174" y="1121"/>
                  </a:lnTo>
                  <a:lnTo>
                    <a:pt x="3641" y="1447"/>
                  </a:lnTo>
                  <a:lnTo>
                    <a:pt x="4014" y="1821"/>
                  </a:lnTo>
                  <a:lnTo>
                    <a:pt x="4434" y="2241"/>
                  </a:lnTo>
                  <a:lnTo>
                    <a:pt x="4807" y="2754"/>
                  </a:lnTo>
                  <a:lnTo>
                    <a:pt x="5087" y="3267"/>
                  </a:lnTo>
                  <a:lnTo>
                    <a:pt x="5367" y="3781"/>
                  </a:lnTo>
                  <a:lnTo>
                    <a:pt x="5554" y="4341"/>
                  </a:lnTo>
                  <a:lnTo>
                    <a:pt x="5741" y="4947"/>
                  </a:lnTo>
                  <a:lnTo>
                    <a:pt x="5834" y="5554"/>
                  </a:lnTo>
                  <a:lnTo>
                    <a:pt x="5834" y="6207"/>
                  </a:lnTo>
                  <a:lnTo>
                    <a:pt x="5834" y="7701"/>
                  </a:lnTo>
                  <a:lnTo>
                    <a:pt x="6534" y="7701"/>
                  </a:lnTo>
                  <a:lnTo>
                    <a:pt x="6534" y="6207"/>
                  </a:lnTo>
                  <a:lnTo>
                    <a:pt x="6487" y="5554"/>
                  </a:lnTo>
                  <a:lnTo>
                    <a:pt x="6394" y="4947"/>
                  </a:lnTo>
                  <a:lnTo>
                    <a:pt x="6254" y="4341"/>
                  </a:lnTo>
                  <a:lnTo>
                    <a:pt x="6021" y="3781"/>
                  </a:lnTo>
                  <a:lnTo>
                    <a:pt x="5787" y="3267"/>
                  </a:lnTo>
                  <a:lnTo>
                    <a:pt x="5461" y="2754"/>
                  </a:lnTo>
                  <a:lnTo>
                    <a:pt x="5087" y="2241"/>
                  </a:lnTo>
                  <a:lnTo>
                    <a:pt x="4714" y="1821"/>
                  </a:lnTo>
                  <a:lnTo>
                    <a:pt x="4247" y="1401"/>
                  </a:lnTo>
                  <a:lnTo>
                    <a:pt x="3781" y="1074"/>
                  </a:lnTo>
                  <a:lnTo>
                    <a:pt x="3267" y="747"/>
                  </a:lnTo>
                  <a:lnTo>
                    <a:pt x="2754" y="514"/>
                  </a:lnTo>
                  <a:lnTo>
                    <a:pt x="2194" y="280"/>
                  </a:lnTo>
                  <a:lnTo>
                    <a:pt x="1587" y="140"/>
                  </a:lnTo>
                  <a:lnTo>
                    <a:pt x="981" y="47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7" name="Google Shape;9127;p38"/>
            <p:cNvSpPr/>
            <p:nvPr/>
          </p:nvSpPr>
          <p:spPr>
            <a:xfrm>
              <a:off x="930875" y="1479500"/>
              <a:ext cx="331350" cy="32675"/>
            </a:xfrm>
            <a:custGeom>
              <a:rect b="b" l="l" r="r" t="t"/>
              <a:pathLst>
                <a:path extrusionOk="0" h="1307" w="13254">
                  <a:moveTo>
                    <a:pt x="187" y="0"/>
                  </a:moveTo>
                  <a:lnTo>
                    <a:pt x="93" y="93"/>
                  </a:lnTo>
                  <a:lnTo>
                    <a:pt x="47" y="187"/>
                  </a:lnTo>
                  <a:lnTo>
                    <a:pt x="0" y="327"/>
                  </a:lnTo>
                  <a:lnTo>
                    <a:pt x="0" y="980"/>
                  </a:lnTo>
                  <a:lnTo>
                    <a:pt x="47" y="1073"/>
                  </a:lnTo>
                  <a:lnTo>
                    <a:pt x="93" y="1213"/>
                  </a:lnTo>
                  <a:lnTo>
                    <a:pt x="187" y="1260"/>
                  </a:lnTo>
                  <a:lnTo>
                    <a:pt x="327" y="1307"/>
                  </a:lnTo>
                  <a:lnTo>
                    <a:pt x="13114" y="1307"/>
                  </a:lnTo>
                  <a:lnTo>
                    <a:pt x="13160" y="1213"/>
                  </a:lnTo>
                  <a:lnTo>
                    <a:pt x="13207" y="1073"/>
                  </a:lnTo>
                  <a:lnTo>
                    <a:pt x="13254" y="653"/>
                  </a:lnTo>
                  <a:lnTo>
                    <a:pt x="13207" y="187"/>
                  </a:lnTo>
                  <a:lnTo>
                    <a:pt x="13160" y="47"/>
                  </a:lnTo>
                  <a:lnTo>
                    <a:pt x="131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8" name="Google Shape;9128;p38"/>
            <p:cNvSpPr/>
            <p:nvPr/>
          </p:nvSpPr>
          <p:spPr>
            <a:xfrm>
              <a:off x="1075525" y="1235650"/>
              <a:ext cx="42025" cy="45525"/>
            </a:xfrm>
            <a:custGeom>
              <a:rect b="b" l="l" r="r" t="t"/>
              <a:pathLst>
                <a:path extrusionOk="0" h="1821" w="1681">
                  <a:moveTo>
                    <a:pt x="748" y="0"/>
                  </a:moveTo>
                  <a:lnTo>
                    <a:pt x="561" y="47"/>
                  </a:lnTo>
                  <a:lnTo>
                    <a:pt x="421" y="140"/>
                  </a:lnTo>
                  <a:lnTo>
                    <a:pt x="281" y="234"/>
                  </a:lnTo>
                  <a:lnTo>
                    <a:pt x="188" y="374"/>
                  </a:lnTo>
                  <a:lnTo>
                    <a:pt x="94" y="560"/>
                  </a:lnTo>
                  <a:lnTo>
                    <a:pt x="48" y="700"/>
                  </a:lnTo>
                  <a:lnTo>
                    <a:pt x="1" y="887"/>
                  </a:lnTo>
                  <a:lnTo>
                    <a:pt x="48" y="1074"/>
                  </a:lnTo>
                  <a:lnTo>
                    <a:pt x="94" y="1260"/>
                  </a:lnTo>
                  <a:lnTo>
                    <a:pt x="188" y="1447"/>
                  </a:lnTo>
                  <a:lnTo>
                    <a:pt x="281" y="1587"/>
                  </a:lnTo>
                  <a:lnTo>
                    <a:pt x="421" y="1680"/>
                  </a:lnTo>
                  <a:lnTo>
                    <a:pt x="561" y="1774"/>
                  </a:lnTo>
                  <a:lnTo>
                    <a:pt x="748" y="1820"/>
                  </a:lnTo>
                  <a:lnTo>
                    <a:pt x="1121" y="1820"/>
                  </a:lnTo>
                  <a:lnTo>
                    <a:pt x="1261" y="1774"/>
                  </a:lnTo>
                  <a:lnTo>
                    <a:pt x="1401" y="1680"/>
                  </a:lnTo>
                  <a:lnTo>
                    <a:pt x="1494" y="1587"/>
                  </a:lnTo>
                  <a:lnTo>
                    <a:pt x="1588" y="1447"/>
                  </a:lnTo>
                  <a:lnTo>
                    <a:pt x="1634" y="1260"/>
                  </a:lnTo>
                  <a:lnTo>
                    <a:pt x="1681" y="887"/>
                  </a:lnTo>
                  <a:lnTo>
                    <a:pt x="1634" y="560"/>
                  </a:lnTo>
                  <a:lnTo>
                    <a:pt x="1588" y="374"/>
                  </a:lnTo>
                  <a:lnTo>
                    <a:pt x="1494" y="234"/>
                  </a:lnTo>
                  <a:lnTo>
                    <a:pt x="1401" y="140"/>
                  </a:lnTo>
                  <a:lnTo>
                    <a:pt x="1261" y="4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9" name="Google Shape;9129;p38"/>
            <p:cNvSpPr/>
            <p:nvPr/>
          </p:nvSpPr>
          <p:spPr>
            <a:xfrm>
              <a:off x="1242375" y="1479500"/>
              <a:ext cx="24525" cy="32675"/>
            </a:xfrm>
            <a:custGeom>
              <a:rect b="b" l="l" r="r" t="t"/>
              <a:pathLst>
                <a:path extrusionOk="0" h="1307" w="981">
                  <a:moveTo>
                    <a:pt x="94" y="0"/>
                  </a:moveTo>
                  <a:lnTo>
                    <a:pt x="187" y="93"/>
                  </a:lnTo>
                  <a:lnTo>
                    <a:pt x="280" y="187"/>
                  </a:lnTo>
                  <a:lnTo>
                    <a:pt x="327" y="327"/>
                  </a:lnTo>
                  <a:lnTo>
                    <a:pt x="327" y="980"/>
                  </a:lnTo>
                  <a:lnTo>
                    <a:pt x="280" y="1073"/>
                  </a:lnTo>
                  <a:lnTo>
                    <a:pt x="187" y="1213"/>
                  </a:lnTo>
                  <a:lnTo>
                    <a:pt x="94" y="1260"/>
                  </a:lnTo>
                  <a:lnTo>
                    <a:pt x="0" y="1307"/>
                  </a:lnTo>
                  <a:lnTo>
                    <a:pt x="654" y="1307"/>
                  </a:lnTo>
                  <a:lnTo>
                    <a:pt x="794" y="1260"/>
                  </a:lnTo>
                  <a:lnTo>
                    <a:pt x="887" y="1213"/>
                  </a:lnTo>
                  <a:lnTo>
                    <a:pt x="980" y="1073"/>
                  </a:lnTo>
                  <a:lnTo>
                    <a:pt x="980" y="980"/>
                  </a:lnTo>
                  <a:lnTo>
                    <a:pt x="980" y="327"/>
                  </a:lnTo>
                  <a:lnTo>
                    <a:pt x="980" y="187"/>
                  </a:lnTo>
                  <a:lnTo>
                    <a:pt x="887" y="93"/>
                  </a:lnTo>
                  <a:lnTo>
                    <a:pt x="79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0" name="Google Shape;9130;p38"/>
            <p:cNvSpPr/>
            <p:nvPr/>
          </p:nvSpPr>
          <p:spPr>
            <a:xfrm>
              <a:off x="1090700" y="1235650"/>
              <a:ext cx="31525" cy="45525"/>
            </a:xfrm>
            <a:custGeom>
              <a:rect b="b" l="l" r="r" t="t"/>
              <a:pathLst>
                <a:path extrusionOk="0" h="1821" w="1261">
                  <a:moveTo>
                    <a:pt x="327" y="0"/>
                  </a:moveTo>
                  <a:lnTo>
                    <a:pt x="1" y="47"/>
                  </a:lnTo>
                  <a:lnTo>
                    <a:pt x="281" y="187"/>
                  </a:lnTo>
                  <a:lnTo>
                    <a:pt x="467" y="374"/>
                  </a:lnTo>
                  <a:lnTo>
                    <a:pt x="607" y="607"/>
                  </a:lnTo>
                  <a:lnTo>
                    <a:pt x="654" y="887"/>
                  </a:lnTo>
                  <a:lnTo>
                    <a:pt x="607" y="1214"/>
                  </a:lnTo>
                  <a:lnTo>
                    <a:pt x="467" y="1447"/>
                  </a:lnTo>
                  <a:lnTo>
                    <a:pt x="281" y="1634"/>
                  </a:lnTo>
                  <a:lnTo>
                    <a:pt x="1" y="1774"/>
                  </a:lnTo>
                  <a:lnTo>
                    <a:pt x="327" y="1820"/>
                  </a:lnTo>
                  <a:lnTo>
                    <a:pt x="514" y="1820"/>
                  </a:lnTo>
                  <a:lnTo>
                    <a:pt x="701" y="1774"/>
                  </a:lnTo>
                  <a:lnTo>
                    <a:pt x="841" y="1680"/>
                  </a:lnTo>
                  <a:lnTo>
                    <a:pt x="981" y="1587"/>
                  </a:lnTo>
                  <a:lnTo>
                    <a:pt x="1121" y="1447"/>
                  </a:lnTo>
                  <a:lnTo>
                    <a:pt x="1167" y="1260"/>
                  </a:lnTo>
                  <a:lnTo>
                    <a:pt x="1261" y="1074"/>
                  </a:lnTo>
                  <a:lnTo>
                    <a:pt x="1261" y="887"/>
                  </a:lnTo>
                  <a:lnTo>
                    <a:pt x="1261" y="700"/>
                  </a:lnTo>
                  <a:lnTo>
                    <a:pt x="1167" y="560"/>
                  </a:lnTo>
                  <a:lnTo>
                    <a:pt x="1121" y="374"/>
                  </a:lnTo>
                  <a:lnTo>
                    <a:pt x="981" y="234"/>
                  </a:lnTo>
                  <a:lnTo>
                    <a:pt x="841" y="140"/>
                  </a:lnTo>
                  <a:lnTo>
                    <a:pt x="701" y="47"/>
                  </a:lnTo>
                  <a:lnTo>
                    <a:pt x="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1" name="Google Shape;9131;p38"/>
            <p:cNvSpPr/>
            <p:nvPr/>
          </p:nvSpPr>
          <p:spPr>
            <a:xfrm>
              <a:off x="977525" y="1193650"/>
              <a:ext cx="10525" cy="29200"/>
            </a:xfrm>
            <a:custGeom>
              <a:rect b="b" l="l" r="r" t="t"/>
              <a:pathLst>
                <a:path extrusionOk="0" h="1168" w="421">
                  <a:moveTo>
                    <a:pt x="141" y="0"/>
                  </a:moveTo>
                  <a:lnTo>
                    <a:pt x="94" y="47"/>
                  </a:lnTo>
                  <a:lnTo>
                    <a:pt x="47" y="94"/>
                  </a:lnTo>
                  <a:lnTo>
                    <a:pt x="1" y="187"/>
                  </a:lnTo>
                  <a:lnTo>
                    <a:pt x="1" y="980"/>
                  </a:lnTo>
                  <a:lnTo>
                    <a:pt x="47" y="1027"/>
                  </a:lnTo>
                  <a:lnTo>
                    <a:pt x="94" y="1120"/>
                  </a:lnTo>
                  <a:lnTo>
                    <a:pt x="141" y="1167"/>
                  </a:lnTo>
                  <a:lnTo>
                    <a:pt x="281" y="1167"/>
                  </a:lnTo>
                  <a:lnTo>
                    <a:pt x="374" y="1120"/>
                  </a:lnTo>
                  <a:lnTo>
                    <a:pt x="421" y="1027"/>
                  </a:lnTo>
                  <a:lnTo>
                    <a:pt x="421" y="980"/>
                  </a:lnTo>
                  <a:lnTo>
                    <a:pt x="421" y="187"/>
                  </a:lnTo>
                  <a:lnTo>
                    <a:pt x="421" y="94"/>
                  </a:lnTo>
                  <a:lnTo>
                    <a:pt x="374" y="47"/>
                  </a:lnTo>
                  <a:lnTo>
                    <a:pt x="2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2" name="Google Shape;9132;p38"/>
            <p:cNvSpPr/>
            <p:nvPr/>
          </p:nvSpPr>
          <p:spPr>
            <a:xfrm>
              <a:off x="977525" y="1240325"/>
              <a:ext cx="10525" cy="29175"/>
            </a:xfrm>
            <a:custGeom>
              <a:rect b="b" l="l" r="r" t="t"/>
              <a:pathLst>
                <a:path extrusionOk="0" h="1167" w="421">
                  <a:moveTo>
                    <a:pt x="141" y="0"/>
                  </a:moveTo>
                  <a:lnTo>
                    <a:pt x="94" y="47"/>
                  </a:lnTo>
                  <a:lnTo>
                    <a:pt x="47" y="93"/>
                  </a:lnTo>
                  <a:lnTo>
                    <a:pt x="1" y="187"/>
                  </a:lnTo>
                  <a:lnTo>
                    <a:pt x="1" y="980"/>
                  </a:lnTo>
                  <a:lnTo>
                    <a:pt x="47" y="1073"/>
                  </a:lnTo>
                  <a:lnTo>
                    <a:pt x="94" y="1120"/>
                  </a:lnTo>
                  <a:lnTo>
                    <a:pt x="141" y="1167"/>
                  </a:lnTo>
                  <a:lnTo>
                    <a:pt x="281" y="1167"/>
                  </a:lnTo>
                  <a:lnTo>
                    <a:pt x="374" y="1120"/>
                  </a:lnTo>
                  <a:lnTo>
                    <a:pt x="421" y="1073"/>
                  </a:lnTo>
                  <a:lnTo>
                    <a:pt x="421" y="980"/>
                  </a:lnTo>
                  <a:lnTo>
                    <a:pt x="421" y="187"/>
                  </a:lnTo>
                  <a:lnTo>
                    <a:pt x="421" y="93"/>
                  </a:lnTo>
                  <a:lnTo>
                    <a:pt x="374" y="47"/>
                  </a:lnTo>
                  <a:lnTo>
                    <a:pt x="2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3" name="Google Shape;9133;p38"/>
            <p:cNvSpPr/>
            <p:nvPr/>
          </p:nvSpPr>
          <p:spPr>
            <a:xfrm>
              <a:off x="944875" y="1226325"/>
              <a:ext cx="29175" cy="10525"/>
            </a:xfrm>
            <a:custGeom>
              <a:rect b="b" l="l" r="r" t="t"/>
              <a:pathLst>
                <a:path extrusionOk="0" h="421" w="1167">
                  <a:moveTo>
                    <a:pt x="187" y="0"/>
                  </a:moveTo>
                  <a:lnTo>
                    <a:pt x="140" y="47"/>
                  </a:lnTo>
                  <a:lnTo>
                    <a:pt x="47" y="47"/>
                  </a:lnTo>
                  <a:lnTo>
                    <a:pt x="0" y="140"/>
                  </a:lnTo>
                  <a:lnTo>
                    <a:pt x="0" y="187"/>
                  </a:lnTo>
                  <a:lnTo>
                    <a:pt x="0" y="280"/>
                  </a:lnTo>
                  <a:lnTo>
                    <a:pt x="47" y="327"/>
                  </a:lnTo>
                  <a:lnTo>
                    <a:pt x="140" y="373"/>
                  </a:lnTo>
                  <a:lnTo>
                    <a:pt x="187" y="420"/>
                  </a:lnTo>
                  <a:lnTo>
                    <a:pt x="980" y="420"/>
                  </a:lnTo>
                  <a:lnTo>
                    <a:pt x="1073" y="373"/>
                  </a:lnTo>
                  <a:lnTo>
                    <a:pt x="1120" y="327"/>
                  </a:lnTo>
                  <a:lnTo>
                    <a:pt x="1167" y="280"/>
                  </a:lnTo>
                  <a:lnTo>
                    <a:pt x="1167" y="187"/>
                  </a:lnTo>
                  <a:lnTo>
                    <a:pt x="1167" y="140"/>
                  </a:lnTo>
                  <a:lnTo>
                    <a:pt x="1120" y="47"/>
                  </a:lnTo>
                  <a:lnTo>
                    <a:pt x="1073" y="47"/>
                  </a:lnTo>
                  <a:lnTo>
                    <a:pt x="98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4" name="Google Shape;9134;p38"/>
            <p:cNvSpPr/>
            <p:nvPr/>
          </p:nvSpPr>
          <p:spPr>
            <a:xfrm>
              <a:off x="991525" y="1226325"/>
              <a:ext cx="29200" cy="10525"/>
            </a:xfrm>
            <a:custGeom>
              <a:rect b="b" l="l" r="r" t="t"/>
              <a:pathLst>
                <a:path extrusionOk="0" h="421" w="1168">
                  <a:moveTo>
                    <a:pt x="187" y="0"/>
                  </a:moveTo>
                  <a:lnTo>
                    <a:pt x="141" y="47"/>
                  </a:lnTo>
                  <a:lnTo>
                    <a:pt x="47" y="47"/>
                  </a:lnTo>
                  <a:lnTo>
                    <a:pt x="1" y="140"/>
                  </a:lnTo>
                  <a:lnTo>
                    <a:pt x="1" y="187"/>
                  </a:lnTo>
                  <a:lnTo>
                    <a:pt x="1" y="280"/>
                  </a:lnTo>
                  <a:lnTo>
                    <a:pt x="47" y="327"/>
                  </a:lnTo>
                  <a:lnTo>
                    <a:pt x="141" y="373"/>
                  </a:lnTo>
                  <a:lnTo>
                    <a:pt x="187" y="420"/>
                  </a:lnTo>
                  <a:lnTo>
                    <a:pt x="981" y="420"/>
                  </a:lnTo>
                  <a:lnTo>
                    <a:pt x="1074" y="373"/>
                  </a:lnTo>
                  <a:lnTo>
                    <a:pt x="1121" y="327"/>
                  </a:lnTo>
                  <a:lnTo>
                    <a:pt x="1167" y="280"/>
                  </a:lnTo>
                  <a:lnTo>
                    <a:pt x="1167" y="187"/>
                  </a:lnTo>
                  <a:lnTo>
                    <a:pt x="1167" y="140"/>
                  </a:lnTo>
                  <a:lnTo>
                    <a:pt x="1121" y="47"/>
                  </a:lnTo>
                  <a:lnTo>
                    <a:pt x="1074" y="47"/>
                  </a:lnTo>
                  <a:lnTo>
                    <a:pt x="9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5" name="Google Shape;9135;p38"/>
            <p:cNvSpPr/>
            <p:nvPr/>
          </p:nvSpPr>
          <p:spPr>
            <a:xfrm>
              <a:off x="1215550" y="1228650"/>
              <a:ext cx="10525" cy="29200"/>
            </a:xfrm>
            <a:custGeom>
              <a:rect b="b" l="l" r="r" t="t"/>
              <a:pathLst>
                <a:path extrusionOk="0" h="1168" w="421">
                  <a:moveTo>
                    <a:pt x="187" y="0"/>
                  </a:moveTo>
                  <a:lnTo>
                    <a:pt x="140" y="47"/>
                  </a:lnTo>
                  <a:lnTo>
                    <a:pt x="47" y="47"/>
                  </a:lnTo>
                  <a:lnTo>
                    <a:pt x="0" y="140"/>
                  </a:lnTo>
                  <a:lnTo>
                    <a:pt x="0" y="187"/>
                  </a:lnTo>
                  <a:lnTo>
                    <a:pt x="0" y="980"/>
                  </a:lnTo>
                  <a:lnTo>
                    <a:pt x="0" y="1074"/>
                  </a:lnTo>
                  <a:lnTo>
                    <a:pt x="47" y="1120"/>
                  </a:lnTo>
                  <a:lnTo>
                    <a:pt x="140" y="1167"/>
                  </a:lnTo>
                  <a:lnTo>
                    <a:pt x="280" y="1167"/>
                  </a:lnTo>
                  <a:lnTo>
                    <a:pt x="327" y="1120"/>
                  </a:lnTo>
                  <a:lnTo>
                    <a:pt x="373" y="1074"/>
                  </a:lnTo>
                  <a:lnTo>
                    <a:pt x="420" y="980"/>
                  </a:lnTo>
                  <a:lnTo>
                    <a:pt x="420" y="187"/>
                  </a:lnTo>
                  <a:lnTo>
                    <a:pt x="373" y="140"/>
                  </a:lnTo>
                  <a:lnTo>
                    <a:pt x="327" y="47"/>
                  </a:lnTo>
                  <a:lnTo>
                    <a:pt x="280" y="47"/>
                  </a:lnTo>
                  <a:lnTo>
                    <a:pt x="18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6" name="Google Shape;9136;p38"/>
            <p:cNvSpPr/>
            <p:nvPr/>
          </p:nvSpPr>
          <p:spPr>
            <a:xfrm>
              <a:off x="1215550" y="1275325"/>
              <a:ext cx="10525" cy="30350"/>
            </a:xfrm>
            <a:custGeom>
              <a:rect b="b" l="l" r="r" t="t"/>
              <a:pathLst>
                <a:path extrusionOk="0" h="1214" w="421">
                  <a:moveTo>
                    <a:pt x="187" y="0"/>
                  </a:moveTo>
                  <a:lnTo>
                    <a:pt x="140" y="47"/>
                  </a:lnTo>
                  <a:lnTo>
                    <a:pt x="47" y="93"/>
                  </a:lnTo>
                  <a:lnTo>
                    <a:pt x="0" y="140"/>
                  </a:lnTo>
                  <a:lnTo>
                    <a:pt x="0" y="233"/>
                  </a:lnTo>
                  <a:lnTo>
                    <a:pt x="0" y="980"/>
                  </a:lnTo>
                  <a:lnTo>
                    <a:pt x="0" y="1073"/>
                  </a:lnTo>
                  <a:lnTo>
                    <a:pt x="47" y="1120"/>
                  </a:lnTo>
                  <a:lnTo>
                    <a:pt x="140" y="1167"/>
                  </a:lnTo>
                  <a:lnTo>
                    <a:pt x="187" y="1213"/>
                  </a:lnTo>
                  <a:lnTo>
                    <a:pt x="280" y="1167"/>
                  </a:lnTo>
                  <a:lnTo>
                    <a:pt x="327" y="1120"/>
                  </a:lnTo>
                  <a:lnTo>
                    <a:pt x="373" y="1073"/>
                  </a:lnTo>
                  <a:lnTo>
                    <a:pt x="420" y="980"/>
                  </a:lnTo>
                  <a:lnTo>
                    <a:pt x="420" y="233"/>
                  </a:lnTo>
                  <a:lnTo>
                    <a:pt x="373" y="140"/>
                  </a:lnTo>
                  <a:lnTo>
                    <a:pt x="327" y="93"/>
                  </a:lnTo>
                  <a:lnTo>
                    <a:pt x="280" y="47"/>
                  </a:lnTo>
                  <a:lnTo>
                    <a:pt x="18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7" name="Google Shape;9137;p38"/>
            <p:cNvSpPr/>
            <p:nvPr/>
          </p:nvSpPr>
          <p:spPr>
            <a:xfrm>
              <a:off x="1182875" y="1262475"/>
              <a:ext cx="29200" cy="9375"/>
            </a:xfrm>
            <a:custGeom>
              <a:rect b="b" l="l" r="r" t="t"/>
              <a:pathLst>
                <a:path extrusionOk="0" h="375" w="1168">
                  <a:moveTo>
                    <a:pt x="94" y="1"/>
                  </a:moveTo>
                  <a:lnTo>
                    <a:pt x="47" y="47"/>
                  </a:lnTo>
                  <a:lnTo>
                    <a:pt x="0" y="94"/>
                  </a:lnTo>
                  <a:lnTo>
                    <a:pt x="0" y="187"/>
                  </a:lnTo>
                  <a:lnTo>
                    <a:pt x="0" y="281"/>
                  </a:lnTo>
                  <a:lnTo>
                    <a:pt x="47" y="327"/>
                  </a:lnTo>
                  <a:lnTo>
                    <a:pt x="94" y="374"/>
                  </a:lnTo>
                  <a:lnTo>
                    <a:pt x="1027" y="374"/>
                  </a:lnTo>
                  <a:lnTo>
                    <a:pt x="1120" y="327"/>
                  </a:lnTo>
                  <a:lnTo>
                    <a:pt x="1167" y="281"/>
                  </a:lnTo>
                  <a:lnTo>
                    <a:pt x="1167" y="187"/>
                  </a:lnTo>
                  <a:lnTo>
                    <a:pt x="1167" y="94"/>
                  </a:lnTo>
                  <a:lnTo>
                    <a:pt x="1120" y="47"/>
                  </a:lnTo>
                  <a:lnTo>
                    <a:pt x="102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8" name="Google Shape;9138;p38"/>
            <p:cNvSpPr/>
            <p:nvPr/>
          </p:nvSpPr>
          <p:spPr>
            <a:xfrm>
              <a:off x="1229550" y="1262475"/>
              <a:ext cx="29175" cy="9375"/>
            </a:xfrm>
            <a:custGeom>
              <a:rect b="b" l="l" r="r" t="t"/>
              <a:pathLst>
                <a:path extrusionOk="0" h="375" w="1167">
                  <a:moveTo>
                    <a:pt x="93" y="1"/>
                  </a:moveTo>
                  <a:lnTo>
                    <a:pt x="47" y="47"/>
                  </a:lnTo>
                  <a:lnTo>
                    <a:pt x="0" y="94"/>
                  </a:lnTo>
                  <a:lnTo>
                    <a:pt x="0" y="187"/>
                  </a:lnTo>
                  <a:lnTo>
                    <a:pt x="0" y="281"/>
                  </a:lnTo>
                  <a:lnTo>
                    <a:pt x="47" y="327"/>
                  </a:lnTo>
                  <a:lnTo>
                    <a:pt x="93" y="374"/>
                  </a:lnTo>
                  <a:lnTo>
                    <a:pt x="1027" y="374"/>
                  </a:lnTo>
                  <a:lnTo>
                    <a:pt x="1120" y="327"/>
                  </a:lnTo>
                  <a:lnTo>
                    <a:pt x="1167" y="281"/>
                  </a:lnTo>
                  <a:lnTo>
                    <a:pt x="1167" y="187"/>
                  </a:lnTo>
                  <a:lnTo>
                    <a:pt x="1167" y="94"/>
                  </a:lnTo>
                  <a:lnTo>
                    <a:pt x="1120" y="47"/>
                  </a:lnTo>
                  <a:lnTo>
                    <a:pt x="102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139" name="Google Shape;9139;p38"/>
          <p:cNvGrpSpPr/>
          <p:nvPr/>
        </p:nvGrpSpPr>
        <p:grpSpPr>
          <a:xfrm>
            <a:off x="6570338" y="1845550"/>
            <a:ext cx="336050" cy="331375"/>
            <a:chOff x="3959625" y="1186650"/>
            <a:chExt cx="336050" cy="331375"/>
          </a:xfrm>
        </p:grpSpPr>
        <p:sp>
          <p:nvSpPr>
            <p:cNvPr id="9140" name="Google Shape;9140;p38"/>
            <p:cNvSpPr/>
            <p:nvPr/>
          </p:nvSpPr>
          <p:spPr>
            <a:xfrm>
              <a:off x="4136975" y="1201825"/>
              <a:ext cx="61850" cy="49025"/>
            </a:xfrm>
            <a:custGeom>
              <a:rect b="b" l="l" r="r" t="t"/>
              <a:pathLst>
                <a:path extrusionOk="0" h="1961" w="2474">
                  <a:moveTo>
                    <a:pt x="0" y="0"/>
                  </a:moveTo>
                  <a:lnTo>
                    <a:pt x="0" y="1960"/>
                  </a:lnTo>
                  <a:lnTo>
                    <a:pt x="2427" y="1960"/>
                  </a:lnTo>
                  <a:lnTo>
                    <a:pt x="2427" y="1867"/>
                  </a:lnTo>
                  <a:lnTo>
                    <a:pt x="2474" y="1633"/>
                  </a:lnTo>
                  <a:lnTo>
                    <a:pt x="2474" y="980"/>
                  </a:lnTo>
                  <a:lnTo>
                    <a:pt x="2474" y="327"/>
                  </a:lnTo>
                  <a:lnTo>
                    <a:pt x="2474" y="93"/>
                  </a:lnTo>
                  <a:lnTo>
                    <a:pt x="24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1" name="Google Shape;9141;p38"/>
            <p:cNvSpPr/>
            <p:nvPr/>
          </p:nvSpPr>
          <p:spPr>
            <a:xfrm>
              <a:off x="4115975" y="1186650"/>
              <a:ext cx="23350" cy="129525"/>
            </a:xfrm>
            <a:custGeom>
              <a:rect b="b" l="l" r="r" t="t"/>
              <a:pathLst>
                <a:path extrusionOk="0" h="5181" w="934">
                  <a:moveTo>
                    <a:pt x="234" y="0"/>
                  </a:moveTo>
                  <a:lnTo>
                    <a:pt x="140" y="47"/>
                  </a:lnTo>
                  <a:lnTo>
                    <a:pt x="94" y="94"/>
                  </a:lnTo>
                  <a:lnTo>
                    <a:pt x="47" y="140"/>
                  </a:lnTo>
                  <a:lnTo>
                    <a:pt x="0" y="234"/>
                  </a:lnTo>
                  <a:lnTo>
                    <a:pt x="0" y="5181"/>
                  </a:lnTo>
                  <a:lnTo>
                    <a:pt x="934" y="5181"/>
                  </a:lnTo>
                  <a:lnTo>
                    <a:pt x="934" y="234"/>
                  </a:lnTo>
                  <a:lnTo>
                    <a:pt x="887" y="140"/>
                  </a:lnTo>
                  <a:lnTo>
                    <a:pt x="840" y="94"/>
                  </a:lnTo>
                  <a:lnTo>
                    <a:pt x="794" y="47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2" name="Google Shape;9142;p38"/>
            <p:cNvSpPr/>
            <p:nvPr/>
          </p:nvSpPr>
          <p:spPr>
            <a:xfrm>
              <a:off x="3995800" y="1303325"/>
              <a:ext cx="263700" cy="193700"/>
            </a:xfrm>
            <a:custGeom>
              <a:rect b="b" l="l" r="r" t="t"/>
              <a:pathLst>
                <a:path extrusionOk="0" h="7748" w="10548">
                  <a:moveTo>
                    <a:pt x="1774" y="0"/>
                  </a:moveTo>
                  <a:lnTo>
                    <a:pt x="1401" y="47"/>
                  </a:lnTo>
                  <a:lnTo>
                    <a:pt x="1074" y="140"/>
                  </a:lnTo>
                  <a:lnTo>
                    <a:pt x="794" y="327"/>
                  </a:lnTo>
                  <a:lnTo>
                    <a:pt x="514" y="560"/>
                  </a:lnTo>
                  <a:lnTo>
                    <a:pt x="327" y="794"/>
                  </a:lnTo>
                  <a:lnTo>
                    <a:pt x="141" y="1120"/>
                  </a:lnTo>
                  <a:lnTo>
                    <a:pt x="47" y="1447"/>
                  </a:lnTo>
                  <a:lnTo>
                    <a:pt x="1" y="1774"/>
                  </a:lnTo>
                  <a:lnTo>
                    <a:pt x="1" y="7747"/>
                  </a:lnTo>
                  <a:lnTo>
                    <a:pt x="10548" y="7747"/>
                  </a:lnTo>
                  <a:lnTo>
                    <a:pt x="10361" y="5834"/>
                  </a:lnTo>
                  <a:lnTo>
                    <a:pt x="10361" y="5740"/>
                  </a:lnTo>
                  <a:lnTo>
                    <a:pt x="10268" y="5647"/>
                  </a:lnTo>
                  <a:lnTo>
                    <a:pt x="10081" y="5600"/>
                  </a:lnTo>
                  <a:lnTo>
                    <a:pt x="9848" y="5460"/>
                  </a:lnTo>
                  <a:lnTo>
                    <a:pt x="9661" y="5367"/>
                  </a:lnTo>
                  <a:lnTo>
                    <a:pt x="9521" y="5180"/>
                  </a:lnTo>
                  <a:lnTo>
                    <a:pt x="9381" y="4994"/>
                  </a:lnTo>
                  <a:lnTo>
                    <a:pt x="9288" y="4807"/>
                  </a:lnTo>
                  <a:lnTo>
                    <a:pt x="9241" y="4574"/>
                  </a:lnTo>
                  <a:lnTo>
                    <a:pt x="9194" y="4340"/>
                  </a:lnTo>
                  <a:lnTo>
                    <a:pt x="9241" y="3874"/>
                  </a:lnTo>
                  <a:lnTo>
                    <a:pt x="9288" y="3687"/>
                  </a:lnTo>
                  <a:lnTo>
                    <a:pt x="9381" y="3500"/>
                  </a:lnTo>
                  <a:lnTo>
                    <a:pt x="9474" y="3314"/>
                  </a:lnTo>
                  <a:lnTo>
                    <a:pt x="9614" y="3174"/>
                  </a:lnTo>
                  <a:lnTo>
                    <a:pt x="9801" y="3080"/>
                  </a:lnTo>
                  <a:lnTo>
                    <a:pt x="9988" y="3034"/>
                  </a:lnTo>
                  <a:lnTo>
                    <a:pt x="10034" y="2987"/>
                  </a:lnTo>
                  <a:lnTo>
                    <a:pt x="10081" y="2940"/>
                  </a:lnTo>
                  <a:lnTo>
                    <a:pt x="10081" y="2800"/>
                  </a:lnTo>
                  <a:lnTo>
                    <a:pt x="10174" y="654"/>
                  </a:lnTo>
                  <a:lnTo>
                    <a:pt x="10221" y="233"/>
                  </a:lnTo>
                  <a:lnTo>
                    <a:pt x="10174" y="93"/>
                  </a:lnTo>
                  <a:lnTo>
                    <a:pt x="10128" y="47"/>
                  </a:lnTo>
                  <a:lnTo>
                    <a:pt x="100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3" name="Google Shape;9143;p38"/>
            <p:cNvSpPr/>
            <p:nvPr/>
          </p:nvSpPr>
          <p:spPr>
            <a:xfrm>
              <a:off x="4213975" y="1303325"/>
              <a:ext cx="45525" cy="193700"/>
            </a:xfrm>
            <a:custGeom>
              <a:rect b="b" l="l" r="r" t="t"/>
              <a:pathLst>
                <a:path extrusionOk="0" h="7748" w="1821">
                  <a:moveTo>
                    <a:pt x="654" y="0"/>
                  </a:moveTo>
                  <a:lnTo>
                    <a:pt x="841" y="47"/>
                  </a:lnTo>
                  <a:lnTo>
                    <a:pt x="981" y="187"/>
                  </a:lnTo>
                  <a:lnTo>
                    <a:pt x="1074" y="327"/>
                  </a:lnTo>
                  <a:lnTo>
                    <a:pt x="1121" y="514"/>
                  </a:lnTo>
                  <a:lnTo>
                    <a:pt x="1121" y="2894"/>
                  </a:lnTo>
                  <a:lnTo>
                    <a:pt x="1121" y="2940"/>
                  </a:lnTo>
                  <a:lnTo>
                    <a:pt x="1027" y="2987"/>
                  </a:lnTo>
                  <a:lnTo>
                    <a:pt x="841" y="3034"/>
                  </a:lnTo>
                  <a:lnTo>
                    <a:pt x="654" y="3127"/>
                  </a:lnTo>
                  <a:lnTo>
                    <a:pt x="467" y="3267"/>
                  </a:lnTo>
                  <a:lnTo>
                    <a:pt x="327" y="3407"/>
                  </a:lnTo>
                  <a:lnTo>
                    <a:pt x="187" y="3594"/>
                  </a:lnTo>
                  <a:lnTo>
                    <a:pt x="94" y="3780"/>
                  </a:lnTo>
                  <a:lnTo>
                    <a:pt x="47" y="4014"/>
                  </a:lnTo>
                  <a:lnTo>
                    <a:pt x="1" y="4247"/>
                  </a:lnTo>
                  <a:lnTo>
                    <a:pt x="47" y="4480"/>
                  </a:lnTo>
                  <a:lnTo>
                    <a:pt x="94" y="4667"/>
                  </a:lnTo>
                  <a:lnTo>
                    <a:pt x="187" y="4900"/>
                  </a:lnTo>
                  <a:lnTo>
                    <a:pt x="327" y="5040"/>
                  </a:lnTo>
                  <a:lnTo>
                    <a:pt x="467" y="5227"/>
                  </a:lnTo>
                  <a:lnTo>
                    <a:pt x="654" y="5367"/>
                  </a:lnTo>
                  <a:lnTo>
                    <a:pt x="841" y="5460"/>
                  </a:lnTo>
                  <a:lnTo>
                    <a:pt x="1027" y="5507"/>
                  </a:lnTo>
                  <a:lnTo>
                    <a:pt x="1121" y="5554"/>
                  </a:lnTo>
                  <a:lnTo>
                    <a:pt x="1121" y="5600"/>
                  </a:lnTo>
                  <a:lnTo>
                    <a:pt x="1121" y="7747"/>
                  </a:lnTo>
                  <a:lnTo>
                    <a:pt x="1821" y="7747"/>
                  </a:lnTo>
                  <a:lnTo>
                    <a:pt x="1821" y="5600"/>
                  </a:lnTo>
                  <a:lnTo>
                    <a:pt x="1774" y="5554"/>
                  </a:lnTo>
                  <a:lnTo>
                    <a:pt x="1727" y="5507"/>
                  </a:lnTo>
                  <a:lnTo>
                    <a:pt x="1494" y="5460"/>
                  </a:lnTo>
                  <a:lnTo>
                    <a:pt x="1307" y="5367"/>
                  </a:lnTo>
                  <a:lnTo>
                    <a:pt x="1121" y="5227"/>
                  </a:lnTo>
                  <a:lnTo>
                    <a:pt x="981" y="5040"/>
                  </a:lnTo>
                  <a:lnTo>
                    <a:pt x="841" y="4900"/>
                  </a:lnTo>
                  <a:lnTo>
                    <a:pt x="747" y="4667"/>
                  </a:lnTo>
                  <a:lnTo>
                    <a:pt x="701" y="4480"/>
                  </a:lnTo>
                  <a:lnTo>
                    <a:pt x="701" y="4247"/>
                  </a:lnTo>
                  <a:lnTo>
                    <a:pt x="701" y="4014"/>
                  </a:lnTo>
                  <a:lnTo>
                    <a:pt x="747" y="3780"/>
                  </a:lnTo>
                  <a:lnTo>
                    <a:pt x="841" y="3594"/>
                  </a:lnTo>
                  <a:lnTo>
                    <a:pt x="981" y="3407"/>
                  </a:lnTo>
                  <a:lnTo>
                    <a:pt x="1121" y="3267"/>
                  </a:lnTo>
                  <a:lnTo>
                    <a:pt x="1307" y="3127"/>
                  </a:lnTo>
                  <a:lnTo>
                    <a:pt x="1494" y="3034"/>
                  </a:lnTo>
                  <a:lnTo>
                    <a:pt x="1727" y="2987"/>
                  </a:lnTo>
                  <a:lnTo>
                    <a:pt x="1774" y="2940"/>
                  </a:lnTo>
                  <a:lnTo>
                    <a:pt x="1821" y="2894"/>
                  </a:lnTo>
                  <a:lnTo>
                    <a:pt x="1821" y="514"/>
                  </a:lnTo>
                  <a:lnTo>
                    <a:pt x="1774" y="327"/>
                  </a:lnTo>
                  <a:lnTo>
                    <a:pt x="1681" y="187"/>
                  </a:lnTo>
                  <a:lnTo>
                    <a:pt x="1494" y="47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4" name="Google Shape;9144;p38"/>
            <p:cNvSpPr/>
            <p:nvPr/>
          </p:nvSpPr>
          <p:spPr>
            <a:xfrm>
              <a:off x="4115975" y="1446825"/>
              <a:ext cx="51350" cy="51350"/>
            </a:xfrm>
            <a:custGeom>
              <a:rect b="b" l="l" r="r" t="t"/>
              <a:pathLst>
                <a:path extrusionOk="0" h="2054" w="2054">
                  <a:moveTo>
                    <a:pt x="1027" y="0"/>
                  </a:moveTo>
                  <a:lnTo>
                    <a:pt x="840" y="47"/>
                  </a:lnTo>
                  <a:lnTo>
                    <a:pt x="607" y="94"/>
                  </a:lnTo>
                  <a:lnTo>
                    <a:pt x="467" y="187"/>
                  </a:lnTo>
                  <a:lnTo>
                    <a:pt x="280" y="327"/>
                  </a:lnTo>
                  <a:lnTo>
                    <a:pt x="187" y="467"/>
                  </a:lnTo>
                  <a:lnTo>
                    <a:pt x="94" y="654"/>
                  </a:lnTo>
                  <a:lnTo>
                    <a:pt x="47" y="840"/>
                  </a:lnTo>
                  <a:lnTo>
                    <a:pt x="0" y="1027"/>
                  </a:lnTo>
                  <a:lnTo>
                    <a:pt x="47" y="1260"/>
                  </a:lnTo>
                  <a:lnTo>
                    <a:pt x="94" y="1447"/>
                  </a:lnTo>
                  <a:lnTo>
                    <a:pt x="187" y="1634"/>
                  </a:lnTo>
                  <a:lnTo>
                    <a:pt x="280" y="1774"/>
                  </a:lnTo>
                  <a:lnTo>
                    <a:pt x="467" y="1867"/>
                  </a:lnTo>
                  <a:lnTo>
                    <a:pt x="607" y="1960"/>
                  </a:lnTo>
                  <a:lnTo>
                    <a:pt x="840" y="2054"/>
                  </a:lnTo>
                  <a:lnTo>
                    <a:pt x="1214" y="2054"/>
                  </a:lnTo>
                  <a:lnTo>
                    <a:pt x="1447" y="1960"/>
                  </a:lnTo>
                  <a:lnTo>
                    <a:pt x="1587" y="1867"/>
                  </a:lnTo>
                  <a:lnTo>
                    <a:pt x="1727" y="1774"/>
                  </a:lnTo>
                  <a:lnTo>
                    <a:pt x="1867" y="1634"/>
                  </a:lnTo>
                  <a:lnTo>
                    <a:pt x="1961" y="1447"/>
                  </a:lnTo>
                  <a:lnTo>
                    <a:pt x="2007" y="1260"/>
                  </a:lnTo>
                  <a:lnTo>
                    <a:pt x="2054" y="1027"/>
                  </a:lnTo>
                  <a:lnTo>
                    <a:pt x="2007" y="840"/>
                  </a:lnTo>
                  <a:lnTo>
                    <a:pt x="1961" y="654"/>
                  </a:lnTo>
                  <a:lnTo>
                    <a:pt x="1867" y="467"/>
                  </a:lnTo>
                  <a:lnTo>
                    <a:pt x="1727" y="327"/>
                  </a:lnTo>
                  <a:lnTo>
                    <a:pt x="1587" y="187"/>
                  </a:lnTo>
                  <a:lnTo>
                    <a:pt x="1447" y="94"/>
                  </a:lnTo>
                  <a:lnTo>
                    <a:pt x="1214" y="47"/>
                  </a:lnTo>
                  <a:lnTo>
                    <a:pt x="102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5" name="Google Shape;9145;p38"/>
            <p:cNvSpPr/>
            <p:nvPr/>
          </p:nvSpPr>
          <p:spPr>
            <a:xfrm>
              <a:off x="3959625" y="1485325"/>
              <a:ext cx="332550" cy="32700"/>
            </a:xfrm>
            <a:custGeom>
              <a:rect b="b" l="l" r="r" t="t"/>
              <a:pathLst>
                <a:path extrusionOk="0" h="1308" w="13302">
                  <a:moveTo>
                    <a:pt x="141" y="0"/>
                  </a:moveTo>
                  <a:lnTo>
                    <a:pt x="48" y="47"/>
                  </a:lnTo>
                  <a:lnTo>
                    <a:pt x="1" y="140"/>
                  </a:lnTo>
                  <a:lnTo>
                    <a:pt x="1" y="234"/>
                  </a:lnTo>
                  <a:lnTo>
                    <a:pt x="1" y="1074"/>
                  </a:lnTo>
                  <a:lnTo>
                    <a:pt x="1" y="1167"/>
                  </a:lnTo>
                  <a:lnTo>
                    <a:pt x="48" y="1260"/>
                  </a:lnTo>
                  <a:lnTo>
                    <a:pt x="141" y="1307"/>
                  </a:lnTo>
                  <a:lnTo>
                    <a:pt x="13301" y="1307"/>
                  </a:lnTo>
                  <a:lnTo>
                    <a:pt x="13301" y="1260"/>
                  </a:lnTo>
                  <a:lnTo>
                    <a:pt x="13301" y="1074"/>
                  </a:lnTo>
                  <a:lnTo>
                    <a:pt x="13255" y="327"/>
                  </a:lnTo>
                  <a:lnTo>
                    <a:pt x="13255" y="94"/>
                  </a:lnTo>
                  <a:lnTo>
                    <a:pt x="13255" y="47"/>
                  </a:lnTo>
                  <a:lnTo>
                    <a:pt x="1320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6" name="Google Shape;9146;p38"/>
            <p:cNvSpPr/>
            <p:nvPr/>
          </p:nvSpPr>
          <p:spPr>
            <a:xfrm>
              <a:off x="4034300" y="1347650"/>
              <a:ext cx="70025" cy="70025"/>
            </a:xfrm>
            <a:custGeom>
              <a:rect b="b" l="l" r="r" t="t"/>
              <a:pathLst>
                <a:path extrusionOk="0" h="2801" w="2801">
                  <a:moveTo>
                    <a:pt x="1121" y="1"/>
                  </a:moveTo>
                  <a:lnTo>
                    <a:pt x="841" y="94"/>
                  </a:lnTo>
                  <a:lnTo>
                    <a:pt x="607" y="234"/>
                  </a:lnTo>
                  <a:lnTo>
                    <a:pt x="421" y="421"/>
                  </a:lnTo>
                  <a:lnTo>
                    <a:pt x="234" y="607"/>
                  </a:lnTo>
                  <a:lnTo>
                    <a:pt x="94" y="841"/>
                  </a:lnTo>
                  <a:lnTo>
                    <a:pt x="1" y="1121"/>
                  </a:lnTo>
                  <a:lnTo>
                    <a:pt x="1" y="1401"/>
                  </a:lnTo>
                  <a:lnTo>
                    <a:pt x="1" y="1681"/>
                  </a:lnTo>
                  <a:lnTo>
                    <a:pt x="94" y="1914"/>
                  </a:lnTo>
                  <a:lnTo>
                    <a:pt x="234" y="2194"/>
                  </a:lnTo>
                  <a:lnTo>
                    <a:pt x="421" y="2381"/>
                  </a:lnTo>
                  <a:lnTo>
                    <a:pt x="607" y="2567"/>
                  </a:lnTo>
                  <a:lnTo>
                    <a:pt x="841" y="2661"/>
                  </a:lnTo>
                  <a:lnTo>
                    <a:pt x="1121" y="2754"/>
                  </a:lnTo>
                  <a:lnTo>
                    <a:pt x="1401" y="2801"/>
                  </a:lnTo>
                  <a:lnTo>
                    <a:pt x="1681" y="2754"/>
                  </a:lnTo>
                  <a:lnTo>
                    <a:pt x="1914" y="2661"/>
                  </a:lnTo>
                  <a:lnTo>
                    <a:pt x="2147" y="2567"/>
                  </a:lnTo>
                  <a:lnTo>
                    <a:pt x="2381" y="2381"/>
                  </a:lnTo>
                  <a:lnTo>
                    <a:pt x="2567" y="2194"/>
                  </a:lnTo>
                  <a:lnTo>
                    <a:pt x="2661" y="1914"/>
                  </a:lnTo>
                  <a:lnTo>
                    <a:pt x="2754" y="1681"/>
                  </a:lnTo>
                  <a:lnTo>
                    <a:pt x="2801" y="1401"/>
                  </a:lnTo>
                  <a:lnTo>
                    <a:pt x="2754" y="1121"/>
                  </a:lnTo>
                  <a:lnTo>
                    <a:pt x="2661" y="841"/>
                  </a:lnTo>
                  <a:lnTo>
                    <a:pt x="2567" y="607"/>
                  </a:lnTo>
                  <a:lnTo>
                    <a:pt x="2381" y="421"/>
                  </a:lnTo>
                  <a:lnTo>
                    <a:pt x="2147" y="234"/>
                  </a:lnTo>
                  <a:lnTo>
                    <a:pt x="1914" y="94"/>
                  </a:lnTo>
                  <a:lnTo>
                    <a:pt x="16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7" name="Google Shape;9147;p38"/>
            <p:cNvSpPr/>
            <p:nvPr/>
          </p:nvSpPr>
          <p:spPr>
            <a:xfrm>
              <a:off x="4152150" y="1334825"/>
              <a:ext cx="60675" cy="60675"/>
            </a:xfrm>
            <a:custGeom>
              <a:rect b="b" l="l" r="r" t="t"/>
              <a:pathLst>
                <a:path extrusionOk="0" h="2427" w="2427">
                  <a:moveTo>
                    <a:pt x="1214" y="0"/>
                  </a:moveTo>
                  <a:lnTo>
                    <a:pt x="980" y="47"/>
                  </a:lnTo>
                  <a:lnTo>
                    <a:pt x="747" y="94"/>
                  </a:lnTo>
                  <a:lnTo>
                    <a:pt x="560" y="234"/>
                  </a:lnTo>
                  <a:lnTo>
                    <a:pt x="374" y="374"/>
                  </a:lnTo>
                  <a:lnTo>
                    <a:pt x="234" y="560"/>
                  </a:lnTo>
                  <a:lnTo>
                    <a:pt x="94" y="747"/>
                  </a:lnTo>
                  <a:lnTo>
                    <a:pt x="47" y="980"/>
                  </a:lnTo>
                  <a:lnTo>
                    <a:pt x="0" y="1214"/>
                  </a:lnTo>
                  <a:lnTo>
                    <a:pt x="47" y="1447"/>
                  </a:lnTo>
                  <a:lnTo>
                    <a:pt x="94" y="1680"/>
                  </a:lnTo>
                  <a:lnTo>
                    <a:pt x="234" y="1867"/>
                  </a:lnTo>
                  <a:lnTo>
                    <a:pt x="374" y="2054"/>
                  </a:lnTo>
                  <a:lnTo>
                    <a:pt x="560" y="2194"/>
                  </a:lnTo>
                  <a:lnTo>
                    <a:pt x="747" y="2334"/>
                  </a:lnTo>
                  <a:lnTo>
                    <a:pt x="980" y="2380"/>
                  </a:lnTo>
                  <a:lnTo>
                    <a:pt x="1214" y="2427"/>
                  </a:lnTo>
                  <a:lnTo>
                    <a:pt x="1447" y="2380"/>
                  </a:lnTo>
                  <a:lnTo>
                    <a:pt x="1680" y="2334"/>
                  </a:lnTo>
                  <a:lnTo>
                    <a:pt x="1867" y="2194"/>
                  </a:lnTo>
                  <a:lnTo>
                    <a:pt x="2054" y="2054"/>
                  </a:lnTo>
                  <a:lnTo>
                    <a:pt x="2194" y="1867"/>
                  </a:lnTo>
                  <a:lnTo>
                    <a:pt x="2334" y="1680"/>
                  </a:lnTo>
                  <a:lnTo>
                    <a:pt x="2380" y="1447"/>
                  </a:lnTo>
                  <a:lnTo>
                    <a:pt x="2427" y="1214"/>
                  </a:lnTo>
                  <a:lnTo>
                    <a:pt x="2380" y="980"/>
                  </a:lnTo>
                  <a:lnTo>
                    <a:pt x="2334" y="747"/>
                  </a:lnTo>
                  <a:lnTo>
                    <a:pt x="2194" y="560"/>
                  </a:lnTo>
                  <a:lnTo>
                    <a:pt x="2054" y="374"/>
                  </a:lnTo>
                  <a:lnTo>
                    <a:pt x="1867" y="234"/>
                  </a:lnTo>
                  <a:lnTo>
                    <a:pt x="1680" y="94"/>
                  </a:lnTo>
                  <a:lnTo>
                    <a:pt x="1447" y="47"/>
                  </a:lnTo>
                  <a:lnTo>
                    <a:pt x="121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8" name="Google Shape;9148;p38"/>
            <p:cNvSpPr/>
            <p:nvPr/>
          </p:nvSpPr>
          <p:spPr>
            <a:xfrm>
              <a:off x="4183650" y="1201825"/>
              <a:ext cx="29175" cy="49025"/>
            </a:xfrm>
            <a:custGeom>
              <a:rect b="b" l="l" r="r" t="t"/>
              <a:pathLst>
                <a:path extrusionOk="0" h="1961" w="1167">
                  <a:moveTo>
                    <a:pt x="374" y="0"/>
                  </a:moveTo>
                  <a:lnTo>
                    <a:pt x="467" y="47"/>
                  </a:lnTo>
                  <a:lnTo>
                    <a:pt x="467" y="93"/>
                  </a:lnTo>
                  <a:lnTo>
                    <a:pt x="514" y="140"/>
                  </a:lnTo>
                  <a:lnTo>
                    <a:pt x="467" y="187"/>
                  </a:lnTo>
                  <a:lnTo>
                    <a:pt x="0" y="933"/>
                  </a:lnTo>
                  <a:lnTo>
                    <a:pt x="0" y="980"/>
                  </a:lnTo>
                  <a:lnTo>
                    <a:pt x="0" y="1027"/>
                  </a:lnTo>
                  <a:lnTo>
                    <a:pt x="467" y="1773"/>
                  </a:lnTo>
                  <a:lnTo>
                    <a:pt x="514" y="1820"/>
                  </a:lnTo>
                  <a:lnTo>
                    <a:pt x="467" y="1867"/>
                  </a:lnTo>
                  <a:lnTo>
                    <a:pt x="467" y="1913"/>
                  </a:lnTo>
                  <a:lnTo>
                    <a:pt x="374" y="1960"/>
                  </a:lnTo>
                  <a:lnTo>
                    <a:pt x="1074" y="1960"/>
                  </a:lnTo>
                  <a:lnTo>
                    <a:pt x="1120" y="1913"/>
                  </a:lnTo>
                  <a:lnTo>
                    <a:pt x="1167" y="1867"/>
                  </a:lnTo>
                  <a:lnTo>
                    <a:pt x="1167" y="1820"/>
                  </a:lnTo>
                  <a:lnTo>
                    <a:pt x="1167" y="1773"/>
                  </a:lnTo>
                  <a:lnTo>
                    <a:pt x="700" y="1027"/>
                  </a:lnTo>
                  <a:lnTo>
                    <a:pt x="654" y="980"/>
                  </a:lnTo>
                  <a:lnTo>
                    <a:pt x="700" y="933"/>
                  </a:lnTo>
                  <a:lnTo>
                    <a:pt x="1167" y="187"/>
                  </a:lnTo>
                  <a:lnTo>
                    <a:pt x="1167" y="140"/>
                  </a:lnTo>
                  <a:lnTo>
                    <a:pt x="1167" y="93"/>
                  </a:lnTo>
                  <a:lnTo>
                    <a:pt x="1120" y="47"/>
                  </a:lnTo>
                  <a:lnTo>
                    <a:pt x="10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9" name="Google Shape;9149;p38"/>
            <p:cNvSpPr/>
            <p:nvPr/>
          </p:nvSpPr>
          <p:spPr>
            <a:xfrm>
              <a:off x="4275825" y="1485325"/>
              <a:ext cx="19850" cy="32700"/>
            </a:xfrm>
            <a:custGeom>
              <a:rect b="b" l="l" r="r" t="t"/>
              <a:pathLst>
                <a:path extrusionOk="0" h="1308" w="794">
                  <a:moveTo>
                    <a:pt x="0" y="0"/>
                  </a:moveTo>
                  <a:lnTo>
                    <a:pt x="47" y="47"/>
                  </a:lnTo>
                  <a:lnTo>
                    <a:pt x="93" y="140"/>
                  </a:lnTo>
                  <a:lnTo>
                    <a:pt x="93" y="234"/>
                  </a:lnTo>
                  <a:lnTo>
                    <a:pt x="93" y="1074"/>
                  </a:lnTo>
                  <a:lnTo>
                    <a:pt x="93" y="1167"/>
                  </a:lnTo>
                  <a:lnTo>
                    <a:pt x="47" y="1260"/>
                  </a:lnTo>
                  <a:lnTo>
                    <a:pt x="0" y="1307"/>
                  </a:lnTo>
                  <a:lnTo>
                    <a:pt x="653" y="1307"/>
                  </a:lnTo>
                  <a:lnTo>
                    <a:pt x="747" y="1260"/>
                  </a:lnTo>
                  <a:lnTo>
                    <a:pt x="793" y="1167"/>
                  </a:lnTo>
                  <a:lnTo>
                    <a:pt x="793" y="1074"/>
                  </a:lnTo>
                  <a:lnTo>
                    <a:pt x="793" y="234"/>
                  </a:lnTo>
                  <a:lnTo>
                    <a:pt x="793" y="140"/>
                  </a:lnTo>
                  <a:lnTo>
                    <a:pt x="747" y="47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150" name="Google Shape;9150;p38"/>
          <p:cNvSpPr txBox="1"/>
          <p:nvPr>
            <p:ph type="title"/>
          </p:nvPr>
        </p:nvSpPr>
        <p:spPr>
          <a:xfrm>
            <a:off x="3711414" y="2608700"/>
            <a:ext cx="20193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Indecisive</a:t>
            </a:r>
            <a:endParaRPr sz="1800"/>
          </a:p>
        </p:txBody>
      </p:sp>
      <p:sp>
        <p:nvSpPr>
          <p:cNvPr id="9151" name="Google Shape;9151;p38"/>
          <p:cNvSpPr txBox="1"/>
          <p:nvPr>
            <p:ph idx="3" type="subTitle"/>
          </p:nvPr>
        </p:nvSpPr>
        <p:spPr>
          <a:xfrm>
            <a:off x="3711087" y="2825325"/>
            <a:ext cx="20199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Regularly feel stuck or take a long time </a:t>
            </a:r>
            <a:r>
              <a:rPr b="1" lang="en" sz="1300"/>
              <a:t>deciding what to eat</a:t>
            </a:r>
            <a:endParaRPr b="1" sz="1300"/>
          </a:p>
        </p:txBody>
      </p:sp>
      <p:sp>
        <p:nvSpPr>
          <p:cNvPr id="9152" name="Google Shape;9152;p38"/>
          <p:cNvSpPr/>
          <p:nvPr/>
        </p:nvSpPr>
        <p:spPr>
          <a:xfrm rot="-5400000">
            <a:off x="4341707" y="163172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3" name="Google Shape;9153;p38"/>
          <p:cNvSpPr txBox="1"/>
          <p:nvPr>
            <p:ph type="title"/>
          </p:nvPr>
        </p:nvSpPr>
        <p:spPr>
          <a:xfrm>
            <a:off x="5731336" y="2608700"/>
            <a:ext cx="20193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Cucumber Comfort</a:t>
            </a:r>
            <a:endParaRPr sz="1200"/>
          </a:p>
        </p:txBody>
      </p:sp>
      <p:sp>
        <p:nvSpPr>
          <p:cNvPr id="9154" name="Google Shape;9154;p38"/>
          <p:cNvSpPr txBox="1"/>
          <p:nvPr>
            <p:ph idx="3" type="subTitle"/>
          </p:nvPr>
        </p:nvSpPr>
        <p:spPr>
          <a:xfrm>
            <a:off x="5731009" y="2825325"/>
            <a:ext cx="20199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Are </a:t>
            </a:r>
            <a:r>
              <a:rPr b="1" lang="en"/>
              <a:t>comfortable</a:t>
            </a:r>
            <a:r>
              <a:rPr lang="en"/>
              <a:t> using a mobile app to make quick decision</a:t>
            </a:r>
            <a:endParaRPr b="1"/>
          </a:p>
        </p:txBody>
      </p:sp>
      <p:grpSp>
        <p:nvGrpSpPr>
          <p:cNvPr id="9155" name="Google Shape;9155;p38"/>
          <p:cNvGrpSpPr/>
          <p:nvPr/>
        </p:nvGrpSpPr>
        <p:grpSpPr>
          <a:xfrm>
            <a:off x="4553188" y="1897475"/>
            <a:ext cx="336025" cy="227525"/>
            <a:chOff x="930875" y="3325225"/>
            <a:chExt cx="336025" cy="227525"/>
          </a:xfrm>
        </p:grpSpPr>
        <p:sp>
          <p:nvSpPr>
            <p:cNvPr id="9156" name="Google Shape;9156;p38"/>
            <p:cNvSpPr/>
            <p:nvPr/>
          </p:nvSpPr>
          <p:spPr>
            <a:xfrm>
              <a:off x="947200" y="3527050"/>
              <a:ext cx="303375" cy="25700"/>
            </a:xfrm>
            <a:custGeom>
              <a:rect b="b" l="l" r="r" t="t"/>
              <a:pathLst>
                <a:path extrusionOk="0" h="1028" w="12135">
                  <a:moveTo>
                    <a:pt x="0" y="1"/>
                  </a:moveTo>
                  <a:lnTo>
                    <a:pt x="0" y="701"/>
                  </a:lnTo>
                  <a:lnTo>
                    <a:pt x="0" y="841"/>
                  </a:lnTo>
                  <a:lnTo>
                    <a:pt x="94" y="934"/>
                  </a:lnTo>
                  <a:lnTo>
                    <a:pt x="187" y="1027"/>
                  </a:lnTo>
                  <a:lnTo>
                    <a:pt x="11854" y="1027"/>
                  </a:lnTo>
                  <a:lnTo>
                    <a:pt x="11901" y="981"/>
                  </a:lnTo>
                  <a:lnTo>
                    <a:pt x="11854" y="841"/>
                  </a:lnTo>
                  <a:lnTo>
                    <a:pt x="11807" y="701"/>
                  </a:lnTo>
                  <a:lnTo>
                    <a:pt x="11761" y="561"/>
                  </a:lnTo>
                  <a:lnTo>
                    <a:pt x="1213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7" name="Google Shape;9157;p38"/>
            <p:cNvSpPr/>
            <p:nvPr/>
          </p:nvSpPr>
          <p:spPr>
            <a:xfrm>
              <a:off x="1228375" y="3527050"/>
              <a:ext cx="22200" cy="25700"/>
            </a:xfrm>
            <a:custGeom>
              <a:rect b="b" l="l" r="r" t="t"/>
              <a:pathLst>
                <a:path extrusionOk="0" h="1028" w="888">
                  <a:moveTo>
                    <a:pt x="234" y="1"/>
                  </a:moveTo>
                  <a:lnTo>
                    <a:pt x="234" y="701"/>
                  </a:lnTo>
                  <a:lnTo>
                    <a:pt x="187" y="841"/>
                  </a:lnTo>
                  <a:lnTo>
                    <a:pt x="140" y="934"/>
                  </a:lnTo>
                  <a:lnTo>
                    <a:pt x="0" y="1027"/>
                  </a:lnTo>
                  <a:lnTo>
                    <a:pt x="700" y="1027"/>
                  </a:lnTo>
                  <a:lnTo>
                    <a:pt x="794" y="934"/>
                  </a:lnTo>
                  <a:lnTo>
                    <a:pt x="887" y="841"/>
                  </a:lnTo>
                  <a:lnTo>
                    <a:pt x="887" y="701"/>
                  </a:lnTo>
                  <a:lnTo>
                    <a:pt x="88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8" name="Google Shape;9158;p38"/>
            <p:cNvSpPr/>
            <p:nvPr/>
          </p:nvSpPr>
          <p:spPr>
            <a:xfrm>
              <a:off x="930875" y="3325225"/>
              <a:ext cx="252025" cy="204200"/>
            </a:xfrm>
            <a:custGeom>
              <a:rect b="b" l="l" r="r" t="t"/>
              <a:pathLst>
                <a:path extrusionOk="0" h="8168" w="10081">
                  <a:moveTo>
                    <a:pt x="327" y="0"/>
                  </a:moveTo>
                  <a:lnTo>
                    <a:pt x="187" y="47"/>
                  </a:lnTo>
                  <a:lnTo>
                    <a:pt x="93" y="93"/>
                  </a:lnTo>
                  <a:lnTo>
                    <a:pt x="47" y="233"/>
                  </a:lnTo>
                  <a:lnTo>
                    <a:pt x="0" y="327"/>
                  </a:lnTo>
                  <a:lnTo>
                    <a:pt x="0" y="7840"/>
                  </a:lnTo>
                  <a:lnTo>
                    <a:pt x="47" y="7980"/>
                  </a:lnTo>
                  <a:lnTo>
                    <a:pt x="93" y="8074"/>
                  </a:lnTo>
                  <a:lnTo>
                    <a:pt x="187" y="8167"/>
                  </a:lnTo>
                  <a:lnTo>
                    <a:pt x="10080" y="8167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9" name="Google Shape;9159;p38"/>
            <p:cNvSpPr/>
            <p:nvPr/>
          </p:nvSpPr>
          <p:spPr>
            <a:xfrm>
              <a:off x="1175875" y="3325225"/>
              <a:ext cx="28025" cy="204200"/>
            </a:xfrm>
            <a:custGeom>
              <a:rect b="b" l="l" r="r" t="t"/>
              <a:pathLst>
                <a:path extrusionOk="0" h="8168" w="1121">
                  <a:moveTo>
                    <a:pt x="0" y="0"/>
                  </a:moveTo>
                  <a:lnTo>
                    <a:pt x="0" y="8167"/>
                  </a:lnTo>
                  <a:lnTo>
                    <a:pt x="700" y="8167"/>
                  </a:lnTo>
                  <a:lnTo>
                    <a:pt x="1120" y="4014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0" name="Google Shape;9160;p38"/>
            <p:cNvSpPr/>
            <p:nvPr/>
          </p:nvSpPr>
          <p:spPr>
            <a:xfrm>
              <a:off x="1191050" y="3325225"/>
              <a:ext cx="70025" cy="204200"/>
            </a:xfrm>
            <a:custGeom>
              <a:rect b="b" l="l" r="r" t="t"/>
              <a:pathLst>
                <a:path extrusionOk="0" h="8168" w="2801">
                  <a:moveTo>
                    <a:pt x="0" y="0"/>
                  </a:moveTo>
                  <a:lnTo>
                    <a:pt x="0" y="8167"/>
                  </a:lnTo>
                  <a:lnTo>
                    <a:pt x="2753" y="8167"/>
                  </a:lnTo>
                  <a:lnTo>
                    <a:pt x="2800" y="8120"/>
                  </a:lnTo>
                  <a:lnTo>
                    <a:pt x="2800" y="8027"/>
                  </a:lnTo>
                  <a:lnTo>
                    <a:pt x="2753" y="7700"/>
                  </a:lnTo>
                  <a:lnTo>
                    <a:pt x="2800" y="607"/>
                  </a:lnTo>
                  <a:lnTo>
                    <a:pt x="2800" y="233"/>
                  </a:lnTo>
                  <a:lnTo>
                    <a:pt x="2800" y="93"/>
                  </a:lnTo>
                  <a:lnTo>
                    <a:pt x="2753" y="47"/>
                  </a:lnTo>
                  <a:lnTo>
                    <a:pt x="270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1" name="Google Shape;9161;p38"/>
            <p:cNvSpPr/>
            <p:nvPr/>
          </p:nvSpPr>
          <p:spPr>
            <a:xfrm>
              <a:off x="954200" y="3349725"/>
              <a:ext cx="201850" cy="156350"/>
            </a:xfrm>
            <a:custGeom>
              <a:rect b="b" l="l" r="r" t="t"/>
              <a:pathLst>
                <a:path extrusionOk="0" h="6254" w="8074">
                  <a:moveTo>
                    <a:pt x="47" y="0"/>
                  </a:moveTo>
                  <a:lnTo>
                    <a:pt x="0" y="93"/>
                  </a:lnTo>
                  <a:lnTo>
                    <a:pt x="0" y="6160"/>
                  </a:lnTo>
                  <a:lnTo>
                    <a:pt x="47" y="6207"/>
                  </a:lnTo>
                  <a:lnTo>
                    <a:pt x="140" y="6254"/>
                  </a:lnTo>
                  <a:lnTo>
                    <a:pt x="7887" y="6254"/>
                  </a:lnTo>
                  <a:lnTo>
                    <a:pt x="7981" y="6207"/>
                  </a:lnTo>
                  <a:lnTo>
                    <a:pt x="8074" y="3220"/>
                  </a:lnTo>
                  <a:lnTo>
                    <a:pt x="8027" y="47"/>
                  </a:lnTo>
                  <a:lnTo>
                    <a:pt x="798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2" name="Google Shape;9162;p38"/>
            <p:cNvSpPr/>
            <p:nvPr/>
          </p:nvSpPr>
          <p:spPr>
            <a:xfrm>
              <a:off x="1209700" y="3454725"/>
              <a:ext cx="38525" cy="51350"/>
            </a:xfrm>
            <a:custGeom>
              <a:rect b="b" l="l" r="r" t="t"/>
              <a:pathLst>
                <a:path extrusionOk="0" h="2054" w="1541">
                  <a:moveTo>
                    <a:pt x="47" y="0"/>
                  </a:moveTo>
                  <a:lnTo>
                    <a:pt x="1" y="47"/>
                  </a:lnTo>
                  <a:lnTo>
                    <a:pt x="1" y="2007"/>
                  </a:lnTo>
                  <a:lnTo>
                    <a:pt x="47" y="2054"/>
                  </a:lnTo>
                  <a:lnTo>
                    <a:pt x="1541" y="2054"/>
                  </a:lnTo>
                  <a:lnTo>
                    <a:pt x="1541" y="2007"/>
                  </a:lnTo>
                  <a:lnTo>
                    <a:pt x="1541" y="47"/>
                  </a:lnTo>
                  <a:lnTo>
                    <a:pt x="154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3" name="Google Shape;9163;p38"/>
            <p:cNvSpPr/>
            <p:nvPr/>
          </p:nvSpPr>
          <p:spPr>
            <a:xfrm>
              <a:off x="1209700" y="3349725"/>
              <a:ext cx="38525" cy="38525"/>
            </a:xfrm>
            <a:custGeom>
              <a:rect b="b" l="l" r="r" t="t"/>
              <a:pathLst>
                <a:path extrusionOk="0" h="1541" w="1541">
                  <a:moveTo>
                    <a:pt x="607" y="0"/>
                  </a:moveTo>
                  <a:lnTo>
                    <a:pt x="374" y="93"/>
                  </a:lnTo>
                  <a:lnTo>
                    <a:pt x="374" y="140"/>
                  </a:lnTo>
                  <a:lnTo>
                    <a:pt x="374" y="233"/>
                  </a:lnTo>
                  <a:lnTo>
                    <a:pt x="374" y="280"/>
                  </a:lnTo>
                  <a:lnTo>
                    <a:pt x="374" y="373"/>
                  </a:lnTo>
                  <a:lnTo>
                    <a:pt x="234" y="373"/>
                  </a:lnTo>
                  <a:lnTo>
                    <a:pt x="141" y="327"/>
                  </a:lnTo>
                  <a:lnTo>
                    <a:pt x="94" y="373"/>
                  </a:lnTo>
                  <a:lnTo>
                    <a:pt x="1" y="607"/>
                  </a:lnTo>
                  <a:lnTo>
                    <a:pt x="1" y="840"/>
                  </a:lnTo>
                  <a:lnTo>
                    <a:pt x="94" y="1073"/>
                  </a:lnTo>
                  <a:lnTo>
                    <a:pt x="234" y="1307"/>
                  </a:lnTo>
                  <a:lnTo>
                    <a:pt x="374" y="1400"/>
                  </a:lnTo>
                  <a:lnTo>
                    <a:pt x="467" y="1447"/>
                  </a:lnTo>
                  <a:lnTo>
                    <a:pt x="654" y="1493"/>
                  </a:lnTo>
                  <a:lnTo>
                    <a:pt x="794" y="1540"/>
                  </a:lnTo>
                  <a:lnTo>
                    <a:pt x="934" y="1493"/>
                  </a:lnTo>
                  <a:lnTo>
                    <a:pt x="1074" y="1447"/>
                  </a:lnTo>
                  <a:lnTo>
                    <a:pt x="1214" y="1400"/>
                  </a:lnTo>
                  <a:lnTo>
                    <a:pt x="1307" y="1307"/>
                  </a:lnTo>
                  <a:lnTo>
                    <a:pt x="1401" y="1167"/>
                  </a:lnTo>
                  <a:lnTo>
                    <a:pt x="1494" y="1027"/>
                  </a:lnTo>
                  <a:lnTo>
                    <a:pt x="1541" y="887"/>
                  </a:lnTo>
                  <a:lnTo>
                    <a:pt x="1541" y="747"/>
                  </a:lnTo>
                  <a:lnTo>
                    <a:pt x="1541" y="607"/>
                  </a:lnTo>
                  <a:lnTo>
                    <a:pt x="1494" y="467"/>
                  </a:lnTo>
                  <a:lnTo>
                    <a:pt x="1401" y="327"/>
                  </a:lnTo>
                  <a:lnTo>
                    <a:pt x="1307" y="187"/>
                  </a:lnTo>
                  <a:lnTo>
                    <a:pt x="1121" y="47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4" name="Google Shape;9164;p38"/>
            <p:cNvSpPr/>
            <p:nvPr/>
          </p:nvSpPr>
          <p:spPr>
            <a:xfrm>
              <a:off x="1231875" y="3454725"/>
              <a:ext cx="16350" cy="51350"/>
            </a:xfrm>
            <a:custGeom>
              <a:rect b="b" l="l" r="r" t="t"/>
              <a:pathLst>
                <a:path extrusionOk="0" h="2054" w="654">
                  <a:moveTo>
                    <a:pt x="0" y="0"/>
                  </a:moveTo>
                  <a:lnTo>
                    <a:pt x="47" y="47"/>
                  </a:lnTo>
                  <a:lnTo>
                    <a:pt x="47" y="2007"/>
                  </a:lnTo>
                  <a:lnTo>
                    <a:pt x="0" y="2054"/>
                  </a:lnTo>
                  <a:lnTo>
                    <a:pt x="654" y="2054"/>
                  </a:lnTo>
                  <a:lnTo>
                    <a:pt x="654" y="2007"/>
                  </a:lnTo>
                  <a:lnTo>
                    <a:pt x="654" y="47"/>
                  </a:lnTo>
                  <a:lnTo>
                    <a:pt x="65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5" name="Google Shape;9165;p38"/>
            <p:cNvSpPr/>
            <p:nvPr/>
          </p:nvSpPr>
          <p:spPr>
            <a:xfrm>
              <a:off x="1221375" y="3349725"/>
              <a:ext cx="26850" cy="38525"/>
            </a:xfrm>
            <a:custGeom>
              <a:rect b="b" l="l" r="r" t="t"/>
              <a:pathLst>
                <a:path extrusionOk="0" h="1541" w="1074">
                  <a:moveTo>
                    <a:pt x="234" y="0"/>
                  </a:moveTo>
                  <a:lnTo>
                    <a:pt x="0" y="47"/>
                  </a:lnTo>
                  <a:lnTo>
                    <a:pt x="140" y="93"/>
                  </a:lnTo>
                  <a:lnTo>
                    <a:pt x="280" y="187"/>
                  </a:lnTo>
                  <a:lnTo>
                    <a:pt x="374" y="327"/>
                  </a:lnTo>
                  <a:lnTo>
                    <a:pt x="420" y="467"/>
                  </a:lnTo>
                  <a:lnTo>
                    <a:pt x="467" y="607"/>
                  </a:lnTo>
                  <a:lnTo>
                    <a:pt x="467" y="747"/>
                  </a:lnTo>
                  <a:lnTo>
                    <a:pt x="467" y="887"/>
                  </a:lnTo>
                  <a:lnTo>
                    <a:pt x="420" y="1027"/>
                  </a:lnTo>
                  <a:lnTo>
                    <a:pt x="374" y="1167"/>
                  </a:lnTo>
                  <a:lnTo>
                    <a:pt x="280" y="1307"/>
                  </a:lnTo>
                  <a:lnTo>
                    <a:pt x="140" y="1400"/>
                  </a:lnTo>
                  <a:lnTo>
                    <a:pt x="0" y="1447"/>
                  </a:lnTo>
                  <a:lnTo>
                    <a:pt x="234" y="1540"/>
                  </a:lnTo>
                  <a:lnTo>
                    <a:pt x="467" y="1493"/>
                  </a:lnTo>
                  <a:lnTo>
                    <a:pt x="654" y="1447"/>
                  </a:lnTo>
                  <a:lnTo>
                    <a:pt x="840" y="1307"/>
                  </a:lnTo>
                  <a:lnTo>
                    <a:pt x="934" y="1167"/>
                  </a:lnTo>
                  <a:lnTo>
                    <a:pt x="1027" y="1027"/>
                  </a:lnTo>
                  <a:lnTo>
                    <a:pt x="1074" y="887"/>
                  </a:lnTo>
                  <a:lnTo>
                    <a:pt x="1074" y="747"/>
                  </a:lnTo>
                  <a:lnTo>
                    <a:pt x="1074" y="607"/>
                  </a:lnTo>
                  <a:lnTo>
                    <a:pt x="1027" y="467"/>
                  </a:lnTo>
                  <a:lnTo>
                    <a:pt x="934" y="327"/>
                  </a:lnTo>
                  <a:lnTo>
                    <a:pt x="840" y="187"/>
                  </a:lnTo>
                  <a:lnTo>
                    <a:pt x="654" y="93"/>
                  </a:lnTo>
                  <a:lnTo>
                    <a:pt x="4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6" name="Google Shape;9166;p38"/>
            <p:cNvSpPr/>
            <p:nvPr/>
          </p:nvSpPr>
          <p:spPr>
            <a:xfrm>
              <a:off x="1147875" y="3349725"/>
              <a:ext cx="19850" cy="156350"/>
            </a:xfrm>
            <a:custGeom>
              <a:rect b="b" l="l" r="r" t="t"/>
              <a:pathLst>
                <a:path extrusionOk="0" h="6254" w="794">
                  <a:moveTo>
                    <a:pt x="94" y="0"/>
                  </a:moveTo>
                  <a:lnTo>
                    <a:pt x="94" y="93"/>
                  </a:lnTo>
                  <a:lnTo>
                    <a:pt x="94" y="6160"/>
                  </a:lnTo>
                  <a:lnTo>
                    <a:pt x="94" y="6207"/>
                  </a:lnTo>
                  <a:lnTo>
                    <a:pt x="0" y="6254"/>
                  </a:lnTo>
                  <a:lnTo>
                    <a:pt x="700" y="6254"/>
                  </a:lnTo>
                  <a:lnTo>
                    <a:pt x="747" y="6207"/>
                  </a:lnTo>
                  <a:lnTo>
                    <a:pt x="794" y="6160"/>
                  </a:lnTo>
                  <a:lnTo>
                    <a:pt x="794" y="93"/>
                  </a:lnTo>
                  <a:lnTo>
                    <a:pt x="74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7" name="Google Shape;9167;p38"/>
            <p:cNvSpPr/>
            <p:nvPr/>
          </p:nvSpPr>
          <p:spPr>
            <a:xfrm>
              <a:off x="1245875" y="3325225"/>
              <a:ext cx="21025" cy="204200"/>
            </a:xfrm>
            <a:custGeom>
              <a:rect b="b" l="l" r="r" t="t"/>
              <a:pathLst>
                <a:path extrusionOk="0" h="8168" w="841">
                  <a:moveTo>
                    <a:pt x="0" y="0"/>
                  </a:moveTo>
                  <a:lnTo>
                    <a:pt x="140" y="47"/>
                  </a:lnTo>
                  <a:lnTo>
                    <a:pt x="234" y="93"/>
                  </a:lnTo>
                  <a:lnTo>
                    <a:pt x="280" y="233"/>
                  </a:lnTo>
                  <a:lnTo>
                    <a:pt x="327" y="327"/>
                  </a:lnTo>
                  <a:lnTo>
                    <a:pt x="327" y="7840"/>
                  </a:lnTo>
                  <a:lnTo>
                    <a:pt x="280" y="7980"/>
                  </a:lnTo>
                  <a:lnTo>
                    <a:pt x="234" y="8074"/>
                  </a:lnTo>
                  <a:lnTo>
                    <a:pt x="140" y="8167"/>
                  </a:lnTo>
                  <a:lnTo>
                    <a:pt x="654" y="8167"/>
                  </a:lnTo>
                  <a:lnTo>
                    <a:pt x="747" y="8074"/>
                  </a:lnTo>
                  <a:lnTo>
                    <a:pt x="840" y="7980"/>
                  </a:lnTo>
                  <a:lnTo>
                    <a:pt x="840" y="7840"/>
                  </a:lnTo>
                  <a:lnTo>
                    <a:pt x="840" y="327"/>
                  </a:lnTo>
                  <a:lnTo>
                    <a:pt x="840" y="233"/>
                  </a:lnTo>
                  <a:lnTo>
                    <a:pt x="747" y="93"/>
                  </a:lnTo>
                  <a:lnTo>
                    <a:pt x="654" y="47"/>
                  </a:lnTo>
                  <a:lnTo>
                    <a:pt x="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8" name="Google Shape;9168;p38"/>
            <p:cNvSpPr/>
            <p:nvPr/>
          </p:nvSpPr>
          <p:spPr>
            <a:xfrm>
              <a:off x="1208550" y="3406875"/>
              <a:ext cx="40850" cy="10525"/>
            </a:xfrm>
            <a:custGeom>
              <a:rect b="b" l="l" r="r" t="t"/>
              <a:pathLst>
                <a:path extrusionOk="0" h="421" w="1634">
                  <a:moveTo>
                    <a:pt x="140" y="1"/>
                  </a:moveTo>
                  <a:lnTo>
                    <a:pt x="47" y="48"/>
                  </a:lnTo>
                  <a:lnTo>
                    <a:pt x="0" y="141"/>
                  </a:lnTo>
                  <a:lnTo>
                    <a:pt x="0" y="188"/>
                  </a:lnTo>
                  <a:lnTo>
                    <a:pt x="0" y="281"/>
                  </a:lnTo>
                  <a:lnTo>
                    <a:pt x="47" y="328"/>
                  </a:lnTo>
                  <a:lnTo>
                    <a:pt x="140" y="374"/>
                  </a:lnTo>
                  <a:lnTo>
                    <a:pt x="187" y="421"/>
                  </a:lnTo>
                  <a:lnTo>
                    <a:pt x="1447" y="421"/>
                  </a:lnTo>
                  <a:lnTo>
                    <a:pt x="1540" y="374"/>
                  </a:lnTo>
                  <a:lnTo>
                    <a:pt x="1587" y="328"/>
                  </a:lnTo>
                  <a:lnTo>
                    <a:pt x="1633" y="281"/>
                  </a:lnTo>
                  <a:lnTo>
                    <a:pt x="1633" y="188"/>
                  </a:lnTo>
                  <a:lnTo>
                    <a:pt x="1633" y="141"/>
                  </a:lnTo>
                  <a:lnTo>
                    <a:pt x="1587" y="48"/>
                  </a:lnTo>
                  <a:lnTo>
                    <a:pt x="15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9" name="Google Shape;9169;p38"/>
            <p:cNvSpPr/>
            <p:nvPr/>
          </p:nvSpPr>
          <p:spPr>
            <a:xfrm>
              <a:off x="1208550" y="3425550"/>
              <a:ext cx="40850" cy="10525"/>
            </a:xfrm>
            <a:custGeom>
              <a:rect b="b" l="l" r="r" t="t"/>
              <a:pathLst>
                <a:path extrusionOk="0" h="421" w="1634">
                  <a:moveTo>
                    <a:pt x="140" y="1"/>
                  </a:moveTo>
                  <a:lnTo>
                    <a:pt x="47" y="47"/>
                  </a:lnTo>
                  <a:lnTo>
                    <a:pt x="0" y="141"/>
                  </a:lnTo>
                  <a:lnTo>
                    <a:pt x="0" y="187"/>
                  </a:lnTo>
                  <a:lnTo>
                    <a:pt x="0" y="281"/>
                  </a:lnTo>
                  <a:lnTo>
                    <a:pt x="47" y="327"/>
                  </a:lnTo>
                  <a:lnTo>
                    <a:pt x="140" y="374"/>
                  </a:lnTo>
                  <a:lnTo>
                    <a:pt x="187" y="421"/>
                  </a:lnTo>
                  <a:lnTo>
                    <a:pt x="1447" y="421"/>
                  </a:lnTo>
                  <a:lnTo>
                    <a:pt x="1540" y="374"/>
                  </a:lnTo>
                  <a:lnTo>
                    <a:pt x="1587" y="327"/>
                  </a:lnTo>
                  <a:lnTo>
                    <a:pt x="1633" y="281"/>
                  </a:lnTo>
                  <a:lnTo>
                    <a:pt x="1633" y="187"/>
                  </a:lnTo>
                  <a:lnTo>
                    <a:pt x="1633" y="141"/>
                  </a:lnTo>
                  <a:lnTo>
                    <a:pt x="1587" y="47"/>
                  </a:lnTo>
                  <a:lnTo>
                    <a:pt x="15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0" name="Google Shape;9170;p38"/>
            <p:cNvSpPr/>
            <p:nvPr/>
          </p:nvSpPr>
          <p:spPr>
            <a:xfrm>
              <a:off x="1212050" y="3352050"/>
              <a:ext cx="19850" cy="19850"/>
            </a:xfrm>
            <a:custGeom>
              <a:rect b="b" l="l" r="r" t="t"/>
              <a:pathLst>
                <a:path extrusionOk="0" h="794" w="794">
                  <a:moveTo>
                    <a:pt x="280" y="0"/>
                  </a:moveTo>
                  <a:lnTo>
                    <a:pt x="140" y="94"/>
                  </a:lnTo>
                  <a:lnTo>
                    <a:pt x="0" y="280"/>
                  </a:lnTo>
                  <a:lnTo>
                    <a:pt x="467" y="700"/>
                  </a:lnTo>
                  <a:lnTo>
                    <a:pt x="513" y="747"/>
                  </a:lnTo>
                  <a:lnTo>
                    <a:pt x="607" y="794"/>
                  </a:lnTo>
                  <a:lnTo>
                    <a:pt x="653" y="747"/>
                  </a:lnTo>
                  <a:lnTo>
                    <a:pt x="747" y="700"/>
                  </a:lnTo>
                  <a:lnTo>
                    <a:pt x="793" y="654"/>
                  </a:lnTo>
                  <a:lnTo>
                    <a:pt x="793" y="560"/>
                  </a:lnTo>
                  <a:lnTo>
                    <a:pt x="793" y="514"/>
                  </a:lnTo>
                  <a:lnTo>
                    <a:pt x="747" y="420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1" name="Google Shape;9171;p38"/>
            <p:cNvSpPr/>
            <p:nvPr/>
          </p:nvSpPr>
          <p:spPr>
            <a:xfrm>
              <a:off x="1135025" y="3380050"/>
              <a:ext cx="9375" cy="95700"/>
            </a:xfrm>
            <a:custGeom>
              <a:rect b="b" l="l" r="r" t="t"/>
              <a:pathLst>
                <a:path extrusionOk="0" h="3828" w="375">
                  <a:moveTo>
                    <a:pt x="188" y="0"/>
                  </a:moveTo>
                  <a:lnTo>
                    <a:pt x="94" y="47"/>
                  </a:lnTo>
                  <a:lnTo>
                    <a:pt x="48" y="47"/>
                  </a:lnTo>
                  <a:lnTo>
                    <a:pt x="1" y="140"/>
                  </a:lnTo>
                  <a:lnTo>
                    <a:pt x="1" y="187"/>
                  </a:lnTo>
                  <a:lnTo>
                    <a:pt x="1" y="3641"/>
                  </a:lnTo>
                  <a:lnTo>
                    <a:pt x="1" y="3734"/>
                  </a:lnTo>
                  <a:lnTo>
                    <a:pt x="48" y="3781"/>
                  </a:lnTo>
                  <a:lnTo>
                    <a:pt x="94" y="3827"/>
                  </a:lnTo>
                  <a:lnTo>
                    <a:pt x="234" y="3827"/>
                  </a:lnTo>
                  <a:lnTo>
                    <a:pt x="328" y="3781"/>
                  </a:lnTo>
                  <a:lnTo>
                    <a:pt x="374" y="3734"/>
                  </a:lnTo>
                  <a:lnTo>
                    <a:pt x="374" y="3641"/>
                  </a:lnTo>
                  <a:lnTo>
                    <a:pt x="374" y="187"/>
                  </a:lnTo>
                  <a:lnTo>
                    <a:pt x="374" y="140"/>
                  </a:lnTo>
                  <a:lnTo>
                    <a:pt x="328" y="47"/>
                  </a:lnTo>
                  <a:lnTo>
                    <a:pt x="234" y="4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75" name="Shape 9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6" name="Google Shape;9176;p39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Survey Questions​</a:t>
            </a:r>
            <a:endParaRPr/>
          </a:p>
        </p:txBody>
      </p:sp>
      <p:sp>
        <p:nvSpPr>
          <p:cNvPr id="9177" name="Google Shape;9177;p39"/>
          <p:cNvSpPr txBox="1"/>
          <p:nvPr>
            <p:ph idx="1" type="body"/>
          </p:nvPr>
        </p:nvSpPr>
        <p:spPr>
          <a:xfrm>
            <a:off x="763575" y="788175"/>
            <a:ext cx="3395700" cy="404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What </a:t>
            </a:r>
            <a:r>
              <a:rPr b="1" lang="en" sz="1100"/>
              <a:t>features</a:t>
            </a:r>
            <a:r>
              <a:rPr lang="en" sz="1100"/>
              <a:t> do you expect to see in Munch Find!?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How </a:t>
            </a:r>
            <a:r>
              <a:rPr b="1" lang="en" sz="1100"/>
              <a:t>frequently</a:t>
            </a:r>
            <a:r>
              <a:rPr lang="en" sz="1100"/>
              <a:t> would you use Munch Find!?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When you can't decide what to eat, how do you currently make the </a:t>
            </a:r>
            <a:r>
              <a:rPr b="1" lang="en" sz="1100"/>
              <a:t>decision</a:t>
            </a:r>
            <a:r>
              <a:rPr lang="en" sz="1100"/>
              <a:t>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Which </a:t>
            </a:r>
            <a:r>
              <a:rPr b="1" lang="en" sz="1100"/>
              <a:t>filters</a:t>
            </a:r>
            <a:r>
              <a:rPr lang="en" sz="1100"/>
              <a:t> are most important to you when choosing food?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How often would you use a "</a:t>
            </a:r>
            <a:r>
              <a:rPr b="1" lang="en" sz="1100"/>
              <a:t>Group Mode</a:t>
            </a:r>
            <a:r>
              <a:rPr lang="en" sz="1100"/>
              <a:t>" where a group of people can get one shared random result together?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If the app picks a result you </a:t>
            </a:r>
            <a:r>
              <a:rPr b="1" lang="en" sz="1100"/>
              <a:t>don't like</a:t>
            </a:r>
            <a:r>
              <a:rPr lang="en" sz="1100"/>
              <a:t>, what should happen?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Would you like the app to remember your past picks (</a:t>
            </a:r>
            <a:r>
              <a:rPr b="1" lang="en" sz="1100"/>
              <a:t>history</a:t>
            </a:r>
            <a:r>
              <a:rPr lang="en" sz="1100"/>
              <a:t>)?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How would you like to see the result </a:t>
            </a:r>
            <a:r>
              <a:rPr b="1" lang="en" sz="1100"/>
              <a:t>displayed</a:t>
            </a:r>
            <a:r>
              <a:rPr lang="en" sz="1100"/>
              <a:t>?</a:t>
            </a:r>
            <a:endParaRPr sz="1100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en" sz="1100"/>
              <a:t>What type of </a:t>
            </a:r>
            <a:r>
              <a:rPr b="1" lang="en" sz="1100"/>
              <a:t>notifications</a:t>
            </a:r>
            <a:r>
              <a:rPr lang="en" sz="1100"/>
              <a:t>, if any, would you want from the app?</a:t>
            </a:r>
            <a:endParaRPr sz="1100"/>
          </a:p>
        </p:txBody>
      </p:sp>
      <p:sp>
        <p:nvSpPr>
          <p:cNvPr id="9178" name="Google Shape;9178;p39"/>
          <p:cNvSpPr txBox="1"/>
          <p:nvPr>
            <p:ph idx="1" type="body"/>
          </p:nvPr>
        </p:nvSpPr>
        <p:spPr>
          <a:xfrm>
            <a:off x="4387830" y="788175"/>
            <a:ext cx="3690900" cy="404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Which </a:t>
            </a:r>
            <a:r>
              <a:rPr b="1" lang="en" sz="1100"/>
              <a:t>sharing</a:t>
            </a:r>
            <a:r>
              <a:rPr lang="en" sz="1100"/>
              <a:t> options would be useful to you?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.</a:t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Which </a:t>
            </a:r>
            <a:r>
              <a:rPr b="1" lang="en" sz="1100"/>
              <a:t>device</a:t>
            </a:r>
            <a:r>
              <a:rPr lang="en" sz="1100"/>
              <a:t> will you primarily use to access Munch Find!?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How </a:t>
            </a:r>
            <a:r>
              <a:rPr b="1" lang="en" sz="1100"/>
              <a:t>quickly</a:t>
            </a:r>
            <a:r>
              <a:rPr lang="en" sz="1100"/>
              <a:t> do you expect the app to show a result after tapping "Find me food"?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What additional </a:t>
            </a:r>
            <a:r>
              <a:rPr b="1" lang="en" sz="1100"/>
              <a:t>features</a:t>
            </a:r>
            <a:r>
              <a:rPr lang="en" sz="1100"/>
              <a:t> would you like to suggest for Munch Find!?</a:t>
            </a:r>
            <a:endParaRPr sz="1100"/>
          </a:p>
        </p:txBody>
      </p:sp>
      <p:pic>
        <p:nvPicPr>
          <p:cNvPr id="9179" name="Google Shape;917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6528" y="1397475"/>
            <a:ext cx="2835375" cy="1842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8F4"/>
        </a:solidFill>
      </p:bgPr>
    </p:bg>
    <p:spTree>
      <p:nvGrpSpPr>
        <p:cNvPr id="9183" name="Shape 9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84" name="Google Shape;9184;p40"/>
          <p:cNvPicPr preferRelativeResize="0"/>
          <p:nvPr/>
        </p:nvPicPr>
        <p:blipFill rotWithShape="1">
          <a:blip r:embed="rId3">
            <a:alphaModFix/>
          </a:blip>
          <a:srcRect b="5060" l="4345" r="5321" t="0"/>
          <a:stretch/>
        </p:blipFill>
        <p:spPr>
          <a:xfrm>
            <a:off x="221888" y="0"/>
            <a:ext cx="8700216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185" name="Google Shape;9185;p40"/>
          <p:cNvSpPr txBox="1"/>
          <p:nvPr/>
        </p:nvSpPr>
        <p:spPr>
          <a:xfrm>
            <a:off x="8136600" y="506075"/>
            <a:ext cx="302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highlight>
                  <a:srgbClr val="FDEDD1"/>
                </a:highlight>
                <a:latin typeface="Open Sans"/>
                <a:ea typeface="Open Sans"/>
                <a:cs typeface="Open Sans"/>
                <a:sym typeface="Open Sans"/>
              </a:rPr>
              <a:t>2</a:t>
            </a:r>
            <a:endParaRPr sz="1000">
              <a:solidFill>
                <a:schemeClr val="lt1"/>
              </a:solidFill>
              <a:highlight>
                <a:srgbClr val="FDEDD1"/>
              </a:highlight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9" name="Shape 9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0" name="Google Shape;9190;p41"/>
          <p:cNvSpPr/>
          <p:nvPr/>
        </p:nvSpPr>
        <p:spPr>
          <a:xfrm rot="-5400000">
            <a:off x="1444153" y="155282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1" name="Google Shape;9191;p41"/>
          <p:cNvSpPr/>
          <p:nvPr/>
        </p:nvSpPr>
        <p:spPr>
          <a:xfrm rot="-5400000">
            <a:off x="1444153" y="307807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2" name="Google Shape;9192;p41"/>
          <p:cNvSpPr/>
          <p:nvPr/>
        </p:nvSpPr>
        <p:spPr>
          <a:xfrm rot="-5400000">
            <a:off x="4796978" y="155282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3" name="Google Shape;9193;p41"/>
          <p:cNvSpPr/>
          <p:nvPr/>
        </p:nvSpPr>
        <p:spPr>
          <a:xfrm rot="-5400000">
            <a:off x="4796978" y="307807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4" name="Google Shape;9194;p41"/>
          <p:cNvSpPr txBox="1"/>
          <p:nvPr>
            <p:ph idx="8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Solutions</a:t>
            </a:r>
            <a:endParaRPr/>
          </a:p>
        </p:txBody>
      </p:sp>
      <p:sp>
        <p:nvSpPr>
          <p:cNvPr id="9195" name="Google Shape;9195;p41"/>
          <p:cNvSpPr txBox="1"/>
          <p:nvPr>
            <p:ph type="title"/>
          </p:nvPr>
        </p:nvSpPr>
        <p:spPr>
          <a:xfrm>
            <a:off x="2365778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Random single-tap decision</a:t>
            </a:r>
            <a:endParaRPr sz="900"/>
          </a:p>
        </p:txBody>
      </p:sp>
      <p:sp>
        <p:nvSpPr>
          <p:cNvPr id="9196" name="Google Shape;9196;p41"/>
          <p:cNvSpPr txBox="1"/>
          <p:nvPr>
            <p:ph idx="1" type="subTitle"/>
          </p:nvPr>
        </p:nvSpPr>
        <p:spPr>
          <a:xfrm>
            <a:off x="2365775" y="1763671"/>
            <a:ext cx="19782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removes the need to browse one tap gives the user one store and one dish, ending the scrolling cycle entirely</a:t>
            </a:r>
            <a:endParaRPr sz="1000"/>
          </a:p>
        </p:txBody>
      </p:sp>
      <p:sp>
        <p:nvSpPr>
          <p:cNvPr id="9197" name="Google Shape;9197;p41"/>
          <p:cNvSpPr txBox="1"/>
          <p:nvPr>
            <p:ph idx="2" type="title"/>
          </p:nvPr>
        </p:nvSpPr>
        <p:spPr>
          <a:xfrm>
            <a:off x="5721659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Filtered randomisation</a:t>
            </a:r>
            <a:endParaRPr sz="900"/>
          </a:p>
        </p:txBody>
      </p:sp>
      <p:sp>
        <p:nvSpPr>
          <p:cNvPr id="9198" name="Google Shape;9198;p41"/>
          <p:cNvSpPr txBox="1"/>
          <p:nvPr>
            <p:ph idx="3" type="subTitle"/>
          </p:nvPr>
        </p:nvSpPr>
        <p:spPr>
          <a:xfrm>
            <a:off x="5721650" y="1763667"/>
            <a:ext cx="1978200" cy="9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lets the user narrow by budget, cuisine, or dietary restriction first, so the random pick stays relevant instead of completely blind.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9199" name="Google Shape;9199;p41"/>
          <p:cNvSpPr txBox="1"/>
          <p:nvPr>
            <p:ph idx="4" type="title"/>
          </p:nvPr>
        </p:nvSpPr>
        <p:spPr>
          <a:xfrm>
            <a:off x="2365778" y="3077506"/>
            <a:ext cx="1975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Group Mode / shared session</a:t>
            </a:r>
            <a:endParaRPr sz="900"/>
          </a:p>
        </p:txBody>
      </p:sp>
      <p:sp>
        <p:nvSpPr>
          <p:cNvPr id="9200" name="Google Shape;9200;p41"/>
          <p:cNvSpPr txBox="1"/>
          <p:nvPr>
            <p:ph idx="5" type="subTitle"/>
          </p:nvPr>
        </p:nvSpPr>
        <p:spPr>
          <a:xfrm>
            <a:off x="2365775" y="3288924"/>
            <a:ext cx="1978200" cy="132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multiple users join one session and receive the same randomised result, removing the need for group negotiation and eliminating the "blame" that falls on whoever chooses.</a:t>
            </a:r>
            <a:endParaRPr sz="1000"/>
          </a:p>
        </p:txBody>
      </p:sp>
      <p:sp>
        <p:nvSpPr>
          <p:cNvPr id="9201" name="Google Shape;9201;p41"/>
          <p:cNvSpPr txBox="1"/>
          <p:nvPr>
            <p:ph idx="6" type="title"/>
          </p:nvPr>
        </p:nvSpPr>
        <p:spPr>
          <a:xfrm>
            <a:off x="5721659" y="307750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Distance/location-based narrowing</a:t>
            </a:r>
            <a:endParaRPr sz="900"/>
          </a:p>
        </p:txBody>
      </p:sp>
      <p:sp>
        <p:nvSpPr>
          <p:cNvPr id="9202" name="Google Shape;9202;p41"/>
          <p:cNvSpPr txBox="1"/>
          <p:nvPr>
            <p:ph idx="7" type="subTitle"/>
          </p:nvPr>
        </p:nvSpPr>
        <p:spPr>
          <a:xfrm>
            <a:off x="5721650" y="3288925"/>
            <a:ext cx="1978200" cy="8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prioritises nearby stores so the random result is realistic and immediately actionable, not a restaurant across town.</a:t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grpSp>
        <p:nvGrpSpPr>
          <p:cNvPr id="9203" name="Google Shape;9203;p41"/>
          <p:cNvGrpSpPr/>
          <p:nvPr/>
        </p:nvGrpSpPr>
        <p:grpSpPr>
          <a:xfrm>
            <a:off x="1655621" y="1764888"/>
            <a:ext cx="336050" cy="334875"/>
            <a:chOff x="3959625" y="2580850"/>
            <a:chExt cx="336050" cy="334875"/>
          </a:xfrm>
        </p:grpSpPr>
        <p:sp>
          <p:nvSpPr>
            <p:cNvPr id="9204" name="Google Shape;9204;p41"/>
            <p:cNvSpPr/>
            <p:nvPr/>
          </p:nvSpPr>
          <p:spPr>
            <a:xfrm>
              <a:off x="3959625" y="2600700"/>
              <a:ext cx="316225" cy="310350"/>
            </a:xfrm>
            <a:custGeom>
              <a:rect b="b" l="l" r="r" t="t"/>
              <a:pathLst>
                <a:path extrusionOk="0" h="12414" w="12649">
                  <a:moveTo>
                    <a:pt x="4108" y="0"/>
                  </a:moveTo>
                  <a:lnTo>
                    <a:pt x="2988" y="3360"/>
                  </a:lnTo>
                  <a:lnTo>
                    <a:pt x="2568" y="5367"/>
                  </a:lnTo>
                  <a:lnTo>
                    <a:pt x="1914" y="6580"/>
                  </a:lnTo>
                  <a:lnTo>
                    <a:pt x="1448" y="7934"/>
                  </a:lnTo>
                  <a:lnTo>
                    <a:pt x="1401" y="8727"/>
                  </a:lnTo>
                  <a:lnTo>
                    <a:pt x="934" y="9567"/>
                  </a:lnTo>
                  <a:lnTo>
                    <a:pt x="1" y="12321"/>
                  </a:lnTo>
                  <a:lnTo>
                    <a:pt x="1" y="12414"/>
                  </a:lnTo>
                  <a:lnTo>
                    <a:pt x="48" y="12367"/>
                  </a:lnTo>
                  <a:lnTo>
                    <a:pt x="141" y="12274"/>
                  </a:lnTo>
                  <a:lnTo>
                    <a:pt x="281" y="12227"/>
                  </a:lnTo>
                  <a:lnTo>
                    <a:pt x="12648" y="8494"/>
                  </a:lnTo>
                  <a:lnTo>
                    <a:pt x="41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5" name="Google Shape;9205;p41"/>
            <p:cNvSpPr/>
            <p:nvPr/>
          </p:nvSpPr>
          <p:spPr>
            <a:xfrm>
              <a:off x="3959625" y="2801375"/>
              <a:ext cx="316225" cy="114350"/>
            </a:xfrm>
            <a:custGeom>
              <a:rect b="b" l="l" r="r" t="t"/>
              <a:pathLst>
                <a:path extrusionOk="0" h="4574" w="12649">
                  <a:moveTo>
                    <a:pt x="12135" y="0"/>
                  </a:moveTo>
                  <a:lnTo>
                    <a:pt x="10361" y="560"/>
                  </a:lnTo>
                  <a:lnTo>
                    <a:pt x="9568" y="1027"/>
                  </a:lnTo>
                  <a:lnTo>
                    <a:pt x="7935" y="1400"/>
                  </a:lnTo>
                  <a:lnTo>
                    <a:pt x="5834" y="2100"/>
                  </a:lnTo>
                  <a:lnTo>
                    <a:pt x="4621" y="2753"/>
                  </a:lnTo>
                  <a:lnTo>
                    <a:pt x="3221" y="2940"/>
                  </a:lnTo>
                  <a:lnTo>
                    <a:pt x="94" y="4014"/>
                  </a:lnTo>
                  <a:lnTo>
                    <a:pt x="1" y="4294"/>
                  </a:lnTo>
                  <a:lnTo>
                    <a:pt x="1" y="4434"/>
                  </a:lnTo>
                  <a:lnTo>
                    <a:pt x="48" y="4527"/>
                  </a:lnTo>
                  <a:lnTo>
                    <a:pt x="141" y="4574"/>
                  </a:lnTo>
                  <a:lnTo>
                    <a:pt x="281" y="4574"/>
                  </a:lnTo>
                  <a:lnTo>
                    <a:pt x="3594" y="3500"/>
                  </a:lnTo>
                  <a:lnTo>
                    <a:pt x="4668" y="2894"/>
                  </a:lnTo>
                  <a:lnTo>
                    <a:pt x="5834" y="2707"/>
                  </a:lnTo>
                  <a:lnTo>
                    <a:pt x="8541" y="1820"/>
                  </a:lnTo>
                  <a:lnTo>
                    <a:pt x="9381" y="1353"/>
                  </a:lnTo>
                  <a:lnTo>
                    <a:pt x="10128" y="1307"/>
                  </a:lnTo>
                  <a:lnTo>
                    <a:pt x="12648" y="467"/>
                  </a:lnTo>
                  <a:lnTo>
                    <a:pt x="121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6" name="Google Shape;9206;p41"/>
            <p:cNvSpPr/>
            <p:nvPr/>
          </p:nvSpPr>
          <p:spPr>
            <a:xfrm>
              <a:off x="4138150" y="2685850"/>
              <a:ext cx="66525" cy="66550"/>
            </a:xfrm>
            <a:custGeom>
              <a:rect b="b" l="l" r="r" t="t"/>
              <a:pathLst>
                <a:path extrusionOk="0" h="2662" w="2661">
                  <a:moveTo>
                    <a:pt x="1120" y="1"/>
                  </a:moveTo>
                  <a:lnTo>
                    <a:pt x="887" y="94"/>
                  </a:lnTo>
                  <a:lnTo>
                    <a:pt x="607" y="234"/>
                  </a:lnTo>
                  <a:lnTo>
                    <a:pt x="420" y="374"/>
                  </a:lnTo>
                  <a:lnTo>
                    <a:pt x="234" y="608"/>
                  </a:lnTo>
                  <a:lnTo>
                    <a:pt x="94" y="841"/>
                  </a:lnTo>
                  <a:lnTo>
                    <a:pt x="47" y="1121"/>
                  </a:lnTo>
                  <a:lnTo>
                    <a:pt x="0" y="1354"/>
                  </a:lnTo>
                  <a:lnTo>
                    <a:pt x="47" y="1634"/>
                  </a:lnTo>
                  <a:lnTo>
                    <a:pt x="94" y="1868"/>
                  </a:lnTo>
                  <a:lnTo>
                    <a:pt x="234" y="2148"/>
                  </a:lnTo>
                  <a:lnTo>
                    <a:pt x="420" y="2334"/>
                  </a:lnTo>
                  <a:lnTo>
                    <a:pt x="607" y="2521"/>
                  </a:lnTo>
                  <a:lnTo>
                    <a:pt x="840" y="2614"/>
                  </a:lnTo>
                  <a:lnTo>
                    <a:pt x="1074" y="2661"/>
                  </a:lnTo>
                  <a:lnTo>
                    <a:pt x="1307" y="2614"/>
                  </a:lnTo>
                  <a:lnTo>
                    <a:pt x="1540" y="2568"/>
                  </a:lnTo>
                  <a:lnTo>
                    <a:pt x="1774" y="2428"/>
                  </a:lnTo>
                  <a:lnTo>
                    <a:pt x="1960" y="2288"/>
                  </a:lnTo>
                  <a:lnTo>
                    <a:pt x="2194" y="2101"/>
                  </a:lnTo>
                  <a:lnTo>
                    <a:pt x="2380" y="1914"/>
                  </a:lnTo>
                  <a:lnTo>
                    <a:pt x="2520" y="1681"/>
                  </a:lnTo>
                  <a:lnTo>
                    <a:pt x="2614" y="1494"/>
                  </a:lnTo>
                  <a:lnTo>
                    <a:pt x="2660" y="1261"/>
                  </a:lnTo>
                  <a:lnTo>
                    <a:pt x="2660" y="1028"/>
                  </a:lnTo>
                  <a:lnTo>
                    <a:pt x="2614" y="794"/>
                  </a:lnTo>
                  <a:lnTo>
                    <a:pt x="2520" y="608"/>
                  </a:lnTo>
                  <a:lnTo>
                    <a:pt x="2334" y="374"/>
                  </a:lnTo>
                  <a:lnTo>
                    <a:pt x="2147" y="234"/>
                  </a:lnTo>
                  <a:lnTo>
                    <a:pt x="1914" y="94"/>
                  </a:lnTo>
                  <a:lnTo>
                    <a:pt x="163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7" name="Google Shape;9207;p41"/>
            <p:cNvSpPr/>
            <p:nvPr/>
          </p:nvSpPr>
          <p:spPr>
            <a:xfrm>
              <a:off x="4082150" y="2634525"/>
              <a:ext cx="47850" cy="40850"/>
            </a:xfrm>
            <a:custGeom>
              <a:rect b="b" l="l" r="r" t="t"/>
              <a:pathLst>
                <a:path extrusionOk="0" h="1634" w="1914">
                  <a:moveTo>
                    <a:pt x="467" y="1"/>
                  </a:moveTo>
                  <a:lnTo>
                    <a:pt x="420" y="47"/>
                  </a:lnTo>
                  <a:lnTo>
                    <a:pt x="373" y="141"/>
                  </a:lnTo>
                  <a:lnTo>
                    <a:pt x="0" y="1261"/>
                  </a:lnTo>
                  <a:lnTo>
                    <a:pt x="0" y="1307"/>
                  </a:lnTo>
                  <a:lnTo>
                    <a:pt x="0" y="1401"/>
                  </a:lnTo>
                  <a:lnTo>
                    <a:pt x="47" y="1447"/>
                  </a:lnTo>
                  <a:lnTo>
                    <a:pt x="140" y="1494"/>
                  </a:lnTo>
                  <a:lnTo>
                    <a:pt x="1260" y="1634"/>
                  </a:lnTo>
                  <a:lnTo>
                    <a:pt x="1307" y="1587"/>
                  </a:lnTo>
                  <a:lnTo>
                    <a:pt x="1400" y="1494"/>
                  </a:lnTo>
                  <a:lnTo>
                    <a:pt x="1633" y="1167"/>
                  </a:lnTo>
                  <a:lnTo>
                    <a:pt x="1913" y="654"/>
                  </a:lnTo>
                  <a:lnTo>
                    <a:pt x="1913" y="561"/>
                  </a:lnTo>
                  <a:lnTo>
                    <a:pt x="1867" y="467"/>
                  </a:lnTo>
                  <a:lnTo>
                    <a:pt x="1820" y="421"/>
                  </a:lnTo>
                  <a:lnTo>
                    <a:pt x="1773" y="374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8" name="Google Shape;9208;p41"/>
            <p:cNvSpPr/>
            <p:nvPr/>
          </p:nvSpPr>
          <p:spPr>
            <a:xfrm>
              <a:off x="4082150" y="2640350"/>
              <a:ext cx="47850" cy="42025"/>
            </a:xfrm>
            <a:custGeom>
              <a:rect b="b" l="l" r="r" t="t"/>
              <a:pathLst>
                <a:path extrusionOk="0" h="1681" w="1914">
                  <a:moveTo>
                    <a:pt x="1400" y="1"/>
                  </a:moveTo>
                  <a:lnTo>
                    <a:pt x="1027" y="1028"/>
                  </a:lnTo>
                  <a:lnTo>
                    <a:pt x="980" y="1121"/>
                  </a:lnTo>
                  <a:lnTo>
                    <a:pt x="933" y="1168"/>
                  </a:lnTo>
                  <a:lnTo>
                    <a:pt x="793" y="1168"/>
                  </a:lnTo>
                  <a:lnTo>
                    <a:pt x="47" y="934"/>
                  </a:lnTo>
                  <a:lnTo>
                    <a:pt x="0" y="1028"/>
                  </a:lnTo>
                  <a:lnTo>
                    <a:pt x="0" y="1074"/>
                  </a:lnTo>
                  <a:lnTo>
                    <a:pt x="0" y="1168"/>
                  </a:lnTo>
                  <a:lnTo>
                    <a:pt x="47" y="1214"/>
                  </a:lnTo>
                  <a:lnTo>
                    <a:pt x="140" y="1261"/>
                  </a:lnTo>
                  <a:lnTo>
                    <a:pt x="1260" y="1634"/>
                  </a:lnTo>
                  <a:lnTo>
                    <a:pt x="1353" y="1681"/>
                  </a:lnTo>
                  <a:lnTo>
                    <a:pt x="1400" y="1634"/>
                  </a:lnTo>
                  <a:lnTo>
                    <a:pt x="1493" y="1588"/>
                  </a:lnTo>
                  <a:lnTo>
                    <a:pt x="1540" y="1541"/>
                  </a:lnTo>
                  <a:lnTo>
                    <a:pt x="1913" y="421"/>
                  </a:lnTo>
                  <a:lnTo>
                    <a:pt x="1913" y="328"/>
                  </a:lnTo>
                  <a:lnTo>
                    <a:pt x="1867" y="234"/>
                  </a:lnTo>
                  <a:lnTo>
                    <a:pt x="1820" y="188"/>
                  </a:lnTo>
                  <a:lnTo>
                    <a:pt x="1773" y="141"/>
                  </a:lnTo>
                  <a:lnTo>
                    <a:pt x="140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9" name="Google Shape;9209;p41"/>
            <p:cNvSpPr/>
            <p:nvPr/>
          </p:nvSpPr>
          <p:spPr>
            <a:xfrm>
              <a:off x="4142800" y="2690525"/>
              <a:ext cx="64200" cy="64200"/>
            </a:xfrm>
            <a:custGeom>
              <a:rect b="b" l="l" r="r" t="t"/>
              <a:pathLst>
                <a:path extrusionOk="0" h="2568" w="2568">
                  <a:moveTo>
                    <a:pt x="1914" y="1"/>
                  </a:moveTo>
                  <a:lnTo>
                    <a:pt x="2008" y="187"/>
                  </a:lnTo>
                  <a:lnTo>
                    <a:pt x="2054" y="421"/>
                  </a:lnTo>
                  <a:lnTo>
                    <a:pt x="2101" y="654"/>
                  </a:lnTo>
                  <a:lnTo>
                    <a:pt x="2101" y="887"/>
                  </a:lnTo>
                  <a:lnTo>
                    <a:pt x="2054" y="1074"/>
                  </a:lnTo>
                  <a:lnTo>
                    <a:pt x="1961" y="1307"/>
                  </a:lnTo>
                  <a:lnTo>
                    <a:pt x="1821" y="1494"/>
                  </a:lnTo>
                  <a:lnTo>
                    <a:pt x="1681" y="1681"/>
                  </a:lnTo>
                  <a:lnTo>
                    <a:pt x="1494" y="1821"/>
                  </a:lnTo>
                  <a:lnTo>
                    <a:pt x="1308" y="1961"/>
                  </a:lnTo>
                  <a:lnTo>
                    <a:pt x="1121" y="2007"/>
                  </a:lnTo>
                  <a:lnTo>
                    <a:pt x="888" y="2054"/>
                  </a:lnTo>
                  <a:lnTo>
                    <a:pt x="421" y="2054"/>
                  </a:lnTo>
                  <a:lnTo>
                    <a:pt x="234" y="2007"/>
                  </a:lnTo>
                  <a:lnTo>
                    <a:pt x="1" y="1867"/>
                  </a:lnTo>
                  <a:lnTo>
                    <a:pt x="1" y="1867"/>
                  </a:lnTo>
                  <a:lnTo>
                    <a:pt x="234" y="2147"/>
                  </a:lnTo>
                  <a:lnTo>
                    <a:pt x="421" y="2334"/>
                  </a:lnTo>
                  <a:lnTo>
                    <a:pt x="701" y="2474"/>
                  </a:lnTo>
                  <a:lnTo>
                    <a:pt x="934" y="2521"/>
                  </a:lnTo>
                  <a:lnTo>
                    <a:pt x="1214" y="2567"/>
                  </a:lnTo>
                  <a:lnTo>
                    <a:pt x="1448" y="2521"/>
                  </a:lnTo>
                  <a:lnTo>
                    <a:pt x="1728" y="2474"/>
                  </a:lnTo>
                  <a:lnTo>
                    <a:pt x="1961" y="2334"/>
                  </a:lnTo>
                  <a:lnTo>
                    <a:pt x="2148" y="2147"/>
                  </a:lnTo>
                  <a:lnTo>
                    <a:pt x="2334" y="1961"/>
                  </a:lnTo>
                  <a:lnTo>
                    <a:pt x="2474" y="1681"/>
                  </a:lnTo>
                  <a:lnTo>
                    <a:pt x="2568" y="1447"/>
                  </a:lnTo>
                  <a:lnTo>
                    <a:pt x="2568" y="1167"/>
                  </a:lnTo>
                  <a:lnTo>
                    <a:pt x="2568" y="934"/>
                  </a:lnTo>
                  <a:lnTo>
                    <a:pt x="2474" y="654"/>
                  </a:lnTo>
                  <a:lnTo>
                    <a:pt x="2334" y="421"/>
                  </a:lnTo>
                  <a:lnTo>
                    <a:pt x="2148" y="187"/>
                  </a:lnTo>
                  <a:lnTo>
                    <a:pt x="191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0" name="Google Shape;9210;p41"/>
            <p:cNvSpPr/>
            <p:nvPr/>
          </p:nvSpPr>
          <p:spPr>
            <a:xfrm>
              <a:off x="4143975" y="2786200"/>
              <a:ext cx="74700" cy="60700"/>
            </a:xfrm>
            <a:custGeom>
              <a:rect b="b" l="l" r="r" t="t"/>
              <a:pathLst>
                <a:path extrusionOk="0" h="2428" w="2988">
                  <a:moveTo>
                    <a:pt x="561" y="0"/>
                  </a:moveTo>
                  <a:lnTo>
                    <a:pt x="467" y="47"/>
                  </a:lnTo>
                  <a:lnTo>
                    <a:pt x="47" y="654"/>
                  </a:lnTo>
                  <a:lnTo>
                    <a:pt x="1" y="747"/>
                  </a:lnTo>
                  <a:lnTo>
                    <a:pt x="47" y="794"/>
                  </a:lnTo>
                  <a:lnTo>
                    <a:pt x="841" y="1354"/>
                  </a:lnTo>
                  <a:lnTo>
                    <a:pt x="887" y="1400"/>
                  </a:lnTo>
                  <a:lnTo>
                    <a:pt x="841" y="1494"/>
                  </a:lnTo>
                  <a:lnTo>
                    <a:pt x="561" y="1867"/>
                  </a:lnTo>
                  <a:lnTo>
                    <a:pt x="561" y="1960"/>
                  </a:lnTo>
                  <a:lnTo>
                    <a:pt x="607" y="2007"/>
                  </a:lnTo>
                  <a:lnTo>
                    <a:pt x="1167" y="2427"/>
                  </a:lnTo>
                  <a:lnTo>
                    <a:pt x="2194" y="1727"/>
                  </a:lnTo>
                  <a:lnTo>
                    <a:pt x="2847" y="1774"/>
                  </a:lnTo>
                  <a:lnTo>
                    <a:pt x="2941" y="1634"/>
                  </a:lnTo>
                  <a:lnTo>
                    <a:pt x="2987" y="1494"/>
                  </a:lnTo>
                  <a:lnTo>
                    <a:pt x="2987" y="1354"/>
                  </a:lnTo>
                  <a:lnTo>
                    <a:pt x="2987" y="1214"/>
                  </a:lnTo>
                  <a:lnTo>
                    <a:pt x="2941" y="1027"/>
                  </a:lnTo>
                  <a:lnTo>
                    <a:pt x="2894" y="934"/>
                  </a:lnTo>
                  <a:lnTo>
                    <a:pt x="2801" y="794"/>
                  </a:lnTo>
                  <a:lnTo>
                    <a:pt x="2661" y="700"/>
                  </a:lnTo>
                  <a:lnTo>
                    <a:pt x="1961" y="140"/>
                  </a:lnTo>
                  <a:lnTo>
                    <a:pt x="1867" y="140"/>
                  </a:lnTo>
                  <a:lnTo>
                    <a:pt x="1821" y="187"/>
                  </a:lnTo>
                  <a:lnTo>
                    <a:pt x="1541" y="560"/>
                  </a:lnTo>
                  <a:lnTo>
                    <a:pt x="1447" y="607"/>
                  </a:lnTo>
                  <a:lnTo>
                    <a:pt x="1401" y="560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1" name="Google Shape;9211;p41"/>
            <p:cNvSpPr/>
            <p:nvPr/>
          </p:nvSpPr>
          <p:spPr>
            <a:xfrm>
              <a:off x="4048300" y="2580850"/>
              <a:ext cx="246200" cy="243875"/>
            </a:xfrm>
            <a:custGeom>
              <a:rect b="b" l="l" r="r" t="t"/>
              <a:pathLst>
                <a:path extrusionOk="0" h="9755" w="9848">
                  <a:moveTo>
                    <a:pt x="794" y="1"/>
                  </a:moveTo>
                  <a:lnTo>
                    <a:pt x="654" y="47"/>
                  </a:lnTo>
                  <a:lnTo>
                    <a:pt x="561" y="141"/>
                  </a:lnTo>
                  <a:lnTo>
                    <a:pt x="47" y="887"/>
                  </a:lnTo>
                  <a:lnTo>
                    <a:pt x="1" y="981"/>
                  </a:lnTo>
                  <a:lnTo>
                    <a:pt x="1" y="1121"/>
                  </a:lnTo>
                  <a:lnTo>
                    <a:pt x="47" y="1261"/>
                  </a:lnTo>
                  <a:lnTo>
                    <a:pt x="141" y="1354"/>
                  </a:lnTo>
                  <a:lnTo>
                    <a:pt x="1401" y="2194"/>
                  </a:lnTo>
                  <a:lnTo>
                    <a:pt x="2567" y="3081"/>
                  </a:lnTo>
                  <a:lnTo>
                    <a:pt x="3688" y="4061"/>
                  </a:lnTo>
                  <a:lnTo>
                    <a:pt x="4761" y="5088"/>
                  </a:lnTo>
                  <a:lnTo>
                    <a:pt x="5788" y="6161"/>
                  </a:lnTo>
                  <a:lnTo>
                    <a:pt x="6768" y="7328"/>
                  </a:lnTo>
                  <a:lnTo>
                    <a:pt x="7654" y="8494"/>
                  </a:lnTo>
                  <a:lnTo>
                    <a:pt x="8541" y="9708"/>
                  </a:lnTo>
                  <a:lnTo>
                    <a:pt x="8588" y="9754"/>
                  </a:lnTo>
                  <a:lnTo>
                    <a:pt x="8634" y="9754"/>
                  </a:lnTo>
                  <a:lnTo>
                    <a:pt x="8821" y="9568"/>
                  </a:lnTo>
                  <a:lnTo>
                    <a:pt x="9194" y="9381"/>
                  </a:lnTo>
                  <a:lnTo>
                    <a:pt x="9614" y="9148"/>
                  </a:lnTo>
                  <a:lnTo>
                    <a:pt x="9801" y="9008"/>
                  </a:lnTo>
                  <a:lnTo>
                    <a:pt x="9848" y="8961"/>
                  </a:lnTo>
                  <a:lnTo>
                    <a:pt x="9848" y="8821"/>
                  </a:lnTo>
                  <a:lnTo>
                    <a:pt x="8914" y="7561"/>
                  </a:lnTo>
                  <a:lnTo>
                    <a:pt x="7981" y="6301"/>
                  </a:lnTo>
                  <a:lnTo>
                    <a:pt x="6954" y="5134"/>
                  </a:lnTo>
                  <a:lnTo>
                    <a:pt x="5881" y="3968"/>
                  </a:lnTo>
                  <a:lnTo>
                    <a:pt x="4761" y="2894"/>
                  </a:lnTo>
                  <a:lnTo>
                    <a:pt x="3547" y="1868"/>
                  </a:lnTo>
                  <a:lnTo>
                    <a:pt x="2334" y="934"/>
                  </a:lnTo>
                  <a:lnTo>
                    <a:pt x="1027" y="47"/>
                  </a:lnTo>
                  <a:lnTo>
                    <a:pt x="8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2" name="Google Shape;9212;p41"/>
            <p:cNvSpPr/>
            <p:nvPr/>
          </p:nvSpPr>
          <p:spPr>
            <a:xfrm>
              <a:off x="4007475" y="2684700"/>
              <a:ext cx="63025" cy="85200"/>
            </a:xfrm>
            <a:custGeom>
              <a:rect b="b" l="l" r="r" t="t"/>
              <a:pathLst>
                <a:path extrusionOk="0" h="3408" w="2521">
                  <a:moveTo>
                    <a:pt x="1074" y="0"/>
                  </a:moveTo>
                  <a:lnTo>
                    <a:pt x="0" y="3220"/>
                  </a:lnTo>
                  <a:lnTo>
                    <a:pt x="234" y="3360"/>
                  </a:lnTo>
                  <a:lnTo>
                    <a:pt x="514" y="3407"/>
                  </a:lnTo>
                  <a:lnTo>
                    <a:pt x="747" y="3407"/>
                  </a:lnTo>
                  <a:lnTo>
                    <a:pt x="980" y="3360"/>
                  </a:lnTo>
                  <a:lnTo>
                    <a:pt x="1214" y="3267"/>
                  </a:lnTo>
                  <a:lnTo>
                    <a:pt x="1447" y="3174"/>
                  </a:lnTo>
                  <a:lnTo>
                    <a:pt x="1680" y="2987"/>
                  </a:lnTo>
                  <a:lnTo>
                    <a:pt x="1914" y="2800"/>
                  </a:lnTo>
                  <a:lnTo>
                    <a:pt x="2147" y="2520"/>
                  </a:lnTo>
                  <a:lnTo>
                    <a:pt x="2334" y="2240"/>
                  </a:lnTo>
                  <a:lnTo>
                    <a:pt x="2427" y="1960"/>
                  </a:lnTo>
                  <a:lnTo>
                    <a:pt x="2520" y="1634"/>
                  </a:lnTo>
                  <a:lnTo>
                    <a:pt x="2520" y="1354"/>
                  </a:lnTo>
                  <a:lnTo>
                    <a:pt x="2474" y="1074"/>
                  </a:lnTo>
                  <a:lnTo>
                    <a:pt x="2334" y="794"/>
                  </a:lnTo>
                  <a:lnTo>
                    <a:pt x="2100" y="514"/>
                  </a:lnTo>
                  <a:lnTo>
                    <a:pt x="1867" y="327"/>
                  </a:lnTo>
                  <a:lnTo>
                    <a:pt x="1634" y="187"/>
                  </a:lnTo>
                  <a:lnTo>
                    <a:pt x="1354" y="94"/>
                  </a:lnTo>
                  <a:lnTo>
                    <a:pt x="10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3" name="Google Shape;9213;p41"/>
            <p:cNvSpPr/>
            <p:nvPr/>
          </p:nvSpPr>
          <p:spPr>
            <a:xfrm>
              <a:off x="3982975" y="2799025"/>
              <a:ext cx="29175" cy="40875"/>
            </a:xfrm>
            <a:custGeom>
              <a:rect b="b" l="l" r="r" t="t"/>
              <a:pathLst>
                <a:path extrusionOk="0" h="1635" w="1167">
                  <a:moveTo>
                    <a:pt x="514" y="1"/>
                  </a:moveTo>
                  <a:lnTo>
                    <a:pt x="0" y="1634"/>
                  </a:lnTo>
                  <a:lnTo>
                    <a:pt x="0" y="1634"/>
                  </a:lnTo>
                  <a:lnTo>
                    <a:pt x="560" y="1494"/>
                  </a:lnTo>
                  <a:lnTo>
                    <a:pt x="980" y="1401"/>
                  </a:lnTo>
                  <a:lnTo>
                    <a:pt x="1120" y="1354"/>
                  </a:lnTo>
                  <a:lnTo>
                    <a:pt x="1167" y="1307"/>
                  </a:lnTo>
                  <a:lnTo>
                    <a:pt x="1167" y="654"/>
                  </a:lnTo>
                  <a:lnTo>
                    <a:pt x="1167" y="234"/>
                  </a:lnTo>
                  <a:lnTo>
                    <a:pt x="1167" y="94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4" name="Google Shape;9214;p41"/>
            <p:cNvSpPr/>
            <p:nvPr/>
          </p:nvSpPr>
          <p:spPr>
            <a:xfrm>
              <a:off x="4076300" y="2745375"/>
              <a:ext cx="42025" cy="53675"/>
            </a:xfrm>
            <a:custGeom>
              <a:rect b="b" l="l" r="r" t="t"/>
              <a:pathLst>
                <a:path extrusionOk="0" h="2147" w="1681">
                  <a:moveTo>
                    <a:pt x="1587" y="0"/>
                  </a:moveTo>
                  <a:lnTo>
                    <a:pt x="1541" y="47"/>
                  </a:lnTo>
                  <a:lnTo>
                    <a:pt x="1121" y="607"/>
                  </a:lnTo>
                  <a:lnTo>
                    <a:pt x="1027" y="653"/>
                  </a:lnTo>
                  <a:lnTo>
                    <a:pt x="981" y="653"/>
                  </a:lnTo>
                  <a:lnTo>
                    <a:pt x="701" y="467"/>
                  </a:lnTo>
                  <a:lnTo>
                    <a:pt x="607" y="420"/>
                  </a:lnTo>
                  <a:lnTo>
                    <a:pt x="561" y="467"/>
                  </a:lnTo>
                  <a:lnTo>
                    <a:pt x="94" y="1073"/>
                  </a:lnTo>
                  <a:lnTo>
                    <a:pt x="1" y="1260"/>
                  </a:lnTo>
                  <a:lnTo>
                    <a:pt x="1" y="1493"/>
                  </a:lnTo>
                  <a:lnTo>
                    <a:pt x="94" y="1680"/>
                  </a:lnTo>
                  <a:lnTo>
                    <a:pt x="234" y="1820"/>
                  </a:lnTo>
                  <a:lnTo>
                    <a:pt x="934" y="2147"/>
                  </a:lnTo>
                  <a:lnTo>
                    <a:pt x="1121" y="2147"/>
                  </a:lnTo>
                  <a:lnTo>
                    <a:pt x="1307" y="1913"/>
                  </a:lnTo>
                  <a:lnTo>
                    <a:pt x="1587" y="1447"/>
                  </a:lnTo>
                  <a:lnTo>
                    <a:pt x="1681" y="47"/>
                  </a:lnTo>
                  <a:lnTo>
                    <a:pt x="158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5" name="Google Shape;9215;p41"/>
            <p:cNvSpPr/>
            <p:nvPr/>
          </p:nvSpPr>
          <p:spPr>
            <a:xfrm>
              <a:off x="4037800" y="2828200"/>
              <a:ext cx="68875" cy="58350"/>
            </a:xfrm>
            <a:custGeom>
              <a:rect b="b" l="l" r="r" t="t"/>
              <a:pathLst>
                <a:path extrusionOk="0" h="2334" w="2755">
                  <a:moveTo>
                    <a:pt x="1354" y="0"/>
                  </a:moveTo>
                  <a:lnTo>
                    <a:pt x="1121" y="47"/>
                  </a:lnTo>
                  <a:lnTo>
                    <a:pt x="841" y="94"/>
                  </a:lnTo>
                  <a:lnTo>
                    <a:pt x="607" y="234"/>
                  </a:lnTo>
                  <a:lnTo>
                    <a:pt x="421" y="420"/>
                  </a:lnTo>
                  <a:lnTo>
                    <a:pt x="234" y="607"/>
                  </a:lnTo>
                  <a:lnTo>
                    <a:pt x="94" y="840"/>
                  </a:lnTo>
                  <a:lnTo>
                    <a:pt x="47" y="1120"/>
                  </a:lnTo>
                  <a:lnTo>
                    <a:pt x="1" y="1400"/>
                  </a:lnTo>
                  <a:lnTo>
                    <a:pt x="47" y="1634"/>
                  </a:lnTo>
                  <a:lnTo>
                    <a:pt x="94" y="1914"/>
                  </a:lnTo>
                  <a:lnTo>
                    <a:pt x="234" y="2147"/>
                  </a:lnTo>
                  <a:lnTo>
                    <a:pt x="421" y="2334"/>
                  </a:lnTo>
                  <a:lnTo>
                    <a:pt x="794" y="2101"/>
                  </a:lnTo>
                  <a:lnTo>
                    <a:pt x="1167" y="1821"/>
                  </a:lnTo>
                  <a:lnTo>
                    <a:pt x="2707" y="1634"/>
                  </a:lnTo>
                  <a:lnTo>
                    <a:pt x="2754" y="1307"/>
                  </a:lnTo>
                  <a:lnTo>
                    <a:pt x="2707" y="980"/>
                  </a:lnTo>
                  <a:lnTo>
                    <a:pt x="2567" y="700"/>
                  </a:lnTo>
                  <a:lnTo>
                    <a:pt x="2334" y="420"/>
                  </a:lnTo>
                  <a:lnTo>
                    <a:pt x="2147" y="234"/>
                  </a:lnTo>
                  <a:lnTo>
                    <a:pt x="1914" y="94"/>
                  </a:lnTo>
                  <a:lnTo>
                    <a:pt x="1634" y="47"/>
                  </a:lnTo>
                  <a:lnTo>
                    <a:pt x="135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6" name="Google Shape;9216;p41"/>
            <p:cNvSpPr/>
            <p:nvPr/>
          </p:nvSpPr>
          <p:spPr>
            <a:xfrm>
              <a:off x="4255975" y="2789700"/>
              <a:ext cx="39700" cy="37350"/>
            </a:xfrm>
            <a:custGeom>
              <a:rect b="b" l="l" r="r" t="t"/>
              <a:pathLst>
                <a:path extrusionOk="0" h="1494" w="1588">
                  <a:moveTo>
                    <a:pt x="1214" y="0"/>
                  </a:moveTo>
                  <a:lnTo>
                    <a:pt x="1167" y="234"/>
                  </a:lnTo>
                  <a:lnTo>
                    <a:pt x="1121" y="280"/>
                  </a:lnTo>
                  <a:lnTo>
                    <a:pt x="1027" y="374"/>
                  </a:lnTo>
                  <a:lnTo>
                    <a:pt x="234" y="934"/>
                  </a:lnTo>
                  <a:lnTo>
                    <a:pt x="94" y="980"/>
                  </a:lnTo>
                  <a:lnTo>
                    <a:pt x="1" y="1027"/>
                  </a:lnTo>
                  <a:lnTo>
                    <a:pt x="234" y="1354"/>
                  </a:lnTo>
                  <a:lnTo>
                    <a:pt x="327" y="1447"/>
                  </a:lnTo>
                  <a:lnTo>
                    <a:pt x="421" y="1494"/>
                  </a:lnTo>
                  <a:lnTo>
                    <a:pt x="561" y="1494"/>
                  </a:lnTo>
                  <a:lnTo>
                    <a:pt x="654" y="1447"/>
                  </a:lnTo>
                  <a:lnTo>
                    <a:pt x="1447" y="934"/>
                  </a:lnTo>
                  <a:lnTo>
                    <a:pt x="1541" y="840"/>
                  </a:lnTo>
                  <a:lnTo>
                    <a:pt x="1587" y="747"/>
                  </a:lnTo>
                  <a:lnTo>
                    <a:pt x="1587" y="607"/>
                  </a:lnTo>
                  <a:lnTo>
                    <a:pt x="1541" y="467"/>
                  </a:lnTo>
                  <a:lnTo>
                    <a:pt x="121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7" name="Google Shape;9217;p41"/>
            <p:cNvSpPr/>
            <p:nvPr/>
          </p:nvSpPr>
          <p:spPr>
            <a:xfrm>
              <a:off x="3982975" y="2799025"/>
              <a:ext cx="33850" cy="40875"/>
            </a:xfrm>
            <a:custGeom>
              <a:rect b="b" l="l" r="r" t="t"/>
              <a:pathLst>
                <a:path extrusionOk="0" h="1635" w="1354">
                  <a:moveTo>
                    <a:pt x="887" y="1"/>
                  </a:moveTo>
                  <a:lnTo>
                    <a:pt x="887" y="934"/>
                  </a:lnTo>
                  <a:lnTo>
                    <a:pt x="840" y="1027"/>
                  </a:lnTo>
                  <a:lnTo>
                    <a:pt x="794" y="1074"/>
                  </a:lnTo>
                  <a:lnTo>
                    <a:pt x="747" y="1121"/>
                  </a:lnTo>
                  <a:lnTo>
                    <a:pt x="140" y="1121"/>
                  </a:lnTo>
                  <a:lnTo>
                    <a:pt x="0" y="1634"/>
                  </a:lnTo>
                  <a:lnTo>
                    <a:pt x="1120" y="1634"/>
                  </a:lnTo>
                  <a:lnTo>
                    <a:pt x="1214" y="1587"/>
                  </a:lnTo>
                  <a:lnTo>
                    <a:pt x="1307" y="1541"/>
                  </a:lnTo>
                  <a:lnTo>
                    <a:pt x="1307" y="1494"/>
                  </a:lnTo>
                  <a:lnTo>
                    <a:pt x="1354" y="1401"/>
                  </a:lnTo>
                  <a:lnTo>
                    <a:pt x="1354" y="234"/>
                  </a:lnTo>
                  <a:lnTo>
                    <a:pt x="1307" y="141"/>
                  </a:lnTo>
                  <a:lnTo>
                    <a:pt x="1307" y="94"/>
                  </a:lnTo>
                  <a:lnTo>
                    <a:pt x="1214" y="47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8" name="Google Shape;9218;p41"/>
            <p:cNvSpPr/>
            <p:nvPr/>
          </p:nvSpPr>
          <p:spPr>
            <a:xfrm>
              <a:off x="4077475" y="2746525"/>
              <a:ext cx="52525" cy="58375"/>
            </a:xfrm>
            <a:custGeom>
              <a:rect b="b" l="l" r="r" t="t"/>
              <a:pathLst>
                <a:path extrusionOk="0" h="2335" w="2101">
                  <a:moveTo>
                    <a:pt x="1587" y="1"/>
                  </a:moveTo>
                  <a:lnTo>
                    <a:pt x="1167" y="561"/>
                  </a:lnTo>
                  <a:lnTo>
                    <a:pt x="1167" y="607"/>
                  </a:lnTo>
                  <a:lnTo>
                    <a:pt x="1214" y="701"/>
                  </a:lnTo>
                  <a:lnTo>
                    <a:pt x="1447" y="887"/>
                  </a:lnTo>
                  <a:lnTo>
                    <a:pt x="1494" y="934"/>
                  </a:lnTo>
                  <a:lnTo>
                    <a:pt x="1494" y="1027"/>
                  </a:lnTo>
                  <a:lnTo>
                    <a:pt x="1027" y="1634"/>
                  </a:lnTo>
                  <a:lnTo>
                    <a:pt x="887" y="1774"/>
                  </a:lnTo>
                  <a:lnTo>
                    <a:pt x="700" y="1821"/>
                  </a:lnTo>
                  <a:lnTo>
                    <a:pt x="514" y="1821"/>
                  </a:lnTo>
                  <a:lnTo>
                    <a:pt x="327" y="1727"/>
                  </a:lnTo>
                  <a:lnTo>
                    <a:pt x="0" y="1494"/>
                  </a:lnTo>
                  <a:lnTo>
                    <a:pt x="47" y="1634"/>
                  </a:lnTo>
                  <a:lnTo>
                    <a:pt x="187" y="1774"/>
                  </a:lnTo>
                  <a:lnTo>
                    <a:pt x="794" y="2241"/>
                  </a:lnTo>
                  <a:lnTo>
                    <a:pt x="980" y="2334"/>
                  </a:lnTo>
                  <a:lnTo>
                    <a:pt x="1167" y="2334"/>
                  </a:lnTo>
                  <a:lnTo>
                    <a:pt x="1354" y="2241"/>
                  </a:lnTo>
                  <a:lnTo>
                    <a:pt x="1540" y="2101"/>
                  </a:lnTo>
                  <a:lnTo>
                    <a:pt x="1960" y="1494"/>
                  </a:lnTo>
                  <a:lnTo>
                    <a:pt x="2007" y="1401"/>
                  </a:lnTo>
                  <a:lnTo>
                    <a:pt x="1960" y="1354"/>
                  </a:lnTo>
                  <a:lnTo>
                    <a:pt x="1680" y="1167"/>
                  </a:lnTo>
                  <a:lnTo>
                    <a:pt x="1634" y="1074"/>
                  </a:lnTo>
                  <a:lnTo>
                    <a:pt x="1680" y="1027"/>
                  </a:lnTo>
                  <a:lnTo>
                    <a:pt x="2054" y="467"/>
                  </a:lnTo>
                  <a:lnTo>
                    <a:pt x="2100" y="374"/>
                  </a:lnTo>
                  <a:lnTo>
                    <a:pt x="2054" y="327"/>
                  </a:lnTo>
                  <a:lnTo>
                    <a:pt x="163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9" name="Google Shape;9219;p41"/>
            <p:cNvSpPr/>
            <p:nvPr/>
          </p:nvSpPr>
          <p:spPr>
            <a:xfrm>
              <a:off x="4007475" y="2691700"/>
              <a:ext cx="65350" cy="79350"/>
            </a:xfrm>
            <a:custGeom>
              <a:rect b="b" l="l" r="r" t="t"/>
              <a:pathLst>
                <a:path extrusionOk="0" h="3174" w="2614">
                  <a:moveTo>
                    <a:pt x="1820" y="0"/>
                  </a:moveTo>
                  <a:lnTo>
                    <a:pt x="1960" y="280"/>
                  </a:lnTo>
                  <a:lnTo>
                    <a:pt x="2100" y="560"/>
                  </a:lnTo>
                  <a:lnTo>
                    <a:pt x="2147" y="840"/>
                  </a:lnTo>
                  <a:lnTo>
                    <a:pt x="2100" y="1120"/>
                  </a:lnTo>
                  <a:lnTo>
                    <a:pt x="2054" y="1447"/>
                  </a:lnTo>
                  <a:lnTo>
                    <a:pt x="1960" y="1727"/>
                  </a:lnTo>
                  <a:lnTo>
                    <a:pt x="1820" y="1960"/>
                  </a:lnTo>
                  <a:lnTo>
                    <a:pt x="1634" y="2194"/>
                  </a:lnTo>
                  <a:lnTo>
                    <a:pt x="1307" y="2474"/>
                  </a:lnTo>
                  <a:lnTo>
                    <a:pt x="887" y="2614"/>
                  </a:lnTo>
                  <a:lnTo>
                    <a:pt x="514" y="2707"/>
                  </a:lnTo>
                  <a:lnTo>
                    <a:pt x="94" y="2707"/>
                  </a:lnTo>
                  <a:lnTo>
                    <a:pt x="0" y="2940"/>
                  </a:lnTo>
                  <a:lnTo>
                    <a:pt x="280" y="3080"/>
                  </a:lnTo>
                  <a:lnTo>
                    <a:pt x="514" y="3174"/>
                  </a:lnTo>
                  <a:lnTo>
                    <a:pt x="1074" y="3174"/>
                  </a:lnTo>
                  <a:lnTo>
                    <a:pt x="1354" y="3127"/>
                  </a:lnTo>
                  <a:lnTo>
                    <a:pt x="1634" y="3034"/>
                  </a:lnTo>
                  <a:lnTo>
                    <a:pt x="1867" y="2894"/>
                  </a:lnTo>
                  <a:lnTo>
                    <a:pt x="2100" y="2660"/>
                  </a:lnTo>
                  <a:lnTo>
                    <a:pt x="2334" y="2427"/>
                  </a:lnTo>
                  <a:lnTo>
                    <a:pt x="2474" y="2100"/>
                  </a:lnTo>
                  <a:lnTo>
                    <a:pt x="2567" y="1774"/>
                  </a:lnTo>
                  <a:lnTo>
                    <a:pt x="2614" y="1447"/>
                  </a:lnTo>
                  <a:lnTo>
                    <a:pt x="2567" y="1120"/>
                  </a:lnTo>
                  <a:lnTo>
                    <a:pt x="2474" y="794"/>
                  </a:lnTo>
                  <a:lnTo>
                    <a:pt x="2334" y="514"/>
                  </a:lnTo>
                  <a:lnTo>
                    <a:pt x="2100" y="234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0" name="Google Shape;9220;p41"/>
            <p:cNvSpPr/>
            <p:nvPr/>
          </p:nvSpPr>
          <p:spPr>
            <a:xfrm>
              <a:off x="4157975" y="2815375"/>
              <a:ext cx="60700" cy="31525"/>
            </a:xfrm>
            <a:custGeom>
              <a:rect b="b" l="l" r="r" t="t"/>
              <a:pathLst>
                <a:path extrusionOk="0" h="1261" w="2428">
                  <a:moveTo>
                    <a:pt x="2427" y="0"/>
                  </a:moveTo>
                  <a:lnTo>
                    <a:pt x="1" y="840"/>
                  </a:lnTo>
                  <a:lnTo>
                    <a:pt x="47" y="840"/>
                  </a:lnTo>
                  <a:lnTo>
                    <a:pt x="607" y="1260"/>
                  </a:lnTo>
                  <a:lnTo>
                    <a:pt x="2194" y="747"/>
                  </a:lnTo>
                  <a:lnTo>
                    <a:pt x="2287" y="607"/>
                  </a:lnTo>
                  <a:lnTo>
                    <a:pt x="2381" y="467"/>
                  </a:lnTo>
                  <a:lnTo>
                    <a:pt x="2427" y="327"/>
                  </a:lnTo>
                  <a:lnTo>
                    <a:pt x="2427" y="187"/>
                  </a:lnTo>
                  <a:lnTo>
                    <a:pt x="24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1" name="Google Shape;9221;p41"/>
            <p:cNvSpPr/>
            <p:nvPr/>
          </p:nvSpPr>
          <p:spPr>
            <a:xfrm>
              <a:off x="4040150" y="2853875"/>
              <a:ext cx="66525" cy="35025"/>
            </a:xfrm>
            <a:custGeom>
              <a:rect b="b" l="l" r="r" t="t"/>
              <a:pathLst>
                <a:path extrusionOk="0" h="1401" w="2661">
                  <a:moveTo>
                    <a:pt x="2613" y="0"/>
                  </a:moveTo>
                  <a:lnTo>
                    <a:pt x="0" y="840"/>
                  </a:lnTo>
                  <a:lnTo>
                    <a:pt x="140" y="1120"/>
                  </a:lnTo>
                  <a:lnTo>
                    <a:pt x="327" y="1307"/>
                  </a:lnTo>
                  <a:lnTo>
                    <a:pt x="373" y="1400"/>
                  </a:lnTo>
                  <a:lnTo>
                    <a:pt x="2613" y="607"/>
                  </a:lnTo>
                  <a:lnTo>
                    <a:pt x="2660" y="327"/>
                  </a:lnTo>
                  <a:lnTo>
                    <a:pt x="261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22" name="Google Shape;9222;p41"/>
          <p:cNvGrpSpPr/>
          <p:nvPr/>
        </p:nvGrpSpPr>
        <p:grpSpPr>
          <a:xfrm>
            <a:off x="1691209" y="3289563"/>
            <a:ext cx="264875" cy="336025"/>
            <a:chOff x="3994625" y="3271550"/>
            <a:chExt cx="264875" cy="336025"/>
          </a:xfrm>
        </p:grpSpPr>
        <p:sp>
          <p:nvSpPr>
            <p:cNvPr id="9223" name="Google Shape;9223;p41"/>
            <p:cNvSpPr/>
            <p:nvPr/>
          </p:nvSpPr>
          <p:spPr>
            <a:xfrm>
              <a:off x="4007475" y="3271550"/>
              <a:ext cx="246200" cy="336025"/>
            </a:xfrm>
            <a:custGeom>
              <a:rect b="b" l="l" r="r" t="t"/>
              <a:pathLst>
                <a:path extrusionOk="0" h="13441" w="9848">
                  <a:moveTo>
                    <a:pt x="4527" y="0"/>
                  </a:moveTo>
                  <a:lnTo>
                    <a:pt x="4014" y="47"/>
                  </a:lnTo>
                  <a:lnTo>
                    <a:pt x="3547" y="94"/>
                  </a:lnTo>
                  <a:lnTo>
                    <a:pt x="3080" y="187"/>
                  </a:lnTo>
                  <a:lnTo>
                    <a:pt x="2614" y="327"/>
                  </a:lnTo>
                  <a:lnTo>
                    <a:pt x="2194" y="467"/>
                  </a:lnTo>
                  <a:lnTo>
                    <a:pt x="1820" y="654"/>
                  </a:lnTo>
                  <a:lnTo>
                    <a:pt x="1447" y="840"/>
                  </a:lnTo>
                  <a:lnTo>
                    <a:pt x="1120" y="1027"/>
                  </a:lnTo>
                  <a:lnTo>
                    <a:pt x="840" y="1260"/>
                  </a:lnTo>
                  <a:lnTo>
                    <a:pt x="607" y="1494"/>
                  </a:lnTo>
                  <a:lnTo>
                    <a:pt x="374" y="1727"/>
                  </a:lnTo>
                  <a:lnTo>
                    <a:pt x="234" y="2007"/>
                  </a:lnTo>
                  <a:lnTo>
                    <a:pt x="94" y="2287"/>
                  </a:lnTo>
                  <a:lnTo>
                    <a:pt x="0" y="2567"/>
                  </a:lnTo>
                  <a:lnTo>
                    <a:pt x="0" y="2847"/>
                  </a:lnTo>
                  <a:lnTo>
                    <a:pt x="47" y="3220"/>
                  </a:lnTo>
                  <a:lnTo>
                    <a:pt x="140" y="3547"/>
                  </a:lnTo>
                  <a:lnTo>
                    <a:pt x="327" y="3920"/>
                  </a:lnTo>
                  <a:lnTo>
                    <a:pt x="607" y="4200"/>
                  </a:lnTo>
                  <a:lnTo>
                    <a:pt x="700" y="4387"/>
                  </a:lnTo>
                  <a:lnTo>
                    <a:pt x="747" y="4574"/>
                  </a:lnTo>
                  <a:lnTo>
                    <a:pt x="747" y="12787"/>
                  </a:lnTo>
                  <a:lnTo>
                    <a:pt x="794" y="13021"/>
                  </a:lnTo>
                  <a:lnTo>
                    <a:pt x="934" y="13254"/>
                  </a:lnTo>
                  <a:lnTo>
                    <a:pt x="1167" y="13394"/>
                  </a:lnTo>
                  <a:lnTo>
                    <a:pt x="1400" y="13441"/>
                  </a:lnTo>
                  <a:lnTo>
                    <a:pt x="8681" y="13441"/>
                  </a:lnTo>
                  <a:lnTo>
                    <a:pt x="8821" y="13394"/>
                  </a:lnTo>
                  <a:lnTo>
                    <a:pt x="8914" y="13347"/>
                  </a:lnTo>
                  <a:lnTo>
                    <a:pt x="8961" y="13301"/>
                  </a:lnTo>
                  <a:lnTo>
                    <a:pt x="9007" y="13207"/>
                  </a:lnTo>
                  <a:lnTo>
                    <a:pt x="9101" y="12974"/>
                  </a:lnTo>
                  <a:lnTo>
                    <a:pt x="9101" y="12694"/>
                  </a:lnTo>
                  <a:lnTo>
                    <a:pt x="9101" y="4480"/>
                  </a:lnTo>
                  <a:lnTo>
                    <a:pt x="9147" y="4247"/>
                  </a:lnTo>
                  <a:lnTo>
                    <a:pt x="9287" y="4014"/>
                  </a:lnTo>
                  <a:lnTo>
                    <a:pt x="9567" y="3734"/>
                  </a:lnTo>
                  <a:lnTo>
                    <a:pt x="9707" y="3454"/>
                  </a:lnTo>
                  <a:lnTo>
                    <a:pt x="9801" y="3174"/>
                  </a:lnTo>
                  <a:lnTo>
                    <a:pt x="9847" y="2847"/>
                  </a:lnTo>
                  <a:lnTo>
                    <a:pt x="9847" y="2660"/>
                  </a:lnTo>
                  <a:lnTo>
                    <a:pt x="9801" y="2474"/>
                  </a:lnTo>
                  <a:lnTo>
                    <a:pt x="9661" y="2240"/>
                  </a:lnTo>
                  <a:lnTo>
                    <a:pt x="9521" y="2007"/>
                  </a:lnTo>
                  <a:lnTo>
                    <a:pt x="9334" y="1774"/>
                  </a:lnTo>
                  <a:lnTo>
                    <a:pt x="9101" y="1540"/>
                  </a:lnTo>
                  <a:lnTo>
                    <a:pt x="8821" y="1260"/>
                  </a:lnTo>
                  <a:lnTo>
                    <a:pt x="8494" y="1074"/>
                  </a:lnTo>
                  <a:lnTo>
                    <a:pt x="8167" y="840"/>
                  </a:lnTo>
                  <a:lnTo>
                    <a:pt x="7794" y="654"/>
                  </a:lnTo>
                  <a:lnTo>
                    <a:pt x="7421" y="467"/>
                  </a:lnTo>
                  <a:lnTo>
                    <a:pt x="7001" y="280"/>
                  </a:lnTo>
                  <a:lnTo>
                    <a:pt x="6534" y="187"/>
                  </a:lnTo>
                  <a:lnTo>
                    <a:pt x="6067" y="47"/>
                  </a:lnTo>
                  <a:lnTo>
                    <a:pt x="55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4" name="Google Shape;9224;p41"/>
            <p:cNvSpPr/>
            <p:nvPr/>
          </p:nvSpPr>
          <p:spPr>
            <a:xfrm>
              <a:off x="3994625" y="3339225"/>
              <a:ext cx="112050" cy="129525"/>
            </a:xfrm>
            <a:custGeom>
              <a:rect b="b" l="l" r="r" t="t"/>
              <a:pathLst>
                <a:path extrusionOk="0" h="5181" w="4482">
                  <a:moveTo>
                    <a:pt x="3128" y="0"/>
                  </a:moveTo>
                  <a:lnTo>
                    <a:pt x="2941" y="47"/>
                  </a:lnTo>
                  <a:lnTo>
                    <a:pt x="2754" y="140"/>
                  </a:lnTo>
                  <a:lnTo>
                    <a:pt x="2568" y="233"/>
                  </a:lnTo>
                  <a:lnTo>
                    <a:pt x="2428" y="373"/>
                  </a:lnTo>
                  <a:lnTo>
                    <a:pt x="2241" y="607"/>
                  </a:lnTo>
                  <a:lnTo>
                    <a:pt x="2148" y="840"/>
                  </a:lnTo>
                  <a:lnTo>
                    <a:pt x="2148" y="887"/>
                  </a:lnTo>
                  <a:lnTo>
                    <a:pt x="2101" y="887"/>
                  </a:lnTo>
                  <a:lnTo>
                    <a:pt x="1868" y="840"/>
                  </a:lnTo>
                  <a:lnTo>
                    <a:pt x="1681" y="840"/>
                  </a:lnTo>
                  <a:lnTo>
                    <a:pt x="1448" y="887"/>
                  </a:lnTo>
                  <a:lnTo>
                    <a:pt x="1261" y="933"/>
                  </a:lnTo>
                  <a:lnTo>
                    <a:pt x="1028" y="1027"/>
                  </a:lnTo>
                  <a:lnTo>
                    <a:pt x="888" y="1167"/>
                  </a:lnTo>
                  <a:lnTo>
                    <a:pt x="701" y="1307"/>
                  </a:lnTo>
                  <a:lnTo>
                    <a:pt x="561" y="1447"/>
                  </a:lnTo>
                  <a:lnTo>
                    <a:pt x="421" y="1680"/>
                  </a:lnTo>
                  <a:lnTo>
                    <a:pt x="374" y="1867"/>
                  </a:lnTo>
                  <a:lnTo>
                    <a:pt x="281" y="2054"/>
                  </a:lnTo>
                  <a:lnTo>
                    <a:pt x="281" y="2287"/>
                  </a:lnTo>
                  <a:lnTo>
                    <a:pt x="281" y="2520"/>
                  </a:lnTo>
                  <a:lnTo>
                    <a:pt x="328" y="2707"/>
                  </a:lnTo>
                  <a:lnTo>
                    <a:pt x="421" y="2894"/>
                  </a:lnTo>
                  <a:lnTo>
                    <a:pt x="514" y="3080"/>
                  </a:lnTo>
                  <a:lnTo>
                    <a:pt x="468" y="3174"/>
                  </a:lnTo>
                  <a:lnTo>
                    <a:pt x="328" y="3314"/>
                  </a:lnTo>
                  <a:lnTo>
                    <a:pt x="188" y="3547"/>
                  </a:lnTo>
                  <a:lnTo>
                    <a:pt x="94" y="3734"/>
                  </a:lnTo>
                  <a:lnTo>
                    <a:pt x="48" y="3920"/>
                  </a:lnTo>
                  <a:lnTo>
                    <a:pt x="1" y="4154"/>
                  </a:lnTo>
                  <a:lnTo>
                    <a:pt x="48" y="4340"/>
                  </a:lnTo>
                  <a:lnTo>
                    <a:pt x="94" y="4527"/>
                  </a:lnTo>
                  <a:lnTo>
                    <a:pt x="188" y="4714"/>
                  </a:lnTo>
                  <a:lnTo>
                    <a:pt x="281" y="4900"/>
                  </a:lnTo>
                  <a:lnTo>
                    <a:pt x="468" y="5040"/>
                  </a:lnTo>
                  <a:lnTo>
                    <a:pt x="654" y="5134"/>
                  </a:lnTo>
                  <a:lnTo>
                    <a:pt x="888" y="5180"/>
                  </a:lnTo>
                  <a:lnTo>
                    <a:pt x="1121" y="5134"/>
                  </a:lnTo>
                  <a:lnTo>
                    <a:pt x="1308" y="4994"/>
                  </a:lnTo>
                  <a:lnTo>
                    <a:pt x="1541" y="4807"/>
                  </a:lnTo>
                  <a:lnTo>
                    <a:pt x="1728" y="4620"/>
                  </a:lnTo>
                  <a:lnTo>
                    <a:pt x="2101" y="4200"/>
                  </a:lnTo>
                  <a:lnTo>
                    <a:pt x="2241" y="3967"/>
                  </a:lnTo>
                  <a:lnTo>
                    <a:pt x="2288" y="3827"/>
                  </a:lnTo>
                  <a:lnTo>
                    <a:pt x="2288" y="3687"/>
                  </a:lnTo>
                  <a:lnTo>
                    <a:pt x="2194" y="3454"/>
                  </a:lnTo>
                  <a:lnTo>
                    <a:pt x="2381" y="3407"/>
                  </a:lnTo>
                  <a:lnTo>
                    <a:pt x="2614" y="3360"/>
                  </a:lnTo>
                  <a:lnTo>
                    <a:pt x="2801" y="3314"/>
                  </a:lnTo>
                  <a:lnTo>
                    <a:pt x="2894" y="3267"/>
                  </a:lnTo>
                  <a:lnTo>
                    <a:pt x="2988" y="3174"/>
                  </a:lnTo>
                  <a:lnTo>
                    <a:pt x="3081" y="2987"/>
                  </a:lnTo>
                  <a:lnTo>
                    <a:pt x="3174" y="2800"/>
                  </a:lnTo>
                  <a:lnTo>
                    <a:pt x="3221" y="2567"/>
                  </a:lnTo>
                  <a:lnTo>
                    <a:pt x="3221" y="2380"/>
                  </a:lnTo>
                  <a:lnTo>
                    <a:pt x="3548" y="2334"/>
                  </a:lnTo>
                  <a:lnTo>
                    <a:pt x="3828" y="2240"/>
                  </a:lnTo>
                  <a:lnTo>
                    <a:pt x="4061" y="2100"/>
                  </a:lnTo>
                  <a:lnTo>
                    <a:pt x="4294" y="1867"/>
                  </a:lnTo>
                  <a:lnTo>
                    <a:pt x="4388" y="1633"/>
                  </a:lnTo>
                  <a:lnTo>
                    <a:pt x="4481" y="1400"/>
                  </a:lnTo>
                  <a:lnTo>
                    <a:pt x="4481" y="1167"/>
                  </a:lnTo>
                  <a:lnTo>
                    <a:pt x="4481" y="933"/>
                  </a:lnTo>
                  <a:lnTo>
                    <a:pt x="4388" y="700"/>
                  </a:lnTo>
                  <a:lnTo>
                    <a:pt x="4294" y="513"/>
                  </a:lnTo>
                  <a:lnTo>
                    <a:pt x="4108" y="327"/>
                  </a:lnTo>
                  <a:lnTo>
                    <a:pt x="3921" y="140"/>
                  </a:lnTo>
                  <a:lnTo>
                    <a:pt x="3734" y="47"/>
                  </a:lnTo>
                  <a:lnTo>
                    <a:pt x="35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5" name="Google Shape;9225;p41"/>
            <p:cNvSpPr/>
            <p:nvPr/>
          </p:nvSpPr>
          <p:spPr>
            <a:xfrm>
              <a:off x="4080975" y="3495550"/>
              <a:ext cx="86350" cy="93375"/>
            </a:xfrm>
            <a:custGeom>
              <a:rect b="b" l="l" r="r" t="t"/>
              <a:pathLst>
                <a:path extrusionOk="0" h="3735" w="3454">
                  <a:moveTo>
                    <a:pt x="1867" y="1"/>
                  </a:moveTo>
                  <a:lnTo>
                    <a:pt x="1494" y="47"/>
                  </a:lnTo>
                  <a:lnTo>
                    <a:pt x="1167" y="141"/>
                  </a:lnTo>
                  <a:lnTo>
                    <a:pt x="840" y="327"/>
                  </a:lnTo>
                  <a:lnTo>
                    <a:pt x="560" y="561"/>
                  </a:lnTo>
                  <a:lnTo>
                    <a:pt x="327" y="841"/>
                  </a:lnTo>
                  <a:lnTo>
                    <a:pt x="140" y="1167"/>
                  </a:lnTo>
                  <a:lnTo>
                    <a:pt x="47" y="1494"/>
                  </a:lnTo>
                  <a:lnTo>
                    <a:pt x="0" y="1867"/>
                  </a:lnTo>
                  <a:lnTo>
                    <a:pt x="47" y="2241"/>
                  </a:lnTo>
                  <a:lnTo>
                    <a:pt x="140" y="2614"/>
                  </a:lnTo>
                  <a:lnTo>
                    <a:pt x="327" y="2941"/>
                  </a:lnTo>
                  <a:lnTo>
                    <a:pt x="560" y="3221"/>
                  </a:lnTo>
                  <a:lnTo>
                    <a:pt x="840" y="3407"/>
                  </a:lnTo>
                  <a:lnTo>
                    <a:pt x="1167" y="3594"/>
                  </a:lnTo>
                  <a:lnTo>
                    <a:pt x="1494" y="3687"/>
                  </a:lnTo>
                  <a:lnTo>
                    <a:pt x="1867" y="3734"/>
                  </a:lnTo>
                  <a:lnTo>
                    <a:pt x="2054" y="3734"/>
                  </a:lnTo>
                  <a:lnTo>
                    <a:pt x="2240" y="3687"/>
                  </a:lnTo>
                  <a:lnTo>
                    <a:pt x="2567" y="3547"/>
                  </a:lnTo>
                  <a:lnTo>
                    <a:pt x="2801" y="3314"/>
                  </a:lnTo>
                  <a:lnTo>
                    <a:pt x="3034" y="3034"/>
                  </a:lnTo>
                  <a:lnTo>
                    <a:pt x="3174" y="2707"/>
                  </a:lnTo>
                  <a:lnTo>
                    <a:pt x="3314" y="2381"/>
                  </a:lnTo>
                  <a:lnTo>
                    <a:pt x="3407" y="2054"/>
                  </a:lnTo>
                  <a:lnTo>
                    <a:pt x="3407" y="1821"/>
                  </a:lnTo>
                  <a:lnTo>
                    <a:pt x="3454" y="1447"/>
                  </a:lnTo>
                  <a:lnTo>
                    <a:pt x="3361" y="1074"/>
                  </a:lnTo>
                  <a:lnTo>
                    <a:pt x="3267" y="794"/>
                  </a:lnTo>
                  <a:lnTo>
                    <a:pt x="3081" y="514"/>
                  </a:lnTo>
                  <a:lnTo>
                    <a:pt x="2847" y="327"/>
                  </a:lnTo>
                  <a:lnTo>
                    <a:pt x="2567" y="141"/>
                  </a:lnTo>
                  <a:lnTo>
                    <a:pt x="2240" y="47"/>
                  </a:lnTo>
                  <a:lnTo>
                    <a:pt x="186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6" name="Google Shape;9226;p41"/>
            <p:cNvSpPr/>
            <p:nvPr/>
          </p:nvSpPr>
          <p:spPr>
            <a:xfrm>
              <a:off x="4098475" y="3292550"/>
              <a:ext cx="122525" cy="112025"/>
            </a:xfrm>
            <a:custGeom>
              <a:rect b="b" l="l" r="r" t="t"/>
              <a:pathLst>
                <a:path extrusionOk="0" h="4481" w="4901">
                  <a:moveTo>
                    <a:pt x="794" y="0"/>
                  </a:moveTo>
                  <a:lnTo>
                    <a:pt x="607" y="47"/>
                  </a:lnTo>
                  <a:lnTo>
                    <a:pt x="420" y="94"/>
                  </a:lnTo>
                  <a:lnTo>
                    <a:pt x="234" y="187"/>
                  </a:lnTo>
                  <a:lnTo>
                    <a:pt x="140" y="327"/>
                  </a:lnTo>
                  <a:lnTo>
                    <a:pt x="47" y="514"/>
                  </a:lnTo>
                  <a:lnTo>
                    <a:pt x="0" y="700"/>
                  </a:lnTo>
                  <a:lnTo>
                    <a:pt x="0" y="934"/>
                  </a:lnTo>
                  <a:lnTo>
                    <a:pt x="94" y="1214"/>
                  </a:lnTo>
                  <a:lnTo>
                    <a:pt x="280" y="1727"/>
                  </a:lnTo>
                  <a:lnTo>
                    <a:pt x="607" y="2334"/>
                  </a:lnTo>
                  <a:lnTo>
                    <a:pt x="1027" y="2894"/>
                  </a:lnTo>
                  <a:lnTo>
                    <a:pt x="1447" y="3407"/>
                  </a:lnTo>
                  <a:lnTo>
                    <a:pt x="1821" y="3827"/>
                  </a:lnTo>
                  <a:lnTo>
                    <a:pt x="2194" y="4107"/>
                  </a:lnTo>
                  <a:lnTo>
                    <a:pt x="2521" y="4294"/>
                  </a:lnTo>
                  <a:lnTo>
                    <a:pt x="2847" y="4434"/>
                  </a:lnTo>
                  <a:lnTo>
                    <a:pt x="3221" y="4481"/>
                  </a:lnTo>
                  <a:lnTo>
                    <a:pt x="3547" y="4434"/>
                  </a:lnTo>
                  <a:lnTo>
                    <a:pt x="3827" y="4341"/>
                  </a:lnTo>
                  <a:lnTo>
                    <a:pt x="4154" y="4154"/>
                  </a:lnTo>
                  <a:lnTo>
                    <a:pt x="4387" y="3921"/>
                  </a:lnTo>
                  <a:lnTo>
                    <a:pt x="4621" y="3594"/>
                  </a:lnTo>
                  <a:lnTo>
                    <a:pt x="4761" y="3360"/>
                  </a:lnTo>
                  <a:lnTo>
                    <a:pt x="4854" y="3034"/>
                  </a:lnTo>
                  <a:lnTo>
                    <a:pt x="4901" y="2754"/>
                  </a:lnTo>
                  <a:lnTo>
                    <a:pt x="4901" y="2380"/>
                  </a:lnTo>
                  <a:lnTo>
                    <a:pt x="4807" y="2054"/>
                  </a:lnTo>
                  <a:lnTo>
                    <a:pt x="4714" y="1727"/>
                  </a:lnTo>
                  <a:lnTo>
                    <a:pt x="4481" y="1447"/>
                  </a:lnTo>
                  <a:lnTo>
                    <a:pt x="4201" y="1214"/>
                  </a:lnTo>
                  <a:lnTo>
                    <a:pt x="3781" y="887"/>
                  </a:lnTo>
                  <a:lnTo>
                    <a:pt x="3221" y="560"/>
                  </a:lnTo>
                  <a:lnTo>
                    <a:pt x="2567" y="234"/>
                  </a:lnTo>
                  <a:lnTo>
                    <a:pt x="2194" y="140"/>
                  </a:lnTo>
                  <a:lnTo>
                    <a:pt x="1821" y="47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7" name="Google Shape;9227;p41"/>
            <p:cNvSpPr/>
            <p:nvPr/>
          </p:nvSpPr>
          <p:spPr>
            <a:xfrm>
              <a:off x="4153300" y="3331050"/>
              <a:ext cx="45525" cy="40850"/>
            </a:xfrm>
            <a:custGeom>
              <a:rect b="b" l="l" r="r" t="t"/>
              <a:pathLst>
                <a:path extrusionOk="0" h="1634" w="1821">
                  <a:moveTo>
                    <a:pt x="794" y="0"/>
                  </a:moveTo>
                  <a:lnTo>
                    <a:pt x="608" y="47"/>
                  </a:lnTo>
                  <a:lnTo>
                    <a:pt x="468" y="140"/>
                  </a:lnTo>
                  <a:lnTo>
                    <a:pt x="281" y="234"/>
                  </a:lnTo>
                  <a:lnTo>
                    <a:pt x="188" y="374"/>
                  </a:lnTo>
                  <a:lnTo>
                    <a:pt x="48" y="607"/>
                  </a:lnTo>
                  <a:lnTo>
                    <a:pt x="1" y="887"/>
                  </a:lnTo>
                  <a:lnTo>
                    <a:pt x="48" y="1074"/>
                  </a:lnTo>
                  <a:lnTo>
                    <a:pt x="141" y="1167"/>
                  </a:lnTo>
                  <a:lnTo>
                    <a:pt x="468" y="1400"/>
                  </a:lnTo>
                  <a:lnTo>
                    <a:pt x="794" y="1587"/>
                  </a:lnTo>
                  <a:lnTo>
                    <a:pt x="934" y="1634"/>
                  </a:lnTo>
                  <a:lnTo>
                    <a:pt x="1214" y="1634"/>
                  </a:lnTo>
                  <a:lnTo>
                    <a:pt x="1354" y="1587"/>
                  </a:lnTo>
                  <a:lnTo>
                    <a:pt x="1448" y="1494"/>
                  </a:lnTo>
                  <a:lnTo>
                    <a:pt x="1588" y="1400"/>
                  </a:lnTo>
                  <a:lnTo>
                    <a:pt x="1728" y="1074"/>
                  </a:lnTo>
                  <a:lnTo>
                    <a:pt x="1821" y="794"/>
                  </a:lnTo>
                  <a:lnTo>
                    <a:pt x="1821" y="654"/>
                  </a:lnTo>
                  <a:lnTo>
                    <a:pt x="1774" y="514"/>
                  </a:lnTo>
                  <a:lnTo>
                    <a:pt x="1728" y="420"/>
                  </a:lnTo>
                  <a:lnTo>
                    <a:pt x="1634" y="280"/>
                  </a:lnTo>
                  <a:lnTo>
                    <a:pt x="1494" y="140"/>
                  </a:lnTo>
                  <a:lnTo>
                    <a:pt x="1308" y="4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8" name="Google Shape;9228;p41"/>
            <p:cNvSpPr/>
            <p:nvPr/>
          </p:nvSpPr>
          <p:spPr>
            <a:xfrm>
              <a:off x="4125300" y="3271550"/>
              <a:ext cx="134200" cy="336025"/>
            </a:xfrm>
            <a:custGeom>
              <a:rect b="b" l="l" r="r" t="t"/>
              <a:pathLst>
                <a:path extrusionOk="0" h="13441" w="5368">
                  <a:moveTo>
                    <a:pt x="1" y="0"/>
                  </a:moveTo>
                  <a:lnTo>
                    <a:pt x="934" y="94"/>
                  </a:lnTo>
                  <a:lnTo>
                    <a:pt x="1821" y="280"/>
                  </a:lnTo>
                  <a:lnTo>
                    <a:pt x="2661" y="560"/>
                  </a:lnTo>
                  <a:lnTo>
                    <a:pt x="2988" y="700"/>
                  </a:lnTo>
                  <a:lnTo>
                    <a:pt x="3361" y="887"/>
                  </a:lnTo>
                  <a:lnTo>
                    <a:pt x="3641" y="1074"/>
                  </a:lnTo>
                  <a:lnTo>
                    <a:pt x="3921" y="1307"/>
                  </a:lnTo>
                  <a:lnTo>
                    <a:pt x="4154" y="1540"/>
                  </a:lnTo>
                  <a:lnTo>
                    <a:pt x="4341" y="1774"/>
                  </a:lnTo>
                  <a:lnTo>
                    <a:pt x="4481" y="2007"/>
                  </a:lnTo>
                  <a:lnTo>
                    <a:pt x="4621" y="2287"/>
                  </a:lnTo>
                  <a:lnTo>
                    <a:pt x="4668" y="2567"/>
                  </a:lnTo>
                  <a:lnTo>
                    <a:pt x="4714" y="2847"/>
                  </a:lnTo>
                  <a:lnTo>
                    <a:pt x="4668" y="3220"/>
                  </a:lnTo>
                  <a:lnTo>
                    <a:pt x="4528" y="3547"/>
                  </a:lnTo>
                  <a:lnTo>
                    <a:pt x="4341" y="3920"/>
                  </a:lnTo>
                  <a:lnTo>
                    <a:pt x="4108" y="4200"/>
                  </a:lnTo>
                  <a:lnTo>
                    <a:pt x="3968" y="4387"/>
                  </a:lnTo>
                  <a:lnTo>
                    <a:pt x="3968" y="4574"/>
                  </a:lnTo>
                  <a:lnTo>
                    <a:pt x="3968" y="12787"/>
                  </a:lnTo>
                  <a:lnTo>
                    <a:pt x="3874" y="13021"/>
                  </a:lnTo>
                  <a:lnTo>
                    <a:pt x="3734" y="13254"/>
                  </a:lnTo>
                  <a:lnTo>
                    <a:pt x="3548" y="13394"/>
                  </a:lnTo>
                  <a:lnTo>
                    <a:pt x="3314" y="13441"/>
                  </a:lnTo>
                  <a:lnTo>
                    <a:pt x="3968" y="13441"/>
                  </a:lnTo>
                  <a:lnTo>
                    <a:pt x="4248" y="13394"/>
                  </a:lnTo>
                  <a:lnTo>
                    <a:pt x="4434" y="13254"/>
                  </a:lnTo>
                  <a:lnTo>
                    <a:pt x="4574" y="13021"/>
                  </a:lnTo>
                  <a:lnTo>
                    <a:pt x="4621" y="12787"/>
                  </a:lnTo>
                  <a:lnTo>
                    <a:pt x="4621" y="4574"/>
                  </a:lnTo>
                  <a:lnTo>
                    <a:pt x="4668" y="4387"/>
                  </a:lnTo>
                  <a:lnTo>
                    <a:pt x="4761" y="4200"/>
                  </a:lnTo>
                  <a:lnTo>
                    <a:pt x="5041" y="3920"/>
                  </a:lnTo>
                  <a:lnTo>
                    <a:pt x="5228" y="3547"/>
                  </a:lnTo>
                  <a:lnTo>
                    <a:pt x="5321" y="3220"/>
                  </a:lnTo>
                  <a:lnTo>
                    <a:pt x="5368" y="2847"/>
                  </a:lnTo>
                  <a:lnTo>
                    <a:pt x="5368" y="2567"/>
                  </a:lnTo>
                  <a:lnTo>
                    <a:pt x="5274" y="2287"/>
                  </a:lnTo>
                  <a:lnTo>
                    <a:pt x="5181" y="2007"/>
                  </a:lnTo>
                  <a:lnTo>
                    <a:pt x="4994" y="1727"/>
                  </a:lnTo>
                  <a:lnTo>
                    <a:pt x="4761" y="1494"/>
                  </a:lnTo>
                  <a:lnTo>
                    <a:pt x="4528" y="1260"/>
                  </a:lnTo>
                  <a:lnTo>
                    <a:pt x="4248" y="1027"/>
                  </a:lnTo>
                  <a:lnTo>
                    <a:pt x="3921" y="840"/>
                  </a:lnTo>
                  <a:lnTo>
                    <a:pt x="3548" y="654"/>
                  </a:lnTo>
                  <a:lnTo>
                    <a:pt x="3174" y="467"/>
                  </a:lnTo>
                  <a:lnTo>
                    <a:pt x="2754" y="327"/>
                  </a:lnTo>
                  <a:lnTo>
                    <a:pt x="2288" y="187"/>
                  </a:lnTo>
                  <a:lnTo>
                    <a:pt x="1821" y="94"/>
                  </a:lnTo>
                  <a:lnTo>
                    <a:pt x="1354" y="47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9" name="Google Shape;9229;p41"/>
            <p:cNvSpPr/>
            <p:nvPr/>
          </p:nvSpPr>
          <p:spPr>
            <a:xfrm>
              <a:off x="4118300" y="3292550"/>
              <a:ext cx="109700" cy="112025"/>
            </a:xfrm>
            <a:custGeom>
              <a:rect b="b" l="l" r="r" t="t"/>
              <a:pathLst>
                <a:path extrusionOk="0" h="4481" w="4388">
                  <a:moveTo>
                    <a:pt x="1" y="0"/>
                  </a:moveTo>
                  <a:lnTo>
                    <a:pt x="421" y="47"/>
                  </a:lnTo>
                  <a:lnTo>
                    <a:pt x="841" y="140"/>
                  </a:lnTo>
                  <a:lnTo>
                    <a:pt x="1634" y="420"/>
                  </a:lnTo>
                  <a:lnTo>
                    <a:pt x="2381" y="700"/>
                  </a:lnTo>
                  <a:lnTo>
                    <a:pt x="2941" y="1027"/>
                  </a:lnTo>
                  <a:lnTo>
                    <a:pt x="3221" y="1260"/>
                  </a:lnTo>
                  <a:lnTo>
                    <a:pt x="3454" y="1587"/>
                  </a:lnTo>
                  <a:lnTo>
                    <a:pt x="3594" y="1914"/>
                  </a:lnTo>
                  <a:lnTo>
                    <a:pt x="3688" y="2240"/>
                  </a:lnTo>
                  <a:lnTo>
                    <a:pt x="3734" y="2614"/>
                  </a:lnTo>
                  <a:lnTo>
                    <a:pt x="3688" y="2987"/>
                  </a:lnTo>
                  <a:lnTo>
                    <a:pt x="3594" y="3360"/>
                  </a:lnTo>
                  <a:lnTo>
                    <a:pt x="3361" y="3687"/>
                  </a:lnTo>
                  <a:lnTo>
                    <a:pt x="3128" y="3967"/>
                  </a:lnTo>
                  <a:lnTo>
                    <a:pt x="2848" y="4201"/>
                  </a:lnTo>
                  <a:lnTo>
                    <a:pt x="2521" y="4341"/>
                  </a:lnTo>
                  <a:lnTo>
                    <a:pt x="2148" y="4434"/>
                  </a:lnTo>
                  <a:lnTo>
                    <a:pt x="2428" y="4481"/>
                  </a:lnTo>
                  <a:lnTo>
                    <a:pt x="2708" y="4481"/>
                  </a:lnTo>
                  <a:lnTo>
                    <a:pt x="2941" y="4434"/>
                  </a:lnTo>
                  <a:lnTo>
                    <a:pt x="3221" y="4341"/>
                  </a:lnTo>
                  <a:lnTo>
                    <a:pt x="3454" y="4247"/>
                  </a:lnTo>
                  <a:lnTo>
                    <a:pt x="3688" y="4061"/>
                  </a:lnTo>
                  <a:lnTo>
                    <a:pt x="3874" y="3874"/>
                  </a:lnTo>
                  <a:lnTo>
                    <a:pt x="4061" y="3687"/>
                  </a:lnTo>
                  <a:lnTo>
                    <a:pt x="4248" y="3360"/>
                  </a:lnTo>
                  <a:lnTo>
                    <a:pt x="4388" y="2987"/>
                  </a:lnTo>
                  <a:lnTo>
                    <a:pt x="4388" y="2614"/>
                  </a:lnTo>
                  <a:lnTo>
                    <a:pt x="4388" y="2240"/>
                  </a:lnTo>
                  <a:lnTo>
                    <a:pt x="4294" y="1914"/>
                  </a:lnTo>
                  <a:lnTo>
                    <a:pt x="4108" y="1587"/>
                  </a:lnTo>
                  <a:lnTo>
                    <a:pt x="3921" y="1260"/>
                  </a:lnTo>
                  <a:lnTo>
                    <a:pt x="3594" y="1027"/>
                  </a:lnTo>
                  <a:lnTo>
                    <a:pt x="3314" y="840"/>
                  </a:lnTo>
                  <a:lnTo>
                    <a:pt x="2894" y="654"/>
                  </a:lnTo>
                  <a:lnTo>
                    <a:pt x="2428" y="467"/>
                  </a:lnTo>
                  <a:lnTo>
                    <a:pt x="1961" y="280"/>
                  </a:lnTo>
                  <a:lnTo>
                    <a:pt x="1448" y="140"/>
                  </a:lnTo>
                  <a:lnTo>
                    <a:pt x="934" y="47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0" name="Google Shape;9230;p41"/>
            <p:cNvSpPr/>
            <p:nvPr/>
          </p:nvSpPr>
          <p:spPr>
            <a:xfrm>
              <a:off x="4119475" y="3495550"/>
              <a:ext cx="54850" cy="93375"/>
            </a:xfrm>
            <a:custGeom>
              <a:rect b="b" l="l" r="r" t="t"/>
              <a:pathLst>
                <a:path extrusionOk="0" h="3735" w="2194">
                  <a:moveTo>
                    <a:pt x="327" y="1"/>
                  </a:moveTo>
                  <a:lnTo>
                    <a:pt x="0" y="47"/>
                  </a:lnTo>
                  <a:lnTo>
                    <a:pt x="327" y="141"/>
                  </a:lnTo>
                  <a:lnTo>
                    <a:pt x="607" y="281"/>
                  </a:lnTo>
                  <a:lnTo>
                    <a:pt x="887" y="467"/>
                  </a:lnTo>
                  <a:lnTo>
                    <a:pt x="1074" y="654"/>
                  </a:lnTo>
                  <a:lnTo>
                    <a:pt x="1261" y="934"/>
                  </a:lnTo>
                  <a:lnTo>
                    <a:pt x="1401" y="1214"/>
                  </a:lnTo>
                  <a:lnTo>
                    <a:pt x="1494" y="1541"/>
                  </a:lnTo>
                  <a:lnTo>
                    <a:pt x="1541" y="1867"/>
                  </a:lnTo>
                  <a:lnTo>
                    <a:pt x="1494" y="2194"/>
                  </a:lnTo>
                  <a:lnTo>
                    <a:pt x="1401" y="2521"/>
                  </a:lnTo>
                  <a:lnTo>
                    <a:pt x="1261" y="2801"/>
                  </a:lnTo>
                  <a:lnTo>
                    <a:pt x="1074" y="3081"/>
                  </a:lnTo>
                  <a:lnTo>
                    <a:pt x="887" y="3314"/>
                  </a:lnTo>
                  <a:lnTo>
                    <a:pt x="607" y="3501"/>
                  </a:lnTo>
                  <a:lnTo>
                    <a:pt x="327" y="3641"/>
                  </a:lnTo>
                  <a:lnTo>
                    <a:pt x="0" y="3734"/>
                  </a:lnTo>
                  <a:lnTo>
                    <a:pt x="327" y="3734"/>
                  </a:lnTo>
                  <a:lnTo>
                    <a:pt x="700" y="3687"/>
                  </a:lnTo>
                  <a:lnTo>
                    <a:pt x="1074" y="3594"/>
                  </a:lnTo>
                  <a:lnTo>
                    <a:pt x="1401" y="3407"/>
                  </a:lnTo>
                  <a:lnTo>
                    <a:pt x="1681" y="3221"/>
                  </a:lnTo>
                  <a:lnTo>
                    <a:pt x="1914" y="2941"/>
                  </a:lnTo>
                  <a:lnTo>
                    <a:pt x="2054" y="2614"/>
                  </a:lnTo>
                  <a:lnTo>
                    <a:pt x="2194" y="2241"/>
                  </a:lnTo>
                  <a:lnTo>
                    <a:pt x="2194" y="1867"/>
                  </a:lnTo>
                  <a:lnTo>
                    <a:pt x="2194" y="1494"/>
                  </a:lnTo>
                  <a:lnTo>
                    <a:pt x="2054" y="1167"/>
                  </a:lnTo>
                  <a:lnTo>
                    <a:pt x="1914" y="841"/>
                  </a:lnTo>
                  <a:lnTo>
                    <a:pt x="1681" y="561"/>
                  </a:lnTo>
                  <a:lnTo>
                    <a:pt x="1401" y="327"/>
                  </a:lnTo>
                  <a:lnTo>
                    <a:pt x="1074" y="141"/>
                  </a:lnTo>
                  <a:lnTo>
                    <a:pt x="700" y="47"/>
                  </a:lnTo>
                  <a:lnTo>
                    <a:pt x="32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1" name="Google Shape;9231;p41"/>
            <p:cNvSpPr/>
            <p:nvPr/>
          </p:nvSpPr>
          <p:spPr>
            <a:xfrm>
              <a:off x="4153300" y="3338050"/>
              <a:ext cx="46700" cy="39700"/>
            </a:xfrm>
            <a:custGeom>
              <a:rect b="b" l="l" r="r" t="t"/>
              <a:pathLst>
                <a:path extrusionOk="0" h="1588" w="1868">
                  <a:moveTo>
                    <a:pt x="1634" y="0"/>
                  </a:moveTo>
                  <a:lnTo>
                    <a:pt x="1588" y="280"/>
                  </a:lnTo>
                  <a:lnTo>
                    <a:pt x="1448" y="514"/>
                  </a:lnTo>
                  <a:lnTo>
                    <a:pt x="1354" y="654"/>
                  </a:lnTo>
                  <a:lnTo>
                    <a:pt x="1168" y="747"/>
                  </a:lnTo>
                  <a:lnTo>
                    <a:pt x="1028" y="840"/>
                  </a:lnTo>
                  <a:lnTo>
                    <a:pt x="841" y="887"/>
                  </a:lnTo>
                  <a:lnTo>
                    <a:pt x="514" y="887"/>
                  </a:lnTo>
                  <a:lnTo>
                    <a:pt x="328" y="840"/>
                  </a:lnTo>
                  <a:lnTo>
                    <a:pt x="141" y="747"/>
                  </a:lnTo>
                  <a:lnTo>
                    <a:pt x="1" y="607"/>
                  </a:lnTo>
                  <a:lnTo>
                    <a:pt x="1" y="840"/>
                  </a:lnTo>
                  <a:lnTo>
                    <a:pt x="94" y="1027"/>
                  </a:lnTo>
                  <a:lnTo>
                    <a:pt x="234" y="1214"/>
                  </a:lnTo>
                  <a:lnTo>
                    <a:pt x="374" y="1400"/>
                  </a:lnTo>
                  <a:lnTo>
                    <a:pt x="561" y="1494"/>
                  </a:lnTo>
                  <a:lnTo>
                    <a:pt x="748" y="1540"/>
                  </a:lnTo>
                  <a:lnTo>
                    <a:pt x="934" y="1587"/>
                  </a:lnTo>
                  <a:lnTo>
                    <a:pt x="1074" y="1540"/>
                  </a:lnTo>
                  <a:lnTo>
                    <a:pt x="1261" y="1494"/>
                  </a:lnTo>
                  <a:lnTo>
                    <a:pt x="1448" y="1447"/>
                  </a:lnTo>
                  <a:lnTo>
                    <a:pt x="1588" y="1307"/>
                  </a:lnTo>
                  <a:lnTo>
                    <a:pt x="1681" y="1167"/>
                  </a:lnTo>
                  <a:lnTo>
                    <a:pt x="1774" y="1027"/>
                  </a:lnTo>
                  <a:lnTo>
                    <a:pt x="1821" y="887"/>
                  </a:lnTo>
                  <a:lnTo>
                    <a:pt x="1868" y="560"/>
                  </a:lnTo>
                  <a:lnTo>
                    <a:pt x="1821" y="280"/>
                  </a:lnTo>
                  <a:lnTo>
                    <a:pt x="16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2" name="Google Shape;9232;p41"/>
            <p:cNvSpPr/>
            <p:nvPr/>
          </p:nvSpPr>
          <p:spPr>
            <a:xfrm>
              <a:off x="4001625" y="3339225"/>
              <a:ext cx="105050" cy="133025"/>
            </a:xfrm>
            <a:custGeom>
              <a:rect b="b" l="l" r="r" t="t"/>
              <a:pathLst>
                <a:path extrusionOk="0" h="5321" w="4202">
                  <a:moveTo>
                    <a:pt x="3128" y="0"/>
                  </a:moveTo>
                  <a:lnTo>
                    <a:pt x="3268" y="140"/>
                  </a:lnTo>
                  <a:lnTo>
                    <a:pt x="3314" y="327"/>
                  </a:lnTo>
                  <a:lnTo>
                    <a:pt x="3361" y="513"/>
                  </a:lnTo>
                  <a:lnTo>
                    <a:pt x="3408" y="700"/>
                  </a:lnTo>
                  <a:lnTo>
                    <a:pt x="3408" y="887"/>
                  </a:lnTo>
                  <a:lnTo>
                    <a:pt x="3361" y="1073"/>
                  </a:lnTo>
                  <a:lnTo>
                    <a:pt x="3268" y="1260"/>
                  </a:lnTo>
                  <a:lnTo>
                    <a:pt x="3174" y="1400"/>
                  </a:lnTo>
                  <a:lnTo>
                    <a:pt x="2988" y="1633"/>
                  </a:lnTo>
                  <a:lnTo>
                    <a:pt x="2708" y="1820"/>
                  </a:lnTo>
                  <a:lnTo>
                    <a:pt x="2428" y="1913"/>
                  </a:lnTo>
                  <a:lnTo>
                    <a:pt x="2148" y="1913"/>
                  </a:lnTo>
                  <a:lnTo>
                    <a:pt x="2101" y="2147"/>
                  </a:lnTo>
                  <a:lnTo>
                    <a:pt x="2054" y="2334"/>
                  </a:lnTo>
                  <a:lnTo>
                    <a:pt x="1961" y="2567"/>
                  </a:lnTo>
                  <a:lnTo>
                    <a:pt x="1868" y="2754"/>
                  </a:lnTo>
                  <a:lnTo>
                    <a:pt x="1728" y="2894"/>
                  </a:lnTo>
                  <a:lnTo>
                    <a:pt x="1588" y="3034"/>
                  </a:lnTo>
                  <a:lnTo>
                    <a:pt x="1401" y="3174"/>
                  </a:lnTo>
                  <a:lnTo>
                    <a:pt x="1214" y="3267"/>
                  </a:lnTo>
                  <a:lnTo>
                    <a:pt x="1308" y="3547"/>
                  </a:lnTo>
                  <a:lnTo>
                    <a:pt x="1308" y="3827"/>
                  </a:lnTo>
                  <a:lnTo>
                    <a:pt x="1214" y="4107"/>
                  </a:lnTo>
                  <a:lnTo>
                    <a:pt x="1074" y="4387"/>
                  </a:lnTo>
                  <a:lnTo>
                    <a:pt x="888" y="4620"/>
                  </a:lnTo>
                  <a:lnTo>
                    <a:pt x="608" y="4760"/>
                  </a:lnTo>
                  <a:lnTo>
                    <a:pt x="328" y="4854"/>
                  </a:lnTo>
                  <a:lnTo>
                    <a:pt x="1" y="4854"/>
                  </a:lnTo>
                  <a:lnTo>
                    <a:pt x="188" y="5040"/>
                  </a:lnTo>
                  <a:lnTo>
                    <a:pt x="374" y="5180"/>
                  </a:lnTo>
                  <a:lnTo>
                    <a:pt x="608" y="5274"/>
                  </a:lnTo>
                  <a:lnTo>
                    <a:pt x="841" y="5320"/>
                  </a:lnTo>
                  <a:lnTo>
                    <a:pt x="1074" y="5320"/>
                  </a:lnTo>
                  <a:lnTo>
                    <a:pt x="1308" y="5227"/>
                  </a:lnTo>
                  <a:lnTo>
                    <a:pt x="1541" y="5134"/>
                  </a:lnTo>
                  <a:lnTo>
                    <a:pt x="1728" y="4994"/>
                  </a:lnTo>
                  <a:lnTo>
                    <a:pt x="1914" y="4807"/>
                  </a:lnTo>
                  <a:lnTo>
                    <a:pt x="2054" y="4527"/>
                  </a:lnTo>
                  <a:lnTo>
                    <a:pt x="2101" y="4247"/>
                  </a:lnTo>
                  <a:lnTo>
                    <a:pt x="2101" y="3967"/>
                  </a:lnTo>
                  <a:lnTo>
                    <a:pt x="2054" y="3687"/>
                  </a:lnTo>
                  <a:lnTo>
                    <a:pt x="2241" y="3594"/>
                  </a:lnTo>
                  <a:lnTo>
                    <a:pt x="2381" y="3500"/>
                  </a:lnTo>
                  <a:lnTo>
                    <a:pt x="2568" y="3360"/>
                  </a:lnTo>
                  <a:lnTo>
                    <a:pt x="2708" y="3174"/>
                  </a:lnTo>
                  <a:lnTo>
                    <a:pt x="2801" y="2987"/>
                  </a:lnTo>
                  <a:lnTo>
                    <a:pt x="2894" y="2800"/>
                  </a:lnTo>
                  <a:lnTo>
                    <a:pt x="2941" y="2567"/>
                  </a:lnTo>
                  <a:lnTo>
                    <a:pt x="2941" y="2380"/>
                  </a:lnTo>
                  <a:lnTo>
                    <a:pt x="3268" y="2334"/>
                  </a:lnTo>
                  <a:lnTo>
                    <a:pt x="3548" y="2240"/>
                  </a:lnTo>
                  <a:lnTo>
                    <a:pt x="3781" y="2100"/>
                  </a:lnTo>
                  <a:lnTo>
                    <a:pt x="4014" y="1867"/>
                  </a:lnTo>
                  <a:lnTo>
                    <a:pt x="4108" y="1633"/>
                  </a:lnTo>
                  <a:lnTo>
                    <a:pt x="4201" y="1400"/>
                  </a:lnTo>
                  <a:lnTo>
                    <a:pt x="4201" y="1167"/>
                  </a:lnTo>
                  <a:lnTo>
                    <a:pt x="4201" y="933"/>
                  </a:lnTo>
                  <a:lnTo>
                    <a:pt x="4108" y="700"/>
                  </a:lnTo>
                  <a:lnTo>
                    <a:pt x="4014" y="513"/>
                  </a:lnTo>
                  <a:lnTo>
                    <a:pt x="3828" y="327"/>
                  </a:lnTo>
                  <a:lnTo>
                    <a:pt x="3641" y="140"/>
                  </a:lnTo>
                  <a:lnTo>
                    <a:pt x="3408" y="47"/>
                  </a:lnTo>
                  <a:lnTo>
                    <a:pt x="312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3" name="Google Shape;9233;p41"/>
            <p:cNvSpPr/>
            <p:nvPr/>
          </p:nvSpPr>
          <p:spPr>
            <a:xfrm>
              <a:off x="4010975" y="3329875"/>
              <a:ext cx="243850" cy="246200"/>
            </a:xfrm>
            <a:custGeom>
              <a:rect b="b" l="l" r="r" t="t"/>
              <a:pathLst>
                <a:path extrusionOk="0" h="9848" w="9754">
                  <a:moveTo>
                    <a:pt x="3034" y="1"/>
                  </a:moveTo>
                  <a:lnTo>
                    <a:pt x="2987" y="47"/>
                  </a:lnTo>
                  <a:lnTo>
                    <a:pt x="2707" y="701"/>
                  </a:lnTo>
                  <a:lnTo>
                    <a:pt x="2707" y="747"/>
                  </a:lnTo>
                  <a:lnTo>
                    <a:pt x="2754" y="841"/>
                  </a:lnTo>
                  <a:lnTo>
                    <a:pt x="2940" y="981"/>
                  </a:lnTo>
                  <a:lnTo>
                    <a:pt x="3080" y="1167"/>
                  </a:lnTo>
                  <a:lnTo>
                    <a:pt x="3174" y="1401"/>
                  </a:lnTo>
                  <a:lnTo>
                    <a:pt x="3220" y="1681"/>
                  </a:lnTo>
                  <a:lnTo>
                    <a:pt x="3127" y="1961"/>
                  </a:lnTo>
                  <a:lnTo>
                    <a:pt x="2987" y="2241"/>
                  </a:lnTo>
                  <a:lnTo>
                    <a:pt x="2707" y="2381"/>
                  </a:lnTo>
                  <a:lnTo>
                    <a:pt x="2427" y="2474"/>
                  </a:lnTo>
                  <a:lnTo>
                    <a:pt x="2240" y="2474"/>
                  </a:lnTo>
                  <a:lnTo>
                    <a:pt x="2007" y="2428"/>
                  </a:lnTo>
                  <a:lnTo>
                    <a:pt x="1960" y="2428"/>
                  </a:lnTo>
                  <a:lnTo>
                    <a:pt x="1867" y="2474"/>
                  </a:lnTo>
                  <a:lnTo>
                    <a:pt x="0" y="6674"/>
                  </a:lnTo>
                  <a:lnTo>
                    <a:pt x="0" y="6768"/>
                  </a:lnTo>
                  <a:lnTo>
                    <a:pt x="47" y="6861"/>
                  </a:lnTo>
                  <a:lnTo>
                    <a:pt x="1820" y="7654"/>
                  </a:lnTo>
                  <a:lnTo>
                    <a:pt x="1914" y="7654"/>
                  </a:lnTo>
                  <a:lnTo>
                    <a:pt x="1960" y="7608"/>
                  </a:lnTo>
                  <a:lnTo>
                    <a:pt x="2100" y="7421"/>
                  </a:lnTo>
                  <a:lnTo>
                    <a:pt x="2287" y="7328"/>
                  </a:lnTo>
                  <a:lnTo>
                    <a:pt x="2520" y="7234"/>
                  </a:lnTo>
                  <a:lnTo>
                    <a:pt x="2940" y="7234"/>
                  </a:lnTo>
                  <a:lnTo>
                    <a:pt x="3080" y="7328"/>
                  </a:lnTo>
                  <a:lnTo>
                    <a:pt x="3267" y="7421"/>
                  </a:lnTo>
                  <a:lnTo>
                    <a:pt x="3360" y="7514"/>
                  </a:lnTo>
                  <a:lnTo>
                    <a:pt x="3454" y="7654"/>
                  </a:lnTo>
                  <a:lnTo>
                    <a:pt x="3547" y="7794"/>
                  </a:lnTo>
                  <a:lnTo>
                    <a:pt x="3594" y="7934"/>
                  </a:lnTo>
                  <a:lnTo>
                    <a:pt x="3594" y="8121"/>
                  </a:lnTo>
                  <a:lnTo>
                    <a:pt x="3594" y="8354"/>
                  </a:lnTo>
                  <a:lnTo>
                    <a:pt x="3594" y="8401"/>
                  </a:lnTo>
                  <a:lnTo>
                    <a:pt x="3640" y="8448"/>
                  </a:lnTo>
                  <a:lnTo>
                    <a:pt x="6674" y="9848"/>
                  </a:lnTo>
                  <a:lnTo>
                    <a:pt x="6721" y="9801"/>
                  </a:lnTo>
                  <a:lnTo>
                    <a:pt x="6721" y="9754"/>
                  </a:lnTo>
                  <a:lnTo>
                    <a:pt x="6721" y="9661"/>
                  </a:lnTo>
                  <a:lnTo>
                    <a:pt x="9567" y="3128"/>
                  </a:lnTo>
                  <a:lnTo>
                    <a:pt x="9707" y="3034"/>
                  </a:lnTo>
                  <a:lnTo>
                    <a:pt x="9754" y="3034"/>
                  </a:lnTo>
                  <a:lnTo>
                    <a:pt x="9754" y="2988"/>
                  </a:lnTo>
                  <a:lnTo>
                    <a:pt x="7981" y="2194"/>
                  </a:lnTo>
                  <a:lnTo>
                    <a:pt x="7841" y="2194"/>
                  </a:lnTo>
                  <a:lnTo>
                    <a:pt x="7607" y="2334"/>
                  </a:lnTo>
                  <a:lnTo>
                    <a:pt x="7374" y="2381"/>
                  </a:lnTo>
                  <a:lnTo>
                    <a:pt x="7141" y="2334"/>
                  </a:lnTo>
                  <a:lnTo>
                    <a:pt x="6954" y="2241"/>
                  </a:lnTo>
                  <a:lnTo>
                    <a:pt x="6767" y="2054"/>
                  </a:lnTo>
                  <a:lnTo>
                    <a:pt x="6674" y="1867"/>
                  </a:lnTo>
                  <a:lnTo>
                    <a:pt x="6674" y="1681"/>
                  </a:lnTo>
                  <a:lnTo>
                    <a:pt x="6627" y="1634"/>
                  </a:lnTo>
                  <a:lnTo>
                    <a:pt x="6581" y="1587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4" name="Google Shape;9234;p41"/>
            <p:cNvSpPr/>
            <p:nvPr/>
          </p:nvSpPr>
          <p:spPr>
            <a:xfrm>
              <a:off x="4161475" y="3397550"/>
              <a:ext cx="94525" cy="178525"/>
            </a:xfrm>
            <a:custGeom>
              <a:rect b="b" l="l" r="r" t="t"/>
              <a:pathLst>
                <a:path extrusionOk="0" h="7141" w="3781">
                  <a:moveTo>
                    <a:pt x="3081" y="1"/>
                  </a:moveTo>
                  <a:lnTo>
                    <a:pt x="3127" y="47"/>
                  </a:lnTo>
                  <a:lnTo>
                    <a:pt x="3127" y="141"/>
                  </a:lnTo>
                  <a:lnTo>
                    <a:pt x="141" y="6767"/>
                  </a:lnTo>
                  <a:lnTo>
                    <a:pt x="94" y="6814"/>
                  </a:lnTo>
                  <a:lnTo>
                    <a:pt x="1" y="6814"/>
                  </a:lnTo>
                  <a:lnTo>
                    <a:pt x="654" y="7141"/>
                  </a:lnTo>
                  <a:lnTo>
                    <a:pt x="747" y="7141"/>
                  </a:lnTo>
                  <a:lnTo>
                    <a:pt x="794" y="7047"/>
                  </a:lnTo>
                  <a:lnTo>
                    <a:pt x="3781" y="421"/>
                  </a:lnTo>
                  <a:lnTo>
                    <a:pt x="3781" y="327"/>
                  </a:lnTo>
                  <a:lnTo>
                    <a:pt x="3734" y="281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5" name="Google Shape;9235;p41"/>
            <p:cNvSpPr/>
            <p:nvPr/>
          </p:nvSpPr>
          <p:spPr>
            <a:xfrm>
              <a:off x="4101975" y="3394050"/>
              <a:ext cx="45525" cy="45525"/>
            </a:xfrm>
            <a:custGeom>
              <a:rect b="b" l="l" r="r" t="t"/>
              <a:pathLst>
                <a:path extrusionOk="0" h="1821" w="1821">
                  <a:moveTo>
                    <a:pt x="887" y="1"/>
                  </a:moveTo>
                  <a:lnTo>
                    <a:pt x="700" y="47"/>
                  </a:lnTo>
                  <a:lnTo>
                    <a:pt x="560" y="94"/>
                  </a:lnTo>
                  <a:lnTo>
                    <a:pt x="374" y="187"/>
                  </a:lnTo>
                  <a:lnTo>
                    <a:pt x="234" y="281"/>
                  </a:lnTo>
                  <a:lnTo>
                    <a:pt x="140" y="421"/>
                  </a:lnTo>
                  <a:lnTo>
                    <a:pt x="47" y="561"/>
                  </a:lnTo>
                  <a:lnTo>
                    <a:pt x="0" y="747"/>
                  </a:lnTo>
                  <a:lnTo>
                    <a:pt x="0" y="934"/>
                  </a:lnTo>
                  <a:lnTo>
                    <a:pt x="0" y="1121"/>
                  </a:lnTo>
                  <a:lnTo>
                    <a:pt x="47" y="1261"/>
                  </a:lnTo>
                  <a:lnTo>
                    <a:pt x="140" y="1447"/>
                  </a:lnTo>
                  <a:lnTo>
                    <a:pt x="234" y="1587"/>
                  </a:lnTo>
                  <a:lnTo>
                    <a:pt x="374" y="1681"/>
                  </a:lnTo>
                  <a:lnTo>
                    <a:pt x="560" y="1774"/>
                  </a:lnTo>
                  <a:lnTo>
                    <a:pt x="700" y="1821"/>
                  </a:lnTo>
                  <a:lnTo>
                    <a:pt x="1074" y="1821"/>
                  </a:lnTo>
                  <a:lnTo>
                    <a:pt x="1260" y="1774"/>
                  </a:lnTo>
                  <a:lnTo>
                    <a:pt x="1400" y="1681"/>
                  </a:lnTo>
                  <a:lnTo>
                    <a:pt x="1541" y="1587"/>
                  </a:lnTo>
                  <a:lnTo>
                    <a:pt x="1681" y="1447"/>
                  </a:lnTo>
                  <a:lnTo>
                    <a:pt x="1727" y="1261"/>
                  </a:lnTo>
                  <a:lnTo>
                    <a:pt x="1774" y="1121"/>
                  </a:lnTo>
                  <a:lnTo>
                    <a:pt x="1821" y="934"/>
                  </a:lnTo>
                  <a:lnTo>
                    <a:pt x="1774" y="747"/>
                  </a:lnTo>
                  <a:lnTo>
                    <a:pt x="1727" y="561"/>
                  </a:lnTo>
                  <a:lnTo>
                    <a:pt x="1681" y="421"/>
                  </a:lnTo>
                  <a:lnTo>
                    <a:pt x="1541" y="281"/>
                  </a:lnTo>
                  <a:lnTo>
                    <a:pt x="1400" y="187"/>
                  </a:lnTo>
                  <a:lnTo>
                    <a:pt x="1260" y="94"/>
                  </a:lnTo>
                  <a:lnTo>
                    <a:pt x="1074" y="47"/>
                  </a:lnTo>
                  <a:lnTo>
                    <a:pt x="8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6" name="Google Shape;9236;p41"/>
            <p:cNvSpPr/>
            <p:nvPr/>
          </p:nvSpPr>
          <p:spPr>
            <a:xfrm>
              <a:off x="4150975" y="3476875"/>
              <a:ext cx="31525" cy="31525"/>
            </a:xfrm>
            <a:custGeom>
              <a:rect b="b" l="l" r="r" t="t"/>
              <a:pathLst>
                <a:path extrusionOk="0" h="1261" w="1261">
                  <a:moveTo>
                    <a:pt x="607" y="1"/>
                  </a:moveTo>
                  <a:lnTo>
                    <a:pt x="374" y="48"/>
                  </a:lnTo>
                  <a:lnTo>
                    <a:pt x="187" y="188"/>
                  </a:lnTo>
                  <a:lnTo>
                    <a:pt x="47" y="374"/>
                  </a:lnTo>
                  <a:lnTo>
                    <a:pt x="1" y="654"/>
                  </a:lnTo>
                  <a:lnTo>
                    <a:pt x="47" y="888"/>
                  </a:lnTo>
                  <a:lnTo>
                    <a:pt x="187" y="1074"/>
                  </a:lnTo>
                  <a:lnTo>
                    <a:pt x="374" y="1214"/>
                  </a:lnTo>
                  <a:lnTo>
                    <a:pt x="607" y="1261"/>
                  </a:lnTo>
                  <a:lnTo>
                    <a:pt x="887" y="1214"/>
                  </a:lnTo>
                  <a:lnTo>
                    <a:pt x="1074" y="1074"/>
                  </a:lnTo>
                  <a:lnTo>
                    <a:pt x="1214" y="888"/>
                  </a:lnTo>
                  <a:lnTo>
                    <a:pt x="1261" y="654"/>
                  </a:lnTo>
                  <a:lnTo>
                    <a:pt x="1214" y="374"/>
                  </a:lnTo>
                  <a:lnTo>
                    <a:pt x="1074" y="188"/>
                  </a:lnTo>
                  <a:lnTo>
                    <a:pt x="887" y="4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37" name="Google Shape;9237;p41"/>
          <p:cNvGrpSpPr/>
          <p:nvPr/>
        </p:nvGrpSpPr>
        <p:grpSpPr>
          <a:xfrm>
            <a:off x="5051046" y="3289563"/>
            <a:ext cx="250850" cy="336025"/>
            <a:chOff x="5510200" y="3966900"/>
            <a:chExt cx="250850" cy="336025"/>
          </a:xfrm>
        </p:grpSpPr>
        <p:sp>
          <p:nvSpPr>
            <p:cNvPr id="9238" name="Google Shape;9238;p41"/>
            <p:cNvSpPr/>
            <p:nvPr/>
          </p:nvSpPr>
          <p:spPr>
            <a:xfrm>
              <a:off x="5636200" y="3982075"/>
              <a:ext cx="80525" cy="54850"/>
            </a:xfrm>
            <a:custGeom>
              <a:rect b="b" l="l" r="r" t="t"/>
              <a:pathLst>
                <a:path extrusionOk="0" h="2194" w="3221">
                  <a:moveTo>
                    <a:pt x="0" y="0"/>
                  </a:moveTo>
                  <a:lnTo>
                    <a:pt x="0" y="2194"/>
                  </a:lnTo>
                  <a:lnTo>
                    <a:pt x="3174" y="2194"/>
                  </a:lnTo>
                  <a:lnTo>
                    <a:pt x="3174" y="2147"/>
                  </a:lnTo>
                  <a:lnTo>
                    <a:pt x="3127" y="2054"/>
                  </a:lnTo>
                  <a:lnTo>
                    <a:pt x="2894" y="1727"/>
                  </a:lnTo>
                  <a:lnTo>
                    <a:pt x="2567" y="1260"/>
                  </a:lnTo>
                  <a:lnTo>
                    <a:pt x="2520" y="1167"/>
                  </a:lnTo>
                  <a:lnTo>
                    <a:pt x="2474" y="1027"/>
                  </a:lnTo>
                  <a:lnTo>
                    <a:pt x="2987" y="234"/>
                  </a:lnTo>
                  <a:lnTo>
                    <a:pt x="3174" y="94"/>
                  </a:lnTo>
                  <a:lnTo>
                    <a:pt x="3220" y="47"/>
                  </a:lnTo>
                  <a:lnTo>
                    <a:pt x="31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9" name="Google Shape;9239;p41"/>
            <p:cNvSpPr/>
            <p:nvPr/>
          </p:nvSpPr>
          <p:spPr>
            <a:xfrm>
              <a:off x="5685200" y="3982075"/>
              <a:ext cx="33850" cy="54850"/>
            </a:xfrm>
            <a:custGeom>
              <a:rect b="b" l="l" r="r" t="t"/>
              <a:pathLst>
                <a:path extrusionOk="0" h="2194" w="1354">
                  <a:moveTo>
                    <a:pt x="607" y="0"/>
                  </a:moveTo>
                  <a:lnTo>
                    <a:pt x="654" y="47"/>
                  </a:lnTo>
                  <a:lnTo>
                    <a:pt x="654" y="140"/>
                  </a:lnTo>
                  <a:lnTo>
                    <a:pt x="654" y="187"/>
                  </a:lnTo>
                  <a:lnTo>
                    <a:pt x="0" y="1027"/>
                  </a:lnTo>
                  <a:lnTo>
                    <a:pt x="0" y="1074"/>
                  </a:lnTo>
                  <a:lnTo>
                    <a:pt x="0" y="1167"/>
                  </a:lnTo>
                  <a:lnTo>
                    <a:pt x="654" y="2007"/>
                  </a:lnTo>
                  <a:lnTo>
                    <a:pt x="654" y="2054"/>
                  </a:lnTo>
                  <a:lnTo>
                    <a:pt x="654" y="2147"/>
                  </a:lnTo>
                  <a:lnTo>
                    <a:pt x="607" y="2147"/>
                  </a:lnTo>
                  <a:lnTo>
                    <a:pt x="560" y="2194"/>
                  </a:lnTo>
                  <a:lnTo>
                    <a:pt x="1214" y="2194"/>
                  </a:lnTo>
                  <a:lnTo>
                    <a:pt x="1307" y="2147"/>
                  </a:lnTo>
                  <a:lnTo>
                    <a:pt x="1354" y="2147"/>
                  </a:lnTo>
                  <a:lnTo>
                    <a:pt x="1354" y="2054"/>
                  </a:lnTo>
                  <a:lnTo>
                    <a:pt x="1307" y="2007"/>
                  </a:lnTo>
                  <a:lnTo>
                    <a:pt x="700" y="1167"/>
                  </a:lnTo>
                  <a:lnTo>
                    <a:pt x="654" y="1074"/>
                  </a:lnTo>
                  <a:lnTo>
                    <a:pt x="700" y="1027"/>
                  </a:lnTo>
                  <a:lnTo>
                    <a:pt x="1307" y="187"/>
                  </a:lnTo>
                  <a:lnTo>
                    <a:pt x="1354" y="140"/>
                  </a:lnTo>
                  <a:lnTo>
                    <a:pt x="1354" y="47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0" name="Google Shape;9240;p41"/>
            <p:cNvSpPr/>
            <p:nvPr/>
          </p:nvSpPr>
          <p:spPr>
            <a:xfrm>
              <a:off x="5630350" y="3966900"/>
              <a:ext cx="10525" cy="296375"/>
            </a:xfrm>
            <a:custGeom>
              <a:rect b="b" l="l" r="r" t="t"/>
              <a:pathLst>
                <a:path extrusionOk="0" h="11855" w="421">
                  <a:moveTo>
                    <a:pt x="141" y="1"/>
                  </a:moveTo>
                  <a:lnTo>
                    <a:pt x="94" y="47"/>
                  </a:lnTo>
                  <a:lnTo>
                    <a:pt x="48" y="141"/>
                  </a:lnTo>
                  <a:lnTo>
                    <a:pt x="1" y="187"/>
                  </a:lnTo>
                  <a:lnTo>
                    <a:pt x="1" y="11668"/>
                  </a:lnTo>
                  <a:lnTo>
                    <a:pt x="48" y="11761"/>
                  </a:lnTo>
                  <a:lnTo>
                    <a:pt x="94" y="11808"/>
                  </a:lnTo>
                  <a:lnTo>
                    <a:pt x="141" y="11854"/>
                  </a:lnTo>
                  <a:lnTo>
                    <a:pt x="281" y="11854"/>
                  </a:lnTo>
                  <a:lnTo>
                    <a:pt x="374" y="11808"/>
                  </a:lnTo>
                  <a:lnTo>
                    <a:pt x="421" y="11761"/>
                  </a:lnTo>
                  <a:lnTo>
                    <a:pt x="421" y="11668"/>
                  </a:lnTo>
                  <a:lnTo>
                    <a:pt x="421" y="187"/>
                  </a:lnTo>
                  <a:lnTo>
                    <a:pt x="421" y="141"/>
                  </a:lnTo>
                  <a:lnTo>
                    <a:pt x="374" y="47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1" name="Google Shape;9241;p41"/>
            <p:cNvSpPr/>
            <p:nvPr/>
          </p:nvSpPr>
          <p:spPr>
            <a:xfrm>
              <a:off x="5510200" y="4140750"/>
              <a:ext cx="45525" cy="35025"/>
            </a:xfrm>
            <a:custGeom>
              <a:rect b="b" l="l" r="r" t="t"/>
              <a:pathLst>
                <a:path extrusionOk="0" h="1401" w="1821">
                  <a:moveTo>
                    <a:pt x="280" y="0"/>
                  </a:moveTo>
                  <a:lnTo>
                    <a:pt x="187" y="47"/>
                  </a:lnTo>
                  <a:lnTo>
                    <a:pt x="140" y="93"/>
                  </a:lnTo>
                  <a:lnTo>
                    <a:pt x="93" y="187"/>
                  </a:lnTo>
                  <a:lnTo>
                    <a:pt x="0" y="1167"/>
                  </a:lnTo>
                  <a:lnTo>
                    <a:pt x="0" y="1260"/>
                  </a:lnTo>
                  <a:lnTo>
                    <a:pt x="47" y="1307"/>
                  </a:lnTo>
                  <a:lnTo>
                    <a:pt x="140" y="1354"/>
                  </a:lnTo>
                  <a:lnTo>
                    <a:pt x="233" y="1400"/>
                  </a:lnTo>
                  <a:lnTo>
                    <a:pt x="887" y="1307"/>
                  </a:lnTo>
                  <a:lnTo>
                    <a:pt x="1773" y="933"/>
                  </a:lnTo>
                  <a:lnTo>
                    <a:pt x="1820" y="747"/>
                  </a:lnTo>
                  <a:lnTo>
                    <a:pt x="1027" y="280"/>
                  </a:lnTo>
                  <a:lnTo>
                    <a:pt x="373" y="47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2" name="Google Shape;9242;p41"/>
            <p:cNvSpPr/>
            <p:nvPr/>
          </p:nvSpPr>
          <p:spPr>
            <a:xfrm>
              <a:off x="5532350" y="4147750"/>
              <a:ext cx="24525" cy="25675"/>
            </a:xfrm>
            <a:custGeom>
              <a:rect b="b" l="l" r="r" t="t"/>
              <a:pathLst>
                <a:path extrusionOk="0" h="1027" w="981">
                  <a:moveTo>
                    <a:pt x="141" y="0"/>
                  </a:moveTo>
                  <a:lnTo>
                    <a:pt x="1" y="1027"/>
                  </a:lnTo>
                  <a:lnTo>
                    <a:pt x="1" y="1027"/>
                  </a:lnTo>
                  <a:lnTo>
                    <a:pt x="887" y="887"/>
                  </a:lnTo>
                  <a:lnTo>
                    <a:pt x="981" y="37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3" name="Google Shape;9243;p41"/>
            <p:cNvSpPr/>
            <p:nvPr/>
          </p:nvSpPr>
          <p:spPr>
            <a:xfrm>
              <a:off x="5610525" y="4062575"/>
              <a:ext cx="44350" cy="51350"/>
            </a:xfrm>
            <a:custGeom>
              <a:rect b="b" l="l" r="r" t="t"/>
              <a:pathLst>
                <a:path extrusionOk="0" h="2054" w="1774">
                  <a:moveTo>
                    <a:pt x="794" y="0"/>
                  </a:moveTo>
                  <a:lnTo>
                    <a:pt x="607" y="47"/>
                  </a:lnTo>
                  <a:lnTo>
                    <a:pt x="421" y="140"/>
                  </a:lnTo>
                  <a:lnTo>
                    <a:pt x="281" y="280"/>
                  </a:lnTo>
                  <a:lnTo>
                    <a:pt x="141" y="420"/>
                  </a:lnTo>
                  <a:lnTo>
                    <a:pt x="47" y="607"/>
                  </a:lnTo>
                  <a:lnTo>
                    <a:pt x="1" y="794"/>
                  </a:lnTo>
                  <a:lnTo>
                    <a:pt x="1" y="1027"/>
                  </a:lnTo>
                  <a:lnTo>
                    <a:pt x="1" y="1214"/>
                  </a:lnTo>
                  <a:lnTo>
                    <a:pt x="47" y="1400"/>
                  </a:lnTo>
                  <a:lnTo>
                    <a:pt x="141" y="1587"/>
                  </a:lnTo>
                  <a:lnTo>
                    <a:pt x="281" y="1727"/>
                  </a:lnTo>
                  <a:lnTo>
                    <a:pt x="421" y="1867"/>
                  </a:lnTo>
                  <a:lnTo>
                    <a:pt x="607" y="1960"/>
                  </a:lnTo>
                  <a:lnTo>
                    <a:pt x="794" y="2007"/>
                  </a:lnTo>
                  <a:lnTo>
                    <a:pt x="1027" y="2054"/>
                  </a:lnTo>
                  <a:lnTo>
                    <a:pt x="1214" y="2007"/>
                  </a:lnTo>
                  <a:lnTo>
                    <a:pt x="1354" y="1914"/>
                  </a:lnTo>
                  <a:lnTo>
                    <a:pt x="1494" y="1820"/>
                  </a:lnTo>
                  <a:lnTo>
                    <a:pt x="1634" y="1634"/>
                  </a:lnTo>
                  <a:lnTo>
                    <a:pt x="1774" y="1307"/>
                  </a:lnTo>
                  <a:lnTo>
                    <a:pt x="1774" y="1027"/>
                  </a:lnTo>
                  <a:lnTo>
                    <a:pt x="1774" y="747"/>
                  </a:lnTo>
                  <a:lnTo>
                    <a:pt x="1634" y="374"/>
                  </a:lnTo>
                  <a:lnTo>
                    <a:pt x="1494" y="234"/>
                  </a:lnTo>
                  <a:lnTo>
                    <a:pt x="1354" y="94"/>
                  </a:lnTo>
                  <a:lnTo>
                    <a:pt x="12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4" name="Google Shape;9244;p41"/>
            <p:cNvSpPr/>
            <p:nvPr/>
          </p:nvSpPr>
          <p:spPr>
            <a:xfrm>
              <a:off x="5519525" y="4222400"/>
              <a:ext cx="227525" cy="80525"/>
            </a:xfrm>
            <a:custGeom>
              <a:rect b="b" l="l" r="r" t="t"/>
              <a:pathLst>
                <a:path extrusionOk="0" h="3221" w="9101">
                  <a:moveTo>
                    <a:pt x="607" y="1"/>
                  </a:moveTo>
                  <a:lnTo>
                    <a:pt x="374" y="48"/>
                  </a:lnTo>
                  <a:lnTo>
                    <a:pt x="187" y="188"/>
                  </a:lnTo>
                  <a:lnTo>
                    <a:pt x="47" y="374"/>
                  </a:lnTo>
                  <a:lnTo>
                    <a:pt x="0" y="608"/>
                  </a:lnTo>
                  <a:lnTo>
                    <a:pt x="0" y="2988"/>
                  </a:lnTo>
                  <a:lnTo>
                    <a:pt x="0" y="3081"/>
                  </a:lnTo>
                  <a:lnTo>
                    <a:pt x="47" y="3174"/>
                  </a:lnTo>
                  <a:lnTo>
                    <a:pt x="140" y="3221"/>
                  </a:lnTo>
                  <a:lnTo>
                    <a:pt x="9101" y="3221"/>
                  </a:lnTo>
                  <a:lnTo>
                    <a:pt x="9101" y="3128"/>
                  </a:lnTo>
                  <a:lnTo>
                    <a:pt x="9101" y="2848"/>
                  </a:lnTo>
                  <a:lnTo>
                    <a:pt x="9054" y="2054"/>
                  </a:lnTo>
                  <a:lnTo>
                    <a:pt x="8914" y="841"/>
                  </a:lnTo>
                  <a:lnTo>
                    <a:pt x="8914" y="281"/>
                  </a:lnTo>
                  <a:lnTo>
                    <a:pt x="8914" y="188"/>
                  </a:lnTo>
                  <a:lnTo>
                    <a:pt x="8867" y="94"/>
                  </a:lnTo>
                  <a:lnTo>
                    <a:pt x="87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5" name="Google Shape;9245;p41"/>
            <p:cNvSpPr/>
            <p:nvPr/>
          </p:nvSpPr>
          <p:spPr>
            <a:xfrm>
              <a:off x="5544025" y="4139575"/>
              <a:ext cx="179700" cy="54850"/>
            </a:xfrm>
            <a:custGeom>
              <a:rect b="b" l="l" r="r" t="t"/>
              <a:pathLst>
                <a:path extrusionOk="0" h="2194" w="7188">
                  <a:moveTo>
                    <a:pt x="747" y="0"/>
                  </a:moveTo>
                  <a:lnTo>
                    <a:pt x="607" y="47"/>
                  </a:lnTo>
                  <a:lnTo>
                    <a:pt x="420" y="140"/>
                  </a:lnTo>
                  <a:lnTo>
                    <a:pt x="280" y="234"/>
                  </a:lnTo>
                  <a:lnTo>
                    <a:pt x="187" y="374"/>
                  </a:lnTo>
                  <a:lnTo>
                    <a:pt x="94" y="560"/>
                  </a:lnTo>
                  <a:lnTo>
                    <a:pt x="0" y="747"/>
                  </a:lnTo>
                  <a:lnTo>
                    <a:pt x="0" y="980"/>
                  </a:lnTo>
                  <a:lnTo>
                    <a:pt x="0" y="1167"/>
                  </a:lnTo>
                  <a:lnTo>
                    <a:pt x="47" y="1354"/>
                  </a:lnTo>
                  <a:lnTo>
                    <a:pt x="140" y="1541"/>
                  </a:lnTo>
                  <a:lnTo>
                    <a:pt x="280" y="1681"/>
                  </a:lnTo>
                  <a:lnTo>
                    <a:pt x="420" y="1821"/>
                  </a:lnTo>
                  <a:lnTo>
                    <a:pt x="607" y="1914"/>
                  </a:lnTo>
                  <a:lnTo>
                    <a:pt x="794" y="1961"/>
                  </a:lnTo>
                  <a:lnTo>
                    <a:pt x="1494" y="2054"/>
                  </a:lnTo>
                  <a:lnTo>
                    <a:pt x="2241" y="2147"/>
                  </a:lnTo>
                  <a:lnTo>
                    <a:pt x="2941" y="2194"/>
                  </a:lnTo>
                  <a:lnTo>
                    <a:pt x="4387" y="2194"/>
                  </a:lnTo>
                  <a:lnTo>
                    <a:pt x="5087" y="2147"/>
                  </a:lnTo>
                  <a:lnTo>
                    <a:pt x="5834" y="2054"/>
                  </a:lnTo>
                  <a:lnTo>
                    <a:pt x="6534" y="1961"/>
                  </a:lnTo>
                  <a:lnTo>
                    <a:pt x="6721" y="1914"/>
                  </a:lnTo>
                  <a:lnTo>
                    <a:pt x="6861" y="1821"/>
                  </a:lnTo>
                  <a:lnTo>
                    <a:pt x="7001" y="1681"/>
                  </a:lnTo>
                  <a:lnTo>
                    <a:pt x="7094" y="1494"/>
                  </a:lnTo>
                  <a:lnTo>
                    <a:pt x="7141" y="1307"/>
                  </a:lnTo>
                  <a:lnTo>
                    <a:pt x="7187" y="1121"/>
                  </a:lnTo>
                  <a:lnTo>
                    <a:pt x="7187" y="887"/>
                  </a:lnTo>
                  <a:lnTo>
                    <a:pt x="7141" y="700"/>
                  </a:lnTo>
                  <a:lnTo>
                    <a:pt x="7094" y="840"/>
                  </a:lnTo>
                  <a:lnTo>
                    <a:pt x="6954" y="467"/>
                  </a:lnTo>
                  <a:lnTo>
                    <a:pt x="6767" y="187"/>
                  </a:lnTo>
                  <a:lnTo>
                    <a:pt x="6674" y="94"/>
                  </a:lnTo>
                  <a:lnTo>
                    <a:pt x="6534" y="0"/>
                  </a:lnTo>
                  <a:lnTo>
                    <a:pt x="6207" y="0"/>
                  </a:lnTo>
                  <a:lnTo>
                    <a:pt x="4947" y="140"/>
                  </a:lnTo>
                  <a:lnTo>
                    <a:pt x="3687" y="234"/>
                  </a:lnTo>
                  <a:lnTo>
                    <a:pt x="2381" y="140"/>
                  </a:lnTo>
                  <a:lnTo>
                    <a:pt x="1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6" name="Google Shape;9246;p41"/>
            <p:cNvSpPr/>
            <p:nvPr/>
          </p:nvSpPr>
          <p:spPr>
            <a:xfrm>
              <a:off x="5714375" y="4141900"/>
              <a:ext cx="42025" cy="33875"/>
            </a:xfrm>
            <a:custGeom>
              <a:rect b="b" l="l" r="r" t="t"/>
              <a:pathLst>
                <a:path extrusionOk="0" h="1355" w="1681">
                  <a:moveTo>
                    <a:pt x="1493" y="1"/>
                  </a:moveTo>
                  <a:lnTo>
                    <a:pt x="0" y="607"/>
                  </a:lnTo>
                  <a:lnTo>
                    <a:pt x="93" y="1121"/>
                  </a:lnTo>
                  <a:lnTo>
                    <a:pt x="1633" y="1354"/>
                  </a:lnTo>
                  <a:lnTo>
                    <a:pt x="1680" y="1308"/>
                  </a:lnTo>
                  <a:lnTo>
                    <a:pt x="1633" y="1261"/>
                  </a:lnTo>
                  <a:lnTo>
                    <a:pt x="1540" y="1168"/>
                  </a:lnTo>
                  <a:lnTo>
                    <a:pt x="1493" y="1074"/>
                  </a:lnTo>
                  <a:lnTo>
                    <a:pt x="1493" y="374"/>
                  </a:lnTo>
                  <a:lnTo>
                    <a:pt x="1540" y="94"/>
                  </a:lnTo>
                  <a:lnTo>
                    <a:pt x="15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7" name="Google Shape;9247;p41"/>
            <p:cNvSpPr/>
            <p:nvPr/>
          </p:nvSpPr>
          <p:spPr>
            <a:xfrm>
              <a:off x="5719025" y="4222400"/>
              <a:ext cx="32700" cy="80525"/>
            </a:xfrm>
            <a:custGeom>
              <a:rect b="b" l="l" r="r" t="t"/>
              <a:pathLst>
                <a:path extrusionOk="0" h="3221" w="1308">
                  <a:moveTo>
                    <a:pt x="1" y="1"/>
                  </a:moveTo>
                  <a:lnTo>
                    <a:pt x="281" y="48"/>
                  </a:lnTo>
                  <a:lnTo>
                    <a:pt x="467" y="188"/>
                  </a:lnTo>
                  <a:lnTo>
                    <a:pt x="607" y="374"/>
                  </a:lnTo>
                  <a:lnTo>
                    <a:pt x="654" y="608"/>
                  </a:lnTo>
                  <a:lnTo>
                    <a:pt x="654" y="2988"/>
                  </a:lnTo>
                  <a:lnTo>
                    <a:pt x="654" y="3081"/>
                  </a:lnTo>
                  <a:lnTo>
                    <a:pt x="607" y="3174"/>
                  </a:lnTo>
                  <a:lnTo>
                    <a:pt x="514" y="3221"/>
                  </a:lnTo>
                  <a:lnTo>
                    <a:pt x="1214" y="3221"/>
                  </a:lnTo>
                  <a:lnTo>
                    <a:pt x="1261" y="3174"/>
                  </a:lnTo>
                  <a:lnTo>
                    <a:pt x="1307" y="3081"/>
                  </a:lnTo>
                  <a:lnTo>
                    <a:pt x="1307" y="2988"/>
                  </a:lnTo>
                  <a:lnTo>
                    <a:pt x="1307" y="608"/>
                  </a:lnTo>
                  <a:lnTo>
                    <a:pt x="1261" y="374"/>
                  </a:lnTo>
                  <a:lnTo>
                    <a:pt x="1121" y="188"/>
                  </a:lnTo>
                  <a:lnTo>
                    <a:pt x="934" y="48"/>
                  </a:lnTo>
                  <a:lnTo>
                    <a:pt x="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8" name="Google Shape;9248;p41"/>
            <p:cNvSpPr/>
            <p:nvPr/>
          </p:nvSpPr>
          <p:spPr>
            <a:xfrm>
              <a:off x="5626850" y="4062575"/>
              <a:ext cx="35025" cy="51350"/>
            </a:xfrm>
            <a:custGeom>
              <a:rect b="b" l="l" r="r" t="t"/>
              <a:pathLst>
                <a:path extrusionOk="0" h="2054" w="1401">
                  <a:moveTo>
                    <a:pt x="188" y="0"/>
                  </a:moveTo>
                  <a:lnTo>
                    <a:pt x="1" y="47"/>
                  </a:lnTo>
                  <a:lnTo>
                    <a:pt x="281" y="187"/>
                  </a:lnTo>
                  <a:lnTo>
                    <a:pt x="514" y="420"/>
                  </a:lnTo>
                  <a:lnTo>
                    <a:pt x="654" y="700"/>
                  </a:lnTo>
                  <a:lnTo>
                    <a:pt x="701" y="1027"/>
                  </a:lnTo>
                  <a:lnTo>
                    <a:pt x="654" y="1354"/>
                  </a:lnTo>
                  <a:lnTo>
                    <a:pt x="514" y="1634"/>
                  </a:lnTo>
                  <a:lnTo>
                    <a:pt x="281" y="1820"/>
                  </a:lnTo>
                  <a:lnTo>
                    <a:pt x="1" y="1960"/>
                  </a:lnTo>
                  <a:lnTo>
                    <a:pt x="188" y="2007"/>
                  </a:lnTo>
                  <a:lnTo>
                    <a:pt x="374" y="2054"/>
                  </a:lnTo>
                  <a:lnTo>
                    <a:pt x="561" y="2007"/>
                  </a:lnTo>
                  <a:lnTo>
                    <a:pt x="748" y="1960"/>
                  </a:lnTo>
                  <a:lnTo>
                    <a:pt x="934" y="1867"/>
                  </a:lnTo>
                  <a:lnTo>
                    <a:pt x="1074" y="1727"/>
                  </a:lnTo>
                  <a:lnTo>
                    <a:pt x="1214" y="1587"/>
                  </a:lnTo>
                  <a:lnTo>
                    <a:pt x="1308" y="1400"/>
                  </a:lnTo>
                  <a:lnTo>
                    <a:pt x="1354" y="1214"/>
                  </a:lnTo>
                  <a:lnTo>
                    <a:pt x="1401" y="1027"/>
                  </a:lnTo>
                  <a:lnTo>
                    <a:pt x="1354" y="794"/>
                  </a:lnTo>
                  <a:lnTo>
                    <a:pt x="1308" y="607"/>
                  </a:lnTo>
                  <a:lnTo>
                    <a:pt x="1214" y="420"/>
                  </a:lnTo>
                  <a:lnTo>
                    <a:pt x="1074" y="280"/>
                  </a:lnTo>
                  <a:lnTo>
                    <a:pt x="934" y="140"/>
                  </a:lnTo>
                  <a:lnTo>
                    <a:pt x="748" y="47"/>
                  </a:lnTo>
                  <a:lnTo>
                    <a:pt x="56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9" name="Google Shape;9249;p41"/>
            <p:cNvSpPr/>
            <p:nvPr/>
          </p:nvSpPr>
          <p:spPr>
            <a:xfrm>
              <a:off x="5742375" y="4140750"/>
              <a:ext cx="18675" cy="35025"/>
            </a:xfrm>
            <a:custGeom>
              <a:rect b="b" l="l" r="r" t="t"/>
              <a:pathLst>
                <a:path extrusionOk="0" h="1401" w="747">
                  <a:moveTo>
                    <a:pt x="467" y="0"/>
                  </a:moveTo>
                  <a:lnTo>
                    <a:pt x="373" y="47"/>
                  </a:lnTo>
                  <a:lnTo>
                    <a:pt x="0" y="187"/>
                  </a:lnTo>
                  <a:lnTo>
                    <a:pt x="93" y="1167"/>
                  </a:lnTo>
                  <a:lnTo>
                    <a:pt x="93" y="1214"/>
                  </a:lnTo>
                  <a:lnTo>
                    <a:pt x="47" y="1307"/>
                  </a:lnTo>
                  <a:lnTo>
                    <a:pt x="513" y="1400"/>
                  </a:lnTo>
                  <a:lnTo>
                    <a:pt x="607" y="1354"/>
                  </a:lnTo>
                  <a:lnTo>
                    <a:pt x="700" y="1307"/>
                  </a:lnTo>
                  <a:lnTo>
                    <a:pt x="747" y="1260"/>
                  </a:lnTo>
                  <a:lnTo>
                    <a:pt x="747" y="1167"/>
                  </a:lnTo>
                  <a:lnTo>
                    <a:pt x="653" y="187"/>
                  </a:lnTo>
                  <a:lnTo>
                    <a:pt x="607" y="93"/>
                  </a:lnTo>
                  <a:lnTo>
                    <a:pt x="560" y="47"/>
                  </a:lnTo>
                  <a:lnTo>
                    <a:pt x="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0" name="Google Shape;9250;p41"/>
            <p:cNvSpPr/>
            <p:nvPr/>
          </p:nvSpPr>
          <p:spPr>
            <a:xfrm>
              <a:off x="5693375" y="4139575"/>
              <a:ext cx="35025" cy="51350"/>
            </a:xfrm>
            <a:custGeom>
              <a:rect b="b" l="l" r="r" t="t"/>
              <a:pathLst>
                <a:path extrusionOk="0" h="2054" w="1401">
                  <a:moveTo>
                    <a:pt x="233" y="0"/>
                  </a:moveTo>
                  <a:lnTo>
                    <a:pt x="0" y="47"/>
                  </a:lnTo>
                  <a:lnTo>
                    <a:pt x="233" y="140"/>
                  </a:lnTo>
                  <a:lnTo>
                    <a:pt x="420" y="327"/>
                  </a:lnTo>
                  <a:lnTo>
                    <a:pt x="607" y="514"/>
                  </a:lnTo>
                  <a:lnTo>
                    <a:pt x="700" y="794"/>
                  </a:lnTo>
                  <a:lnTo>
                    <a:pt x="700" y="840"/>
                  </a:lnTo>
                  <a:lnTo>
                    <a:pt x="700" y="1027"/>
                  </a:lnTo>
                  <a:lnTo>
                    <a:pt x="700" y="1214"/>
                  </a:lnTo>
                  <a:lnTo>
                    <a:pt x="653" y="1354"/>
                  </a:lnTo>
                  <a:lnTo>
                    <a:pt x="607" y="1541"/>
                  </a:lnTo>
                  <a:lnTo>
                    <a:pt x="513" y="1681"/>
                  </a:lnTo>
                  <a:lnTo>
                    <a:pt x="420" y="1821"/>
                  </a:lnTo>
                  <a:lnTo>
                    <a:pt x="280" y="1961"/>
                  </a:lnTo>
                  <a:lnTo>
                    <a:pt x="140" y="2054"/>
                  </a:lnTo>
                  <a:lnTo>
                    <a:pt x="560" y="1961"/>
                  </a:lnTo>
                  <a:lnTo>
                    <a:pt x="747" y="1914"/>
                  </a:lnTo>
                  <a:lnTo>
                    <a:pt x="933" y="1821"/>
                  </a:lnTo>
                  <a:lnTo>
                    <a:pt x="1073" y="1681"/>
                  </a:lnTo>
                  <a:lnTo>
                    <a:pt x="1213" y="1541"/>
                  </a:lnTo>
                  <a:lnTo>
                    <a:pt x="1307" y="1354"/>
                  </a:lnTo>
                  <a:lnTo>
                    <a:pt x="1353" y="1167"/>
                  </a:lnTo>
                  <a:lnTo>
                    <a:pt x="1400" y="980"/>
                  </a:lnTo>
                  <a:lnTo>
                    <a:pt x="1353" y="747"/>
                  </a:lnTo>
                  <a:lnTo>
                    <a:pt x="1307" y="560"/>
                  </a:lnTo>
                  <a:lnTo>
                    <a:pt x="1213" y="374"/>
                  </a:lnTo>
                  <a:lnTo>
                    <a:pt x="1073" y="234"/>
                  </a:lnTo>
                  <a:lnTo>
                    <a:pt x="933" y="140"/>
                  </a:lnTo>
                  <a:lnTo>
                    <a:pt x="747" y="47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51" name="Google Shape;9251;p41"/>
          <p:cNvGrpSpPr/>
          <p:nvPr/>
        </p:nvGrpSpPr>
        <p:grpSpPr>
          <a:xfrm>
            <a:off x="5008459" y="1815638"/>
            <a:ext cx="336025" cy="233375"/>
            <a:chOff x="6986075" y="4018225"/>
            <a:chExt cx="336025" cy="233375"/>
          </a:xfrm>
        </p:grpSpPr>
        <p:sp>
          <p:nvSpPr>
            <p:cNvPr id="9252" name="Google Shape;9252;p41"/>
            <p:cNvSpPr/>
            <p:nvPr/>
          </p:nvSpPr>
          <p:spPr>
            <a:xfrm>
              <a:off x="6986075" y="4036900"/>
              <a:ext cx="330200" cy="175025"/>
            </a:xfrm>
            <a:custGeom>
              <a:rect b="b" l="l" r="r" t="t"/>
              <a:pathLst>
                <a:path extrusionOk="0" h="7001" w="13208">
                  <a:moveTo>
                    <a:pt x="6441" y="1"/>
                  </a:moveTo>
                  <a:lnTo>
                    <a:pt x="6161" y="94"/>
                  </a:lnTo>
                  <a:lnTo>
                    <a:pt x="5694" y="327"/>
                  </a:lnTo>
                  <a:lnTo>
                    <a:pt x="5181" y="607"/>
                  </a:lnTo>
                  <a:lnTo>
                    <a:pt x="4947" y="747"/>
                  </a:lnTo>
                  <a:lnTo>
                    <a:pt x="4714" y="841"/>
                  </a:lnTo>
                  <a:lnTo>
                    <a:pt x="4434" y="934"/>
                  </a:lnTo>
                  <a:lnTo>
                    <a:pt x="4201" y="981"/>
                  </a:lnTo>
                  <a:lnTo>
                    <a:pt x="3641" y="1027"/>
                  </a:lnTo>
                  <a:lnTo>
                    <a:pt x="3081" y="1121"/>
                  </a:lnTo>
                  <a:lnTo>
                    <a:pt x="2847" y="1214"/>
                  </a:lnTo>
                  <a:lnTo>
                    <a:pt x="2614" y="1354"/>
                  </a:lnTo>
                  <a:lnTo>
                    <a:pt x="2427" y="1494"/>
                  </a:lnTo>
                  <a:lnTo>
                    <a:pt x="2241" y="1727"/>
                  </a:lnTo>
                  <a:lnTo>
                    <a:pt x="2007" y="2194"/>
                  </a:lnTo>
                  <a:lnTo>
                    <a:pt x="1774" y="2707"/>
                  </a:lnTo>
                  <a:lnTo>
                    <a:pt x="1634" y="2987"/>
                  </a:lnTo>
                  <a:lnTo>
                    <a:pt x="1494" y="3174"/>
                  </a:lnTo>
                  <a:lnTo>
                    <a:pt x="1354" y="3407"/>
                  </a:lnTo>
                  <a:lnTo>
                    <a:pt x="1121" y="3594"/>
                  </a:lnTo>
                  <a:lnTo>
                    <a:pt x="701" y="3967"/>
                  </a:lnTo>
                  <a:lnTo>
                    <a:pt x="327" y="4341"/>
                  </a:lnTo>
                  <a:lnTo>
                    <a:pt x="187" y="4574"/>
                  </a:lnTo>
                  <a:lnTo>
                    <a:pt x="47" y="4807"/>
                  </a:lnTo>
                  <a:lnTo>
                    <a:pt x="0" y="5041"/>
                  </a:lnTo>
                  <a:lnTo>
                    <a:pt x="0" y="5228"/>
                  </a:lnTo>
                  <a:lnTo>
                    <a:pt x="0" y="5648"/>
                  </a:lnTo>
                  <a:lnTo>
                    <a:pt x="94" y="6441"/>
                  </a:lnTo>
                  <a:lnTo>
                    <a:pt x="140" y="6581"/>
                  </a:lnTo>
                  <a:lnTo>
                    <a:pt x="187" y="6721"/>
                  </a:lnTo>
                  <a:lnTo>
                    <a:pt x="280" y="6814"/>
                  </a:lnTo>
                  <a:lnTo>
                    <a:pt x="420" y="6861"/>
                  </a:lnTo>
                  <a:lnTo>
                    <a:pt x="607" y="6954"/>
                  </a:lnTo>
                  <a:lnTo>
                    <a:pt x="794" y="7001"/>
                  </a:lnTo>
                  <a:lnTo>
                    <a:pt x="12601" y="7001"/>
                  </a:lnTo>
                  <a:lnTo>
                    <a:pt x="12788" y="6954"/>
                  </a:lnTo>
                  <a:lnTo>
                    <a:pt x="13021" y="6861"/>
                  </a:lnTo>
                  <a:lnTo>
                    <a:pt x="13114" y="6814"/>
                  </a:lnTo>
                  <a:lnTo>
                    <a:pt x="13114" y="6674"/>
                  </a:lnTo>
                  <a:lnTo>
                    <a:pt x="13161" y="6394"/>
                  </a:lnTo>
                  <a:lnTo>
                    <a:pt x="13208" y="5648"/>
                  </a:lnTo>
                  <a:lnTo>
                    <a:pt x="13208" y="5274"/>
                  </a:lnTo>
                  <a:lnTo>
                    <a:pt x="13114" y="4901"/>
                  </a:lnTo>
                  <a:lnTo>
                    <a:pt x="12974" y="4667"/>
                  </a:lnTo>
                  <a:lnTo>
                    <a:pt x="12834" y="4434"/>
                  </a:lnTo>
                  <a:lnTo>
                    <a:pt x="12508" y="4061"/>
                  </a:lnTo>
                  <a:lnTo>
                    <a:pt x="12134" y="3734"/>
                  </a:lnTo>
                  <a:lnTo>
                    <a:pt x="11808" y="3361"/>
                  </a:lnTo>
                  <a:lnTo>
                    <a:pt x="11668" y="3127"/>
                  </a:lnTo>
                  <a:lnTo>
                    <a:pt x="11528" y="2847"/>
                  </a:lnTo>
                  <a:lnTo>
                    <a:pt x="11294" y="2334"/>
                  </a:lnTo>
                  <a:lnTo>
                    <a:pt x="11061" y="1821"/>
                  </a:lnTo>
                  <a:lnTo>
                    <a:pt x="10921" y="1587"/>
                  </a:lnTo>
                  <a:lnTo>
                    <a:pt x="10734" y="1447"/>
                  </a:lnTo>
                  <a:lnTo>
                    <a:pt x="10501" y="1307"/>
                  </a:lnTo>
                  <a:lnTo>
                    <a:pt x="10221" y="1214"/>
                  </a:lnTo>
                  <a:lnTo>
                    <a:pt x="9707" y="1121"/>
                  </a:lnTo>
                  <a:lnTo>
                    <a:pt x="9101" y="1027"/>
                  </a:lnTo>
                  <a:lnTo>
                    <a:pt x="8867" y="981"/>
                  </a:lnTo>
                  <a:lnTo>
                    <a:pt x="8587" y="934"/>
                  </a:lnTo>
                  <a:lnTo>
                    <a:pt x="8354" y="841"/>
                  </a:lnTo>
                  <a:lnTo>
                    <a:pt x="8121" y="701"/>
                  </a:lnTo>
                  <a:lnTo>
                    <a:pt x="7654" y="374"/>
                  </a:lnTo>
                  <a:lnTo>
                    <a:pt x="7421" y="234"/>
                  </a:lnTo>
                  <a:lnTo>
                    <a:pt x="7187" y="94"/>
                  </a:lnTo>
                  <a:lnTo>
                    <a:pt x="69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3" name="Google Shape;9253;p41"/>
            <p:cNvSpPr/>
            <p:nvPr/>
          </p:nvSpPr>
          <p:spPr>
            <a:xfrm>
              <a:off x="7144750" y="4036900"/>
              <a:ext cx="177350" cy="175025"/>
            </a:xfrm>
            <a:custGeom>
              <a:rect b="b" l="l" r="r" t="t"/>
              <a:pathLst>
                <a:path extrusionOk="0" h="7001" w="7094">
                  <a:moveTo>
                    <a:pt x="374" y="1"/>
                  </a:moveTo>
                  <a:lnTo>
                    <a:pt x="0" y="47"/>
                  </a:lnTo>
                  <a:lnTo>
                    <a:pt x="420" y="187"/>
                  </a:lnTo>
                  <a:lnTo>
                    <a:pt x="840" y="421"/>
                  </a:lnTo>
                  <a:lnTo>
                    <a:pt x="1260" y="654"/>
                  </a:lnTo>
                  <a:lnTo>
                    <a:pt x="1680" y="841"/>
                  </a:lnTo>
                  <a:lnTo>
                    <a:pt x="1914" y="934"/>
                  </a:lnTo>
                  <a:lnTo>
                    <a:pt x="2194" y="981"/>
                  </a:lnTo>
                  <a:lnTo>
                    <a:pt x="2754" y="1027"/>
                  </a:lnTo>
                  <a:lnTo>
                    <a:pt x="3314" y="1121"/>
                  </a:lnTo>
                  <a:lnTo>
                    <a:pt x="3547" y="1214"/>
                  </a:lnTo>
                  <a:lnTo>
                    <a:pt x="3781" y="1354"/>
                  </a:lnTo>
                  <a:lnTo>
                    <a:pt x="3967" y="1494"/>
                  </a:lnTo>
                  <a:lnTo>
                    <a:pt x="4107" y="1727"/>
                  </a:lnTo>
                  <a:lnTo>
                    <a:pt x="4387" y="2194"/>
                  </a:lnTo>
                  <a:lnTo>
                    <a:pt x="4621" y="2707"/>
                  </a:lnTo>
                  <a:lnTo>
                    <a:pt x="4714" y="2987"/>
                  </a:lnTo>
                  <a:lnTo>
                    <a:pt x="4901" y="3174"/>
                  </a:lnTo>
                  <a:lnTo>
                    <a:pt x="5041" y="3407"/>
                  </a:lnTo>
                  <a:lnTo>
                    <a:pt x="5227" y="3594"/>
                  </a:lnTo>
                  <a:lnTo>
                    <a:pt x="5647" y="3967"/>
                  </a:lnTo>
                  <a:lnTo>
                    <a:pt x="6067" y="4341"/>
                  </a:lnTo>
                  <a:lnTo>
                    <a:pt x="6207" y="4574"/>
                  </a:lnTo>
                  <a:lnTo>
                    <a:pt x="6301" y="4807"/>
                  </a:lnTo>
                  <a:lnTo>
                    <a:pt x="6347" y="5041"/>
                  </a:lnTo>
                  <a:lnTo>
                    <a:pt x="6394" y="5228"/>
                  </a:lnTo>
                  <a:lnTo>
                    <a:pt x="6394" y="5648"/>
                  </a:lnTo>
                  <a:lnTo>
                    <a:pt x="6254" y="6441"/>
                  </a:lnTo>
                  <a:lnTo>
                    <a:pt x="6254" y="6581"/>
                  </a:lnTo>
                  <a:lnTo>
                    <a:pt x="6161" y="6721"/>
                  </a:lnTo>
                  <a:lnTo>
                    <a:pt x="6067" y="6814"/>
                  </a:lnTo>
                  <a:lnTo>
                    <a:pt x="5974" y="6861"/>
                  </a:lnTo>
                  <a:lnTo>
                    <a:pt x="5787" y="6954"/>
                  </a:lnTo>
                  <a:lnTo>
                    <a:pt x="5647" y="7001"/>
                  </a:lnTo>
                  <a:lnTo>
                    <a:pt x="6254" y="7001"/>
                  </a:lnTo>
                  <a:lnTo>
                    <a:pt x="6441" y="6954"/>
                  </a:lnTo>
                  <a:lnTo>
                    <a:pt x="6674" y="6861"/>
                  </a:lnTo>
                  <a:lnTo>
                    <a:pt x="6767" y="6814"/>
                  </a:lnTo>
                  <a:lnTo>
                    <a:pt x="6861" y="6721"/>
                  </a:lnTo>
                  <a:lnTo>
                    <a:pt x="6907" y="6581"/>
                  </a:lnTo>
                  <a:lnTo>
                    <a:pt x="6954" y="6441"/>
                  </a:lnTo>
                  <a:lnTo>
                    <a:pt x="7047" y="5648"/>
                  </a:lnTo>
                  <a:lnTo>
                    <a:pt x="7094" y="5228"/>
                  </a:lnTo>
                  <a:lnTo>
                    <a:pt x="7047" y="5041"/>
                  </a:lnTo>
                  <a:lnTo>
                    <a:pt x="7001" y="4807"/>
                  </a:lnTo>
                  <a:lnTo>
                    <a:pt x="6907" y="4574"/>
                  </a:lnTo>
                  <a:lnTo>
                    <a:pt x="6721" y="4341"/>
                  </a:lnTo>
                  <a:lnTo>
                    <a:pt x="6347" y="3967"/>
                  </a:lnTo>
                  <a:lnTo>
                    <a:pt x="5927" y="3594"/>
                  </a:lnTo>
                  <a:lnTo>
                    <a:pt x="5741" y="3407"/>
                  </a:lnTo>
                  <a:lnTo>
                    <a:pt x="5554" y="3174"/>
                  </a:lnTo>
                  <a:lnTo>
                    <a:pt x="5414" y="2987"/>
                  </a:lnTo>
                  <a:lnTo>
                    <a:pt x="5274" y="2707"/>
                  </a:lnTo>
                  <a:lnTo>
                    <a:pt x="5041" y="2194"/>
                  </a:lnTo>
                  <a:lnTo>
                    <a:pt x="4807" y="1727"/>
                  </a:lnTo>
                  <a:lnTo>
                    <a:pt x="4667" y="1494"/>
                  </a:lnTo>
                  <a:lnTo>
                    <a:pt x="4434" y="1354"/>
                  </a:lnTo>
                  <a:lnTo>
                    <a:pt x="4247" y="1214"/>
                  </a:lnTo>
                  <a:lnTo>
                    <a:pt x="3967" y="1121"/>
                  </a:lnTo>
                  <a:lnTo>
                    <a:pt x="3454" y="1027"/>
                  </a:lnTo>
                  <a:lnTo>
                    <a:pt x="2894" y="981"/>
                  </a:lnTo>
                  <a:lnTo>
                    <a:pt x="2614" y="934"/>
                  </a:lnTo>
                  <a:lnTo>
                    <a:pt x="2334" y="841"/>
                  </a:lnTo>
                  <a:lnTo>
                    <a:pt x="2100" y="747"/>
                  </a:lnTo>
                  <a:lnTo>
                    <a:pt x="1867" y="607"/>
                  </a:lnTo>
                  <a:lnTo>
                    <a:pt x="1354" y="327"/>
                  </a:lnTo>
                  <a:lnTo>
                    <a:pt x="887" y="94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4" name="Google Shape;9254;p41"/>
            <p:cNvSpPr/>
            <p:nvPr/>
          </p:nvSpPr>
          <p:spPr>
            <a:xfrm>
              <a:off x="6997750" y="4087075"/>
              <a:ext cx="106175" cy="106200"/>
            </a:xfrm>
            <a:custGeom>
              <a:rect b="b" l="l" r="r" t="t"/>
              <a:pathLst>
                <a:path extrusionOk="0" h="4248" w="4247">
                  <a:moveTo>
                    <a:pt x="2100" y="0"/>
                  </a:moveTo>
                  <a:lnTo>
                    <a:pt x="1680" y="47"/>
                  </a:lnTo>
                  <a:lnTo>
                    <a:pt x="1307" y="140"/>
                  </a:lnTo>
                  <a:lnTo>
                    <a:pt x="934" y="327"/>
                  </a:lnTo>
                  <a:lnTo>
                    <a:pt x="607" y="607"/>
                  </a:lnTo>
                  <a:lnTo>
                    <a:pt x="374" y="934"/>
                  </a:lnTo>
                  <a:lnTo>
                    <a:pt x="140" y="1260"/>
                  </a:lnTo>
                  <a:lnTo>
                    <a:pt x="47" y="1680"/>
                  </a:lnTo>
                  <a:lnTo>
                    <a:pt x="0" y="2100"/>
                  </a:lnTo>
                  <a:lnTo>
                    <a:pt x="0" y="2380"/>
                  </a:lnTo>
                  <a:lnTo>
                    <a:pt x="94" y="2660"/>
                  </a:lnTo>
                  <a:lnTo>
                    <a:pt x="140" y="2940"/>
                  </a:lnTo>
                  <a:lnTo>
                    <a:pt x="280" y="3174"/>
                  </a:lnTo>
                  <a:lnTo>
                    <a:pt x="374" y="3267"/>
                  </a:lnTo>
                  <a:lnTo>
                    <a:pt x="514" y="3361"/>
                  </a:lnTo>
                  <a:lnTo>
                    <a:pt x="607" y="3407"/>
                  </a:lnTo>
                  <a:lnTo>
                    <a:pt x="747" y="3501"/>
                  </a:lnTo>
                  <a:lnTo>
                    <a:pt x="1027" y="3781"/>
                  </a:lnTo>
                  <a:lnTo>
                    <a:pt x="1354" y="4014"/>
                  </a:lnTo>
                  <a:lnTo>
                    <a:pt x="1727" y="4154"/>
                  </a:lnTo>
                  <a:lnTo>
                    <a:pt x="1914" y="4201"/>
                  </a:lnTo>
                  <a:lnTo>
                    <a:pt x="2100" y="4247"/>
                  </a:lnTo>
                  <a:lnTo>
                    <a:pt x="2567" y="4201"/>
                  </a:lnTo>
                  <a:lnTo>
                    <a:pt x="2940" y="4061"/>
                  </a:lnTo>
                  <a:lnTo>
                    <a:pt x="3314" y="3874"/>
                  </a:lnTo>
                  <a:lnTo>
                    <a:pt x="3594" y="3594"/>
                  </a:lnTo>
                  <a:lnTo>
                    <a:pt x="3874" y="3314"/>
                  </a:lnTo>
                  <a:lnTo>
                    <a:pt x="4060" y="2940"/>
                  </a:lnTo>
                  <a:lnTo>
                    <a:pt x="4200" y="2520"/>
                  </a:lnTo>
                  <a:lnTo>
                    <a:pt x="4247" y="2100"/>
                  </a:lnTo>
                  <a:lnTo>
                    <a:pt x="4200" y="1820"/>
                  </a:lnTo>
                  <a:lnTo>
                    <a:pt x="4154" y="1587"/>
                  </a:lnTo>
                  <a:lnTo>
                    <a:pt x="4014" y="1354"/>
                  </a:lnTo>
                  <a:lnTo>
                    <a:pt x="3874" y="1167"/>
                  </a:lnTo>
                  <a:lnTo>
                    <a:pt x="3547" y="794"/>
                  </a:lnTo>
                  <a:lnTo>
                    <a:pt x="3127" y="514"/>
                  </a:lnTo>
                  <a:lnTo>
                    <a:pt x="3080" y="420"/>
                  </a:lnTo>
                  <a:lnTo>
                    <a:pt x="3080" y="327"/>
                  </a:lnTo>
                  <a:lnTo>
                    <a:pt x="3034" y="234"/>
                  </a:lnTo>
                  <a:lnTo>
                    <a:pt x="2987" y="187"/>
                  </a:lnTo>
                  <a:lnTo>
                    <a:pt x="2567" y="47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5" name="Google Shape;9255;p41"/>
            <p:cNvSpPr/>
            <p:nvPr/>
          </p:nvSpPr>
          <p:spPr>
            <a:xfrm>
              <a:off x="7170425" y="4018225"/>
              <a:ext cx="144675" cy="134200"/>
            </a:xfrm>
            <a:custGeom>
              <a:rect b="b" l="l" r="r" t="t"/>
              <a:pathLst>
                <a:path extrusionOk="0" h="5368" w="5787">
                  <a:moveTo>
                    <a:pt x="1727" y="1"/>
                  </a:moveTo>
                  <a:lnTo>
                    <a:pt x="1680" y="94"/>
                  </a:lnTo>
                  <a:lnTo>
                    <a:pt x="0" y="2428"/>
                  </a:lnTo>
                  <a:lnTo>
                    <a:pt x="4154" y="5368"/>
                  </a:lnTo>
                  <a:lnTo>
                    <a:pt x="4994" y="4061"/>
                  </a:lnTo>
                  <a:lnTo>
                    <a:pt x="5554" y="3174"/>
                  </a:lnTo>
                  <a:lnTo>
                    <a:pt x="5740" y="2848"/>
                  </a:lnTo>
                  <a:lnTo>
                    <a:pt x="5787" y="2708"/>
                  </a:lnTo>
                  <a:lnTo>
                    <a:pt x="4294" y="1681"/>
                  </a:lnTo>
                  <a:lnTo>
                    <a:pt x="4154" y="1634"/>
                  </a:lnTo>
                  <a:lnTo>
                    <a:pt x="4060" y="1681"/>
                  </a:lnTo>
                  <a:lnTo>
                    <a:pt x="3780" y="1821"/>
                  </a:lnTo>
                  <a:lnTo>
                    <a:pt x="3360" y="1821"/>
                  </a:lnTo>
                  <a:lnTo>
                    <a:pt x="3174" y="1774"/>
                  </a:lnTo>
                  <a:lnTo>
                    <a:pt x="2940" y="1634"/>
                  </a:lnTo>
                  <a:lnTo>
                    <a:pt x="2707" y="1354"/>
                  </a:lnTo>
                  <a:lnTo>
                    <a:pt x="2660" y="1214"/>
                  </a:lnTo>
                  <a:lnTo>
                    <a:pt x="2614" y="1074"/>
                  </a:lnTo>
                  <a:lnTo>
                    <a:pt x="2614" y="888"/>
                  </a:lnTo>
                  <a:lnTo>
                    <a:pt x="2660" y="701"/>
                  </a:lnTo>
                  <a:lnTo>
                    <a:pt x="2614" y="561"/>
                  </a:lnTo>
                  <a:lnTo>
                    <a:pt x="2567" y="468"/>
                  </a:lnTo>
                  <a:lnTo>
                    <a:pt x="1960" y="48"/>
                  </a:lnTo>
                  <a:lnTo>
                    <a:pt x="19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6" name="Google Shape;9256;p41"/>
            <p:cNvSpPr/>
            <p:nvPr/>
          </p:nvSpPr>
          <p:spPr>
            <a:xfrm>
              <a:off x="7004750" y="4091750"/>
              <a:ext cx="99175" cy="101525"/>
            </a:xfrm>
            <a:custGeom>
              <a:rect b="b" l="l" r="r" t="t"/>
              <a:pathLst>
                <a:path extrusionOk="0" h="4061" w="3967">
                  <a:moveTo>
                    <a:pt x="2707" y="0"/>
                  </a:moveTo>
                  <a:lnTo>
                    <a:pt x="2287" y="233"/>
                  </a:lnTo>
                  <a:lnTo>
                    <a:pt x="1820" y="513"/>
                  </a:lnTo>
                  <a:lnTo>
                    <a:pt x="1447" y="887"/>
                  </a:lnTo>
                  <a:lnTo>
                    <a:pt x="1074" y="1213"/>
                  </a:lnTo>
                  <a:lnTo>
                    <a:pt x="747" y="1633"/>
                  </a:lnTo>
                  <a:lnTo>
                    <a:pt x="467" y="2053"/>
                  </a:lnTo>
                  <a:lnTo>
                    <a:pt x="234" y="2520"/>
                  </a:lnTo>
                  <a:lnTo>
                    <a:pt x="0" y="2987"/>
                  </a:lnTo>
                  <a:lnTo>
                    <a:pt x="140" y="3220"/>
                  </a:lnTo>
                  <a:lnTo>
                    <a:pt x="327" y="3407"/>
                  </a:lnTo>
                  <a:lnTo>
                    <a:pt x="560" y="3594"/>
                  </a:lnTo>
                  <a:lnTo>
                    <a:pt x="747" y="3734"/>
                  </a:lnTo>
                  <a:lnTo>
                    <a:pt x="1027" y="3874"/>
                  </a:lnTo>
                  <a:lnTo>
                    <a:pt x="1260" y="3967"/>
                  </a:lnTo>
                  <a:lnTo>
                    <a:pt x="1540" y="4014"/>
                  </a:lnTo>
                  <a:lnTo>
                    <a:pt x="1820" y="4060"/>
                  </a:lnTo>
                  <a:lnTo>
                    <a:pt x="2287" y="4014"/>
                  </a:lnTo>
                  <a:lnTo>
                    <a:pt x="2660" y="3874"/>
                  </a:lnTo>
                  <a:lnTo>
                    <a:pt x="3034" y="3687"/>
                  </a:lnTo>
                  <a:lnTo>
                    <a:pt x="3314" y="3407"/>
                  </a:lnTo>
                  <a:lnTo>
                    <a:pt x="3594" y="3127"/>
                  </a:lnTo>
                  <a:lnTo>
                    <a:pt x="3780" y="2753"/>
                  </a:lnTo>
                  <a:lnTo>
                    <a:pt x="3920" y="2333"/>
                  </a:lnTo>
                  <a:lnTo>
                    <a:pt x="3967" y="1913"/>
                  </a:lnTo>
                  <a:lnTo>
                    <a:pt x="3920" y="1587"/>
                  </a:lnTo>
                  <a:lnTo>
                    <a:pt x="3874" y="1307"/>
                  </a:lnTo>
                  <a:lnTo>
                    <a:pt x="3780" y="1027"/>
                  </a:lnTo>
                  <a:lnTo>
                    <a:pt x="3594" y="747"/>
                  </a:lnTo>
                  <a:lnTo>
                    <a:pt x="3454" y="513"/>
                  </a:lnTo>
                  <a:lnTo>
                    <a:pt x="3220" y="327"/>
                  </a:lnTo>
                  <a:lnTo>
                    <a:pt x="2987" y="140"/>
                  </a:lnTo>
                  <a:lnTo>
                    <a:pt x="27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7" name="Google Shape;9257;p41"/>
            <p:cNvSpPr/>
            <p:nvPr/>
          </p:nvSpPr>
          <p:spPr>
            <a:xfrm>
              <a:off x="7260250" y="4076575"/>
              <a:ext cx="57200" cy="75850"/>
            </a:xfrm>
            <a:custGeom>
              <a:rect b="b" l="l" r="r" t="t"/>
              <a:pathLst>
                <a:path extrusionOk="0" h="3034" w="2288">
                  <a:moveTo>
                    <a:pt x="1634" y="0"/>
                  </a:moveTo>
                  <a:lnTo>
                    <a:pt x="1681" y="94"/>
                  </a:lnTo>
                  <a:lnTo>
                    <a:pt x="1727" y="140"/>
                  </a:lnTo>
                  <a:lnTo>
                    <a:pt x="1727" y="234"/>
                  </a:lnTo>
                  <a:lnTo>
                    <a:pt x="1681" y="327"/>
                  </a:lnTo>
                  <a:lnTo>
                    <a:pt x="1" y="2660"/>
                  </a:lnTo>
                  <a:lnTo>
                    <a:pt x="561" y="3034"/>
                  </a:lnTo>
                  <a:lnTo>
                    <a:pt x="2241" y="700"/>
                  </a:lnTo>
                  <a:lnTo>
                    <a:pt x="2241" y="607"/>
                  </a:lnTo>
                  <a:lnTo>
                    <a:pt x="2287" y="514"/>
                  </a:lnTo>
                  <a:lnTo>
                    <a:pt x="2241" y="467"/>
                  </a:lnTo>
                  <a:lnTo>
                    <a:pt x="2194" y="374"/>
                  </a:lnTo>
                  <a:lnTo>
                    <a:pt x="16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8" name="Google Shape;9258;p41"/>
            <p:cNvSpPr/>
            <p:nvPr/>
          </p:nvSpPr>
          <p:spPr>
            <a:xfrm>
              <a:off x="7014075" y="4077750"/>
              <a:ext cx="273025" cy="173850"/>
            </a:xfrm>
            <a:custGeom>
              <a:rect b="b" l="l" r="r" t="t"/>
              <a:pathLst>
                <a:path extrusionOk="0" h="6954" w="10921">
                  <a:moveTo>
                    <a:pt x="5367" y="0"/>
                  </a:moveTo>
                  <a:lnTo>
                    <a:pt x="4854" y="47"/>
                  </a:lnTo>
                  <a:lnTo>
                    <a:pt x="4294" y="140"/>
                  </a:lnTo>
                  <a:lnTo>
                    <a:pt x="3781" y="280"/>
                  </a:lnTo>
                  <a:lnTo>
                    <a:pt x="3267" y="467"/>
                  </a:lnTo>
                  <a:lnTo>
                    <a:pt x="2801" y="653"/>
                  </a:lnTo>
                  <a:lnTo>
                    <a:pt x="2381" y="933"/>
                  </a:lnTo>
                  <a:lnTo>
                    <a:pt x="1961" y="1260"/>
                  </a:lnTo>
                  <a:lnTo>
                    <a:pt x="1541" y="1587"/>
                  </a:lnTo>
                  <a:lnTo>
                    <a:pt x="1214" y="2007"/>
                  </a:lnTo>
                  <a:lnTo>
                    <a:pt x="887" y="2380"/>
                  </a:lnTo>
                  <a:lnTo>
                    <a:pt x="654" y="2847"/>
                  </a:lnTo>
                  <a:lnTo>
                    <a:pt x="421" y="3313"/>
                  </a:lnTo>
                  <a:lnTo>
                    <a:pt x="234" y="3827"/>
                  </a:lnTo>
                  <a:lnTo>
                    <a:pt x="94" y="4340"/>
                  </a:lnTo>
                  <a:lnTo>
                    <a:pt x="1" y="4854"/>
                  </a:lnTo>
                  <a:lnTo>
                    <a:pt x="1" y="5414"/>
                  </a:lnTo>
                  <a:lnTo>
                    <a:pt x="1" y="6300"/>
                  </a:lnTo>
                  <a:lnTo>
                    <a:pt x="47" y="6580"/>
                  </a:lnTo>
                  <a:lnTo>
                    <a:pt x="187" y="6767"/>
                  </a:lnTo>
                  <a:lnTo>
                    <a:pt x="374" y="6907"/>
                  </a:lnTo>
                  <a:lnTo>
                    <a:pt x="607" y="6954"/>
                  </a:lnTo>
                  <a:lnTo>
                    <a:pt x="10641" y="6954"/>
                  </a:lnTo>
                  <a:lnTo>
                    <a:pt x="10734" y="6907"/>
                  </a:lnTo>
                  <a:lnTo>
                    <a:pt x="10828" y="6860"/>
                  </a:lnTo>
                  <a:lnTo>
                    <a:pt x="10874" y="6767"/>
                  </a:lnTo>
                  <a:lnTo>
                    <a:pt x="10921" y="6534"/>
                  </a:lnTo>
                  <a:lnTo>
                    <a:pt x="10921" y="6300"/>
                  </a:lnTo>
                  <a:lnTo>
                    <a:pt x="10921" y="5414"/>
                  </a:lnTo>
                  <a:lnTo>
                    <a:pt x="10921" y="4854"/>
                  </a:lnTo>
                  <a:lnTo>
                    <a:pt x="10828" y="4294"/>
                  </a:lnTo>
                  <a:lnTo>
                    <a:pt x="10688" y="3780"/>
                  </a:lnTo>
                  <a:lnTo>
                    <a:pt x="10548" y="3313"/>
                  </a:lnTo>
                  <a:lnTo>
                    <a:pt x="10314" y="2847"/>
                  </a:lnTo>
                  <a:lnTo>
                    <a:pt x="10081" y="2380"/>
                  </a:lnTo>
                  <a:lnTo>
                    <a:pt x="9801" y="1960"/>
                  </a:lnTo>
                  <a:lnTo>
                    <a:pt x="9474" y="1587"/>
                  </a:lnTo>
                  <a:lnTo>
                    <a:pt x="9101" y="1260"/>
                  </a:lnTo>
                  <a:lnTo>
                    <a:pt x="8727" y="933"/>
                  </a:lnTo>
                  <a:lnTo>
                    <a:pt x="8307" y="653"/>
                  </a:lnTo>
                  <a:lnTo>
                    <a:pt x="7841" y="420"/>
                  </a:lnTo>
                  <a:lnTo>
                    <a:pt x="7374" y="280"/>
                  </a:lnTo>
                  <a:lnTo>
                    <a:pt x="6861" y="140"/>
                  </a:lnTo>
                  <a:lnTo>
                    <a:pt x="6347" y="47"/>
                  </a:lnTo>
                  <a:lnTo>
                    <a:pt x="57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9" name="Google Shape;9259;p41"/>
            <p:cNvSpPr/>
            <p:nvPr/>
          </p:nvSpPr>
          <p:spPr>
            <a:xfrm>
              <a:off x="7144750" y="4077750"/>
              <a:ext cx="149350" cy="173850"/>
            </a:xfrm>
            <a:custGeom>
              <a:rect b="b" l="l" r="r" t="t"/>
              <a:pathLst>
                <a:path extrusionOk="0" h="6954" w="5974">
                  <a:moveTo>
                    <a:pt x="0" y="0"/>
                  </a:moveTo>
                  <a:lnTo>
                    <a:pt x="560" y="47"/>
                  </a:lnTo>
                  <a:lnTo>
                    <a:pt x="1074" y="140"/>
                  </a:lnTo>
                  <a:lnTo>
                    <a:pt x="1587" y="280"/>
                  </a:lnTo>
                  <a:lnTo>
                    <a:pt x="2054" y="467"/>
                  </a:lnTo>
                  <a:lnTo>
                    <a:pt x="2520" y="700"/>
                  </a:lnTo>
                  <a:lnTo>
                    <a:pt x="2987" y="980"/>
                  </a:lnTo>
                  <a:lnTo>
                    <a:pt x="3360" y="1307"/>
                  </a:lnTo>
                  <a:lnTo>
                    <a:pt x="3734" y="1633"/>
                  </a:lnTo>
                  <a:lnTo>
                    <a:pt x="4061" y="2053"/>
                  </a:lnTo>
                  <a:lnTo>
                    <a:pt x="4387" y="2427"/>
                  </a:lnTo>
                  <a:lnTo>
                    <a:pt x="4667" y="2893"/>
                  </a:lnTo>
                  <a:lnTo>
                    <a:pt x="4854" y="3360"/>
                  </a:lnTo>
                  <a:lnTo>
                    <a:pt x="5041" y="3827"/>
                  </a:lnTo>
                  <a:lnTo>
                    <a:pt x="5181" y="4340"/>
                  </a:lnTo>
                  <a:lnTo>
                    <a:pt x="5274" y="4900"/>
                  </a:lnTo>
                  <a:lnTo>
                    <a:pt x="5274" y="5414"/>
                  </a:lnTo>
                  <a:lnTo>
                    <a:pt x="5274" y="6300"/>
                  </a:lnTo>
                  <a:lnTo>
                    <a:pt x="5227" y="6580"/>
                  </a:lnTo>
                  <a:lnTo>
                    <a:pt x="5087" y="6767"/>
                  </a:lnTo>
                  <a:lnTo>
                    <a:pt x="4901" y="6907"/>
                  </a:lnTo>
                  <a:lnTo>
                    <a:pt x="4621" y="6954"/>
                  </a:lnTo>
                  <a:lnTo>
                    <a:pt x="5321" y="6954"/>
                  </a:lnTo>
                  <a:lnTo>
                    <a:pt x="5554" y="6907"/>
                  </a:lnTo>
                  <a:lnTo>
                    <a:pt x="5787" y="6767"/>
                  </a:lnTo>
                  <a:lnTo>
                    <a:pt x="5927" y="6580"/>
                  </a:lnTo>
                  <a:lnTo>
                    <a:pt x="5974" y="6300"/>
                  </a:lnTo>
                  <a:lnTo>
                    <a:pt x="5974" y="5414"/>
                  </a:lnTo>
                  <a:lnTo>
                    <a:pt x="5927" y="4854"/>
                  </a:lnTo>
                  <a:lnTo>
                    <a:pt x="5834" y="4340"/>
                  </a:lnTo>
                  <a:lnTo>
                    <a:pt x="5741" y="3827"/>
                  </a:lnTo>
                  <a:lnTo>
                    <a:pt x="5554" y="3313"/>
                  </a:lnTo>
                  <a:lnTo>
                    <a:pt x="5321" y="2847"/>
                  </a:lnTo>
                  <a:lnTo>
                    <a:pt x="5041" y="2380"/>
                  </a:lnTo>
                  <a:lnTo>
                    <a:pt x="4714" y="2007"/>
                  </a:lnTo>
                  <a:lnTo>
                    <a:pt x="4387" y="1587"/>
                  </a:lnTo>
                  <a:lnTo>
                    <a:pt x="4014" y="1260"/>
                  </a:lnTo>
                  <a:lnTo>
                    <a:pt x="3594" y="933"/>
                  </a:lnTo>
                  <a:lnTo>
                    <a:pt x="3127" y="653"/>
                  </a:lnTo>
                  <a:lnTo>
                    <a:pt x="2660" y="467"/>
                  </a:lnTo>
                  <a:lnTo>
                    <a:pt x="2147" y="280"/>
                  </a:lnTo>
                  <a:lnTo>
                    <a:pt x="1634" y="140"/>
                  </a:lnTo>
                  <a:lnTo>
                    <a:pt x="1120" y="47"/>
                  </a:lnTo>
                  <a:lnTo>
                    <a:pt x="56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63" name="Shape 9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4" name="Google Shape;9264;p42"/>
          <p:cNvSpPr/>
          <p:nvPr/>
        </p:nvSpPr>
        <p:spPr>
          <a:xfrm rot="-5400000">
            <a:off x="1444153" y="155282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5" name="Google Shape;9265;p42"/>
          <p:cNvSpPr/>
          <p:nvPr/>
        </p:nvSpPr>
        <p:spPr>
          <a:xfrm rot="-5400000">
            <a:off x="1444153" y="307807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6" name="Google Shape;9266;p42"/>
          <p:cNvSpPr/>
          <p:nvPr/>
        </p:nvSpPr>
        <p:spPr>
          <a:xfrm rot="-5400000">
            <a:off x="4796978" y="155282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7" name="Google Shape;9267;p42"/>
          <p:cNvSpPr/>
          <p:nvPr/>
        </p:nvSpPr>
        <p:spPr>
          <a:xfrm rot="-5400000">
            <a:off x="4796978" y="3078071"/>
            <a:ext cx="758986" cy="759008"/>
          </a:xfrm>
          <a:custGeom>
            <a:rect b="b" l="l" r="r" t="t"/>
            <a:pathLst>
              <a:path extrusionOk="0" h="78817" w="54999">
                <a:moveTo>
                  <a:pt x="26955" y="0"/>
                </a:moveTo>
                <a:lnTo>
                  <a:pt x="24983" y="19"/>
                </a:lnTo>
                <a:lnTo>
                  <a:pt x="23029" y="57"/>
                </a:lnTo>
                <a:lnTo>
                  <a:pt x="21113" y="113"/>
                </a:lnTo>
                <a:lnTo>
                  <a:pt x="19235" y="226"/>
                </a:lnTo>
                <a:lnTo>
                  <a:pt x="17376" y="357"/>
                </a:lnTo>
                <a:lnTo>
                  <a:pt x="15591" y="507"/>
                </a:lnTo>
                <a:lnTo>
                  <a:pt x="13844" y="714"/>
                </a:lnTo>
                <a:lnTo>
                  <a:pt x="12999" y="827"/>
                </a:lnTo>
                <a:lnTo>
                  <a:pt x="12172" y="977"/>
                </a:lnTo>
                <a:lnTo>
                  <a:pt x="11384" y="1165"/>
                </a:lnTo>
                <a:lnTo>
                  <a:pt x="10613" y="1371"/>
                </a:lnTo>
                <a:lnTo>
                  <a:pt x="9862" y="1616"/>
                </a:lnTo>
                <a:lnTo>
                  <a:pt x="9148" y="1897"/>
                </a:lnTo>
                <a:lnTo>
                  <a:pt x="8453" y="2198"/>
                </a:lnTo>
                <a:lnTo>
                  <a:pt x="7777" y="2536"/>
                </a:lnTo>
                <a:lnTo>
                  <a:pt x="7138" y="2893"/>
                </a:lnTo>
                <a:lnTo>
                  <a:pt x="6537" y="3269"/>
                </a:lnTo>
                <a:lnTo>
                  <a:pt x="5936" y="3682"/>
                </a:lnTo>
                <a:lnTo>
                  <a:pt x="5373" y="4114"/>
                </a:lnTo>
                <a:lnTo>
                  <a:pt x="4847" y="4565"/>
                </a:lnTo>
                <a:lnTo>
                  <a:pt x="4340" y="5034"/>
                </a:lnTo>
                <a:lnTo>
                  <a:pt x="3870" y="5541"/>
                </a:lnTo>
                <a:lnTo>
                  <a:pt x="3401" y="6067"/>
                </a:lnTo>
                <a:lnTo>
                  <a:pt x="2987" y="6612"/>
                </a:lnTo>
                <a:lnTo>
                  <a:pt x="2593" y="7176"/>
                </a:lnTo>
                <a:lnTo>
                  <a:pt x="2217" y="7758"/>
                </a:lnTo>
                <a:lnTo>
                  <a:pt x="1879" y="8359"/>
                </a:lnTo>
                <a:lnTo>
                  <a:pt x="1560" y="8979"/>
                </a:lnTo>
                <a:lnTo>
                  <a:pt x="1278" y="9617"/>
                </a:lnTo>
                <a:lnTo>
                  <a:pt x="1015" y="10256"/>
                </a:lnTo>
                <a:lnTo>
                  <a:pt x="790" y="10932"/>
                </a:lnTo>
                <a:lnTo>
                  <a:pt x="583" y="11609"/>
                </a:lnTo>
                <a:lnTo>
                  <a:pt x="414" y="12304"/>
                </a:lnTo>
                <a:lnTo>
                  <a:pt x="282" y="13017"/>
                </a:lnTo>
                <a:lnTo>
                  <a:pt x="151" y="13750"/>
                </a:lnTo>
                <a:lnTo>
                  <a:pt x="76" y="14482"/>
                </a:lnTo>
                <a:lnTo>
                  <a:pt x="20" y="15215"/>
                </a:lnTo>
                <a:lnTo>
                  <a:pt x="1" y="15985"/>
                </a:lnTo>
                <a:lnTo>
                  <a:pt x="1" y="16736"/>
                </a:lnTo>
                <a:lnTo>
                  <a:pt x="38" y="18465"/>
                </a:lnTo>
                <a:lnTo>
                  <a:pt x="57" y="20550"/>
                </a:lnTo>
                <a:lnTo>
                  <a:pt x="76" y="25471"/>
                </a:lnTo>
                <a:lnTo>
                  <a:pt x="76" y="31031"/>
                </a:lnTo>
                <a:lnTo>
                  <a:pt x="76" y="36685"/>
                </a:lnTo>
                <a:lnTo>
                  <a:pt x="20" y="46377"/>
                </a:lnTo>
                <a:lnTo>
                  <a:pt x="1" y="50491"/>
                </a:lnTo>
                <a:lnTo>
                  <a:pt x="113" y="54717"/>
                </a:lnTo>
                <a:lnTo>
                  <a:pt x="395" y="63545"/>
                </a:lnTo>
                <a:lnTo>
                  <a:pt x="452" y="65687"/>
                </a:lnTo>
                <a:lnTo>
                  <a:pt x="489" y="66663"/>
                </a:lnTo>
                <a:lnTo>
                  <a:pt x="527" y="67565"/>
                </a:lnTo>
                <a:lnTo>
                  <a:pt x="602" y="68410"/>
                </a:lnTo>
                <a:lnTo>
                  <a:pt x="696" y="69199"/>
                </a:lnTo>
                <a:lnTo>
                  <a:pt x="808" y="69950"/>
                </a:lnTo>
                <a:lnTo>
                  <a:pt x="884" y="70307"/>
                </a:lnTo>
                <a:lnTo>
                  <a:pt x="977" y="70645"/>
                </a:lnTo>
                <a:lnTo>
                  <a:pt x="1071" y="71002"/>
                </a:lnTo>
                <a:lnTo>
                  <a:pt x="1184" y="71322"/>
                </a:lnTo>
                <a:lnTo>
                  <a:pt x="1297" y="71660"/>
                </a:lnTo>
                <a:lnTo>
                  <a:pt x="1447" y="71979"/>
                </a:lnTo>
                <a:lnTo>
                  <a:pt x="1597" y="72298"/>
                </a:lnTo>
                <a:lnTo>
                  <a:pt x="1748" y="72599"/>
                </a:lnTo>
                <a:lnTo>
                  <a:pt x="1935" y="72918"/>
                </a:lnTo>
                <a:lnTo>
                  <a:pt x="2142" y="73219"/>
                </a:lnTo>
                <a:lnTo>
                  <a:pt x="2367" y="73519"/>
                </a:lnTo>
                <a:lnTo>
                  <a:pt x="2593" y="73820"/>
                </a:lnTo>
                <a:lnTo>
                  <a:pt x="2856" y="74139"/>
                </a:lnTo>
                <a:lnTo>
                  <a:pt x="3138" y="74440"/>
                </a:lnTo>
                <a:lnTo>
                  <a:pt x="3438" y="74740"/>
                </a:lnTo>
                <a:lnTo>
                  <a:pt x="3757" y="75041"/>
                </a:lnTo>
                <a:lnTo>
                  <a:pt x="4114" y="75360"/>
                </a:lnTo>
                <a:lnTo>
                  <a:pt x="4490" y="75661"/>
                </a:lnTo>
                <a:lnTo>
                  <a:pt x="4678" y="75830"/>
                </a:lnTo>
                <a:lnTo>
                  <a:pt x="4903" y="75980"/>
                </a:lnTo>
                <a:lnTo>
                  <a:pt x="5147" y="76111"/>
                </a:lnTo>
                <a:lnTo>
                  <a:pt x="5392" y="76262"/>
                </a:lnTo>
                <a:lnTo>
                  <a:pt x="5673" y="76393"/>
                </a:lnTo>
                <a:lnTo>
                  <a:pt x="5955" y="76525"/>
                </a:lnTo>
                <a:lnTo>
                  <a:pt x="6594" y="76788"/>
                </a:lnTo>
                <a:lnTo>
                  <a:pt x="7289" y="77013"/>
                </a:lnTo>
                <a:lnTo>
                  <a:pt x="8040" y="77238"/>
                </a:lnTo>
                <a:lnTo>
                  <a:pt x="8848" y="77445"/>
                </a:lnTo>
                <a:lnTo>
                  <a:pt x="9712" y="77633"/>
                </a:lnTo>
                <a:lnTo>
                  <a:pt x="10632" y="77802"/>
                </a:lnTo>
                <a:lnTo>
                  <a:pt x="11590" y="77952"/>
                </a:lnTo>
                <a:lnTo>
                  <a:pt x="12605" y="78103"/>
                </a:lnTo>
                <a:lnTo>
                  <a:pt x="13638" y="78215"/>
                </a:lnTo>
                <a:lnTo>
                  <a:pt x="14727" y="78328"/>
                </a:lnTo>
                <a:lnTo>
                  <a:pt x="15835" y="78441"/>
                </a:lnTo>
                <a:lnTo>
                  <a:pt x="16981" y="78535"/>
                </a:lnTo>
                <a:lnTo>
                  <a:pt x="18146" y="78610"/>
                </a:lnTo>
                <a:lnTo>
                  <a:pt x="19348" y="78666"/>
                </a:lnTo>
                <a:lnTo>
                  <a:pt x="20569" y="78722"/>
                </a:lnTo>
                <a:lnTo>
                  <a:pt x="21790" y="78760"/>
                </a:lnTo>
                <a:lnTo>
                  <a:pt x="23029" y="78798"/>
                </a:lnTo>
                <a:lnTo>
                  <a:pt x="25546" y="78816"/>
                </a:lnTo>
                <a:lnTo>
                  <a:pt x="28082" y="78816"/>
                </a:lnTo>
                <a:lnTo>
                  <a:pt x="30599" y="78779"/>
                </a:lnTo>
                <a:lnTo>
                  <a:pt x="33079" y="78704"/>
                </a:lnTo>
                <a:lnTo>
                  <a:pt x="35502" y="78591"/>
                </a:lnTo>
                <a:lnTo>
                  <a:pt x="37812" y="78459"/>
                </a:lnTo>
                <a:lnTo>
                  <a:pt x="38920" y="78384"/>
                </a:lnTo>
                <a:lnTo>
                  <a:pt x="39991" y="78309"/>
                </a:lnTo>
                <a:lnTo>
                  <a:pt x="40986" y="78215"/>
                </a:lnTo>
                <a:lnTo>
                  <a:pt x="41963" y="78103"/>
                </a:lnTo>
                <a:lnTo>
                  <a:pt x="42884" y="77990"/>
                </a:lnTo>
                <a:lnTo>
                  <a:pt x="43748" y="77877"/>
                </a:lnTo>
                <a:lnTo>
                  <a:pt x="44574" y="77746"/>
                </a:lnTo>
                <a:lnTo>
                  <a:pt x="45363" y="77595"/>
                </a:lnTo>
                <a:lnTo>
                  <a:pt x="46114" y="77445"/>
                </a:lnTo>
                <a:lnTo>
                  <a:pt x="46809" y="77295"/>
                </a:lnTo>
                <a:lnTo>
                  <a:pt x="47467" y="77126"/>
                </a:lnTo>
                <a:lnTo>
                  <a:pt x="48105" y="76938"/>
                </a:lnTo>
                <a:lnTo>
                  <a:pt x="48688" y="76750"/>
                </a:lnTo>
                <a:lnTo>
                  <a:pt x="49251" y="76543"/>
                </a:lnTo>
                <a:lnTo>
                  <a:pt x="49758" y="76337"/>
                </a:lnTo>
                <a:lnTo>
                  <a:pt x="50247" y="76130"/>
                </a:lnTo>
                <a:lnTo>
                  <a:pt x="50698" y="75886"/>
                </a:lnTo>
                <a:lnTo>
                  <a:pt x="51130" y="75661"/>
                </a:lnTo>
                <a:lnTo>
                  <a:pt x="51505" y="75398"/>
                </a:lnTo>
                <a:lnTo>
                  <a:pt x="51881" y="75153"/>
                </a:lnTo>
                <a:lnTo>
                  <a:pt x="52200" y="74872"/>
                </a:lnTo>
                <a:lnTo>
                  <a:pt x="52520" y="74609"/>
                </a:lnTo>
                <a:lnTo>
                  <a:pt x="52801" y="74308"/>
                </a:lnTo>
                <a:lnTo>
                  <a:pt x="53046" y="74008"/>
                </a:lnTo>
                <a:lnTo>
                  <a:pt x="53290" y="73707"/>
                </a:lnTo>
                <a:lnTo>
                  <a:pt x="53496" y="73388"/>
                </a:lnTo>
                <a:lnTo>
                  <a:pt x="53684" y="73050"/>
                </a:lnTo>
                <a:lnTo>
                  <a:pt x="53853" y="72712"/>
                </a:lnTo>
                <a:lnTo>
                  <a:pt x="54003" y="72374"/>
                </a:lnTo>
                <a:lnTo>
                  <a:pt x="54135" y="72017"/>
                </a:lnTo>
                <a:lnTo>
                  <a:pt x="54248" y="71641"/>
                </a:lnTo>
                <a:lnTo>
                  <a:pt x="54342" y="71265"/>
                </a:lnTo>
                <a:lnTo>
                  <a:pt x="54436" y="70796"/>
                </a:lnTo>
                <a:lnTo>
                  <a:pt x="54511" y="70157"/>
                </a:lnTo>
                <a:lnTo>
                  <a:pt x="54586" y="69387"/>
                </a:lnTo>
                <a:lnTo>
                  <a:pt x="54661" y="68448"/>
                </a:lnTo>
                <a:lnTo>
                  <a:pt x="54717" y="67396"/>
                </a:lnTo>
                <a:lnTo>
                  <a:pt x="54755" y="66194"/>
                </a:lnTo>
                <a:lnTo>
                  <a:pt x="54849" y="63489"/>
                </a:lnTo>
                <a:lnTo>
                  <a:pt x="54924" y="60390"/>
                </a:lnTo>
                <a:lnTo>
                  <a:pt x="54961" y="56990"/>
                </a:lnTo>
                <a:lnTo>
                  <a:pt x="54980" y="53346"/>
                </a:lnTo>
                <a:lnTo>
                  <a:pt x="54999" y="49551"/>
                </a:lnTo>
                <a:lnTo>
                  <a:pt x="54999" y="45663"/>
                </a:lnTo>
                <a:lnTo>
                  <a:pt x="54980" y="41775"/>
                </a:lnTo>
                <a:lnTo>
                  <a:pt x="54924" y="34280"/>
                </a:lnTo>
                <a:lnTo>
                  <a:pt x="54849" y="27669"/>
                </a:lnTo>
                <a:lnTo>
                  <a:pt x="54774" y="22522"/>
                </a:lnTo>
                <a:lnTo>
                  <a:pt x="54736" y="20456"/>
                </a:lnTo>
                <a:lnTo>
                  <a:pt x="54698" y="18446"/>
                </a:lnTo>
                <a:lnTo>
                  <a:pt x="54623" y="16530"/>
                </a:lnTo>
                <a:lnTo>
                  <a:pt x="54567" y="15591"/>
                </a:lnTo>
                <a:lnTo>
                  <a:pt x="54511" y="14689"/>
                </a:lnTo>
                <a:lnTo>
                  <a:pt x="54436" y="13787"/>
                </a:lnTo>
                <a:lnTo>
                  <a:pt x="54342" y="12923"/>
                </a:lnTo>
                <a:lnTo>
                  <a:pt x="54248" y="12078"/>
                </a:lnTo>
                <a:lnTo>
                  <a:pt x="54116" y="11252"/>
                </a:lnTo>
                <a:lnTo>
                  <a:pt x="53966" y="10463"/>
                </a:lnTo>
                <a:lnTo>
                  <a:pt x="53797" y="9693"/>
                </a:lnTo>
                <a:lnTo>
                  <a:pt x="53590" y="8941"/>
                </a:lnTo>
                <a:lnTo>
                  <a:pt x="53384" y="8227"/>
                </a:lnTo>
                <a:lnTo>
                  <a:pt x="53121" y="7551"/>
                </a:lnTo>
                <a:lnTo>
                  <a:pt x="52839" y="6894"/>
                </a:lnTo>
                <a:lnTo>
                  <a:pt x="52520" y="6255"/>
                </a:lnTo>
                <a:lnTo>
                  <a:pt x="52351" y="5955"/>
                </a:lnTo>
                <a:lnTo>
                  <a:pt x="52181" y="5673"/>
                </a:lnTo>
                <a:lnTo>
                  <a:pt x="51994" y="5372"/>
                </a:lnTo>
                <a:lnTo>
                  <a:pt x="51787" y="5109"/>
                </a:lnTo>
                <a:lnTo>
                  <a:pt x="51580" y="4828"/>
                </a:lnTo>
                <a:lnTo>
                  <a:pt x="51374" y="4565"/>
                </a:lnTo>
                <a:lnTo>
                  <a:pt x="51148" y="4320"/>
                </a:lnTo>
                <a:lnTo>
                  <a:pt x="50904" y="4076"/>
                </a:lnTo>
                <a:lnTo>
                  <a:pt x="50660" y="3832"/>
                </a:lnTo>
                <a:lnTo>
                  <a:pt x="50397" y="3607"/>
                </a:lnTo>
                <a:lnTo>
                  <a:pt x="50134" y="3400"/>
                </a:lnTo>
                <a:lnTo>
                  <a:pt x="49852" y="3193"/>
                </a:lnTo>
                <a:lnTo>
                  <a:pt x="49571" y="2987"/>
                </a:lnTo>
                <a:lnTo>
                  <a:pt x="49270" y="2799"/>
                </a:lnTo>
                <a:lnTo>
                  <a:pt x="48951" y="2611"/>
                </a:lnTo>
                <a:lnTo>
                  <a:pt x="48631" y="2442"/>
                </a:lnTo>
                <a:lnTo>
                  <a:pt x="48274" y="2273"/>
                </a:lnTo>
                <a:lnTo>
                  <a:pt x="47936" y="2123"/>
                </a:lnTo>
                <a:lnTo>
                  <a:pt x="47561" y="1991"/>
                </a:lnTo>
                <a:lnTo>
                  <a:pt x="47185" y="1860"/>
                </a:lnTo>
                <a:lnTo>
                  <a:pt x="46791" y="1728"/>
                </a:lnTo>
                <a:lnTo>
                  <a:pt x="46396" y="1616"/>
                </a:lnTo>
                <a:lnTo>
                  <a:pt x="45983" y="1503"/>
                </a:lnTo>
                <a:lnTo>
                  <a:pt x="45551" y="1428"/>
                </a:lnTo>
                <a:lnTo>
                  <a:pt x="45100" y="1334"/>
                </a:lnTo>
                <a:lnTo>
                  <a:pt x="44649" y="1259"/>
                </a:lnTo>
                <a:lnTo>
                  <a:pt x="42752" y="1015"/>
                </a:lnTo>
                <a:lnTo>
                  <a:pt x="40836" y="789"/>
                </a:lnTo>
                <a:lnTo>
                  <a:pt x="38883" y="583"/>
                </a:lnTo>
                <a:lnTo>
                  <a:pt x="36910" y="413"/>
                </a:lnTo>
                <a:lnTo>
                  <a:pt x="34919" y="282"/>
                </a:lnTo>
                <a:lnTo>
                  <a:pt x="32928" y="169"/>
                </a:lnTo>
                <a:lnTo>
                  <a:pt x="30937" y="94"/>
                </a:lnTo>
                <a:lnTo>
                  <a:pt x="28927" y="38"/>
                </a:lnTo>
                <a:lnTo>
                  <a:pt x="2695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8" name="Google Shape;9268;p42"/>
          <p:cNvSpPr txBox="1"/>
          <p:nvPr>
            <p:ph idx="8"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Benefits</a:t>
            </a:r>
            <a:endParaRPr/>
          </a:p>
        </p:txBody>
      </p:sp>
      <p:sp>
        <p:nvSpPr>
          <p:cNvPr id="9269" name="Google Shape;9269;p42"/>
          <p:cNvSpPr txBox="1"/>
          <p:nvPr>
            <p:ph type="title"/>
          </p:nvPr>
        </p:nvSpPr>
        <p:spPr>
          <a:xfrm>
            <a:off x="2365778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Saves time</a:t>
            </a:r>
            <a:endParaRPr sz="900"/>
          </a:p>
        </p:txBody>
      </p:sp>
      <p:sp>
        <p:nvSpPr>
          <p:cNvPr id="9270" name="Google Shape;9270;p42"/>
          <p:cNvSpPr txBox="1"/>
          <p:nvPr>
            <p:ph idx="1" type="subTitle"/>
          </p:nvPr>
        </p:nvSpPr>
        <p:spPr>
          <a:xfrm>
            <a:off x="2365775" y="1763671"/>
            <a:ext cx="19782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users reach a final food decision in under a minute instead of spending 10-20 minutes scrolling delivery apps</a:t>
            </a:r>
            <a:endParaRPr sz="1000"/>
          </a:p>
        </p:txBody>
      </p:sp>
      <p:sp>
        <p:nvSpPr>
          <p:cNvPr id="9271" name="Google Shape;9271;p42"/>
          <p:cNvSpPr txBox="1"/>
          <p:nvPr>
            <p:ph idx="2" type="title"/>
          </p:nvPr>
        </p:nvSpPr>
        <p:spPr>
          <a:xfrm>
            <a:off x="5721659" y="155226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Reduces decision fatigue</a:t>
            </a:r>
            <a:endParaRPr sz="900"/>
          </a:p>
        </p:txBody>
      </p:sp>
      <p:sp>
        <p:nvSpPr>
          <p:cNvPr id="9272" name="Google Shape;9272;p42"/>
          <p:cNvSpPr txBox="1"/>
          <p:nvPr>
            <p:ph idx="3" type="subTitle"/>
          </p:nvPr>
        </p:nvSpPr>
        <p:spPr>
          <a:xfrm>
            <a:off x="5721650" y="1763667"/>
            <a:ext cx="1978200" cy="9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removes the mental effort of comparing endless options, especially useful after a long day or when hunger is already making decisions harder</a:t>
            </a:r>
            <a:endParaRPr sz="1000"/>
          </a:p>
        </p:txBody>
      </p:sp>
      <p:sp>
        <p:nvSpPr>
          <p:cNvPr id="9273" name="Google Shape;9273;p42"/>
          <p:cNvSpPr txBox="1"/>
          <p:nvPr>
            <p:ph idx="4" type="title"/>
          </p:nvPr>
        </p:nvSpPr>
        <p:spPr>
          <a:xfrm>
            <a:off x="2365778" y="3077506"/>
            <a:ext cx="1975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Resolves group conflict</a:t>
            </a:r>
            <a:endParaRPr sz="900"/>
          </a:p>
        </p:txBody>
      </p:sp>
      <p:sp>
        <p:nvSpPr>
          <p:cNvPr id="9274" name="Google Shape;9274;p42"/>
          <p:cNvSpPr txBox="1"/>
          <p:nvPr>
            <p:ph idx="5" type="subTitle"/>
          </p:nvPr>
        </p:nvSpPr>
        <p:spPr>
          <a:xfrm>
            <a:off x="2365775" y="3288924"/>
            <a:ext cx="1978200" cy="132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Group Mode gives friends, coworkers, or families a neutral "decider" so no single person is blamed for a bad pick, and no time is wasted negotiating.</a:t>
            </a:r>
            <a:endParaRPr sz="1000"/>
          </a:p>
        </p:txBody>
      </p:sp>
      <p:sp>
        <p:nvSpPr>
          <p:cNvPr id="9275" name="Google Shape;9275;p42"/>
          <p:cNvSpPr txBox="1"/>
          <p:nvPr>
            <p:ph idx="6" type="title"/>
          </p:nvPr>
        </p:nvSpPr>
        <p:spPr>
          <a:xfrm>
            <a:off x="5721659" y="3077506"/>
            <a:ext cx="1978200" cy="36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Encourages food variety</a:t>
            </a:r>
            <a:endParaRPr sz="900"/>
          </a:p>
        </p:txBody>
      </p:sp>
      <p:sp>
        <p:nvSpPr>
          <p:cNvPr id="9276" name="Google Shape;9276;p42"/>
          <p:cNvSpPr txBox="1"/>
          <p:nvPr>
            <p:ph idx="7" type="subTitle"/>
          </p:nvPr>
        </p:nvSpPr>
        <p:spPr>
          <a:xfrm>
            <a:off x="5721650" y="3288925"/>
            <a:ext cx="1978200" cy="87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random selection nudges users toward stores or dishes they might not have picked themselves, breaking the habit of defaulting to the same 2-3 places</a:t>
            </a:r>
            <a:endParaRPr sz="1000"/>
          </a:p>
        </p:txBody>
      </p:sp>
      <p:grpSp>
        <p:nvGrpSpPr>
          <p:cNvPr id="9277" name="Google Shape;9277;p42"/>
          <p:cNvGrpSpPr/>
          <p:nvPr/>
        </p:nvGrpSpPr>
        <p:grpSpPr>
          <a:xfrm>
            <a:off x="1655621" y="1764888"/>
            <a:ext cx="336050" cy="334875"/>
            <a:chOff x="3959625" y="2580850"/>
            <a:chExt cx="336050" cy="334875"/>
          </a:xfrm>
        </p:grpSpPr>
        <p:sp>
          <p:nvSpPr>
            <p:cNvPr id="9278" name="Google Shape;9278;p42"/>
            <p:cNvSpPr/>
            <p:nvPr/>
          </p:nvSpPr>
          <p:spPr>
            <a:xfrm>
              <a:off x="3959625" y="2600700"/>
              <a:ext cx="316225" cy="310350"/>
            </a:xfrm>
            <a:custGeom>
              <a:rect b="b" l="l" r="r" t="t"/>
              <a:pathLst>
                <a:path extrusionOk="0" h="12414" w="12649">
                  <a:moveTo>
                    <a:pt x="4108" y="0"/>
                  </a:moveTo>
                  <a:lnTo>
                    <a:pt x="2988" y="3360"/>
                  </a:lnTo>
                  <a:lnTo>
                    <a:pt x="2568" y="5367"/>
                  </a:lnTo>
                  <a:lnTo>
                    <a:pt x="1914" y="6580"/>
                  </a:lnTo>
                  <a:lnTo>
                    <a:pt x="1448" y="7934"/>
                  </a:lnTo>
                  <a:lnTo>
                    <a:pt x="1401" y="8727"/>
                  </a:lnTo>
                  <a:lnTo>
                    <a:pt x="934" y="9567"/>
                  </a:lnTo>
                  <a:lnTo>
                    <a:pt x="1" y="12321"/>
                  </a:lnTo>
                  <a:lnTo>
                    <a:pt x="1" y="12414"/>
                  </a:lnTo>
                  <a:lnTo>
                    <a:pt x="48" y="12367"/>
                  </a:lnTo>
                  <a:lnTo>
                    <a:pt x="141" y="12274"/>
                  </a:lnTo>
                  <a:lnTo>
                    <a:pt x="281" y="12227"/>
                  </a:lnTo>
                  <a:lnTo>
                    <a:pt x="12648" y="8494"/>
                  </a:lnTo>
                  <a:lnTo>
                    <a:pt x="41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9" name="Google Shape;9279;p42"/>
            <p:cNvSpPr/>
            <p:nvPr/>
          </p:nvSpPr>
          <p:spPr>
            <a:xfrm>
              <a:off x="3959625" y="2801375"/>
              <a:ext cx="316225" cy="114350"/>
            </a:xfrm>
            <a:custGeom>
              <a:rect b="b" l="l" r="r" t="t"/>
              <a:pathLst>
                <a:path extrusionOk="0" h="4574" w="12649">
                  <a:moveTo>
                    <a:pt x="12135" y="0"/>
                  </a:moveTo>
                  <a:lnTo>
                    <a:pt x="10361" y="560"/>
                  </a:lnTo>
                  <a:lnTo>
                    <a:pt x="9568" y="1027"/>
                  </a:lnTo>
                  <a:lnTo>
                    <a:pt x="7935" y="1400"/>
                  </a:lnTo>
                  <a:lnTo>
                    <a:pt x="5834" y="2100"/>
                  </a:lnTo>
                  <a:lnTo>
                    <a:pt x="4621" y="2753"/>
                  </a:lnTo>
                  <a:lnTo>
                    <a:pt x="3221" y="2940"/>
                  </a:lnTo>
                  <a:lnTo>
                    <a:pt x="94" y="4014"/>
                  </a:lnTo>
                  <a:lnTo>
                    <a:pt x="1" y="4294"/>
                  </a:lnTo>
                  <a:lnTo>
                    <a:pt x="1" y="4434"/>
                  </a:lnTo>
                  <a:lnTo>
                    <a:pt x="48" y="4527"/>
                  </a:lnTo>
                  <a:lnTo>
                    <a:pt x="141" y="4574"/>
                  </a:lnTo>
                  <a:lnTo>
                    <a:pt x="281" y="4574"/>
                  </a:lnTo>
                  <a:lnTo>
                    <a:pt x="3594" y="3500"/>
                  </a:lnTo>
                  <a:lnTo>
                    <a:pt x="4668" y="2894"/>
                  </a:lnTo>
                  <a:lnTo>
                    <a:pt x="5834" y="2707"/>
                  </a:lnTo>
                  <a:lnTo>
                    <a:pt x="8541" y="1820"/>
                  </a:lnTo>
                  <a:lnTo>
                    <a:pt x="9381" y="1353"/>
                  </a:lnTo>
                  <a:lnTo>
                    <a:pt x="10128" y="1307"/>
                  </a:lnTo>
                  <a:lnTo>
                    <a:pt x="12648" y="467"/>
                  </a:lnTo>
                  <a:lnTo>
                    <a:pt x="121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0" name="Google Shape;9280;p42"/>
            <p:cNvSpPr/>
            <p:nvPr/>
          </p:nvSpPr>
          <p:spPr>
            <a:xfrm>
              <a:off x="4138150" y="2685850"/>
              <a:ext cx="66525" cy="66550"/>
            </a:xfrm>
            <a:custGeom>
              <a:rect b="b" l="l" r="r" t="t"/>
              <a:pathLst>
                <a:path extrusionOk="0" h="2662" w="2661">
                  <a:moveTo>
                    <a:pt x="1120" y="1"/>
                  </a:moveTo>
                  <a:lnTo>
                    <a:pt x="887" y="94"/>
                  </a:lnTo>
                  <a:lnTo>
                    <a:pt x="607" y="234"/>
                  </a:lnTo>
                  <a:lnTo>
                    <a:pt x="420" y="374"/>
                  </a:lnTo>
                  <a:lnTo>
                    <a:pt x="234" y="608"/>
                  </a:lnTo>
                  <a:lnTo>
                    <a:pt x="94" y="841"/>
                  </a:lnTo>
                  <a:lnTo>
                    <a:pt x="47" y="1121"/>
                  </a:lnTo>
                  <a:lnTo>
                    <a:pt x="0" y="1354"/>
                  </a:lnTo>
                  <a:lnTo>
                    <a:pt x="47" y="1634"/>
                  </a:lnTo>
                  <a:lnTo>
                    <a:pt x="94" y="1868"/>
                  </a:lnTo>
                  <a:lnTo>
                    <a:pt x="234" y="2148"/>
                  </a:lnTo>
                  <a:lnTo>
                    <a:pt x="420" y="2334"/>
                  </a:lnTo>
                  <a:lnTo>
                    <a:pt x="607" y="2521"/>
                  </a:lnTo>
                  <a:lnTo>
                    <a:pt x="840" y="2614"/>
                  </a:lnTo>
                  <a:lnTo>
                    <a:pt x="1074" y="2661"/>
                  </a:lnTo>
                  <a:lnTo>
                    <a:pt x="1307" y="2614"/>
                  </a:lnTo>
                  <a:lnTo>
                    <a:pt x="1540" y="2568"/>
                  </a:lnTo>
                  <a:lnTo>
                    <a:pt x="1774" y="2428"/>
                  </a:lnTo>
                  <a:lnTo>
                    <a:pt x="1960" y="2288"/>
                  </a:lnTo>
                  <a:lnTo>
                    <a:pt x="2194" y="2101"/>
                  </a:lnTo>
                  <a:lnTo>
                    <a:pt x="2380" y="1914"/>
                  </a:lnTo>
                  <a:lnTo>
                    <a:pt x="2520" y="1681"/>
                  </a:lnTo>
                  <a:lnTo>
                    <a:pt x="2614" y="1494"/>
                  </a:lnTo>
                  <a:lnTo>
                    <a:pt x="2660" y="1261"/>
                  </a:lnTo>
                  <a:lnTo>
                    <a:pt x="2660" y="1028"/>
                  </a:lnTo>
                  <a:lnTo>
                    <a:pt x="2614" y="794"/>
                  </a:lnTo>
                  <a:lnTo>
                    <a:pt x="2520" y="608"/>
                  </a:lnTo>
                  <a:lnTo>
                    <a:pt x="2334" y="374"/>
                  </a:lnTo>
                  <a:lnTo>
                    <a:pt x="2147" y="234"/>
                  </a:lnTo>
                  <a:lnTo>
                    <a:pt x="1914" y="94"/>
                  </a:lnTo>
                  <a:lnTo>
                    <a:pt x="163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1" name="Google Shape;9281;p42"/>
            <p:cNvSpPr/>
            <p:nvPr/>
          </p:nvSpPr>
          <p:spPr>
            <a:xfrm>
              <a:off x="4082150" y="2634525"/>
              <a:ext cx="47850" cy="40850"/>
            </a:xfrm>
            <a:custGeom>
              <a:rect b="b" l="l" r="r" t="t"/>
              <a:pathLst>
                <a:path extrusionOk="0" h="1634" w="1914">
                  <a:moveTo>
                    <a:pt x="467" y="1"/>
                  </a:moveTo>
                  <a:lnTo>
                    <a:pt x="420" y="47"/>
                  </a:lnTo>
                  <a:lnTo>
                    <a:pt x="373" y="141"/>
                  </a:lnTo>
                  <a:lnTo>
                    <a:pt x="0" y="1261"/>
                  </a:lnTo>
                  <a:lnTo>
                    <a:pt x="0" y="1307"/>
                  </a:lnTo>
                  <a:lnTo>
                    <a:pt x="0" y="1401"/>
                  </a:lnTo>
                  <a:lnTo>
                    <a:pt x="47" y="1447"/>
                  </a:lnTo>
                  <a:lnTo>
                    <a:pt x="140" y="1494"/>
                  </a:lnTo>
                  <a:lnTo>
                    <a:pt x="1260" y="1634"/>
                  </a:lnTo>
                  <a:lnTo>
                    <a:pt x="1307" y="1587"/>
                  </a:lnTo>
                  <a:lnTo>
                    <a:pt x="1400" y="1494"/>
                  </a:lnTo>
                  <a:lnTo>
                    <a:pt x="1633" y="1167"/>
                  </a:lnTo>
                  <a:lnTo>
                    <a:pt x="1913" y="654"/>
                  </a:lnTo>
                  <a:lnTo>
                    <a:pt x="1913" y="561"/>
                  </a:lnTo>
                  <a:lnTo>
                    <a:pt x="1867" y="467"/>
                  </a:lnTo>
                  <a:lnTo>
                    <a:pt x="1820" y="421"/>
                  </a:lnTo>
                  <a:lnTo>
                    <a:pt x="1773" y="374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2" name="Google Shape;9282;p42"/>
            <p:cNvSpPr/>
            <p:nvPr/>
          </p:nvSpPr>
          <p:spPr>
            <a:xfrm>
              <a:off x="4082150" y="2640350"/>
              <a:ext cx="47850" cy="42025"/>
            </a:xfrm>
            <a:custGeom>
              <a:rect b="b" l="l" r="r" t="t"/>
              <a:pathLst>
                <a:path extrusionOk="0" h="1681" w="1914">
                  <a:moveTo>
                    <a:pt x="1400" y="1"/>
                  </a:moveTo>
                  <a:lnTo>
                    <a:pt x="1027" y="1028"/>
                  </a:lnTo>
                  <a:lnTo>
                    <a:pt x="980" y="1121"/>
                  </a:lnTo>
                  <a:lnTo>
                    <a:pt x="933" y="1168"/>
                  </a:lnTo>
                  <a:lnTo>
                    <a:pt x="793" y="1168"/>
                  </a:lnTo>
                  <a:lnTo>
                    <a:pt x="47" y="934"/>
                  </a:lnTo>
                  <a:lnTo>
                    <a:pt x="0" y="1028"/>
                  </a:lnTo>
                  <a:lnTo>
                    <a:pt x="0" y="1074"/>
                  </a:lnTo>
                  <a:lnTo>
                    <a:pt x="0" y="1168"/>
                  </a:lnTo>
                  <a:lnTo>
                    <a:pt x="47" y="1214"/>
                  </a:lnTo>
                  <a:lnTo>
                    <a:pt x="140" y="1261"/>
                  </a:lnTo>
                  <a:lnTo>
                    <a:pt x="1260" y="1634"/>
                  </a:lnTo>
                  <a:lnTo>
                    <a:pt x="1353" y="1681"/>
                  </a:lnTo>
                  <a:lnTo>
                    <a:pt x="1400" y="1634"/>
                  </a:lnTo>
                  <a:lnTo>
                    <a:pt x="1493" y="1588"/>
                  </a:lnTo>
                  <a:lnTo>
                    <a:pt x="1540" y="1541"/>
                  </a:lnTo>
                  <a:lnTo>
                    <a:pt x="1913" y="421"/>
                  </a:lnTo>
                  <a:lnTo>
                    <a:pt x="1913" y="328"/>
                  </a:lnTo>
                  <a:lnTo>
                    <a:pt x="1867" y="234"/>
                  </a:lnTo>
                  <a:lnTo>
                    <a:pt x="1820" y="188"/>
                  </a:lnTo>
                  <a:lnTo>
                    <a:pt x="1773" y="141"/>
                  </a:lnTo>
                  <a:lnTo>
                    <a:pt x="140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3" name="Google Shape;9283;p42"/>
            <p:cNvSpPr/>
            <p:nvPr/>
          </p:nvSpPr>
          <p:spPr>
            <a:xfrm>
              <a:off x="4142800" y="2690525"/>
              <a:ext cx="64200" cy="64200"/>
            </a:xfrm>
            <a:custGeom>
              <a:rect b="b" l="l" r="r" t="t"/>
              <a:pathLst>
                <a:path extrusionOk="0" h="2568" w="2568">
                  <a:moveTo>
                    <a:pt x="1914" y="1"/>
                  </a:moveTo>
                  <a:lnTo>
                    <a:pt x="2008" y="187"/>
                  </a:lnTo>
                  <a:lnTo>
                    <a:pt x="2054" y="421"/>
                  </a:lnTo>
                  <a:lnTo>
                    <a:pt x="2101" y="654"/>
                  </a:lnTo>
                  <a:lnTo>
                    <a:pt x="2101" y="887"/>
                  </a:lnTo>
                  <a:lnTo>
                    <a:pt x="2054" y="1074"/>
                  </a:lnTo>
                  <a:lnTo>
                    <a:pt x="1961" y="1307"/>
                  </a:lnTo>
                  <a:lnTo>
                    <a:pt x="1821" y="1494"/>
                  </a:lnTo>
                  <a:lnTo>
                    <a:pt x="1681" y="1681"/>
                  </a:lnTo>
                  <a:lnTo>
                    <a:pt x="1494" y="1821"/>
                  </a:lnTo>
                  <a:lnTo>
                    <a:pt x="1308" y="1961"/>
                  </a:lnTo>
                  <a:lnTo>
                    <a:pt x="1121" y="2007"/>
                  </a:lnTo>
                  <a:lnTo>
                    <a:pt x="888" y="2054"/>
                  </a:lnTo>
                  <a:lnTo>
                    <a:pt x="421" y="2054"/>
                  </a:lnTo>
                  <a:lnTo>
                    <a:pt x="234" y="2007"/>
                  </a:lnTo>
                  <a:lnTo>
                    <a:pt x="1" y="1867"/>
                  </a:lnTo>
                  <a:lnTo>
                    <a:pt x="1" y="1867"/>
                  </a:lnTo>
                  <a:lnTo>
                    <a:pt x="234" y="2147"/>
                  </a:lnTo>
                  <a:lnTo>
                    <a:pt x="421" y="2334"/>
                  </a:lnTo>
                  <a:lnTo>
                    <a:pt x="701" y="2474"/>
                  </a:lnTo>
                  <a:lnTo>
                    <a:pt x="934" y="2521"/>
                  </a:lnTo>
                  <a:lnTo>
                    <a:pt x="1214" y="2567"/>
                  </a:lnTo>
                  <a:lnTo>
                    <a:pt x="1448" y="2521"/>
                  </a:lnTo>
                  <a:lnTo>
                    <a:pt x="1728" y="2474"/>
                  </a:lnTo>
                  <a:lnTo>
                    <a:pt x="1961" y="2334"/>
                  </a:lnTo>
                  <a:lnTo>
                    <a:pt x="2148" y="2147"/>
                  </a:lnTo>
                  <a:lnTo>
                    <a:pt x="2334" y="1961"/>
                  </a:lnTo>
                  <a:lnTo>
                    <a:pt x="2474" y="1681"/>
                  </a:lnTo>
                  <a:lnTo>
                    <a:pt x="2568" y="1447"/>
                  </a:lnTo>
                  <a:lnTo>
                    <a:pt x="2568" y="1167"/>
                  </a:lnTo>
                  <a:lnTo>
                    <a:pt x="2568" y="934"/>
                  </a:lnTo>
                  <a:lnTo>
                    <a:pt x="2474" y="654"/>
                  </a:lnTo>
                  <a:lnTo>
                    <a:pt x="2334" y="421"/>
                  </a:lnTo>
                  <a:lnTo>
                    <a:pt x="2148" y="187"/>
                  </a:lnTo>
                  <a:lnTo>
                    <a:pt x="191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4" name="Google Shape;9284;p42"/>
            <p:cNvSpPr/>
            <p:nvPr/>
          </p:nvSpPr>
          <p:spPr>
            <a:xfrm>
              <a:off x="4143975" y="2786200"/>
              <a:ext cx="74700" cy="60700"/>
            </a:xfrm>
            <a:custGeom>
              <a:rect b="b" l="l" r="r" t="t"/>
              <a:pathLst>
                <a:path extrusionOk="0" h="2428" w="2988">
                  <a:moveTo>
                    <a:pt x="561" y="0"/>
                  </a:moveTo>
                  <a:lnTo>
                    <a:pt x="467" y="47"/>
                  </a:lnTo>
                  <a:lnTo>
                    <a:pt x="47" y="654"/>
                  </a:lnTo>
                  <a:lnTo>
                    <a:pt x="1" y="747"/>
                  </a:lnTo>
                  <a:lnTo>
                    <a:pt x="47" y="794"/>
                  </a:lnTo>
                  <a:lnTo>
                    <a:pt x="841" y="1354"/>
                  </a:lnTo>
                  <a:lnTo>
                    <a:pt x="887" y="1400"/>
                  </a:lnTo>
                  <a:lnTo>
                    <a:pt x="841" y="1494"/>
                  </a:lnTo>
                  <a:lnTo>
                    <a:pt x="561" y="1867"/>
                  </a:lnTo>
                  <a:lnTo>
                    <a:pt x="561" y="1960"/>
                  </a:lnTo>
                  <a:lnTo>
                    <a:pt x="607" y="2007"/>
                  </a:lnTo>
                  <a:lnTo>
                    <a:pt x="1167" y="2427"/>
                  </a:lnTo>
                  <a:lnTo>
                    <a:pt x="2194" y="1727"/>
                  </a:lnTo>
                  <a:lnTo>
                    <a:pt x="2847" y="1774"/>
                  </a:lnTo>
                  <a:lnTo>
                    <a:pt x="2941" y="1634"/>
                  </a:lnTo>
                  <a:lnTo>
                    <a:pt x="2987" y="1494"/>
                  </a:lnTo>
                  <a:lnTo>
                    <a:pt x="2987" y="1354"/>
                  </a:lnTo>
                  <a:lnTo>
                    <a:pt x="2987" y="1214"/>
                  </a:lnTo>
                  <a:lnTo>
                    <a:pt x="2941" y="1027"/>
                  </a:lnTo>
                  <a:lnTo>
                    <a:pt x="2894" y="934"/>
                  </a:lnTo>
                  <a:lnTo>
                    <a:pt x="2801" y="794"/>
                  </a:lnTo>
                  <a:lnTo>
                    <a:pt x="2661" y="700"/>
                  </a:lnTo>
                  <a:lnTo>
                    <a:pt x="1961" y="140"/>
                  </a:lnTo>
                  <a:lnTo>
                    <a:pt x="1867" y="140"/>
                  </a:lnTo>
                  <a:lnTo>
                    <a:pt x="1821" y="187"/>
                  </a:lnTo>
                  <a:lnTo>
                    <a:pt x="1541" y="560"/>
                  </a:lnTo>
                  <a:lnTo>
                    <a:pt x="1447" y="607"/>
                  </a:lnTo>
                  <a:lnTo>
                    <a:pt x="1401" y="560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5" name="Google Shape;9285;p42"/>
            <p:cNvSpPr/>
            <p:nvPr/>
          </p:nvSpPr>
          <p:spPr>
            <a:xfrm>
              <a:off x="4048300" y="2580850"/>
              <a:ext cx="246200" cy="243875"/>
            </a:xfrm>
            <a:custGeom>
              <a:rect b="b" l="l" r="r" t="t"/>
              <a:pathLst>
                <a:path extrusionOk="0" h="9755" w="9848">
                  <a:moveTo>
                    <a:pt x="794" y="1"/>
                  </a:moveTo>
                  <a:lnTo>
                    <a:pt x="654" y="47"/>
                  </a:lnTo>
                  <a:lnTo>
                    <a:pt x="561" y="141"/>
                  </a:lnTo>
                  <a:lnTo>
                    <a:pt x="47" y="887"/>
                  </a:lnTo>
                  <a:lnTo>
                    <a:pt x="1" y="981"/>
                  </a:lnTo>
                  <a:lnTo>
                    <a:pt x="1" y="1121"/>
                  </a:lnTo>
                  <a:lnTo>
                    <a:pt x="47" y="1261"/>
                  </a:lnTo>
                  <a:lnTo>
                    <a:pt x="141" y="1354"/>
                  </a:lnTo>
                  <a:lnTo>
                    <a:pt x="1401" y="2194"/>
                  </a:lnTo>
                  <a:lnTo>
                    <a:pt x="2567" y="3081"/>
                  </a:lnTo>
                  <a:lnTo>
                    <a:pt x="3688" y="4061"/>
                  </a:lnTo>
                  <a:lnTo>
                    <a:pt x="4761" y="5088"/>
                  </a:lnTo>
                  <a:lnTo>
                    <a:pt x="5788" y="6161"/>
                  </a:lnTo>
                  <a:lnTo>
                    <a:pt x="6768" y="7328"/>
                  </a:lnTo>
                  <a:lnTo>
                    <a:pt x="7654" y="8494"/>
                  </a:lnTo>
                  <a:lnTo>
                    <a:pt x="8541" y="9708"/>
                  </a:lnTo>
                  <a:lnTo>
                    <a:pt x="8588" y="9754"/>
                  </a:lnTo>
                  <a:lnTo>
                    <a:pt x="8634" y="9754"/>
                  </a:lnTo>
                  <a:lnTo>
                    <a:pt x="8821" y="9568"/>
                  </a:lnTo>
                  <a:lnTo>
                    <a:pt x="9194" y="9381"/>
                  </a:lnTo>
                  <a:lnTo>
                    <a:pt x="9614" y="9148"/>
                  </a:lnTo>
                  <a:lnTo>
                    <a:pt x="9801" y="9008"/>
                  </a:lnTo>
                  <a:lnTo>
                    <a:pt x="9848" y="8961"/>
                  </a:lnTo>
                  <a:lnTo>
                    <a:pt x="9848" y="8821"/>
                  </a:lnTo>
                  <a:lnTo>
                    <a:pt x="8914" y="7561"/>
                  </a:lnTo>
                  <a:lnTo>
                    <a:pt x="7981" y="6301"/>
                  </a:lnTo>
                  <a:lnTo>
                    <a:pt x="6954" y="5134"/>
                  </a:lnTo>
                  <a:lnTo>
                    <a:pt x="5881" y="3968"/>
                  </a:lnTo>
                  <a:lnTo>
                    <a:pt x="4761" y="2894"/>
                  </a:lnTo>
                  <a:lnTo>
                    <a:pt x="3547" y="1868"/>
                  </a:lnTo>
                  <a:lnTo>
                    <a:pt x="2334" y="934"/>
                  </a:lnTo>
                  <a:lnTo>
                    <a:pt x="1027" y="47"/>
                  </a:lnTo>
                  <a:lnTo>
                    <a:pt x="8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6" name="Google Shape;9286;p42"/>
            <p:cNvSpPr/>
            <p:nvPr/>
          </p:nvSpPr>
          <p:spPr>
            <a:xfrm>
              <a:off x="4007475" y="2684700"/>
              <a:ext cx="63025" cy="85200"/>
            </a:xfrm>
            <a:custGeom>
              <a:rect b="b" l="l" r="r" t="t"/>
              <a:pathLst>
                <a:path extrusionOk="0" h="3408" w="2521">
                  <a:moveTo>
                    <a:pt x="1074" y="0"/>
                  </a:moveTo>
                  <a:lnTo>
                    <a:pt x="0" y="3220"/>
                  </a:lnTo>
                  <a:lnTo>
                    <a:pt x="234" y="3360"/>
                  </a:lnTo>
                  <a:lnTo>
                    <a:pt x="514" y="3407"/>
                  </a:lnTo>
                  <a:lnTo>
                    <a:pt x="747" y="3407"/>
                  </a:lnTo>
                  <a:lnTo>
                    <a:pt x="980" y="3360"/>
                  </a:lnTo>
                  <a:lnTo>
                    <a:pt x="1214" y="3267"/>
                  </a:lnTo>
                  <a:lnTo>
                    <a:pt x="1447" y="3174"/>
                  </a:lnTo>
                  <a:lnTo>
                    <a:pt x="1680" y="2987"/>
                  </a:lnTo>
                  <a:lnTo>
                    <a:pt x="1914" y="2800"/>
                  </a:lnTo>
                  <a:lnTo>
                    <a:pt x="2147" y="2520"/>
                  </a:lnTo>
                  <a:lnTo>
                    <a:pt x="2334" y="2240"/>
                  </a:lnTo>
                  <a:lnTo>
                    <a:pt x="2427" y="1960"/>
                  </a:lnTo>
                  <a:lnTo>
                    <a:pt x="2520" y="1634"/>
                  </a:lnTo>
                  <a:lnTo>
                    <a:pt x="2520" y="1354"/>
                  </a:lnTo>
                  <a:lnTo>
                    <a:pt x="2474" y="1074"/>
                  </a:lnTo>
                  <a:lnTo>
                    <a:pt x="2334" y="794"/>
                  </a:lnTo>
                  <a:lnTo>
                    <a:pt x="2100" y="514"/>
                  </a:lnTo>
                  <a:lnTo>
                    <a:pt x="1867" y="327"/>
                  </a:lnTo>
                  <a:lnTo>
                    <a:pt x="1634" y="187"/>
                  </a:lnTo>
                  <a:lnTo>
                    <a:pt x="1354" y="94"/>
                  </a:lnTo>
                  <a:lnTo>
                    <a:pt x="10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7" name="Google Shape;9287;p42"/>
            <p:cNvSpPr/>
            <p:nvPr/>
          </p:nvSpPr>
          <p:spPr>
            <a:xfrm>
              <a:off x="3982975" y="2799025"/>
              <a:ext cx="29175" cy="40875"/>
            </a:xfrm>
            <a:custGeom>
              <a:rect b="b" l="l" r="r" t="t"/>
              <a:pathLst>
                <a:path extrusionOk="0" h="1635" w="1167">
                  <a:moveTo>
                    <a:pt x="514" y="1"/>
                  </a:moveTo>
                  <a:lnTo>
                    <a:pt x="0" y="1634"/>
                  </a:lnTo>
                  <a:lnTo>
                    <a:pt x="0" y="1634"/>
                  </a:lnTo>
                  <a:lnTo>
                    <a:pt x="560" y="1494"/>
                  </a:lnTo>
                  <a:lnTo>
                    <a:pt x="980" y="1401"/>
                  </a:lnTo>
                  <a:lnTo>
                    <a:pt x="1120" y="1354"/>
                  </a:lnTo>
                  <a:lnTo>
                    <a:pt x="1167" y="1307"/>
                  </a:lnTo>
                  <a:lnTo>
                    <a:pt x="1167" y="654"/>
                  </a:lnTo>
                  <a:lnTo>
                    <a:pt x="1167" y="234"/>
                  </a:lnTo>
                  <a:lnTo>
                    <a:pt x="1167" y="94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8" name="Google Shape;9288;p42"/>
            <p:cNvSpPr/>
            <p:nvPr/>
          </p:nvSpPr>
          <p:spPr>
            <a:xfrm>
              <a:off x="4076300" y="2745375"/>
              <a:ext cx="42025" cy="53675"/>
            </a:xfrm>
            <a:custGeom>
              <a:rect b="b" l="l" r="r" t="t"/>
              <a:pathLst>
                <a:path extrusionOk="0" h="2147" w="1681">
                  <a:moveTo>
                    <a:pt x="1587" y="0"/>
                  </a:moveTo>
                  <a:lnTo>
                    <a:pt x="1541" y="47"/>
                  </a:lnTo>
                  <a:lnTo>
                    <a:pt x="1121" y="607"/>
                  </a:lnTo>
                  <a:lnTo>
                    <a:pt x="1027" y="653"/>
                  </a:lnTo>
                  <a:lnTo>
                    <a:pt x="981" y="653"/>
                  </a:lnTo>
                  <a:lnTo>
                    <a:pt x="701" y="467"/>
                  </a:lnTo>
                  <a:lnTo>
                    <a:pt x="607" y="420"/>
                  </a:lnTo>
                  <a:lnTo>
                    <a:pt x="561" y="467"/>
                  </a:lnTo>
                  <a:lnTo>
                    <a:pt x="94" y="1073"/>
                  </a:lnTo>
                  <a:lnTo>
                    <a:pt x="1" y="1260"/>
                  </a:lnTo>
                  <a:lnTo>
                    <a:pt x="1" y="1493"/>
                  </a:lnTo>
                  <a:lnTo>
                    <a:pt x="94" y="1680"/>
                  </a:lnTo>
                  <a:lnTo>
                    <a:pt x="234" y="1820"/>
                  </a:lnTo>
                  <a:lnTo>
                    <a:pt x="934" y="2147"/>
                  </a:lnTo>
                  <a:lnTo>
                    <a:pt x="1121" y="2147"/>
                  </a:lnTo>
                  <a:lnTo>
                    <a:pt x="1307" y="1913"/>
                  </a:lnTo>
                  <a:lnTo>
                    <a:pt x="1587" y="1447"/>
                  </a:lnTo>
                  <a:lnTo>
                    <a:pt x="1681" y="47"/>
                  </a:lnTo>
                  <a:lnTo>
                    <a:pt x="158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9" name="Google Shape;9289;p42"/>
            <p:cNvSpPr/>
            <p:nvPr/>
          </p:nvSpPr>
          <p:spPr>
            <a:xfrm>
              <a:off x="4037800" y="2828200"/>
              <a:ext cx="68875" cy="58350"/>
            </a:xfrm>
            <a:custGeom>
              <a:rect b="b" l="l" r="r" t="t"/>
              <a:pathLst>
                <a:path extrusionOk="0" h="2334" w="2755">
                  <a:moveTo>
                    <a:pt x="1354" y="0"/>
                  </a:moveTo>
                  <a:lnTo>
                    <a:pt x="1121" y="47"/>
                  </a:lnTo>
                  <a:lnTo>
                    <a:pt x="841" y="94"/>
                  </a:lnTo>
                  <a:lnTo>
                    <a:pt x="607" y="234"/>
                  </a:lnTo>
                  <a:lnTo>
                    <a:pt x="421" y="420"/>
                  </a:lnTo>
                  <a:lnTo>
                    <a:pt x="234" y="607"/>
                  </a:lnTo>
                  <a:lnTo>
                    <a:pt x="94" y="840"/>
                  </a:lnTo>
                  <a:lnTo>
                    <a:pt x="47" y="1120"/>
                  </a:lnTo>
                  <a:lnTo>
                    <a:pt x="1" y="1400"/>
                  </a:lnTo>
                  <a:lnTo>
                    <a:pt x="47" y="1634"/>
                  </a:lnTo>
                  <a:lnTo>
                    <a:pt x="94" y="1914"/>
                  </a:lnTo>
                  <a:lnTo>
                    <a:pt x="234" y="2147"/>
                  </a:lnTo>
                  <a:lnTo>
                    <a:pt x="421" y="2334"/>
                  </a:lnTo>
                  <a:lnTo>
                    <a:pt x="794" y="2101"/>
                  </a:lnTo>
                  <a:lnTo>
                    <a:pt x="1167" y="1821"/>
                  </a:lnTo>
                  <a:lnTo>
                    <a:pt x="2707" y="1634"/>
                  </a:lnTo>
                  <a:lnTo>
                    <a:pt x="2754" y="1307"/>
                  </a:lnTo>
                  <a:lnTo>
                    <a:pt x="2707" y="980"/>
                  </a:lnTo>
                  <a:lnTo>
                    <a:pt x="2567" y="700"/>
                  </a:lnTo>
                  <a:lnTo>
                    <a:pt x="2334" y="420"/>
                  </a:lnTo>
                  <a:lnTo>
                    <a:pt x="2147" y="234"/>
                  </a:lnTo>
                  <a:lnTo>
                    <a:pt x="1914" y="94"/>
                  </a:lnTo>
                  <a:lnTo>
                    <a:pt x="1634" y="47"/>
                  </a:lnTo>
                  <a:lnTo>
                    <a:pt x="135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0" name="Google Shape;9290;p42"/>
            <p:cNvSpPr/>
            <p:nvPr/>
          </p:nvSpPr>
          <p:spPr>
            <a:xfrm>
              <a:off x="4255975" y="2789700"/>
              <a:ext cx="39700" cy="37350"/>
            </a:xfrm>
            <a:custGeom>
              <a:rect b="b" l="l" r="r" t="t"/>
              <a:pathLst>
                <a:path extrusionOk="0" h="1494" w="1588">
                  <a:moveTo>
                    <a:pt x="1214" y="0"/>
                  </a:moveTo>
                  <a:lnTo>
                    <a:pt x="1167" y="234"/>
                  </a:lnTo>
                  <a:lnTo>
                    <a:pt x="1121" y="280"/>
                  </a:lnTo>
                  <a:lnTo>
                    <a:pt x="1027" y="374"/>
                  </a:lnTo>
                  <a:lnTo>
                    <a:pt x="234" y="934"/>
                  </a:lnTo>
                  <a:lnTo>
                    <a:pt x="94" y="980"/>
                  </a:lnTo>
                  <a:lnTo>
                    <a:pt x="1" y="1027"/>
                  </a:lnTo>
                  <a:lnTo>
                    <a:pt x="234" y="1354"/>
                  </a:lnTo>
                  <a:lnTo>
                    <a:pt x="327" y="1447"/>
                  </a:lnTo>
                  <a:lnTo>
                    <a:pt x="421" y="1494"/>
                  </a:lnTo>
                  <a:lnTo>
                    <a:pt x="561" y="1494"/>
                  </a:lnTo>
                  <a:lnTo>
                    <a:pt x="654" y="1447"/>
                  </a:lnTo>
                  <a:lnTo>
                    <a:pt x="1447" y="934"/>
                  </a:lnTo>
                  <a:lnTo>
                    <a:pt x="1541" y="840"/>
                  </a:lnTo>
                  <a:lnTo>
                    <a:pt x="1587" y="747"/>
                  </a:lnTo>
                  <a:lnTo>
                    <a:pt x="1587" y="607"/>
                  </a:lnTo>
                  <a:lnTo>
                    <a:pt x="1541" y="467"/>
                  </a:lnTo>
                  <a:lnTo>
                    <a:pt x="121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1" name="Google Shape;9291;p42"/>
            <p:cNvSpPr/>
            <p:nvPr/>
          </p:nvSpPr>
          <p:spPr>
            <a:xfrm>
              <a:off x="3982975" y="2799025"/>
              <a:ext cx="33850" cy="40875"/>
            </a:xfrm>
            <a:custGeom>
              <a:rect b="b" l="l" r="r" t="t"/>
              <a:pathLst>
                <a:path extrusionOk="0" h="1635" w="1354">
                  <a:moveTo>
                    <a:pt x="887" y="1"/>
                  </a:moveTo>
                  <a:lnTo>
                    <a:pt x="887" y="934"/>
                  </a:lnTo>
                  <a:lnTo>
                    <a:pt x="840" y="1027"/>
                  </a:lnTo>
                  <a:lnTo>
                    <a:pt x="794" y="1074"/>
                  </a:lnTo>
                  <a:lnTo>
                    <a:pt x="747" y="1121"/>
                  </a:lnTo>
                  <a:lnTo>
                    <a:pt x="140" y="1121"/>
                  </a:lnTo>
                  <a:lnTo>
                    <a:pt x="0" y="1634"/>
                  </a:lnTo>
                  <a:lnTo>
                    <a:pt x="1120" y="1634"/>
                  </a:lnTo>
                  <a:lnTo>
                    <a:pt x="1214" y="1587"/>
                  </a:lnTo>
                  <a:lnTo>
                    <a:pt x="1307" y="1541"/>
                  </a:lnTo>
                  <a:lnTo>
                    <a:pt x="1307" y="1494"/>
                  </a:lnTo>
                  <a:lnTo>
                    <a:pt x="1354" y="1401"/>
                  </a:lnTo>
                  <a:lnTo>
                    <a:pt x="1354" y="234"/>
                  </a:lnTo>
                  <a:lnTo>
                    <a:pt x="1307" y="141"/>
                  </a:lnTo>
                  <a:lnTo>
                    <a:pt x="1307" y="94"/>
                  </a:lnTo>
                  <a:lnTo>
                    <a:pt x="1214" y="47"/>
                  </a:lnTo>
                  <a:lnTo>
                    <a:pt x="11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2" name="Google Shape;9292;p42"/>
            <p:cNvSpPr/>
            <p:nvPr/>
          </p:nvSpPr>
          <p:spPr>
            <a:xfrm>
              <a:off x="4077475" y="2746525"/>
              <a:ext cx="52525" cy="58375"/>
            </a:xfrm>
            <a:custGeom>
              <a:rect b="b" l="l" r="r" t="t"/>
              <a:pathLst>
                <a:path extrusionOk="0" h="2335" w="2101">
                  <a:moveTo>
                    <a:pt x="1587" y="1"/>
                  </a:moveTo>
                  <a:lnTo>
                    <a:pt x="1167" y="561"/>
                  </a:lnTo>
                  <a:lnTo>
                    <a:pt x="1167" y="607"/>
                  </a:lnTo>
                  <a:lnTo>
                    <a:pt x="1214" y="701"/>
                  </a:lnTo>
                  <a:lnTo>
                    <a:pt x="1447" y="887"/>
                  </a:lnTo>
                  <a:lnTo>
                    <a:pt x="1494" y="934"/>
                  </a:lnTo>
                  <a:lnTo>
                    <a:pt x="1494" y="1027"/>
                  </a:lnTo>
                  <a:lnTo>
                    <a:pt x="1027" y="1634"/>
                  </a:lnTo>
                  <a:lnTo>
                    <a:pt x="887" y="1774"/>
                  </a:lnTo>
                  <a:lnTo>
                    <a:pt x="700" y="1821"/>
                  </a:lnTo>
                  <a:lnTo>
                    <a:pt x="514" y="1821"/>
                  </a:lnTo>
                  <a:lnTo>
                    <a:pt x="327" y="1727"/>
                  </a:lnTo>
                  <a:lnTo>
                    <a:pt x="0" y="1494"/>
                  </a:lnTo>
                  <a:lnTo>
                    <a:pt x="47" y="1634"/>
                  </a:lnTo>
                  <a:lnTo>
                    <a:pt x="187" y="1774"/>
                  </a:lnTo>
                  <a:lnTo>
                    <a:pt x="794" y="2241"/>
                  </a:lnTo>
                  <a:lnTo>
                    <a:pt x="980" y="2334"/>
                  </a:lnTo>
                  <a:lnTo>
                    <a:pt x="1167" y="2334"/>
                  </a:lnTo>
                  <a:lnTo>
                    <a:pt x="1354" y="2241"/>
                  </a:lnTo>
                  <a:lnTo>
                    <a:pt x="1540" y="2101"/>
                  </a:lnTo>
                  <a:lnTo>
                    <a:pt x="1960" y="1494"/>
                  </a:lnTo>
                  <a:lnTo>
                    <a:pt x="2007" y="1401"/>
                  </a:lnTo>
                  <a:lnTo>
                    <a:pt x="1960" y="1354"/>
                  </a:lnTo>
                  <a:lnTo>
                    <a:pt x="1680" y="1167"/>
                  </a:lnTo>
                  <a:lnTo>
                    <a:pt x="1634" y="1074"/>
                  </a:lnTo>
                  <a:lnTo>
                    <a:pt x="1680" y="1027"/>
                  </a:lnTo>
                  <a:lnTo>
                    <a:pt x="2054" y="467"/>
                  </a:lnTo>
                  <a:lnTo>
                    <a:pt x="2100" y="374"/>
                  </a:lnTo>
                  <a:lnTo>
                    <a:pt x="2054" y="327"/>
                  </a:lnTo>
                  <a:lnTo>
                    <a:pt x="163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3" name="Google Shape;9293;p42"/>
            <p:cNvSpPr/>
            <p:nvPr/>
          </p:nvSpPr>
          <p:spPr>
            <a:xfrm>
              <a:off x="4007475" y="2691700"/>
              <a:ext cx="65350" cy="79350"/>
            </a:xfrm>
            <a:custGeom>
              <a:rect b="b" l="l" r="r" t="t"/>
              <a:pathLst>
                <a:path extrusionOk="0" h="3174" w="2614">
                  <a:moveTo>
                    <a:pt x="1820" y="0"/>
                  </a:moveTo>
                  <a:lnTo>
                    <a:pt x="1960" y="280"/>
                  </a:lnTo>
                  <a:lnTo>
                    <a:pt x="2100" y="560"/>
                  </a:lnTo>
                  <a:lnTo>
                    <a:pt x="2147" y="840"/>
                  </a:lnTo>
                  <a:lnTo>
                    <a:pt x="2100" y="1120"/>
                  </a:lnTo>
                  <a:lnTo>
                    <a:pt x="2054" y="1447"/>
                  </a:lnTo>
                  <a:lnTo>
                    <a:pt x="1960" y="1727"/>
                  </a:lnTo>
                  <a:lnTo>
                    <a:pt x="1820" y="1960"/>
                  </a:lnTo>
                  <a:lnTo>
                    <a:pt x="1634" y="2194"/>
                  </a:lnTo>
                  <a:lnTo>
                    <a:pt x="1307" y="2474"/>
                  </a:lnTo>
                  <a:lnTo>
                    <a:pt x="887" y="2614"/>
                  </a:lnTo>
                  <a:lnTo>
                    <a:pt x="514" y="2707"/>
                  </a:lnTo>
                  <a:lnTo>
                    <a:pt x="94" y="2707"/>
                  </a:lnTo>
                  <a:lnTo>
                    <a:pt x="0" y="2940"/>
                  </a:lnTo>
                  <a:lnTo>
                    <a:pt x="280" y="3080"/>
                  </a:lnTo>
                  <a:lnTo>
                    <a:pt x="514" y="3174"/>
                  </a:lnTo>
                  <a:lnTo>
                    <a:pt x="1074" y="3174"/>
                  </a:lnTo>
                  <a:lnTo>
                    <a:pt x="1354" y="3127"/>
                  </a:lnTo>
                  <a:lnTo>
                    <a:pt x="1634" y="3034"/>
                  </a:lnTo>
                  <a:lnTo>
                    <a:pt x="1867" y="2894"/>
                  </a:lnTo>
                  <a:lnTo>
                    <a:pt x="2100" y="2660"/>
                  </a:lnTo>
                  <a:lnTo>
                    <a:pt x="2334" y="2427"/>
                  </a:lnTo>
                  <a:lnTo>
                    <a:pt x="2474" y="2100"/>
                  </a:lnTo>
                  <a:lnTo>
                    <a:pt x="2567" y="1774"/>
                  </a:lnTo>
                  <a:lnTo>
                    <a:pt x="2614" y="1447"/>
                  </a:lnTo>
                  <a:lnTo>
                    <a:pt x="2567" y="1120"/>
                  </a:lnTo>
                  <a:lnTo>
                    <a:pt x="2474" y="794"/>
                  </a:lnTo>
                  <a:lnTo>
                    <a:pt x="2334" y="514"/>
                  </a:lnTo>
                  <a:lnTo>
                    <a:pt x="2100" y="234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4" name="Google Shape;9294;p42"/>
            <p:cNvSpPr/>
            <p:nvPr/>
          </p:nvSpPr>
          <p:spPr>
            <a:xfrm>
              <a:off x="4157975" y="2815375"/>
              <a:ext cx="60700" cy="31525"/>
            </a:xfrm>
            <a:custGeom>
              <a:rect b="b" l="l" r="r" t="t"/>
              <a:pathLst>
                <a:path extrusionOk="0" h="1261" w="2428">
                  <a:moveTo>
                    <a:pt x="2427" y="0"/>
                  </a:moveTo>
                  <a:lnTo>
                    <a:pt x="1" y="840"/>
                  </a:lnTo>
                  <a:lnTo>
                    <a:pt x="47" y="840"/>
                  </a:lnTo>
                  <a:lnTo>
                    <a:pt x="607" y="1260"/>
                  </a:lnTo>
                  <a:lnTo>
                    <a:pt x="2194" y="747"/>
                  </a:lnTo>
                  <a:lnTo>
                    <a:pt x="2287" y="607"/>
                  </a:lnTo>
                  <a:lnTo>
                    <a:pt x="2381" y="467"/>
                  </a:lnTo>
                  <a:lnTo>
                    <a:pt x="2427" y="327"/>
                  </a:lnTo>
                  <a:lnTo>
                    <a:pt x="2427" y="187"/>
                  </a:lnTo>
                  <a:lnTo>
                    <a:pt x="242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5" name="Google Shape;9295;p42"/>
            <p:cNvSpPr/>
            <p:nvPr/>
          </p:nvSpPr>
          <p:spPr>
            <a:xfrm>
              <a:off x="4040150" y="2853875"/>
              <a:ext cx="66525" cy="35025"/>
            </a:xfrm>
            <a:custGeom>
              <a:rect b="b" l="l" r="r" t="t"/>
              <a:pathLst>
                <a:path extrusionOk="0" h="1401" w="2661">
                  <a:moveTo>
                    <a:pt x="2613" y="0"/>
                  </a:moveTo>
                  <a:lnTo>
                    <a:pt x="0" y="840"/>
                  </a:lnTo>
                  <a:lnTo>
                    <a:pt x="140" y="1120"/>
                  </a:lnTo>
                  <a:lnTo>
                    <a:pt x="327" y="1307"/>
                  </a:lnTo>
                  <a:lnTo>
                    <a:pt x="373" y="1400"/>
                  </a:lnTo>
                  <a:lnTo>
                    <a:pt x="2613" y="607"/>
                  </a:lnTo>
                  <a:lnTo>
                    <a:pt x="2660" y="327"/>
                  </a:lnTo>
                  <a:lnTo>
                    <a:pt x="261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296" name="Google Shape;9296;p42"/>
          <p:cNvGrpSpPr/>
          <p:nvPr/>
        </p:nvGrpSpPr>
        <p:grpSpPr>
          <a:xfrm>
            <a:off x="1691209" y="3289563"/>
            <a:ext cx="264875" cy="336025"/>
            <a:chOff x="3994625" y="3271550"/>
            <a:chExt cx="264875" cy="336025"/>
          </a:xfrm>
        </p:grpSpPr>
        <p:sp>
          <p:nvSpPr>
            <p:cNvPr id="9297" name="Google Shape;9297;p42"/>
            <p:cNvSpPr/>
            <p:nvPr/>
          </p:nvSpPr>
          <p:spPr>
            <a:xfrm>
              <a:off x="4007475" y="3271550"/>
              <a:ext cx="246200" cy="336025"/>
            </a:xfrm>
            <a:custGeom>
              <a:rect b="b" l="l" r="r" t="t"/>
              <a:pathLst>
                <a:path extrusionOk="0" h="13441" w="9848">
                  <a:moveTo>
                    <a:pt x="4527" y="0"/>
                  </a:moveTo>
                  <a:lnTo>
                    <a:pt x="4014" y="47"/>
                  </a:lnTo>
                  <a:lnTo>
                    <a:pt x="3547" y="94"/>
                  </a:lnTo>
                  <a:lnTo>
                    <a:pt x="3080" y="187"/>
                  </a:lnTo>
                  <a:lnTo>
                    <a:pt x="2614" y="327"/>
                  </a:lnTo>
                  <a:lnTo>
                    <a:pt x="2194" y="467"/>
                  </a:lnTo>
                  <a:lnTo>
                    <a:pt x="1820" y="654"/>
                  </a:lnTo>
                  <a:lnTo>
                    <a:pt x="1447" y="840"/>
                  </a:lnTo>
                  <a:lnTo>
                    <a:pt x="1120" y="1027"/>
                  </a:lnTo>
                  <a:lnTo>
                    <a:pt x="840" y="1260"/>
                  </a:lnTo>
                  <a:lnTo>
                    <a:pt x="607" y="1494"/>
                  </a:lnTo>
                  <a:lnTo>
                    <a:pt x="374" y="1727"/>
                  </a:lnTo>
                  <a:lnTo>
                    <a:pt x="234" y="2007"/>
                  </a:lnTo>
                  <a:lnTo>
                    <a:pt x="94" y="2287"/>
                  </a:lnTo>
                  <a:lnTo>
                    <a:pt x="0" y="2567"/>
                  </a:lnTo>
                  <a:lnTo>
                    <a:pt x="0" y="2847"/>
                  </a:lnTo>
                  <a:lnTo>
                    <a:pt x="47" y="3220"/>
                  </a:lnTo>
                  <a:lnTo>
                    <a:pt x="140" y="3547"/>
                  </a:lnTo>
                  <a:lnTo>
                    <a:pt x="327" y="3920"/>
                  </a:lnTo>
                  <a:lnTo>
                    <a:pt x="607" y="4200"/>
                  </a:lnTo>
                  <a:lnTo>
                    <a:pt x="700" y="4387"/>
                  </a:lnTo>
                  <a:lnTo>
                    <a:pt x="747" y="4574"/>
                  </a:lnTo>
                  <a:lnTo>
                    <a:pt x="747" y="12787"/>
                  </a:lnTo>
                  <a:lnTo>
                    <a:pt x="794" y="13021"/>
                  </a:lnTo>
                  <a:lnTo>
                    <a:pt x="934" y="13254"/>
                  </a:lnTo>
                  <a:lnTo>
                    <a:pt x="1167" y="13394"/>
                  </a:lnTo>
                  <a:lnTo>
                    <a:pt x="1400" y="13441"/>
                  </a:lnTo>
                  <a:lnTo>
                    <a:pt x="8681" y="13441"/>
                  </a:lnTo>
                  <a:lnTo>
                    <a:pt x="8821" y="13394"/>
                  </a:lnTo>
                  <a:lnTo>
                    <a:pt x="8914" y="13347"/>
                  </a:lnTo>
                  <a:lnTo>
                    <a:pt x="8961" y="13301"/>
                  </a:lnTo>
                  <a:lnTo>
                    <a:pt x="9007" y="13207"/>
                  </a:lnTo>
                  <a:lnTo>
                    <a:pt x="9101" y="12974"/>
                  </a:lnTo>
                  <a:lnTo>
                    <a:pt x="9101" y="12694"/>
                  </a:lnTo>
                  <a:lnTo>
                    <a:pt x="9101" y="4480"/>
                  </a:lnTo>
                  <a:lnTo>
                    <a:pt x="9147" y="4247"/>
                  </a:lnTo>
                  <a:lnTo>
                    <a:pt x="9287" y="4014"/>
                  </a:lnTo>
                  <a:lnTo>
                    <a:pt x="9567" y="3734"/>
                  </a:lnTo>
                  <a:lnTo>
                    <a:pt x="9707" y="3454"/>
                  </a:lnTo>
                  <a:lnTo>
                    <a:pt x="9801" y="3174"/>
                  </a:lnTo>
                  <a:lnTo>
                    <a:pt x="9847" y="2847"/>
                  </a:lnTo>
                  <a:lnTo>
                    <a:pt x="9847" y="2660"/>
                  </a:lnTo>
                  <a:lnTo>
                    <a:pt x="9801" y="2474"/>
                  </a:lnTo>
                  <a:lnTo>
                    <a:pt x="9661" y="2240"/>
                  </a:lnTo>
                  <a:lnTo>
                    <a:pt x="9521" y="2007"/>
                  </a:lnTo>
                  <a:lnTo>
                    <a:pt x="9334" y="1774"/>
                  </a:lnTo>
                  <a:lnTo>
                    <a:pt x="9101" y="1540"/>
                  </a:lnTo>
                  <a:lnTo>
                    <a:pt x="8821" y="1260"/>
                  </a:lnTo>
                  <a:lnTo>
                    <a:pt x="8494" y="1074"/>
                  </a:lnTo>
                  <a:lnTo>
                    <a:pt x="8167" y="840"/>
                  </a:lnTo>
                  <a:lnTo>
                    <a:pt x="7794" y="654"/>
                  </a:lnTo>
                  <a:lnTo>
                    <a:pt x="7421" y="467"/>
                  </a:lnTo>
                  <a:lnTo>
                    <a:pt x="7001" y="280"/>
                  </a:lnTo>
                  <a:lnTo>
                    <a:pt x="6534" y="187"/>
                  </a:lnTo>
                  <a:lnTo>
                    <a:pt x="6067" y="47"/>
                  </a:lnTo>
                  <a:lnTo>
                    <a:pt x="55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8" name="Google Shape;9298;p42"/>
            <p:cNvSpPr/>
            <p:nvPr/>
          </p:nvSpPr>
          <p:spPr>
            <a:xfrm>
              <a:off x="3994625" y="3339225"/>
              <a:ext cx="112050" cy="129525"/>
            </a:xfrm>
            <a:custGeom>
              <a:rect b="b" l="l" r="r" t="t"/>
              <a:pathLst>
                <a:path extrusionOk="0" h="5181" w="4482">
                  <a:moveTo>
                    <a:pt x="3128" y="0"/>
                  </a:moveTo>
                  <a:lnTo>
                    <a:pt x="2941" y="47"/>
                  </a:lnTo>
                  <a:lnTo>
                    <a:pt x="2754" y="140"/>
                  </a:lnTo>
                  <a:lnTo>
                    <a:pt x="2568" y="233"/>
                  </a:lnTo>
                  <a:lnTo>
                    <a:pt x="2428" y="373"/>
                  </a:lnTo>
                  <a:lnTo>
                    <a:pt x="2241" y="607"/>
                  </a:lnTo>
                  <a:lnTo>
                    <a:pt x="2148" y="840"/>
                  </a:lnTo>
                  <a:lnTo>
                    <a:pt x="2148" y="887"/>
                  </a:lnTo>
                  <a:lnTo>
                    <a:pt x="2101" y="887"/>
                  </a:lnTo>
                  <a:lnTo>
                    <a:pt x="1868" y="840"/>
                  </a:lnTo>
                  <a:lnTo>
                    <a:pt x="1681" y="840"/>
                  </a:lnTo>
                  <a:lnTo>
                    <a:pt x="1448" y="887"/>
                  </a:lnTo>
                  <a:lnTo>
                    <a:pt x="1261" y="933"/>
                  </a:lnTo>
                  <a:lnTo>
                    <a:pt x="1028" y="1027"/>
                  </a:lnTo>
                  <a:lnTo>
                    <a:pt x="888" y="1167"/>
                  </a:lnTo>
                  <a:lnTo>
                    <a:pt x="701" y="1307"/>
                  </a:lnTo>
                  <a:lnTo>
                    <a:pt x="561" y="1447"/>
                  </a:lnTo>
                  <a:lnTo>
                    <a:pt x="421" y="1680"/>
                  </a:lnTo>
                  <a:lnTo>
                    <a:pt x="374" y="1867"/>
                  </a:lnTo>
                  <a:lnTo>
                    <a:pt x="281" y="2054"/>
                  </a:lnTo>
                  <a:lnTo>
                    <a:pt x="281" y="2287"/>
                  </a:lnTo>
                  <a:lnTo>
                    <a:pt x="281" y="2520"/>
                  </a:lnTo>
                  <a:lnTo>
                    <a:pt x="328" y="2707"/>
                  </a:lnTo>
                  <a:lnTo>
                    <a:pt x="421" y="2894"/>
                  </a:lnTo>
                  <a:lnTo>
                    <a:pt x="514" y="3080"/>
                  </a:lnTo>
                  <a:lnTo>
                    <a:pt x="468" y="3174"/>
                  </a:lnTo>
                  <a:lnTo>
                    <a:pt x="328" y="3314"/>
                  </a:lnTo>
                  <a:lnTo>
                    <a:pt x="188" y="3547"/>
                  </a:lnTo>
                  <a:lnTo>
                    <a:pt x="94" y="3734"/>
                  </a:lnTo>
                  <a:lnTo>
                    <a:pt x="48" y="3920"/>
                  </a:lnTo>
                  <a:lnTo>
                    <a:pt x="1" y="4154"/>
                  </a:lnTo>
                  <a:lnTo>
                    <a:pt x="48" y="4340"/>
                  </a:lnTo>
                  <a:lnTo>
                    <a:pt x="94" y="4527"/>
                  </a:lnTo>
                  <a:lnTo>
                    <a:pt x="188" y="4714"/>
                  </a:lnTo>
                  <a:lnTo>
                    <a:pt x="281" y="4900"/>
                  </a:lnTo>
                  <a:lnTo>
                    <a:pt x="468" y="5040"/>
                  </a:lnTo>
                  <a:lnTo>
                    <a:pt x="654" y="5134"/>
                  </a:lnTo>
                  <a:lnTo>
                    <a:pt x="888" y="5180"/>
                  </a:lnTo>
                  <a:lnTo>
                    <a:pt x="1121" y="5134"/>
                  </a:lnTo>
                  <a:lnTo>
                    <a:pt x="1308" y="4994"/>
                  </a:lnTo>
                  <a:lnTo>
                    <a:pt x="1541" y="4807"/>
                  </a:lnTo>
                  <a:lnTo>
                    <a:pt x="1728" y="4620"/>
                  </a:lnTo>
                  <a:lnTo>
                    <a:pt x="2101" y="4200"/>
                  </a:lnTo>
                  <a:lnTo>
                    <a:pt x="2241" y="3967"/>
                  </a:lnTo>
                  <a:lnTo>
                    <a:pt x="2288" y="3827"/>
                  </a:lnTo>
                  <a:lnTo>
                    <a:pt x="2288" y="3687"/>
                  </a:lnTo>
                  <a:lnTo>
                    <a:pt x="2194" y="3454"/>
                  </a:lnTo>
                  <a:lnTo>
                    <a:pt x="2381" y="3407"/>
                  </a:lnTo>
                  <a:lnTo>
                    <a:pt x="2614" y="3360"/>
                  </a:lnTo>
                  <a:lnTo>
                    <a:pt x="2801" y="3314"/>
                  </a:lnTo>
                  <a:lnTo>
                    <a:pt x="2894" y="3267"/>
                  </a:lnTo>
                  <a:lnTo>
                    <a:pt x="2988" y="3174"/>
                  </a:lnTo>
                  <a:lnTo>
                    <a:pt x="3081" y="2987"/>
                  </a:lnTo>
                  <a:lnTo>
                    <a:pt x="3174" y="2800"/>
                  </a:lnTo>
                  <a:lnTo>
                    <a:pt x="3221" y="2567"/>
                  </a:lnTo>
                  <a:lnTo>
                    <a:pt x="3221" y="2380"/>
                  </a:lnTo>
                  <a:lnTo>
                    <a:pt x="3548" y="2334"/>
                  </a:lnTo>
                  <a:lnTo>
                    <a:pt x="3828" y="2240"/>
                  </a:lnTo>
                  <a:lnTo>
                    <a:pt x="4061" y="2100"/>
                  </a:lnTo>
                  <a:lnTo>
                    <a:pt x="4294" y="1867"/>
                  </a:lnTo>
                  <a:lnTo>
                    <a:pt x="4388" y="1633"/>
                  </a:lnTo>
                  <a:lnTo>
                    <a:pt x="4481" y="1400"/>
                  </a:lnTo>
                  <a:lnTo>
                    <a:pt x="4481" y="1167"/>
                  </a:lnTo>
                  <a:lnTo>
                    <a:pt x="4481" y="933"/>
                  </a:lnTo>
                  <a:lnTo>
                    <a:pt x="4388" y="700"/>
                  </a:lnTo>
                  <a:lnTo>
                    <a:pt x="4294" y="513"/>
                  </a:lnTo>
                  <a:lnTo>
                    <a:pt x="4108" y="327"/>
                  </a:lnTo>
                  <a:lnTo>
                    <a:pt x="3921" y="140"/>
                  </a:lnTo>
                  <a:lnTo>
                    <a:pt x="3734" y="47"/>
                  </a:lnTo>
                  <a:lnTo>
                    <a:pt x="35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9" name="Google Shape;9299;p42"/>
            <p:cNvSpPr/>
            <p:nvPr/>
          </p:nvSpPr>
          <p:spPr>
            <a:xfrm>
              <a:off x="4080975" y="3495550"/>
              <a:ext cx="86350" cy="93375"/>
            </a:xfrm>
            <a:custGeom>
              <a:rect b="b" l="l" r="r" t="t"/>
              <a:pathLst>
                <a:path extrusionOk="0" h="3735" w="3454">
                  <a:moveTo>
                    <a:pt x="1867" y="1"/>
                  </a:moveTo>
                  <a:lnTo>
                    <a:pt x="1494" y="47"/>
                  </a:lnTo>
                  <a:lnTo>
                    <a:pt x="1167" y="141"/>
                  </a:lnTo>
                  <a:lnTo>
                    <a:pt x="840" y="327"/>
                  </a:lnTo>
                  <a:lnTo>
                    <a:pt x="560" y="561"/>
                  </a:lnTo>
                  <a:lnTo>
                    <a:pt x="327" y="841"/>
                  </a:lnTo>
                  <a:lnTo>
                    <a:pt x="140" y="1167"/>
                  </a:lnTo>
                  <a:lnTo>
                    <a:pt x="47" y="1494"/>
                  </a:lnTo>
                  <a:lnTo>
                    <a:pt x="0" y="1867"/>
                  </a:lnTo>
                  <a:lnTo>
                    <a:pt x="47" y="2241"/>
                  </a:lnTo>
                  <a:lnTo>
                    <a:pt x="140" y="2614"/>
                  </a:lnTo>
                  <a:lnTo>
                    <a:pt x="327" y="2941"/>
                  </a:lnTo>
                  <a:lnTo>
                    <a:pt x="560" y="3221"/>
                  </a:lnTo>
                  <a:lnTo>
                    <a:pt x="840" y="3407"/>
                  </a:lnTo>
                  <a:lnTo>
                    <a:pt x="1167" y="3594"/>
                  </a:lnTo>
                  <a:lnTo>
                    <a:pt x="1494" y="3687"/>
                  </a:lnTo>
                  <a:lnTo>
                    <a:pt x="1867" y="3734"/>
                  </a:lnTo>
                  <a:lnTo>
                    <a:pt x="2054" y="3734"/>
                  </a:lnTo>
                  <a:lnTo>
                    <a:pt x="2240" y="3687"/>
                  </a:lnTo>
                  <a:lnTo>
                    <a:pt x="2567" y="3547"/>
                  </a:lnTo>
                  <a:lnTo>
                    <a:pt x="2801" y="3314"/>
                  </a:lnTo>
                  <a:lnTo>
                    <a:pt x="3034" y="3034"/>
                  </a:lnTo>
                  <a:lnTo>
                    <a:pt x="3174" y="2707"/>
                  </a:lnTo>
                  <a:lnTo>
                    <a:pt x="3314" y="2381"/>
                  </a:lnTo>
                  <a:lnTo>
                    <a:pt x="3407" y="2054"/>
                  </a:lnTo>
                  <a:lnTo>
                    <a:pt x="3407" y="1821"/>
                  </a:lnTo>
                  <a:lnTo>
                    <a:pt x="3454" y="1447"/>
                  </a:lnTo>
                  <a:lnTo>
                    <a:pt x="3361" y="1074"/>
                  </a:lnTo>
                  <a:lnTo>
                    <a:pt x="3267" y="794"/>
                  </a:lnTo>
                  <a:lnTo>
                    <a:pt x="3081" y="514"/>
                  </a:lnTo>
                  <a:lnTo>
                    <a:pt x="2847" y="327"/>
                  </a:lnTo>
                  <a:lnTo>
                    <a:pt x="2567" y="141"/>
                  </a:lnTo>
                  <a:lnTo>
                    <a:pt x="2240" y="47"/>
                  </a:lnTo>
                  <a:lnTo>
                    <a:pt x="186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0" name="Google Shape;9300;p42"/>
            <p:cNvSpPr/>
            <p:nvPr/>
          </p:nvSpPr>
          <p:spPr>
            <a:xfrm>
              <a:off x="4098475" y="3292550"/>
              <a:ext cx="122525" cy="112025"/>
            </a:xfrm>
            <a:custGeom>
              <a:rect b="b" l="l" r="r" t="t"/>
              <a:pathLst>
                <a:path extrusionOk="0" h="4481" w="4901">
                  <a:moveTo>
                    <a:pt x="794" y="0"/>
                  </a:moveTo>
                  <a:lnTo>
                    <a:pt x="607" y="47"/>
                  </a:lnTo>
                  <a:lnTo>
                    <a:pt x="420" y="94"/>
                  </a:lnTo>
                  <a:lnTo>
                    <a:pt x="234" y="187"/>
                  </a:lnTo>
                  <a:lnTo>
                    <a:pt x="140" y="327"/>
                  </a:lnTo>
                  <a:lnTo>
                    <a:pt x="47" y="514"/>
                  </a:lnTo>
                  <a:lnTo>
                    <a:pt x="0" y="700"/>
                  </a:lnTo>
                  <a:lnTo>
                    <a:pt x="0" y="934"/>
                  </a:lnTo>
                  <a:lnTo>
                    <a:pt x="94" y="1214"/>
                  </a:lnTo>
                  <a:lnTo>
                    <a:pt x="280" y="1727"/>
                  </a:lnTo>
                  <a:lnTo>
                    <a:pt x="607" y="2334"/>
                  </a:lnTo>
                  <a:lnTo>
                    <a:pt x="1027" y="2894"/>
                  </a:lnTo>
                  <a:lnTo>
                    <a:pt x="1447" y="3407"/>
                  </a:lnTo>
                  <a:lnTo>
                    <a:pt x="1821" y="3827"/>
                  </a:lnTo>
                  <a:lnTo>
                    <a:pt x="2194" y="4107"/>
                  </a:lnTo>
                  <a:lnTo>
                    <a:pt x="2521" y="4294"/>
                  </a:lnTo>
                  <a:lnTo>
                    <a:pt x="2847" y="4434"/>
                  </a:lnTo>
                  <a:lnTo>
                    <a:pt x="3221" y="4481"/>
                  </a:lnTo>
                  <a:lnTo>
                    <a:pt x="3547" y="4434"/>
                  </a:lnTo>
                  <a:lnTo>
                    <a:pt x="3827" y="4341"/>
                  </a:lnTo>
                  <a:lnTo>
                    <a:pt x="4154" y="4154"/>
                  </a:lnTo>
                  <a:lnTo>
                    <a:pt x="4387" y="3921"/>
                  </a:lnTo>
                  <a:lnTo>
                    <a:pt x="4621" y="3594"/>
                  </a:lnTo>
                  <a:lnTo>
                    <a:pt x="4761" y="3360"/>
                  </a:lnTo>
                  <a:lnTo>
                    <a:pt x="4854" y="3034"/>
                  </a:lnTo>
                  <a:lnTo>
                    <a:pt x="4901" y="2754"/>
                  </a:lnTo>
                  <a:lnTo>
                    <a:pt x="4901" y="2380"/>
                  </a:lnTo>
                  <a:lnTo>
                    <a:pt x="4807" y="2054"/>
                  </a:lnTo>
                  <a:lnTo>
                    <a:pt x="4714" y="1727"/>
                  </a:lnTo>
                  <a:lnTo>
                    <a:pt x="4481" y="1447"/>
                  </a:lnTo>
                  <a:lnTo>
                    <a:pt x="4201" y="1214"/>
                  </a:lnTo>
                  <a:lnTo>
                    <a:pt x="3781" y="887"/>
                  </a:lnTo>
                  <a:lnTo>
                    <a:pt x="3221" y="560"/>
                  </a:lnTo>
                  <a:lnTo>
                    <a:pt x="2567" y="234"/>
                  </a:lnTo>
                  <a:lnTo>
                    <a:pt x="2194" y="140"/>
                  </a:lnTo>
                  <a:lnTo>
                    <a:pt x="1821" y="47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1" name="Google Shape;9301;p42"/>
            <p:cNvSpPr/>
            <p:nvPr/>
          </p:nvSpPr>
          <p:spPr>
            <a:xfrm>
              <a:off x="4153300" y="3331050"/>
              <a:ext cx="45525" cy="40850"/>
            </a:xfrm>
            <a:custGeom>
              <a:rect b="b" l="l" r="r" t="t"/>
              <a:pathLst>
                <a:path extrusionOk="0" h="1634" w="1821">
                  <a:moveTo>
                    <a:pt x="794" y="0"/>
                  </a:moveTo>
                  <a:lnTo>
                    <a:pt x="608" y="47"/>
                  </a:lnTo>
                  <a:lnTo>
                    <a:pt x="468" y="140"/>
                  </a:lnTo>
                  <a:lnTo>
                    <a:pt x="281" y="234"/>
                  </a:lnTo>
                  <a:lnTo>
                    <a:pt x="188" y="374"/>
                  </a:lnTo>
                  <a:lnTo>
                    <a:pt x="48" y="607"/>
                  </a:lnTo>
                  <a:lnTo>
                    <a:pt x="1" y="887"/>
                  </a:lnTo>
                  <a:lnTo>
                    <a:pt x="48" y="1074"/>
                  </a:lnTo>
                  <a:lnTo>
                    <a:pt x="141" y="1167"/>
                  </a:lnTo>
                  <a:lnTo>
                    <a:pt x="468" y="1400"/>
                  </a:lnTo>
                  <a:lnTo>
                    <a:pt x="794" y="1587"/>
                  </a:lnTo>
                  <a:lnTo>
                    <a:pt x="934" y="1634"/>
                  </a:lnTo>
                  <a:lnTo>
                    <a:pt x="1214" y="1634"/>
                  </a:lnTo>
                  <a:lnTo>
                    <a:pt x="1354" y="1587"/>
                  </a:lnTo>
                  <a:lnTo>
                    <a:pt x="1448" y="1494"/>
                  </a:lnTo>
                  <a:lnTo>
                    <a:pt x="1588" y="1400"/>
                  </a:lnTo>
                  <a:lnTo>
                    <a:pt x="1728" y="1074"/>
                  </a:lnTo>
                  <a:lnTo>
                    <a:pt x="1821" y="794"/>
                  </a:lnTo>
                  <a:lnTo>
                    <a:pt x="1821" y="654"/>
                  </a:lnTo>
                  <a:lnTo>
                    <a:pt x="1774" y="514"/>
                  </a:lnTo>
                  <a:lnTo>
                    <a:pt x="1728" y="420"/>
                  </a:lnTo>
                  <a:lnTo>
                    <a:pt x="1634" y="280"/>
                  </a:lnTo>
                  <a:lnTo>
                    <a:pt x="1494" y="140"/>
                  </a:lnTo>
                  <a:lnTo>
                    <a:pt x="1308" y="47"/>
                  </a:lnTo>
                  <a:lnTo>
                    <a:pt x="112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2" name="Google Shape;9302;p42"/>
            <p:cNvSpPr/>
            <p:nvPr/>
          </p:nvSpPr>
          <p:spPr>
            <a:xfrm>
              <a:off x="4125300" y="3271550"/>
              <a:ext cx="134200" cy="336025"/>
            </a:xfrm>
            <a:custGeom>
              <a:rect b="b" l="l" r="r" t="t"/>
              <a:pathLst>
                <a:path extrusionOk="0" h="13441" w="5368">
                  <a:moveTo>
                    <a:pt x="1" y="0"/>
                  </a:moveTo>
                  <a:lnTo>
                    <a:pt x="934" y="94"/>
                  </a:lnTo>
                  <a:lnTo>
                    <a:pt x="1821" y="280"/>
                  </a:lnTo>
                  <a:lnTo>
                    <a:pt x="2661" y="560"/>
                  </a:lnTo>
                  <a:lnTo>
                    <a:pt x="2988" y="700"/>
                  </a:lnTo>
                  <a:lnTo>
                    <a:pt x="3361" y="887"/>
                  </a:lnTo>
                  <a:lnTo>
                    <a:pt x="3641" y="1074"/>
                  </a:lnTo>
                  <a:lnTo>
                    <a:pt x="3921" y="1307"/>
                  </a:lnTo>
                  <a:lnTo>
                    <a:pt x="4154" y="1540"/>
                  </a:lnTo>
                  <a:lnTo>
                    <a:pt x="4341" y="1774"/>
                  </a:lnTo>
                  <a:lnTo>
                    <a:pt x="4481" y="2007"/>
                  </a:lnTo>
                  <a:lnTo>
                    <a:pt x="4621" y="2287"/>
                  </a:lnTo>
                  <a:lnTo>
                    <a:pt x="4668" y="2567"/>
                  </a:lnTo>
                  <a:lnTo>
                    <a:pt x="4714" y="2847"/>
                  </a:lnTo>
                  <a:lnTo>
                    <a:pt x="4668" y="3220"/>
                  </a:lnTo>
                  <a:lnTo>
                    <a:pt x="4528" y="3547"/>
                  </a:lnTo>
                  <a:lnTo>
                    <a:pt x="4341" y="3920"/>
                  </a:lnTo>
                  <a:lnTo>
                    <a:pt x="4108" y="4200"/>
                  </a:lnTo>
                  <a:lnTo>
                    <a:pt x="3968" y="4387"/>
                  </a:lnTo>
                  <a:lnTo>
                    <a:pt x="3968" y="4574"/>
                  </a:lnTo>
                  <a:lnTo>
                    <a:pt x="3968" y="12787"/>
                  </a:lnTo>
                  <a:lnTo>
                    <a:pt x="3874" y="13021"/>
                  </a:lnTo>
                  <a:lnTo>
                    <a:pt x="3734" y="13254"/>
                  </a:lnTo>
                  <a:lnTo>
                    <a:pt x="3548" y="13394"/>
                  </a:lnTo>
                  <a:lnTo>
                    <a:pt x="3314" y="13441"/>
                  </a:lnTo>
                  <a:lnTo>
                    <a:pt x="3968" y="13441"/>
                  </a:lnTo>
                  <a:lnTo>
                    <a:pt x="4248" y="13394"/>
                  </a:lnTo>
                  <a:lnTo>
                    <a:pt x="4434" y="13254"/>
                  </a:lnTo>
                  <a:lnTo>
                    <a:pt x="4574" y="13021"/>
                  </a:lnTo>
                  <a:lnTo>
                    <a:pt x="4621" y="12787"/>
                  </a:lnTo>
                  <a:lnTo>
                    <a:pt x="4621" y="4574"/>
                  </a:lnTo>
                  <a:lnTo>
                    <a:pt x="4668" y="4387"/>
                  </a:lnTo>
                  <a:lnTo>
                    <a:pt x="4761" y="4200"/>
                  </a:lnTo>
                  <a:lnTo>
                    <a:pt x="5041" y="3920"/>
                  </a:lnTo>
                  <a:lnTo>
                    <a:pt x="5228" y="3547"/>
                  </a:lnTo>
                  <a:lnTo>
                    <a:pt x="5321" y="3220"/>
                  </a:lnTo>
                  <a:lnTo>
                    <a:pt x="5368" y="2847"/>
                  </a:lnTo>
                  <a:lnTo>
                    <a:pt x="5368" y="2567"/>
                  </a:lnTo>
                  <a:lnTo>
                    <a:pt x="5274" y="2287"/>
                  </a:lnTo>
                  <a:lnTo>
                    <a:pt x="5181" y="2007"/>
                  </a:lnTo>
                  <a:lnTo>
                    <a:pt x="4994" y="1727"/>
                  </a:lnTo>
                  <a:lnTo>
                    <a:pt x="4761" y="1494"/>
                  </a:lnTo>
                  <a:lnTo>
                    <a:pt x="4528" y="1260"/>
                  </a:lnTo>
                  <a:lnTo>
                    <a:pt x="4248" y="1027"/>
                  </a:lnTo>
                  <a:lnTo>
                    <a:pt x="3921" y="840"/>
                  </a:lnTo>
                  <a:lnTo>
                    <a:pt x="3548" y="654"/>
                  </a:lnTo>
                  <a:lnTo>
                    <a:pt x="3174" y="467"/>
                  </a:lnTo>
                  <a:lnTo>
                    <a:pt x="2754" y="327"/>
                  </a:lnTo>
                  <a:lnTo>
                    <a:pt x="2288" y="187"/>
                  </a:lnTo>
                  <a:lnTo>
                    <a:pt x="1821" y="94"/>
                  </a:lnTo>
                  <a:lnTo>
                    <a:pt x="1354" y="47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3" name="Google Shape;9303;p42"/>
            <p:cNvSpPr/>
            <p:nvPr/>
          </p:nvSpPr>
          <p:spPr>
            <a:xfrm>
              <a:off x="4118300" y="3292550"/>
              <a:ext cx="109700" cy="112025"/>
            </a:xfrm>
            <a:custGeom>
              <a:rect b="b" l="l" r="r" t="t"/>
              <a:pathLst>
                <a:path extrusionOk="0" h="4481" w="4388">
                  <a:moveTo>
                    <a:pt x="1" y="0"/>
                  </a:moveTo>
                  <a:lnTo>
                    <a:pt x="421" y="47"/>
                  </a:lnTo>
                  <a:lnTo>
                    <a:pt x="841" y="140"/>
                  </a:lnTo>
                  <a:lnTo>
                    <a:pt x="1634" y="420"/>
                  </a:lnTo>
                  <a:lnTo>
                    <a:pt x="2381" y="700"/>
                  </a:lnTo>
                  <a:lnTo>
                    <a:pt x="2941" y="1027"/>
                  </a:lnTo>
                  <a:lnTo>
                    <a:pt x="3221" y="1260"/>
                  </a:lnTo>
                  <a:lnTo>
                    <a:pt x="3454" y="1587"/>
                  </a:lnTo>
                  <a:lnTo>
                    <a:pt x="3594" y="1914"/>
                  </a:lnTo>
                  <a:lnTo>
                    <a:pt x="3688" y="2240"/>
                  </a:lnTo>
                  <a:lnTo>
                    <a:pt x="3734" y="2614"/>
                  </a:lnTo>
                  <a:lnTo>
                    <a:pt x="3688" y="2987"/>
                  </a:lnTo>
                  <a:lnTo>
                    <a:pt x="3594" y="3360"/>
                  </a:lnTo>
                  <a:lnTo>
                    <a:pt x="3361" y="3687"/>
                  </a:lnTo>
                  <a:lnTo>
                    <a:pt x="3128" y="3967"/>
                  </a:lnTo>
                  <a:lnTo>
                    <a:pt x="2848" y="4201"/>
                  </a:lnTo>
                  <a:lnTo>
                    <a:pt x="2521" y="4341"/>
                  </a:lnTo>
                  <a:lnTo>
                    <a:pt x="2148" y="4434"/>
                  </a:lnTo>
                  <a:lnTo>
                    <a:pt x="2428" y="4481"/>
                  </a:lnTo>
                  <a:lnTo>
                    <a:pt x="2708" y="4481"/>
                  </a:lnTo>
                  <a:lnTo>
                    <a:pt x="2941" y="4434"/>
                  </a:lnTo>
                  <a:lnTo>
                    <a:pt x="3221" y="4341"/>
                  </a:lnTo>
                  <a:lnTo>
                    <a:pt x="3454" y="4247"/>
                  </a:lnTo>
                  <a:lnTo>
                    <a:pt x="3688" y="4061"/>
                  </a:lnTo>
                  <a:lnTo>
                    <a:pt x="3874" y="3874"/>
                  </a:lnTo>
                  <a:lnTo>
                    <a:pt x="4061" y="3687"/>
                  </a:lnTo>
                  <a:lnTo>
                    <a:pt x="4248" y="3360"/>
                  </a:lnTo>
                  <a:lnTo>
                    <a:pt x="4388" y="2987"/>
                  </a:lnTo>
                  <a:lnTo>
                    <a:pt x="4388" y="2614"/>
                  </a:lnTo>
                  <a:lnTo>
                    <a:pt x="4388" y="2240"/>
                  </a:lnTo>
                  <a:lnTo>
                    <a:pt x="4294" y="1914"/>
                  </a:lnTo>
                  <a:lnTo>
                    <a:pt x="4108" y="1587"/>
                  </a:lnTo>
                  <a:lnTo>
                    <a:pt x="3921" y="1260"/>
                  </a:lnTo>
                  <a:lnTo>
                    <a:pt x="3594" y="1027"/>
                  </a:lnTo>
                  <a:lnTo>
                    <a:pt x="3314" y="840"/>
                  </a:lnTo>
                  <a:lnTo>
                    <a:pt x="2894" y="654"/>
                  </a:lnTo>
                  <a:lnTo>
                    <a:pt x="2428" y="467"/>
                  </a:lnTo>
                  <a:lnTo>
                    <a:pt x="1961" y="280"/>
                  </a:lnTo>
                  <a:lnTo>
                    <a:pt x="1448" y="140"/>
                  </a:lnTo>
                  <a:lnTo>
                    <a:pt x="934" y="47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4" name="Google Shape;9304;p42"/>
            <p:cNvSpPr/>
            <p:nvPr/>
          </p:nvSpPr>
          <p:spPr>
            <a:xfrm>
              <a:off x="4119475" y="3495550"/>
              <a:ext cx="54850" cy="93375"/>
            </a:xfrm>
            <a:custGeom>
              <a:rect b="b" l="l" r="r" t="t"/>
              <a:pathLst>
                <a:path extrusionOk="0" h="3735" w="2194">
                  <a:moveTo>
                    <a:pt x="327" y="1"/>
                  </a:moveTo>
                  <a:lnTo>
                    <a:pt x="0" y="47"/>
                  </a:lnTo>
                  <a:lnTo>
                    <a:pt x="327" y="141"/>
                  </a:lnTo>
                  <a:lnTo>
                    <a:pt x="607" y="281"/>
                  </a:lnTo>
                  <a:lnTo>
                    <a:pt x="887" y="467"/>
                  </a:lnTo>
                  <a:lnTo>
                    <a:pt x="1074" y="654"/>
                  </a:lnTo>
                  <a:lnTo>
                    <a:pt x="1261" y="934"/>
                  </a:lnTo>
                  <a:lnTo>
                    <a:pt x="1401" y="1214"/>
                  </a:lnTo>
                  <a:lnTo>
                    <a:pt x="1494" y="1541"/>
                  </a:lnTo>
                  <a:lnTo>
                    <a:pt x="1541" y="1867"/>
                  </a:lnTo>
                  <a:lnTo>
                    <a:pt x="1494" y="2194"/>
                  </a:lnTo>
                  <a:lnTo>
                    <a:pt x="1401" y="2521"/>
                  </a:lnTo>
                  <a:lnTo>
                    <a:pt x="1261" y="2801"/>
                  </a:lnTo>
                  <a:lnTo>
                    <a:pt x="1074" y="3081"/>
                  </a:lnTo>
                  <a:lnTo>
                    <a:pt x="887" y="3314"/>
                  </a:lnTo>
                  <a:lnTo>
                    <a:pt x="607" y="3501"/>
                  </a:lnTo>
                  <a:lnTo>
                    <a:pt x="327" y="3641"/>
                  </a:lnTo>
                  <a:lnTo>
                    <a:pt x="0" y="3734"/>
                  </a:lnTo>
                  <a:lnTo>
                    <a:pt x="327" y="3734"/>
                  </a:lnTo>
                  <a:lnTo>
                    <a:pt x="700" y="3687"/>
                  </a:lnTo>
                  <a:lnTo>
                    <a:pt x="1074" y="3594"/>
                  </a:lnTo>
                  <a:lnTo>
                    <a:pt x="1401" y="3407"/>
                  </a:lnTo>
                  <a:lnTo>
                    <a:pt x="1681" y="3221"/>
                  </a:lnTo>
                  <a:lnTo>
                    <a:pt x="1914" y="2941"/>
                  </a:lnTo>
                  <a:lnTo>
                    <a:pt x="2054" y="2614"/>
                  </a:lnTo>
                  <a:lnTo>
                    <a:pt x="2194" y="2241"/>
                  </a:lnTo>
                  <a:lnTo>
                    <a:pt x="2194" y="1867"/>
                  </a:lnTo>
                  <a:lnTo>
                    <a:pt x="2194" y="1494"/>
                  </a:lnTo>
                  <a:lnTo>
                    <a:pt x="2054" y="1167"/>
                  </a:lnTo>
                  <a:lnTo>
                    <a:pt x="1914" y="841"/>
                  </a:lnTo>
                  <a:lnTo>
                    <a:pt x="1681" y="561"/>
                  </a:lnTo>
                  <a:lnTo>
                    <a:pt x="1401" y="327"/>
                  </a:lnTo>
                  <a:lnTo>
                    <a:pt x="1074" y="141"/>
                  </a:lnTo>
                  <a:lnTo>
                    <a:pt x="700" y="47"/>
                  </a:lnTo>
                  <a:lnTo>
                    <a:pt x="32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5" name="Google Shape;9305;p42"/>
            <p:cNvSpPr/>
            <p:nvPr/>
          </p:nvSpPr>
          <p:spPr>
            <a:xfrm>
              <a:off x="4153300" y="3338050"/>
              <a:ext cx="46700" cy="39700"/>
            </a:xfrm>
            <a:custGeom>
              <a:rect b="b" l="l" r="r" t="t"/>
              <a:pathLst>
                <a:path extrusionOk="0" h="1588" w="1868">
                  <a:moveTo>
                    <a:pt x="1634" y="0"/>
                  </a:moveTo>
                  <a:lnTo>
                    <a:pt x="1588" y="280"/>
                  </a:lnTo>
                  <a:lnTo>
                    <a:pt x="1448" y="514"/>
                  </a:lnTo>
                  <a:lnTo>
                    <a:pt x="1354" y="654"/>
                  </a:lnTo>
                  <a:lnTo>
                    <a:pt x="1168" y="747"/>
                  </a:lnTo>
                  <a:lnTo>
                    <a:pt x="1028" y="840"/>
                  </a:lnTo>
                  <a:lnTo>
                    <a:pt x="841" y="887"/>
                  </a:lnTo>
                  <a:lnTo>
                    <a:pt x="514" y="887"/>
                  </a:lnTo>
                  <a:lnTo>
                    <a:pt x="328" y="840"/>
                  </a:lnTo>
                  <a:lnTo>
                    <a:pt x="141" y="747"/>
                  </a:lnTo>
                  <a:lnTo>
                    <a:pt x="1" y="607"/>
                  </a:lnTo>
                  <a:lnTo>
                    <a:pt x="1" y="840"/>
                  </a:lnTo>
                  <a:lnTo>
                    <a:pt x="94" y="1027"/>
                  </a:lnTo>
                  <a:lnTo>
                    <a:pt x="234" y="1214"/>
                  </a:lnTo>
                  <a:lnTo>
                    <a:pt x="374" y="1400"/>
                  </a:lnTo>
                  <a:lnTo>
                    <a:pt x="561" y="1494"/>
                  </a:lnTo>
                  <a:lnTo>
                    <a:pt x="748" y="1540"/>
                  </a:lnTo>
                  <a:lnTo>
                    <a:pt x="934" y="1587"/>
                  </a:lnTo>
                  <a:lnTo>
                    <a:pt x="1074" y="1540"/>
                  </a:lnTo>
                  <a:lnTo>
                    <a:pt x="1261" y="1494"/>
                  </a:lnTo>
                  <a:lnTo>
                    <a:pt x="1448" y="1447"/>
                  </a:lnTo>
                  <a:lnTo>
                    <a:pt x="1588" y="1307"/>
                  </a:lnTo>
                  <a:lnTo>
                    <a:pt x="1681" y="1167"/>
                  </a:lnTo>
                  <a:lnTo>
                    <a:pt x="1774" y="1027"/>
                  </a:lnTo>
                  <a:lnTo>
                    <a:pt x="1821" y="887"/>
                  </a:lnTo>
                  <a:lnTo>
                    <a:pt x="1868" y="560"/>
                  </a:lnTo>
                  <a:lnTo>
                    <a:pt x="1821" y="280"/>
                  </a:lnTo>
                  <a:lnTo>
                    <a:pt x="16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6" name="Google Shape;9306;p42"/>
            <p:cNvSpPr/>
            <p:nvPr/>
          </p:nvSpPr>
          <p:spPr>
            <a:xfrm>
              <a:off x="4001625" y="3339225"/>
              <a:ext cx="105050" cy="133025"/>
            </a:xfrm>
            <a:custGeom>
              <a:rect b="b" l="l" r="r" t="t"/>
              <a:pathLst>
                <a:path extrusionOk="0" h="5321" w="4202">
                  <a:moveTo>
                    <a:pt x="3128" y="0"/>
                  </a:moveTo>
                  <a:lnTo>
                    <a:pt x="3268" y="140"/>
                  </a:lnTo>
                  <a:lnTo>
                    <a:pt x="3314" y="327"/>
                  </a:lnTo>
                  <a:lnTo>
                    <a:pt x="3361" y="513"/>
                  </a:lnTo>
                  <a:lnTo>
                    <a:pt x="3408" y="700"/>
                  </a:lnTo>
                  <a:lnTo>
                    <a:pt x="3408" y="887"/>
                  </a:lnTo>
                  <a:lnTo>
                    <a:pt x="3361" y="1073"/>
                  </a:lnTo>
                  <a:lnTo>
                    <a:pt x="3268" y="1260"/>
                  </a:lnTo>
                  <a:lnTo>
                    <a:pt x="3174" y="1400"/>
                  </a:lnTo>
                  <a:lnTo>
                    <a:pt x="2988" y="1633"/>
                  </a:lnTo>
                  <a:lnTo>
                    <a:pt x="2708" y="1820"/>
                  </a:lnTo>
                  <a:lnTo>
                    <a:pt x="2428" y="1913"/>
                  </a:lnTo>
                  <a:lnTo>
                    <a:pt x="2148" y="1913"/>
                  </a:lnTo>
                  <a:lnTo>
                    <a:pt x="2101" y="2147"/>
                  </a:lnTo>
                  <a:lnTo>
                    <a:pt x="2054" y="2334"/>
                  </a:lnTo>
                  <a:lnTo>
                    <a:pt x="1961" y="2567"/>
                  </a:lnTo>
                  <a:lnTo>
                    <a:pt x="1868" y="2754"/>
                  </a:lnTo>
                  <a:lnTo>
                    <a:pt x="1728" y="2894"/>
                  </a:lnTo>
                  <a:lnTo>
                    <a:pt x="1588" y="3034"/>
                  </a:lnTo>
                  <a:lnTo>
                    <a:pt x="1401" y="3174"/>
                  </a:lnTo>
                  <a:lnTo>
                    <a:pt x="1214" y="3267"/>
                  </a:lnTo>
                  <a:lnTo>
                    <a:pt x="1308" y="3547"/>
                  </a:lnTo>
                  <a:lnTo>
                    <a:pt x="1308" y="3827"/>
                  </a:lnTo>
                  <a:lnTo>
                    <a:pt x="1214" y="4107"/>
                  </a:lnTo>
                  <a:lnTo>
                    <a:pt x="1074" y="4387"/>
                  </a:lnTo>
                  <a:lnTo>
                    <a:pt x="888" y="4620"/>
                  </a:lnTo>
                  <a:lnTo>
                    <a:pt x="608" y="4760"/>
                  </a:lnTo>
                  <a:lnTo>
                    <a:pt x="328" y="4854"/>
                  </a:lnTo>
                  <a:lnTo>
                    <a:pt x="1" y="4854"/>
                  </a:lnTo>
                  <a:lnTo>
                    <a:pt x="188" y="5040"/>
                  </a:lnTo>
                  <a:lnTo>
                    <a:pt x="374" y="5180"/>
                  </a:lnTo>
                  <a:lnTo>
                    <a:pt x="608" y="5274"/>
                  </a:lnTo>
                  <a:lnTo>
                    <a:pt x="841" y="5320"/>
                  </a:lnTo>
                  <a:lnTo>
                    <a:pt x="1074" y="5320"/>
                  </a:lnTo>
                  <a:lnTo>
                    <a:pt x="1308" y="5227"/>
                  </a:lnTo>
                  <a:lnTo>
                    <a:pt x="1541" y="5134"/>
                  </a:lnTo>
                  <a:lnTo>
                    <a:pt x="1728" y="4994"/>
                  </a:lnTo>
                  <a:lnTo>
                    <a:pt x="1914" y="4807"/>
                  </a:lnTo>
                  <a:lnTo>
                    <a:pt x="2054" y="4527"/>
                  </a:lnTo>
                  <a:lnTo>
                    <a:pt x="2101" y="4247"/>
                  </a:lnTo>
                  <a:lnTo>
                    <a:pt x="2101" y="3967"/>
                  </a:lnTo>
                  <a:lnTo>
                    <a:pt x="2054" y="3687"/>
                  </a:lnTo>
                  <a:lnTo>
                    <a:pt x="2241" y="3594"/>
                  </a:lnTo>
                  <a:lnTo>
                    <a:pt x="2381" y="3500"/>
                  </a:lnTo>
                  <a:lnTo>
                    <a:pt x="2568" y="3360"/>
                  </a:lnTo>
                  <a:lnTo>
                    <a:pt x="2708" y="3174"/>
                  </a:lnTo>
                  <a:lnTo>
                    <a:pt x="2801" y="2987"/>
                  </a:lnTo>
                  <a:lnTo>
                    <a:pt x="2894" y="2800"/>
                  </a:lnTo>
                  <a:lnTo>
                    <a:pt x="2941" y="2567"/>
                  </a:lnTo>
                  <a:lnTo>
                    <a:pt x="2941" y="2380"/>
                  </a:lnTo>
                  <a:lnTo>
                    <a:pt x="3268" y="2334"/>
                  </a:lnTo>
                  <a:lnTo>
                    <a:pt x="3548" y="2240"/>
                  </a:lnTo>
                  <a:lnTo>
                    <a:pt x="3781" y="2100"/>
                  </a:lnTo>
                  <a:lnTo>
                    <a:pt x="4014" y="1867"/>
                  </a:lnTo>
                  <a:lnTo>
                    <a:pt x="4108" y="1633"/>
                  </a:lnTo>
                  <a:lnTo>
                    <a:pt x="4201" y="1400"/>
                  </a:lnTo>
                  <a:lnTo>
                    <a:pt x="4201" y="1167"/>
                  </a:lnTo>
                  <a:lnTo>
                    <a:pt x="4201" y="933"/>
                  </a:lnTo>
                  <a:lnTo>
                    <a:pt x="4108" y="700"/>
                  </a:lnTo>
                  <a:lnTo>
                    <a:pt x="4014" y="513"/>
                  </a:lnTo>
                  <a:lnTo>
                    <a:pt x="3828" y="327"/>
                  </a:lnTo>
                  <a:lnTo>
                    <a:pt x="3641" y="140"/>
                  </a:lnTo>
                  <a:lnTo>
                    <a:pt x="3408" y="47"/>
                  </a:lnTo>
                  <a:lnTo>
                    <a:pt x="312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7" name="Google Shape;9307;p42"/>
            <p:cNvSpPr/>
            <p:nvPr/>
          </p:nvSpPr>
          <p:spPr>
            <a:xfrm>
              <a:off x="4010975" y="3329875"/>
              <a:ext cx="243850" cy="246200"/>
            </a:xfrm>
            <a:custGeom>
              <a:rect b="b" l="l" r="r" t="t"/>
              <a:pathLst>
                <a:path extrusionOk="0" h="9848" w="9754">
                  <a:moveTo>
                    <a:pt x="3034" y="1"/>
                  </a:moveTo>
                  <a:lnTo>
                    <a:pt x="2987" y="47"/>
                  </a:lnTo>
                  <a:lnTo>
                    <a:pt x="2707" y="701"/>
                  </a:lnTo>
                  <a:lnTo>
                    <a:pt x="2707" y="747"/>
                  </a:lnTo>
                  <a:lnTo>
                    <a:pt x="2754" y="841"/>
                  </a:lnTo>
                  <a:lnTo>
                    <a:pt x="2940" y="981"/>
                  </a:lnTo>
                  <a:lnTo>
                    <a:pt x="3080" y="1167"/>
                  </a:lnTo>
                  <a:lnTo>
                    <a:pt x="3174" y="1401"/>
                  </a:lnTo>
                  <a:lnTo>
                    <a:pt x="3220" y="1681"/>
                  </a:lnTo>
                  <a:lnTo>
                    <a:pt x="3127" y="1961"/>
                  </a:lnTo>
                  <a:lnTo>
                    <a:pt x="2987" y="2241"/>
                  </a:lnTo>
                  <a:lnTo>
                    <a:pt x="2707" y="2381"/>
                  </a:lnTo>
                  <a:lnTo>
                    <a:pt x="2427" y="2474"/>
                  </a:lnTo>
                  <a:lnTo>
                    <a:pt x="2240" y="2474"/>
                  </a:lnTo>
                  <a:lnTo>
                    <a:pt x="2007" y="2428"/>
                  </a:lnTo>
                  <a:lnTo>
                    <a:pt x="1960" y="2428"/>
                  </a:lnTo>
                  <a:lnTo>
                    <a:pt x="1867" y="2474"/>
                  </a:lnTo>
                  <a:lnTo>
                    <a:pt x="0" y="6674"/>
                  </a:lnTo>
                  <a:lnTo>
                    <a:pt x="0" y="6768"/>
                  </a:lnTo>
                  <a:lnTo>
                    <a:pt x="47" y="6861"/>
                  </a:lnTo>
                  <a:lnTo>
                    <a:pt x="1820" y="7654"/>
                  </a:lnTo>
                  <a:lnTo>
                    <a:pt x="1914" y="7654"/>
                  </a:lnTo>
                  <a:lnTo>
                    <a:pt x="1960" y="7608"/>
                  </a:lnTo>
                  <a:lnTo>
                    <a:pt x="2100" y="7421"/>
                  </a:lnTo>
                  <a:lnTo>
                    <a:pt x="2287" y="7328"/>
                  </a:lnTo>
                  <a:lnTo>
                    <a:pt x="2520" y="7234"/>
                  </a:lnTo>
                  <a:lnTo>
                    <a:pt x="2940" y="7234"/>
                  </a:lnTo>
                  <a:lnTo>
                    <a:pt x="3080" y="7328"/>
                  </a:lnTo>
                  <a:lnTo>
                    <a:pt x="3267" y="7421"/>
                  </a:lnTo>
                  <a:lnTo>
                    <a:pt x="3360" y="7514"/>
                  </a:lnTo>
                  <a:lnTo>
                    <a:pt x="3454" y="7654"/>
                  </a:lnTo>
                  <a:lnTo>
                    <a:pt x="3547" y="7794"/>
                  </a:lnTo>
                  <a:lnTo>
                    <a:pt x="3594" y="7934"/>
                  </a:lnTo>
                  <a:lnTo>
                    <a:pt x="3594" y="8121"/>
                  </a:lnTo>
                  <a:lnTo>
                    <a:pt x="3594" y="8354"/>
                  </a:lnTo>
                  <a:lnTo>
                    <a:pt x="3594" y="8401"/>
                  </a:lnTo>
                  <a:lnTo>
                    <a:pt x="3640" y="8448"/>
                  </a:lnTo>
                  <a:lnTo>
                    <a:pt x="6674" y="9848"/>
                  </a:lnTo>
                  <a:lnTo>
                    <a:pt x="6721" y="9801"/>
                  </a:lnTo>
                  <a:lnTo>
                    <a:pt x="6721" y="9754"/>
                  </a:lnTo>
                  <a:lnTo>
                    <a:pt x="6721" y="9661"/>
                  </a:lnTo>
                  <a:lnTo>
                    <a:pt x="9567" y="3128"/>
                  </a:lnTo>
                  <a:lnTo>
                    <a:pt x="9707" y="3034"/>
                  </a:lnTo>
                  <a:lnTo>
                    <a:pt x="9754" y="3034"/>
                  </a:lnTo>
                  <a:lnTo>
                    <a:pt x="9754" y="2988"/>
                  </a:lnTo>
                  <a:lnTo>
                    <a:pt x="7981" y="2194"/>
                  </a:lnTo>
                  <a:lnTo>
                    <a:pt x="7841" y="2194"/>
                  </a:lnTo>
                  <a:lnTo>
                    <a:pt x="7607" y="2334"/>
                  </a:lnTo>
                  <a:lnTo>
                    <a:pt x="7374" y="2381"/>
                  </a:lnTo>
                  <a:lnTo>
                    <a:pt x="7141" y="2334"/>
                  </a:lnTo>
                  <a:lnTo>
                    <a:pt x="6954" y="2241"/>
                  </a:lnTo>
                  <a:lnTo>
                    <a:pt x="6767" y="2054"/>
                  </a:lnTo>
                  <a:lnTo>
                    <a:pt x="6674" y="1867"/>
                  </a:lnTo>
                  <a:lnTo>
                    <a:pt x="6674" y="1681"/>
                  </a:lnTo>
                  <a:lnTo>
                    <a:pt x="6627" y="1634"/>
                  </a:lnTo>
                  <a:lnTo>
                    <a:pt x="6581" y="1587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8" name="Google Shape;9308;p42"/>
            <p:cNvSpPr/>
            <p:nvPr/>
          </p:nvSpPr>
          <p:spPr>
            <a:xfrm>
              <a:off x="4161475" y="3397550"/>
              <a:ext cx="94525" cy="178525"/>
            </a:xfrm>
            <a:custGeom>
              <a:rect b="b" l="l" r="r" t="t"/>
              <a:pathLst>
                <a:path extrusionOk="0" h="7141" w="3781">
                  <a:moveTo>
                    <a:pt x="3081" y="1"/>
                  </a:moveTo>
                  <a:lnTo>
                    <a:pt x="3127" y="47"/>
                  </a:lnTo>
                  <a:lnTo>
                    <a:pt x="3127" y="141"/>
                  </a:lnTo>
                  <a:lnTo>
                    <a:pt x="141" y="6767"/>
                  </a:lnTo>
                  <a:lnTo>
                    <a:pt x="94" y="6814"/>
                  </a:lnTo>
                  <a:lnTo>
                    <a:pt x="1" y="6814"/>
                  </a:lnTo>
                  <a:lnTo>
                    <a:pt x="654" y="7141"/>
                  </a:lnTo>
                  <a:lnTo>
                    <a:pt x="747" y="7141"/>
                  </a:lnTo>
                  <a:lnTo>
                    <a:pt x="794" y="7047"/>
                  </a:lnTo>
                  <a:lnTo>
                    <a:pt x="3781" y="421"/>
                  </a:lnTo>
                  <a:lnTo>
                    <a:pt x="3781" y="327"/>
                  </a:lnTo>
                  <a:lnTo>
                    <a:pt x="3734" y="281"/>
                  </a:lnTo>
                  <a:lnTo>
                    <a:pt x="308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9" name="Google Shape;9309;p42"/>
            <p:cNvSpPr/>
            <p:nvPr/>
          </p:nvSpPr>
          <p:spPr>
            <a:xfrm>
              <a:off x="4101975" y="3394050"/>
              <a:ext cx="45525" cy="45525"/>
            </a:xfrm>
            <a:custGeom>
              <a:rect b="b" l="l" r="r" t="t"/>
              <a:pathLst>
                <a:path extrusionOk="0" h="1821" w="1821">
                  <a:moveTo>
                    <a:pt x="887" y="1"/>
                  </a:moveTo>
                  <a:lnTo>
                    <a:pt x="700" y="47"/>
                  </a:lnTo>
                  <a:lnTo>
                    <a:pt x="560" y="94"/>
                  </a:lnTo>
                  <a:lnTo>
                    <a:pt x="374" y="187"/>
                  </a:lnTo>
                  <a:lnTo>
                    <a:pt x="234" y="281"/>
                  </a:lnTo>
                  <a:lnTo>
                    <a:pt x="140" y="421"/>
                  </a:lnTo>
                  <a:lnTo>
                    <a:pt x="47" y="561"/>
                  </a:lnTo>
                  <a:lnTo>
                    <a:pt x="0" y="747"/>
                  </a:lnTo>
                  <a:lnTo>
                    <a:pt x="0" y="934"/>
                  </a:lnTo>
                  <a:lnTo>
                    <a:pt x="0" y="1121"/>
                  </a:lnTo>
                  <a:lnTo>
                    <a:pt x="47" y="1261"/>
                  </a:lnTo>
                  <a:lnTo>
                    <a:pt x="140" y="1447"/>
                  </a:lnTo>
                  <a:lnTo>
                    <a:pt x="234" y="1587"/>
                  </a:lnTo>
                  <a:lnTo>
                    <a:pt x="374" y="1681"/>
                  </a:lnTo>
                  <a:lnTo>
                    <a:pt x="560" y="1774"/>
                  </a:lnTo>
                  <a:lnTo>
                    <a:pt x="700" y="1821"/>
                  </a:lnTo>
                  <a:lnTo>
                    <a:pt x="1074" y="1821"/>
                  </a:lnTo>
                  <a:lnTo>
                    <a:pt x="1260" y="1774"/>
                  </a:lnTo>
                  <a:lnTo>
                    <a:pt x="1400" y="1681"/>
                  </a:lnTo>
                  <a:lnTo>
                    <a:pt x="1541" y="1587"/>
                  </a:lnTo>
                  <a:lnTo>
                    <a:pt x="1681" y="1447"/>
                  </a:lnTo>
                  <a:lnTo>
                    <a:pt x="1727" y="1261"/>
                  </a:lnTo>
                  <a:lnTo>
                    <a:pt x="1774" y="1121"/>
                  </a:lnTo>
                  <a:lnTo>
                    <a:pt x="1821" y="934"/>
                  </a:lnTo>
                  <a:lnTo>
                    <a:pt x="1774" y="747"/>
                  </a:lnTo>
                  <a:lnTo>
                    <a:pt x="1727" y="561"/>
                  </a:lnTo>
                  <a:lnTo>
                    <a:pt x="1681" y="421"/>
                  </a:lnTo>
                  <a:lnTo>
                    <a:pt x="1541" y="281"/>
                  </a:lnTo>
                  <a:lnTo>
                    <a:pt x="1400" y="187"/>
                  </a:lnTo>
                  <a:lnTo>
                    <a:pt x="1260" y="94"/>
                  </a:lnTo>
                  <a:lnTo>
                    <a:pt x="1074" y="47"/>
                  </a:lnTo>
                  <a:lnTo>
                    <a:pt x="8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0" name="Google Shape;9310;p42"/>
            <p:cNvSpPr/>
            <p:nvPr/>
          </p:nvSpPr>
          <p:spPr>
            <a:xfrm>
              <a:off x="4150975" y="3476875"/>
              <a:ext cx="31525" cy="31525"/>
            </a:xfrm>
            <a:custGeom>
              <a:rect b="b" l="l" r="r" t="t"/>
              <a:pathLst>
                <a:path extrusionOk="0" h="1261" w="1261">
                  <a:moveTo>
                    <a:pt x="607" y="1"/>
                  </a:moveTo>
                  <a:lnTo>
                    <a:pt x="374" y="48"/>
                  </a:lnTo>
                  <a:lnTo>
                    <a:pt x="187" y="188"/>
                  </a:lnTo>
                  <a:lnTo>
                    <a:pt x="47" y="374"/>
                  </a:lnTo>
                  <a:lnTo>
                    <a:pt x="1" y="654"/>
                  </a:lnTo>
                  <a:lnTo>
                    <a:pt x="47" y="888"/>
                  </a:lnTo>
                  <a:lnTo>
                    <a:pt x="187" y="1074"/>
                  </a:lnTo>
                  <a:lnTo>
                    <a:pt x="374" y="1214"/>
                  </a:lnTo>
                  <a:lnTo>
                    <a:pt x="607" y="1261"/>
                  </a:lnTo>
                  <a:lnTo>
                    <a:pt x="887" y="1214"/>
                  </a:lnTo>
                  <a:lnTo>
                    <a:pt x="1074" y="1074"/>
                  </a:lnTo>
                  <a:lnTo>
                    <a:pt x="1214" y="888"/>
                  </a:lnTo>
                  <a:lnTo>
                    <a:pt x="1261" y="654"/>
                  </a:lnTo>
                  <a:lnTo>
                    <a:pt x="1214" y="374"/>
                  </a:lnTo>
                  <a:lnTo>
                    <a:pt x="1074" y="188"/>
                  </a:lnTo>
                  <a:lnTo>
                    <a:pt x="887" y="48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11" name="Google Shape;9311;p42"/>
          <p:cNvGrpSpPr/>
          <p:nvPr/>
        </p:nvGrpSpPr>
        <p:grpSpPr>
          <a:xfrm>
            <a:off x="5051046" y="3289563"/>
            <a:ext cx="250850" cy="336025"/>
            <a:chOff x="5510200" y="3966900"/>
            <a:chExt cx="250850" cy="336025"/>
          </a:xfrm>
        </p:grpSpPr>
        <p:sp>
          <p:nvSpPr>
            <p:cNvPr id="9312" name="Google Shape;9312;p42"/>
            <p:cNvSpPr/>
            <p:nvPr/>
          </p:nvSpPr>
          <p:spPr>
            <a:xfrm>
              <a:off x="5636200" y="3982075"/>
              <a:ext cx="80525" cy="54850"/>
            </a:xfrm>
            <a:custGeom>
              <a:rect b="b" l="l" r="r" t="t"/>
              <a:pathLst>
                <a:path extrusionOk="0" h="2194" w="3221">
                  <a:moveTo>
                    <a:pt x="0" y="0"/>
                  </a:moveTo>
                  <a:lnTo>
                    <a:pt x="0" y="2194"/>
                  </a:lnTo>
                  <a:lnTo>
                    <a:pt x="3174" y="2194"/>
                  </a:lnTo>
                  <a:lnTo>
                    <a:pt x="3174" y="2147"/>
                  </a:lnTo>
                  <a:lnTo>
                    <a:pt x="3127" y="2054"/>
                  </a:lnTo>
                  <a:lnTo>
                    <a:pt x="2894" y="1727"/>
                  </a:lnTo>
                  <a:lnTo>
                    <a:pt x="2567" y="1260"/>
                  </a:lnTo>
                  <a:lnTo>
                    <a:pt x="2520" y="1167"/>
                  </a:lnTo>
                  <a:lnTo>
                    <a:pt x="2474" y="1027"/>
                  </a:lnTo>
                  <a:lnTo>
                    <a:pt x="2987" y="234"/>
                  </a:lnTo>
                  <a:lnTo>
                    <a:pt x="3174" y="94"/>
                  </a:lnTo>
                  <a:lnTo>
                    <a:pt x="3220" y="47"/>
                  </a:lnTo>
                  <a:lnTo>
                    <a:pt x="31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3" name="Google Shape;9313;p42"/>
            <p:cNvSpPr/>
            <p:nvPr/>
          </p:nvSpPr>
          <p:spPr>
            <a:xfrm>
              <a:off x="5685200" y="3982075"/>
              <a:ext cx="33850" cy="54850"/>
            </a:xfrm>
            <a:custGeom>
              <a:rect b="b" l="l" r="r" t="t"/>
              <a:pathLst>
                <a:path extrusionOk="0" h="2194" w="1354">
                  <a:moveTo>
                    <a:pt x="607" y="0"/>
                  </a:moveTo>
                  <a:lnTo>
                    <a:pt x="654" y="47"/>
                  </a:lnTo>
                  <a:lnTo>
                    <a:pt x="654" y="140"/>
                  </a:lnTo>
                  <a:lnTo>
                    <a:pt x="654" y="187"/>
                  </a:lnTo>
                  <a:lnTo>
                    <a:pt x="0" y="1027"/>
                  </a:lnTo>
                  <a:lnTo>
                    <a:pt x="0" y="1074"/>
                  </a:lnTo>
                  <a:lnTo>
                    <a:pt x="0" y="1167"/>
                  </a:lnTo>
                  <a:lnTo>
                    <a:pt x="654" y="2007"/>
                  </a:lnTo>
                  <a:lnTo>
                    <a:pt x="654" y="2054"/>
                  </a:lnTo>
                  <a:lnTo>
                    <a:pt x="654" y="2147"/>
                  </a:lnTo>
                  <a:lnTo>
                    <a:pt x="607" y="2147"/>
                  </a:lnTo>
                  <a:lnTo>
                    <a:pt x="560" y="2194"/>
                  </a:lnTo>
                  <a:lnTo>
                    <a:pt x="1214" y="2194"/>
                  </a:lnTo>
                  <a:lnTo>
                    <a:pt x="1307" y="2147"/>
                  </a:lnTo>
                  <a:lnTo>
                    <a:pt x="1354" y="2147"/>
                  </a:lnTo>
                  <a:lnTo>
                    <a:pt x="1354" y="2054"/>
                  </a:lnTo>
                  <a:lnTo>
                    <a:pt x="1307" y="2007"/>
                  </a:lnTo>
                  <a:lnTo>
                    <a:pt x="700" y="1167"/>
                  </a:lnTo>
                  <a:lnTo>
                    <a:pt x="654" y="1074"/>
                  </a:lnTo>
                  <a:lnTo>
                    <a:pt x="700" y="1027"/>
                  </a:lnTo>
                  <a:lnTo>
                    <a:pt x="1307" y="187"/>
                  </a:lnTo>
                  <a:lnTo>
                    <a:pt x="1354" y="140"/>
                  </a:lnTo>
                  <a:lnTo>
                    <a:pt x="1354" y="47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4" name="Google Shape;9314;p42"/>
            <p:cNvSpPr/>
            <p:nvPr/>
          </p:nvSpPr>
          <p:spPr>
            <a:xfrm>
              <a:off x="5630350" y="3966900"/>
              <a:ext cx="10525" cy="296375"/>
            </a:xfrm>
            <a:custGeom>
              <a:rect b="b" l="l" r="r" t="t"/>
              <a:pathLst>
                <a:path extrusionOk="0" h="11855" w="421">
                  <a:moveTo>
                    <a:pt x="141" y="1"/>
                  </a:moveTo>
                  <a:lnTo>
                    <a:pt x="94" y="47"/>
                  </a:lnTo>
                  <a:lnTo>
                    <a:pt x="48" y="141"/>
                  </a:lnTo>
                  <a:lnTo>
                    <a:pt x="1" y="187"/>
                  </a:lnTo>
                  <a:lnTo>
                    <a:pt x="1" y="11668"/>
                  </a:lnTo>
                  <a:lnTo>
                    <a:pt x="48" y="11761"/>
                  </a:lnTo>
                  <a:lnTo>
                    <a:pt x="94" y="11808"/>
                  </a:lnTo>
                  <a:lnTo>
                    <a:pt x="141" y="11854"/>
                  </a:lnTo>
                  <a:lnTo>
                    <a:pt x="281" y="11854"/>
                  </a:lnTo>
                  <a:lnTo>
                    <a:pt x="374" y="11808"/>
                  </a:lnTo>
                  <a:lnTo>
                    <a:pt x="421" y="11761"/>
                  </a:lnTo>
                  <a:lnTo>
                    <a:pt x="421" y="11668"/>
                  </a:lnTo>
                  <a:lnTo>
                    <a:pt x="421" y="187"/>
                  </a:lnTo>
                  <a:lnTo>
                    <a:pt x="421" y="141"/>
                  </a:lnTo>
                  <a:lnTo>
                    <a:pt x="374" y="47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5" name="Google Shape;9315;p42"/>
            <p:cNvSpPr/>
            <p:nvPr/>
          </p:nvSpPr>
          <p:spPr>
            <a:xfrm>
              <a:off x="5510200" y="4140750"/>
              <a:ext cx="45525" cy="35025"/>
            </a:xfrm>
            <a:custGeom>
              <a:rect b="b" l="l" r="r" t="t"/>
              <a:pathLst>
                <a:path extrusionOk="0" h="1401" w="1821">
                  <a:moveTo>
                    <a:pt x="280" y="0"/>
                  </a:moveTo>
                  <a:lnTo>
                    <a:pt x="187" y="47"/>
                  </a:lnTo>
                  <a:lnTo>
                    <a:pt x="140" y="93"/>
                  </a:lnTo>
                  <a:lnTo>
                    <a:pt x="93" y="187"/>
                  </a:lnTo>
                  <a:lnTo>
                    <a:pt x="0" y="1167"/>
                  </a:lnTo>
                  <a:lnTo>
                    <a:pt x="0" y="1260"/>
                  </a:lnTo>
                  <a:lnTo>
                    <a:pt x="47" y="1307"/>
                  </a:lnTo>
                  <a:lnTo>
                    <a:pt x="140" y="1354"/>
                  </a:lnTo>
                  <a:lnTo>
                    <a:pt x="233" y="1400"/>
                  </a:lnTo>
                  <a:lnTo>
                    <a:pt x="887" y="1307"/>
                  </a:lnTo>
                  <a:lnTo>
                    <a:pt x="1773" y="933"/>
                  </a:lnTo>
                  <a:lnTo>
                    <a:pt x="1820" y="747"/>
                  </a:lnTo>
                  <a:lnTo>
                    <a:pt x="1027" y="280"/>
                  </a:lnTo>
                  <a:lnTo>
                    <a:pt x="373" y="47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6" name="Google Shape;9316;p42"/>
            <p:cNvSpPr/>
            <p:nvPr/>
          </p:nvSpPr>
          <p:spPr>
            <a:xfrm>
              <a:off x="5532350" y="4147750"/>
              <a:ext cx="24525" cy="25675"/>
            </a:xfrm>
            <a:custGeom>
              <a:rect b="b" l="l" r="r" t="t"/>
              <a:pathLst>
                <a:path extrusionOk="0" h="1027" w="981">
                  <a:moveTo>
                    <a:pt x="141" y="0"/>
                  </a:moveTo>
                  <a:lnTo>
                    <a:pt x="1" y="1027"/>
                  </a:lnTo>
                  <a:lnTo>
                    <a:pt x="1" y="1027"/>
                  </a:lnTo>
                  <a:lnTo>
                    <a:pt x="887" y="887"/>
                  </a:lnTo>
                  <a:lnTo>
                    <a:pt x="981" y="37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7" name="Google Shape;9317;p42"/>
            <p:cNvSpPr/>
            <p:nvPr/>
          </p:nvSpPr>
          <p:spPr>
            <a:xfrm>
              <a:off x="5610525" y="4062575"/>
              <a:ext cx="44350" cy="51350"/>
            </a:xfrm>
            <a:custGeom>
              <a:rect b="b" l="l" r="r" t="t"/>
              <a:pathLst>
                <a:path extrusionOk="0" h="2054" w="1774">
                  <a:moveTo>
                    <a:pt x="794" y="0"/>
                  </a:moveTo>
                  <a:lnTo>
                    <a:pt x="607" y="47"/>
                  </a:lnTo>
                  <a:lnTo>
                    <a:pt x="421" y="140"/>
                  </a:lnTo>
                  <a:lnTo>
                    <a:pt x="281" y="280"/>
                  </a:lnTo>
                  <a:lnTo>
                    <a:pt x="141" y="420"/>
                  </a:lnTo>
                  <a:lnTo>
                    <a:pt x="47" y="607"/>
                  </a:lnTo>
                  <a:lnTo>
                    <a:pt x="1" y="794"/>
                  </a:lnTo>
                  <a:lnTo>
                    <a:pt x="1" y="1027"/>
                  </a:lnTo>
                  <a:lnTo>
                    <a:pt x="1" y="1214"/>
                  </a:lnTo>
                  <a:lnTo>
                    <a:pt x="47" y="1400"/>
                  </a:lnTo>
                  <a:lnTo>
                    <a:pt x="141" y="1587"/>
                  </a:lnTo>
                  <a:lnTo>
                    <a:pt x="281" y="1727"/>
                  </a:lnTo>
                  <a:lnTo>
                    <a:pt x="421" y="1867"/>
                  </a:lnTo>
                  <a:lnTo>
                    <a:pt x="607" y="1960"/>
                  </a:lnTo>
                  <a:lnTo>
                    <a:pt x="794" y="2007"/>
                  </a:lnTo>
                  <a:lnTo>
                    <a:pt x="1027" y="2054"/>
                  </a:lnTo>
                  <a:lnTo>
                    <a:pt x="1214" y="2007"/>
                  </a:lnTo>
                  <a:lnTo>
                    <a:pt x="1354" y="1914"/>
                  </a:lnTo>
                  <a:lnTo>
                    <a:pt x="1494" y="1820"/>
                  </a:lnTo>
                  <a:lnTo>
                    <a:pt x="1634" y="1634"/>
                  </a:lnTo>
                  <a:lnTo>
                    <a:pt x="1774" y="1307"/>
                  </a:lnTo>
                  <a:lnTo>
                    <a:pt x="1774" y="1027"/>
                  </a:lnTo>
                  <a:lnTo>
                    <a:pt x="1774" y="747"/>
                  </a:lnTo>
                  <a:lnTo>
                    <a:pt x="1634" y="374"/>
                  </a:lnTo>
                  <a:lnTo>
                    <a:pt x="1494" y="234"/>
                  </a:lnTo>
                  <a:lnTo>
                    <a:pt x="1354" y="94"/>
                  </a:lnTo>
                  <a:lnTo>
                    <a:pt x="12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8" name="Google Shape;9318;p42"/>
            <p:cNvSpPr/>
            <p:nvPr/>
          </p:nvSpPr>
          <p:spPr>
            <a:xfrm>
              <a:off x="5519525" y="4222400"/>
              <a:ext cx="227525" cy="80525"/>
            </a:xfrm>
            <a:custGeom>
              <a:rect b="b" l="l" r="r" t="t"/>
              <a:pathLst>
                <a:path extrusionOk="0" h="3221" w="9101">
                  <a:moveTo>
                    <a:pt x="607" y="1"/>
                  </a:moveTo>
                  <a:lnTo>
                    <a:pt x="374" y="48"/>
                  </a:lnTo>
                  <a:lnTo>
                    <a:pt x="187" y="188"/>
                  </a:lnTo>
                  <a:lnTo>
                    <a:pt x="47" y="374"/>
                  </a:lnTo>
                  <a:lnTo>
                    <a:pt x="0" y="608"/>
                  </a:lnTo>
                  <a:lnTo>
                    <a:pt x="0" y="2988"/>
                  </a:lnTo>
                  <a:lnTo>
                    <a:pt x="0" y="3081"/>
                  </a:lnTo>
                  <a:lnTo>
                    <a:pt x="47" y="3174"/>
                  </a:lnTo>
                  <a:lnTo>
                    <a:pt x="140" y="3221"/>
                  </a:lnTo>
                  <a:lnTo>
                    <a:pt x="9101" y="3221"/>
                  </a:lnTo>
                  <a:lnTo>
                    <a:pt x="9101" y="3128"/>
                  </a:lnTo>
                  <a:lnTo>
                    <a:pt x="9101" y="2848"/>
                  </a:lnTo>
                  <a:lnTo>
                    <a:pt x="9054" y="2054"/>
                  </a:lnTo>
                  <a:lnTo>
                    <a:pt x="8914" y="841"/>
                  </a:lnTo>
                  <a:lnTo>
                    <a:pt x="8914" y="281"/>
                  </a:lnTo>
                  <a:lnTo>
                    <a:pt x="8914" y="188"/>
                  </a:lnTo>
                  <a:lnTo>
                    <a:pt x="8867" y="94"/>
                  </a:lnTo>
                  <a:lnTo>
                    <a:pt x="87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9" name="Google Shape;9319;p42"/>
            <p:cNvSpPr/>
            <p:nvPr/>
          </p:nvSpPr>
          <p:spPr>
            <a:xfrm>
              <a:off x="5544025" y="4139575"/>
              <a:ext cx="179700" cy="54850"/>
            </a:xfrm>
            <a:custGeom>
              <a:rect b="b" l="l" r="r" t="t"/>
              <a:pathLst>
                <a:path extrusionOk="0" h="2194" w="7188">
                  <a:moveTo>
                    <a:pt x="747" y="0"/>
                  </a:moveTo>
                  <a:lnTo>
                    <a:pt x="607" y="47"/>
                  </a:lnTo>
                  <a:lnTo>
                    <a:pt x="420" y="140"/>
                  </a:lnTo>
                  <a:lnTo>
                    <a:pt x="280" y="234"/>
                  </a:lnTo>
                  <a:lnTo>
                    <a:pt x="187" y="374"/>
                  </a:lnTo>
                  <a:lnTo>
                    <a:pt x="94" y="560"/>
                  </a:lnTo>
                  <a:lnTo>
                    <a:pt x="0" y="747"/>
                  </a:lnTo>
                  <a:lnTo>
                    <a:pt x="0" y="980"/>
                  </a:lnTo>
                  <a:lnTo>
                    <a:pt x="0" y="1167"/>
                  </a:lnTo>
                  <a:lnTo>
                    <a:pt x="47" y="1354"/>
                  </a:lnTo>
                  <a:lnTo>
                    <a:pt x="140" y="1541"/>
                  </a:lnTo>
                  <a:lnTo>
                    <a:pt x="280" y="1681"/>
                  </a:lnTo>
                  <a:lnTo>
                    <a:pt x="420" y="1821"/>
                  </a:lnTo>
                  <a:lnTo>
                    <a:pt x="607" y="1914"/>
                  </a:lnTo>
                  <a:lnTo>
                    <a:pt x="794" y="1961"/>
                  </a:lnTo>
                  <a:lnTo>
                    <a:pt x="1494" y="2054"/>
                  </a:lnTo>
                  <a:lnTo>
                    <a:pt x="2241" y="2147"/>
                  </a:lnTo>
                  <a:lnTo>
                    <a:pt x="2941" y="2194"/>
                  </a:lnTo>
                  <a:lnTo>
                    <a:pt x="4387" y="2194"/>
                  </a:lnTo>
                  <a:lnTo>
                    <a:pt x="5087" y="2147"/>
                  </a:lnTo>
                  <a:lnTo>
                    <a:pt x="5834" y="2054"/>
                  </a:lnTo>
                  <a:lnTo>
                    <a:pt x="6534" y="1961"/>
                  </a:lnTo>
                  <a:lnTo>
                    <a:pt x="6721" y="1914"/>
                  </a:lnTo>
                  <a:lnTo>
                    <a:pt x="6861" y="1821"/>
                  </a:lnTo>
                  <a:lnTo>
                    <a:pt x="7001" y="1681"/>
                  </a:lnTo>
                  <a:lnTo>
                    <a:pt x="7094" y="1494"/>
                  </a:lnTo>
                  <a:lnTo>
                    <a:pt x="7141" y="1307"/>
                  </a:lnTo>
                  <a:lnTo>
                    <a:pt x="7187" y="1121"/>
                  </a:lnTo>
                  <a:lnTo>
                    <a:pt x="7187" y="887"/>
                  </a:lnTo>
                  <a:lnTo>
                    <a:pt x="7141" y="700"/>
                  </a:lnTo>
                  <a:lnTo>
                    <a:pt x="7094" y="840"/>
                  </a:lnTo>
                  <a:lnTo>
                    <a:pt x="6954" y="467"/>
                  </a:lnTo>
                  <a:lnTo>
                    <a:pt x="6767" y="187"/>
                  </a:lnTo>
                  <a:lnTo>
                    <a:pt x="6674" y="94"/>
                  </a:lnTo>
                  <a:lnTo>
                    <a:pt x="6534" y="0"/>
                  </a:lnTo>
                  <a:lnTo>
                    <a:pt x="6207" y="0"/>
                  </a:lnTo>
                  <a:lnTo>
                    <a:pt x="4947" y="140"/>
                  </a:lnTo>
                  <a:lnTo>
                    <a:pt x="3687" y="234"/>
                  </a:lnTo>
                  <a:lnTo>
                    <a:pt x="2381" y="140"/>
                  </a:lnTo>
                  <a:lnTo>
                    <a:pt x="1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0" name="Google Shape;9320;p42"/>
            <p:cNvSpPr/>
            <p:nvPr/>
          </p:nvSpPr>
          <p:spPr>
            <a:xfrm>
              <a:off x="5714375" y="4141900"/>
              <a:ext cx="42025" cy="33875"/>
            </a:xfrm>
            <a:custGeom>
              <a:rect b="b" l="l" r="r" t="t"/>
              <a:pathLst>
                <a:path extrusionOk="0" h="1355" w="1681">
                  <a:moveTo>
                    <a:pt x="1493" y="1"/>
                  </a:moveTo>
                  <a:lnTo>
                    <a:pt x="0" y="607"/>
                  </a:lnTo>
                  <a:lnTo>
                    <a:pt x="93" y="1121"/>
                  </a:lnTo>
                  <a:lnTo>
                    <a:pt x="1633" y="1354"/>
                  </a:lnTo>
                  <a:lnTo>
                    <a:pt x="1680" y="1308"/>
                  </a:lnTo>
                  <a:lnTo>
                    <a:pt x="1633" y="1261"/>
                  </a:lnTo>
                  <a:lnTo>
                    <a:pt x="1540" y="1168"/>
                  </a:lnTo>
                  <a:lnTo>
                    <a:pt x="1493" y="1074"/>
                  </a:lnTo>
                  <a:lnTo>
                    <a:pt x="1493" y="374"/>
                  </a:lnTo>
                  <a:lnTo>
                    <a:pt x="1540" y="94"/>
                  </a:lnTo>
                  <a:lnTo>
                    <a:pt x="15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1" name="Google Shape;9321;p42"/>
            <p:cNvSpPr/>
            <p:nvPr/>
          </p:nvSpPr>
          <p:spPr>
            <a:xfrm>
              <a:off x="5719025" y="4222400"/>
              <a:ext cx="32700" cy="80525"/>
            </a:xfrm>
            <a:custGeom>
              <a:rect b="b" l="l" r="r" t="t"/>
              <a:pathLst>
                <a:path extrusionOk="0" h="3221" w="1308">
                  <a:moveTo>
                    <a:pt x="1" y="1"/>
                  </a:moveTo>
                  <a:lnTo>
                    <a:pt x="281" y="48"/>
                  </a:lnTo>
                  <a:lnTo>
                    <a:pt x="467" y="188"/>
                  </a:lnTo>
                  <a:lnTo>
                    <a:pt x="607" y="374"/>
                  </a:lnTo>
                  <a:lnTo>
                    <a:pt x="654" y="608"/>
                  </a:lnTo>
                  <a:lnTo>
                    <a:pt x="654" y="2988"/>
                  </a:lnTo>
                  <a:lnTo>
                    <a:pt x="654" y="3081"/>
                  </a:lnTo>
                  <a:lnTo>
                    <a:pt x="607" y="3174"/>
                  </a:lnTo>
                  <a:lnTo>
                    <a:pt x="514" y="3221"/>
                  </a:lnTo>
                  <a:lnTo>
                    <a:pt x="1214" y="3221"/>
                  </a:lnTo>
                  <a:lnTo>
                    <a:pt x="1261" y="3174"/>
                  </a:lnTo>
                  <a:lnTo>
                    <a:pt x="1307" y="3081"/>
                  </a:lnTo>
                  <a:lnTo>
                    <a:pt x="1307" y="2988"/>
                  </a:lnTo>
                  <a:lnTo>
                    <a:pt x="1307" y="608"/>
                  </a:lnTo>
                  <a:lnTo>
                    <a:pt x="1261" y="374"/>
                  </a:lnTo>
                  <a:lnTo>
                    <a:pt x="1121" y="188"/>
                  </a:lnTo>
                  <a:lnTo>
                    <a:pt x="934" y="48"/>
                  </a:lnTo>
                  <a:lnTo>
                    <a:pt x="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2" name="Google Shape;9322;p42"/>
            <p:cNvSpPr/>
            <p:nvPr/>
          </p:nvSpPr>
          <p:spPr>
            <a:xfrm>
              <a:off x="5626850" y="4062575"/>
              <a:ext cx="35025" cy="51350"/>
            </a:xfrm>
            <a:custGeom>
              <a:rect b="b" l="l" r="r" t="t"/>
              <a:pathLst>
                <a:path extrusionOk="0" h="2054" w="1401">
                  <a:moveTo>
                    <a:pt x="188" y="0"/>
                  </a:moveTo>
                  <a:lnTo>
                    <a:pt x="1" y="47"/>
                  </a:lnTo>
                  <a:lnTo>
                    <a:pt x="281" y="187"/>
                  </a:lnTo>
                  <a:lnTo>
                    <a:pt x="514" y="420"/>
                  </a:lnTo>
                  <a:lnTo>
                    <a:pt x="654" y="700"/>
                  </a:lnTo>
                  <a:lnTo>
                    <a:pt x="701" y="1027"/>
                  </a:lnTo>
                  <a:lnTo>
                    <a:pt x="654" y="1354"/>
                  </a:lnTo>
                  <a:lnTo>
                    <a:pt x="514" y="1634"/>
                  </a:lnTo>
                  <a:lnTo>
                    <a:pt x="281" y="1820"/>
                  </a:lnTo>
                  <a:lnTo>
                    <a:pt x="1" y="1960"/>
                  </a:lnTo>
                  <a:lnTo>
                    <a:pt x="188" y="2007"/>
                  </a:lnTo>
                  <a:lnTo>
                    <a:pt x="374" y="2054"/>
                  </a:lnTo>
                  <a:lnTo>
                    <a:pt x="561" y="2007"/>
                  </a:lnTo>
                  <a:lnTo>
                    <a:pt x="748" y="1960"/>
                  </a:lnTo>
                  <a:lnTo>
                    <a:pt x="934" y="1867"/>
                  </a:lnTo>
                  <a:lnTo>
                    <a:pt x="1074" y="1727"/>
                  </a:lnTo>
                  <a:lnTo>
                    <a:pt x="1214" y="1587"/>
                  </a:lnTo>
                  <a:lnTo>
                    <a:pt x="1308" y="1400"/>
                  </a:lnTo>
                  <a:lnTo>
                    <a:pt x="1354" y="1214"/>
                  </a:lnTo>
                  <a:lnTo>
                    <a:pt x="1401" y="1027"/>
                  </a:lnTo>
                  <a:lnTo>
                    <a:pt x="1354" y="794"/>
                  </a:lnTo>
                  <a:lnTo>
                    <a:pt x="1308" y="607"/>
                  </a:lnTo>
                  <a:lnTo>
                    <a:pt x="1214" y="420"/>
                  </a:lnTo>
                  <a:lnTo>
                    <a:pt x="1074" y="280"/>
                  </a:lnTo>
                  <a:lnTo>
                    <a:pt x="934" y="140"/>
                  </a:lnTo>
                  <a:lnTo>
                    <a:pt x="748" y="47"/>
                  </a:lnTo>
                  <a:lnTo>
                    <a:pt x="561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3" name="Google Shape;9323;p42"/>
            <p:cNvSpPr/>
            <p:nvPr/>
          </p:nvSpPr>
          <p:spPr>
            <a:xfrm>
              <a:off x="5742375" y="4140750"/>
              <a:ext cx="18675" cy="35025"/>
            </a:xfrm>
            <a:custGeom>
              <a:rect b="b" l="l" r="r" t="t"/>
              <a:pathLst>
                <a:path extrusionOk="0" h="1401" w="747">
                  <a:moveTo>
                    <a:pt x="467" y="0"/>
                  </a:moveTo>
                  <a:lnTo>
                    <a:pt x="373" y="47"/>
                  </a:lnTo>
                  <a:lnTo>
                    <a:pt x="0" y="187"/>
                  </a:lnTo>
                  <a:lnTo>
                    <a:pt x="93" y="1167"/>
                  </a:lnTo>
                  <a:lnTo>
                    <a:pt x="93" y="1214"/>
                  </a:lnTo>
                  <a:lnTo>
                    <a:pt x="47" y="1307"/>
                  </a:lnTo>
                  <a:lnTo>
                    <a:pt x="513" y="1400"/>
                  </a:lnTo>
                  <a:lnTo>
                    <a:pt x="607" y="1354"/>
                  </a:lnTo>
                  <a:lnTo>
                    <a:pt x="700" y="1307"/>
                  </a:lnTo>
                  <a:lnTo>
                    <a:pt x="747" y="1260"/>
                  </a:lnTo>
                  <a:lnTo>
                    <a:pt x="747" y="1167"/>
                  </a:lnTo>
                  <a:lnTo>
                    <a:pt x="653" y="187"/>
                  </a:lnTo>
                  <a:lnTo>
                    <a:pt x="607" y="93"/>
                  </a:lnTo>
                  <a:lnTo>
                    <a:pt x="560" y="47"/>
                  </a:lnTo>
                  <a:lnTo>
                    <a:pt x="4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4" name="Google Shape;9324;p42"/>
            <p:cNvSpPr/>
            <p:nvPr/>
          </p:nvSpPr>
          <p:spPr>
            <a:xfrm>
              <a:off x="5693375" y="4139575"/>
              <a:ext cx="35025" cy="51350"/>
            </a:xfrm>
            <a:custGeom>
              <a:rect b="b" l="l" r="r" t="t"/>
              <a:pathLst>
                <a:path extrusionOk="0" h="2054" w="1401">
                  <a:moveTo>
                    <a:pt x="233" y="0"/>
                  </a:moveTo>
                  <a:lnTo>
                    <a:pt x="0" y="47"/>
                  </a:lnTo>
                  <a:lnTo>
                    <a:pt x="233" y="140"/>
                  </a:lnTo>
                  <a:lnTo>
                    <a:pt x="420" y="327"/>
                  </a:lnTo>
                  <a:lnTo>
                    <a:pt x="607" y="514"/>
                  </a:lnTo>
                  <a:lnTo>
                    <a:pt x="700" y="794"/>
                  </a:lnTo>
                  <a:lnTo>
                    <a:pt x="700" y="840"/>
                  </a:lnTo>
                  <a:lnTo>
                    <a:pt x="700" y="1027"/>
                  </a:lnTo>
                  <a:lnTo>
                    <a:pt x="700" y="1214"/>
                  </a:lnTo>
                  <a:lnTo>
                    <a:pt x="653" y="1354"/>
                  </a:lnTo>
                  <a:lnTo>
                    <a:pt x="607" y="1541"/>
                  </a:lnTo>
                  <a:lnTo>
                    <a:pt x="513" y="1681"/>
                  </a:lnTo>
                  <a:lnTo>
                    <a:pt x="420" y="1821"/>
                  </a:lnTo>
                  <a:lnTo>
                    <a:pt x="280" y="1961"/>
                  </a:lnTo>
                  <a:lnTo>
                    <a:pt x="140" y="2054"/>
                  </a:lnTo>
                  <a:lnTo>
                    <a:pt x="560" y="1961"/>
                  </a:lnTo>
                  <a:lnTo>
                    <a:pt x="747" y="1914"/>
                  </a:lnTo>
                  <a:lnTo>
                    <a:pt x="933" y="1821"/>
                  </a:lnTo>
                  <a:lnTo>
                    <a:pt x="1073" y="1681"/>
                  </a:lnTo>
                  <a:lnTo>
                    <a:pt x="1213" y="1541"/>
                  </a:lnTo>
                  <a:lnTo>
                    <a:pt x="1307" y="1354"/>
                  </a:lnTo>
                  <a:lnTo>
                    <a:pt x="1353" y="1167"/>
                  </a:lnTo>
                  <a:lnTo>
                    <a:pt x="1400" y="980"/>
                  </a:lnTo>
                  <a:lnTo>
                    <a:pt x="1353" y="747"/>
                  </a:lnTo>
                  <a:lnTo>
                    <a:pt x="1307" y="560"/>
                  </a:lnTo>
                  <a:lnTo>
                    <a:pt x="1213" y="374"/>
                  </a:lnTo>
                  <a:lnTo>
                    <a:pt x="1073" y="234"/>
                  </a:lnTo>
                  <a:lnTo>
                    <a:pt x="933" y="140"/>
                  </a:lnTo>
                  <a:lnTo>
                    <a:pt x="747" y="47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325" name="Google Shape;9325;p42"/>
          <p:cNvGrpSpPr/>
          <p:nvPr/>
        </p:nvGrpSpPr>
        <p:grpSpPr>
          <a:xfrm>
            <a:off x="5008459" y="1815638"/>
            <a:ext cx="336025" cy="233375"/>
            <a:chOff x="6986075" y="4018225"/>
            <a:chExt cx="336025" cy="233375"/>
          </a:xfrm>
        </p:grpSpPr>
        <p:sp>
          <p:nvSpPr>
            <p:cNvPr id="9326" name="Google Shape;9326;p42"/>
            <p:cNvSpPr/>
            <p:nvPr/>
          </p:nvSpPr>
          <p:spPr>
            <a:xfrm>
              <a:off x="6986075" y="4036900"/>
              <a:ext cx="330200" cy="175025"/>
            </a:xfrm>
            <a:custGeom>
              <a:rect b="b" l="l" r="r" t="t"/>
              <a:pathLst>
                <a:path extrusionOk="0" h="7001" w="13208">
                  <a:moveTo>
                    <a:pt x="6441" y="1"/>
                  </a:moveTo>
                  <a:lnTo>
                    <a:pt x="6161" y="94"/>
                  </a:lnTo>
                  <a:lnTo>
                    <a:pt x="5694" y="327"/>
                  </a:lnTo>
                  <a:lnTo>
                    <a:pt x="5181" y="607"/>
                  </a:lnTo>
                  <a:lnTo>
                    <a:pt x="4947" y="747"/>
                  </a:lnTo>
                  <a:lnTo>
                    <a:pt x="4714" y="841"/>
                  </a:lnTo>
                  <a:lnTo>
                    <a:pt x="4434" y="934"/>
                  </a:lnTo>
                  <a:lnTo>
                    <a:pt x="4201" y="981"/>
                  </a:lnTo>
                  <a:lnTo>
                    <a:pt x="3641" y="1027"/>
                  </a:lnTo>
                  <a:lnTo>
                    <a:pt x="3081" y="1121"/>
                  </a:lnTo>
                  <a:lnTo>
                    <a:pt x="2847" y="1214"/>
                  </a:lnTo>
                  <a:lnTo>
                    <a:pt x="2614" y="1354"/>
                  </a:lnTo>
                  <a:lnTo>
                    <a:pt x="2427" y="1494"/>
                  </a:lnTo>
                  <a:lnTo>
                    <a:pt x="2241" y="1727"/>
                  </a:lnTo>
                  <a:lnTo>
                    <a:pt x="2007" y="2194"/>
                  </a:lnTo>
                  <a:lnTo>
                    <a:pt x="1774" y="2707"/>
                  </a:lnTo>
                  <a:lnTo>
                    <a:pt x="1634" y="2987"/>
                  </a:lnTo>
                  <a:lnTo>
                    <a:pt x="1494" y="3174"/>
                  </a:lnTo>
                  <a:lnTo>
                    <a:pt x="1354" y="3407"/>
                  </a:lnTo>
                  <a:lnTo>
                    <a:pt x="1121" y="3594"/>
                  </a:lnTo>
                  <a:lnTo>
                    <a:pt x="701" y="3967"/>
                  </a:lnTo>
                  <a:lnTo>
                    <a:pt x="327" y="4341"/>
                  </a:lnTo>
                  <a:lnTo>
                    <a:pt x="187" y="4574"/>
                  </a:lnTo>
                  <a:lnTo>
                    <a:pt x="47" y="4807"/>
                  </a:lnTo>
                  <a:lnTo>
                    <a:pt x="0" y="5041"/>
                  </a:lnTo>
                  <a:lnTo>
                    <a:pt x="0" y="5228"/>
                  </a:lnTo>
                  <a:lnTo>
                    <a:pt x="0" y="5648"/>
                  </a:lnTo>
                  <a:lnTo>
                    <a:pt x="94" y="6441"/>
                  </a:lnTo>
                  <a:lnTo>
                    <a:pt x="140" y="6581"/>
                  </a:lnTo>
                  <a:lnTo>
                    <a:pt x="187" y="6721"/>
                  </a:lnTo>
                  <a:lnTo>
                    <a:pt x="280" y="6814"/>
                  </a:lnTo>
                  <a:lnTo>
                    <a:pt x="420" y="6861"/>
                  </a:lnTo>
                  <a:lnTo>
                    <a:pt x="607" y="6954"/>
                  </a:lnTo>
                  <a:lnTo>
                    <a:pt x="794" y="7001"/>
                  </a:lnTo>
                  <a:lnTo>
                    <a:pt x="12601" y="7001"/>
                  </a:lnTo>
                  <a:lnTo>
                    <a:pt x="12788" y="6954"/>
                  </a:lnTo>
                  <a:lnTo>
                    <a:pt x="13021" y="6861"/>
                  </a:lnTo>
                  <a:lnTo>
                    <a:pt x="13114" y="6814"/>
                  </a:lnTo>
                  <a:lnTo>
                    <a:pt x="13114" y="6674"/>
                  </a:lnTo>
                  <a:lnTo>
                    <a:pt x="13161" y="6394"/>
                  </a:lnTo>
                  <a:lnTo>
                    <a:pt x="13208" y="5648"/>
                  </a:lnTo>
                  <a:lnTo>
                    <a:pt x="13208" y="5274"/>
                  </a:lnTo>
                  <a:lnTo>
                    <a:pt x="13114" y="4901"/>
                  </a:lnTo>
                  <a:lnTo>
                    <a:pt x="12974" y="4667"/>
                  </a:lnTo>
                  <a:lnTo>
                    <a:pt x="12834" y="4434"/>
                  </a:lnTo>
                  <a:lnTo>
                    <a:pt x="12508" y="4061"/>
                  </a:lnTo>
                  <a:lnTo>
                    <a:pt x="12134" y="3734"/>
                  </a:lnTo>
                  <a:lnTo>
                    <a:pt x="11808" y="3361"/>
                  </a:lnTo>
                  <a:lnTo>
                    <a:pt x="11668" y="3127"/>
                  </a:lnTo>
                  <a:lnTo>
                    <a:pt x="11528" y="2847"/>
                  </a:lnTo>
                  <a:lnTo>
                    <a:pt x="11294" y="2334"/>
                  </a:lnTo>
                  <a:lnTo>
                    <a:pt x="11061" y="1821"/>
                  </a:lnTo>
                  <a:lnTo>
                    <a:pt x="10921" y="1587"/>
                  </a:lnTo>
                  <a:lnTo>
                    <a:pt x="10734" y="1447"/>
                  </a:lnTo>
                  <a:lnTo>
                    <a:pt x="10501" y="1307"/>
                  </a:lnTo>
                  <a:lnTo>
                    <a:pt x="10221" y="1214"/>
                  </a:lnTo>
                  <a:lnTo>
                    <a:pt x="9707" y="1121"/>
                  </a:lnTo>
                  <a:lnTo>
                    <a:pt x="9101" y="1027"/>
                  </a:lnTo>
                  <a:lnTo>
                    <a:pt x="8867" y="981"/>
                  </a:lnTo>
                  <a:lnTo>
                    <a:pt x="8587" y="934"/>
                  </a:lnTo>
                  <a:lnTo>
                    <a:pt x="8354" y="841"/>
                  </a:lnTo>
                  <a:lnTo>
                    <a:pt x="8121" y="701"/>
                  </a:lnTo>
                  <a:lnTo>
                    <a:pt x="7654" y="374"/>
                  </a:lnTo>
                  <a:lnTo>
                    <a:pt x="7421" y="234"/>
                  </a:lnTo>
                  <a:lnTo>
                    <a:pt x="7187" y="94"/>
                  </a:lnTo>
                  <a:lnTo>
                    <a:pt x="69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7" name="Google Shape;9327;p42"/>
            <p:cNvSpPr/>
            <p:nvPr/>
          </p:nvSpPr>
          <p:spPr>
            <a:xfrm>
              <a:off x="7144750" y="4036900"/>
              <a:ext cx="177350" cy="175025"/>
            </a:xfrm>
            <a:custGeom>
              <a:rect b="b" l="l" r="r" t="t"/>
              <a:pathLst>
                <a:path extrusionOk="0" h="7001" w="7094">
                  <a:moveTo>
                    <a:pt x="374" y="1"/>
                  </a:moveTo>
                  <a:lnTo>
                    <a:pt x="0" y="47"/>
                  </a:lnTo>
                  <a:lnTo>
                    <a:pt x="420" y="187"/>
                  </a:lnTo>
                  <a:lnTo>
                    <a:pt x="840" y="421"/>
                  </a:lnTo>
                  <a:lnTo>
                    <a:pt x="1260" y="654"/>
                  </a:lnTo>
                  <a:lnTo>
                    <a:pt x="1680" y="841"/>
                  </a:lnTo>
                  <a:lnTo>
                    <a:pt x="1914" y="934"/>
                  </a:lnTo>
                  <a:lnTo>
                    <a:pt x="2194" y="981"/>
                  </a:lnTo>
                  <a:lnTo>
                    <a:pt x="2754" y="1027"/>
                  </a:lnTo>
                  <a:lnTo>
                    <a:pt x="3314" y="1121"/>
                  </a:lnTo>
                  <a:lnTo>
                    <a:pt x="3547" y="1214"/>
                  </a:lnTo>
                  <a:lnTo>
                    <a:pt x="3781" y="1354"/>
                  </a:lnTo>
                  <a:lnTo>
                    <a:pt x="3967" y="1494"/>
                  </a:lnTo>
                  <a:lnTo>
                    <a:pt x="4107" y="1727"/>
                  </a:lnTo>
                  <a:lnTo>
                    <a:pt x="4387" y="2194"/>
                  </a:lnTo>
                  <a:lnTo>
                    <a:pt x="4621" y="2707"/>
                  </a:lnTo>
                  <a:lnTo>
                    <a:pt x="4714" y="2987"/>
                  </a:lnTo>
                  <a:lnTo>
                    <a:pt x="4901" y="3174"/>
                  </a:lnTo>
                  <a:lnTo>
                    <a:pt x="5041" y="3407"/>
                  </a:lnTo>
                  <a:lnTo>
                    <a:pt x="5227" y="3594"/>
                  </a:lnTo>
                  <a:lnTo>
                    <a:pt x="5647" y="3967"/>
                  </a:lnTo>
                  <a:lnTo>
                    <a:pt x="6067" y="4341"/>
                  </a:lnTo>
                  <a:lnTo>
                    <a:pt x="6207" y="4574"/>
                  </a:lnTo>
                  <a:lnTo>
                    <a:pt x="6301" y="4807"/>
                  </a:lnTo>
                  <a:lnTo>
                    <a:pt x="6347" y="5041"/>
                  </a:lnTo>
                  <a:lnTo>
                    <a:pt x="6394" y="5228"/>
                  </a:lnTo>
                  <a:lnTo>
                    <a:pt x="6394" y="5648"/>
                  </a:lnTo>
                  <a:lnTo>
                    <a:pt x="6254" y="6441"/>
                  </a:lnTo>
                  <a:lnTo>
                    <a:pt x="6254" y="6581"/>
                  </a:lnTo>
                  <a:lnTo>
                    <a:pt x="6161" y="6721"/>
                  </a:lnTo>
                  <a:lnTo>
                    <a:pt x="6067" y="6814"/>
                  </a:lnTo>
                  <a:lnTo>
                    <a:pt x="5974" y="6861"/>
                  </a:lnTo>
                  <a:lnTo>
                    <a:pt x="5787" y="6954"/>
                  </a:lnTo>
                  <a:lnTo>
                    <a:pt x="5647" y="7001"/>
                  </a:lnTo>
                  <a:lnTo>
                    <a:pt x="6254" y="7001"/>
                  </a:lnTo>
                  <a:lnTo>
                    <a:pt x="6441" y="6954"/>
                  </a:lnTo>
                  <a:lnTo>
                    <a:pt x="6674" y="6861"/>
                  </a:lnTo>
                  <a:lnTo>
                    <a:pt x="6767" y="6814"/>
                  </a:lnTo>
                  <a:lnTo>
                    <a:pt x="6861" y="6721"/>
                  </a:lnTo>
                  <a:lnTo>
                    <a:pt x="6907" y="6581"/>
                  </a:lnTo>
                  <a:lnTo>
                    <a:pt x="6954" y="6441"/>
                  </a:lnTo>
                  <a:lnTo>
                    <a:pt x="7047" y="5648"/>
                  </a:lnTo>
                  <a:lnTo>
                    <a:pt x="7094" y="5228"/>
                  </a:lnTo>
                  <a:lnTo>
                    <a:pt x="7047" y="5041"/>
                  </a:lnTo>
                  <a:lnTo>
                    <a:pt x="7001" y="4807"/>
                  </a:lnTo>
                  <a:lnTo>
                    <a:pt x="6907" y="4574"/>
                  </a:lnTo>
                  <a:lnTo>
                    <a:pt x="6721" y="4341"/>
                  </a:lnTo>
                  <a:lnTo>
                    <a:pt x="6347" y="3967"/>
                  </a:lnTo>
                  <a:lnTo>
                    <a:pt x="5927" y="3594"/>
                  </a:lnTo>
                  <a:lnTo>
                    <a:pt x="5741" y="3407"/>
                  </a:lnTo>
                  <a:lnTo>
                    <a:pt x="5554" y="3174"/>
                  </a:lnTo>
                  <a:lnTo>
                    <a:pt x="5414" y="2987"/>
                  </a:lnTo>
                  <a:lnTo>
                    <a:pt x="5274" y="2707"/>
                  </a:lnTo>
                  <a:lnTo>
                    <a:pt x="5041" y="2194"/>
                  </a:lnTo>
                  <a:lnTo>
                    <a:pt x="4807" y="1727"/>
                  </a:lnTo>
                  <a:lnTo>
                    <a:pt x="4667" y="1494"/>
                  </a:lnTo>
                  <a:lnTo>
                    <a:pt x="4434" y="1354"/>
                  </a:lnTo>
                  <a:lnTo>
                    <a:pt x="4247" y="1214"/>
                  </a:lnTo>
                  <a:lnTo>
                    <a:pt x="3967" y="1121"/>
                  </a:lnTo>
                  <a:lnTo>
                    <a:pt x="3454" y="1027"/>
                  </a:lnTo>
                  <a:lnTo>
                    <a:pt x="2894" y="981"/>
                  </a:lnTo>
                  <a:lnTo>
                    <a:pt x="2614" y="934"/>
                  </a:lnTo>
                  <a:lnTo>
                    <a:pt x="2334" y="841"/>
                  </a:lnTo>
                  <a:lnTo>
                    <a:pt x="2100" y="747"/>
                  </a:lnTo>
                  <a:lnTo>
                    <a:pt x="1867" y="607"/>
                  </a:lnTo>
                  <a:lnTo>
                    <a:pt x="1354" y="327"/>
                  </a:lnTo>
                  <a:lnTo>
                    <a:pt x="887" y="94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8" name="Google Shape;9328;p42"/>
            <p:cNvSpPr/>
            <p:nvPr/>
          </p:nvSpPr>
          <p:spPr>
            <a:xfrm>
              <a:off x="6997750" y="4087075"/>
              <a:ext cx="106175" cy="106200"/>
            </a:xfrm>
            <a:custGeom>
              <a:rect b="b" l="l" r="r" t="t"/>
              <a:pathLst>
                <a:path extrusionOk="0" h="4248" w="4247">
                  <a:moveTo>
                    <a:pt x="2100" y="0"/>
                  </a:moveTo>
                  <a:lnTo>
                    <a:pt x="1680" y="47"/>
                  </a:lnTo>
                  <a:lnTo>
                    <a:pt x="1307" y="140"/>
                  </a:lnTo>
                  <a:lnTo>
                    <a:pt x="934" y="327"/>
                  </a:lnTo>
                  <a:lnTo>
                    <a:pt x="607" y="607"/>
                  </a:lnTo>
                  <a:lnTo>
                    <a:pt x="374" y="934"/>
                  </a:lnTo>
                  <a:lnTo>
                    <a:pt x="140" y="1260"/>
                  </a:lnTo>
                  <a:lnTo>
                    <a:pt x="47" y="1680"/>
                  </a:lnTo>
                  <a:lnTo>
                    <a:pt x="0" y="2100"/>
                  </a:lnTo>
                  <a:lnTo>
                    <a:pt x="0" y="2380"/>
                  </a:lnTo>
                  <a:lnTo>
                    <a:pt x="94" y="2660"/>
                  </a:lnTo>
                  <a:lnTo>
                    <a:pt x="140" y="2940"/>
                  </a:lnTo>
                  <a:lnTo>
                    <a:pt x="280" y="3174"/>
                  </a:lnTo>
                  <a:lnTo>
                    <a:pt x="374" y="3267"/>
                  </a:lnTo>
                  <a:lnTo>
                    <a:pt x="514" y="3361"/>
                  </a:lnTo>
                  <a:lnTo>
                    <a:pt x="607" y="3407"/>
                  </a:lnTo>
                  <a:lnTo>
                    <a:pt x="747" y="3501"/>
                  </a:lnTo>
                  <a:lnTo>
                    <a:pt x="1027" y="3781"/>
                  </a:lnTo>
                  <a:lnTo>
                    <a:pt x="1354" y="4014"/>
                  </a:lnTo>
                  <a:lnTo>
                    <a:pt x="1727" y="4154"/>
                  </a:lnTo>
                  <a:lnTo>
                    <a:pt x="1914" y="4201"/>
                  </a:lnTo>
                  <a:lnTo>
                    <a:pt x="2100" y="4247"/>
                  </a:lnTo>
                  <a:lnTo>
                    <a:pt x="2567" y="4201"/>
                  </a:lnTo>
                  <a:lnTo>
                    <a:pt x="2940" y="4061"/>
                  </a:lnTo>
                  <a:lnTo>
                    <a:pt x="3314" y="3874"/>
                  </a:lnTo>
                  <a:lnTo>
                    <a:pt x="3594" y="3594"/>
                  </a:lnTo>
                  <a:lnTo>
                    <a:pt x="3874" y="3314"/>
                  </a:lnTo>
                  <a:lnTo>
                    <a:pt x="4060" y="2940"/>
                  </a:lnTo>
                  <a:lnTo>
                    <a:pt x="4200" y="2520"/>
                  </a:lnTo>
                  <a:lnTo>
                    <a:pt x="4247" y="2100"/>
                  </a:lnTo>
                  <a:lnTo>
                    <a:pt x="4200" y="1820"/>
                  </a:lnTo>
                  <a:lnTo>
                    <a:pt x="4154" y="1587"/>
                  </a:lnTo>
                  <a:lnTo>
                    <a:pt x="4014" y="1354"/>
                  </a:lnTo>
                  <a:lnTo>
                    <a:pt x="3874" y="1167"/>
                  </a:lnTo>
                  <a:lnTo>
                    <a:pt x="3547" y="794"/>
                  </a:lnTo>
                  <a:lnTo>
                    <a:pt x="3127" y="514"/>
                  </a:lnTo>
                  <a:lnTo>
                    <a:pt x="3080" y="420"/>
                  </a:lnTo>
                  <a:lnTo>
                    <a:pt x="3080" y="327"/>
                  </a:lnTo>
                  <a:lnTo>
                    <a:pt x="3034" y="234"/>
                  </a:lnTo>
                  <a:lnTo>
                    <a:pt x="2987" y="187"/>
                  </a:lnTo>
                  <a:lnTo>
                    <a:pt x="2567" y="47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9" name="Google Shape;9329;p42"/>
            <p:cNvSpPr/>
            <p:nvPr/>
          </p:nvSpPr>
          <p:spPr>
            <a:xfrm>
              <a:off x="7170425" y="4018225"/>
              <a:ext cx="144675" cy="134200"/>
            </a:xfrm>
            <a:custGeom>
              <a:rect b="b" l="l" r="r" t="t"/>
              <a:pathLst>
                <a:path extrusionOk="0" h="5368" w="5787">
                  <a:moveTo>
                    <a:pt x="1727" y="1"/>
                  </a:moveTo>
                  <a:lnTo>
                    <a:pt x="1680" y="94"/>
                  </a:lnTo>
                  <a:lnTo>
                    <a:pt x="0" y="2428"/>
                  </a:lnTo>
                  <a:lnTo>
                    <a:pt x="4154" y="5368"/>
                  </a:lnTo>
                  <a:lnTo>
                    <a:pt x="4994" y="4061"/>
                  </a:lnTo>
                  <a:lnTo>
                    <a:pt x="5554" y="3174"/>
                  </a:lnTo>
                  <a:lnTo>
                    <a:pt x="5740" y="2848"/>
                  </a:lnTo>
                  <a:lnTo>
                    <a:pt x="5787" y="2708"/>
                  </a:lnTo>
                  <a:lnTo>
                    <a:pt x="4294" y="1681"/>
                  </a:lnTo>
                  <a:lnTo>
                    <a:pt x="4154" y="1634"/>
                  </a:lnTo>
                  <a:lnTo>
                    <a:pt x="4060" y="1681"/>
                  </a:lnTo>
                  <a:lnTo>
                    <a:pt x="3780" y="1821"/>
                  </a:lnTo>
                  <a:lnTo>
                    <a:pt x="3360" y="1821"/>
                  </a:lnTo>
                  <a:lnTo>
                    <a:pt x="3174" y="1774"/>
                  </a:lnTo>
                  <a:lnTo>
                    <a:pt x="2940" y="1634"/>
                  </a:lnTo>
                  <a:lnTo>
                    <a:pt x="2707" y="1354"/>
                  </a:lnTo>
                  <a:lnTo>
                    <a:pt x="2660" y="1214"/>
                  </a:lnTo>
                  <a:lnTo>
                    <a:pt x="2614" y="1074"/>
                  </a:lnTo>
                  <a:lnTo>
                    <a:pt x="2614" y="888"/>
                  </a:lnTo>
                  <a:lnTo>
                    <a:pt x="2660" y="701"/>
                  </a:lnTo>
                  <a:lnTo>
                    <a:pt x="2614" y="561"/>
                  </a:lnTo>
                  <a:lnTo>
                    <a:pt x="2567" y="468"/>
                  </a:lnTo>
                  <a:lnTo>
                    <a:pt x="1960" y="48"/>
                  </a:lnTo>
                  <a:lnTo>
                    <a:pt x="19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0" name="Google Shape;9330;p42"/>
            <p:cNvSpPr/>
            <p:nvPr/>
          </p:nvSpPr>
          <p:spPr>
            <a:xfrm>
              <a:off x="7004750" y="4091750"/>
              <a:ext cx="99175" cy="101525"/>
            </a:xfrm>
            <a:custGeom>
              <a:rect b="b" l="l" r="r" t="t"/>
              <a:pathLst>
                <a:path extrusionOk="0" h="4061" w="3967">
                  <a:moveTo>
                    <a:pt x="2707" y="0"/>
                  </a:moveTo>
                  <a:lnTo>
                    <a:pt x="2287" y="233"/>
                  </a:lnTo>
                  <a:lnTo>
                    <a:pt x="1820" y="513"/>
                  </a:lnTo>
                  <a:lnTo>
                    <a:pt x="1447" y="887"/>
                  </a:lnTo>
                  <a:lnTo>
                    <a:pt x="1074" y="1213"/>
                  </a:lnTo>
                  <a:lnTo>
                    <a:pt x="747" y="1633"/>
                  </a:lnTo>
                  <a:lnTo>
                    <a:pt x="467" y="2053"/>
                  </a:lnTo>
                  <a:lnTo>
                    <a:pt x="234" y="2520"/>
                  </a:lnTo>
                  <a:lnTo>
                    <a:pt x="0" y="2987"/>
                  </a:lnTo>
                  <a:lnTo>
                    <a:pt x="140" y="3220"/>
                  </a:lnTo>
                  <a:lnTo>
                    <a:pt x="327" y="3407"/>
                  </a:lnTo>
                  <a:lnTo>
                    <a:pt x="560" y="3594"/>
                  </a:lnTo>
                  <a:lnTo>
                    <a:pt x="747" y="3734"/>
                  </a:lnTo>
                  <a:lnTo>
                    <a:pt x="1027" y="3874"/>
                  </a:lnTo>
                  <a:lnTo>
                    <a:pt x="1260" y="3967"/>
                  </a:lnTo>
                  <a:lnTo>
                    <a:pt x="1540" y="4014"/>
                  </a:lnTo>
                  <a:lnTo>
                    <a:pt x="1820" y="4060"/>
                  </a:lnTo>
                  <a:lnTo>
                    <a:pt x="2287" y="4014"/>
                  </a:lnTo>
                  <a:lnTo>
                    <a:pt x="2660" y="3874"/>
                  </a:lnTo>
                  <a:lnTo>
                    <a:pt x="3034" y="3687"/>
                  </a:lnTo>
                  <a:lnTo>
                    <a:pt x="3314" y="3407"/>
                  </a:lnTo>
                  <a:lnTo>
                    <a:pt x="3594" y="3127"/>
                  </a:lnTo>
                  <a:lnTo>
                    <a:pt x="3780" y="2753"/>
                  </a:lnTo>
                  <a:lnTo>
                    <a:pt x="3920" y="2333"/>
                  </a:lnTo>
                  <a:lnTo>
                    <a:pt x="3967" y="1913"/>
                  </a:lnTo>
                  <a:lnTo>
                    <a:pt x="3920" y="1587"/>
                  </a:lnTo>
                  <a:lnTo>
                    <a:pt x="3874" y="1307"/>
                  </a:lnTo>
                  <a:lnTo>
                    <a:pt x="3780" y="1027"/>
                  </a:lnTo>
                  <a:lnTo>
                    <a:pt x="3594" y="747"/>
                  </a:lnTo>
                  <a:lnTo>
                    <a:pt x="3454" y="513"/>
                  </a:lnTo>
                  <a:lnTo>
                    <a:pt x="3220" y="327"/>
                  </a:lnTo>
                  <a:lnTo>
                    <a:pt x="2987" y="140"/>
                  </a:lnTo>
                  <a:lnTo>
                    <a:pt x="270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1" name="Google Shape;9331;p42"/>
            <p:cNvSpPr/>
            <p:nvPr/>
          </p:nvSpPr>
          <p:spPr>
            <a:xfrm>
              <a:off x="7260250" y="4076575"/>
              <a:ext cx="57200" cy="75850"/>
            </a:xfrm>
            <a:custGeom>
              <a:rect b="b" l="l" r="r" t="t"/>
              <a:pathLst>
                <a:path extrusionOk="0" h="3034" w="2288">
                  <a:moveTo>
                    <a:pt x="1634" y="0"/>
                  </a:moveTo>
                  <a:lnTo>
                    <a:pt x="1681" y="94"/>
                  </a:lnTo>
                  <a:lnTo>
                    <a:pt x="1727" y="140"/>
                  </a:lnTo>
                  <a:lnTo>
                    <a:pt x="1727" y="234"/>
                  </a:lnTo>
                  <a:lnTo>
                    <a:pt x="1681" y="327"/>
                  </a:lnTo>
                  <a:lnTo>
                    <a:pt x="1" y="2660"/>
                  </a:lnTo>
                  <a:lnTo>
                    <a:pt x="561" y="3034"/>
                  </a:lnTo>
                  <a:lnTo>
                    <a:pt x="2241" y="700"/>
                  </a:lnTo>
                  <a:lnTo>
                    <a:pt x="2241" y="607"/>
                  </a:lnTo>
                  <a:lnTo>
                    <a:pt x="2287" y="514"/>
                  </a:lnTo>
                  <a:lnTo>
                    <a:pt x="2241" y="467"/>
                  </a:lnTo>
                  <a:lnTo>
                    <a:pt x="2194" y="374"/>
                  </a:lnTo>
                  <a:lnTo>
                    <a:pt x="16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2" name="Google Shape;9332;p42"/>
            <p:cNvSpPr/>
            <p:nvPr/>
          </p:nvSpPr>
          <p:spPr>
            <a:xfrm>
              <a:off x="7014075" y="4077750"/>
              <a:ext cx="273025" cy="173850"/>
            </a:xfrm>
            <a:custGeom>
              <a:rect b="b" l="l" r="r" t="t"/>
              <a:pathLst>
                <a:path extrusionOk="0" h="6954" w="10921">
                  <a:moveTo>
                    <a:pt x="5367" y="0"/>
                  </a:moveTo>
                  <a:lnTo>
                    <a:pt x="4854" y="47"/>
                  </a:lnTo>
                  <a:lnTo>
                    <a:pt x="4294" y="140"/>
                  </a:lnTo>
                  <a:lnTo>
                    <a:pt x="3781" y="280"/>
                  </a:lnTo>
                  <a:lnTo>
                    <a:pt x="3267" y="467"/>
                  </a:lnTo>
                  <a:lnTo>
                    <a:pt x="2801" y="653"/>
                  </a:lnTo>
                  <a:lnTo>
                    <a:pt x="2381" y="933"/>
                  </a:lnTo>
                  <a:lnTo>
                    <a:pt x="1961" y="1260"/>
                  </a:lnTo>
                  <a:lnTo>
                    <a:pt x="1541" y="1587"/>
                  </a:lnTo>
                  <a:lnTo>
                    <a:pt x="1214" y="2007"/>
                  </a:lnTo>
                  <a:lnTo>
                    <a:pt x="887" y="2380"/>
                  </a:lnTo>
                  <a:lnTo>
                    <a:pt x="654" y="2847"/>
                  </a:lnTo>
                  <a:lnTo>
                    <a:pt x="421" y="3313"/>
                  </a:lnTo>
                  <a:lnTo>
                    <a:pt x="234" y="3827"/>
                  </a:lnTo>
                  <a:lnTo>
                    <a:pt x="94" y="4340"/>
                  </a:lnTo>
                  <a:lnTo>
                    <a:pt x="1" y="4854"/>
                  </a:lnTo>
                  <a:lnTo>
                    <a:pt x="1" y="5414"/>
                  </a:lnTo>
                  <a:lnTo>
                    <a:pt x="1" y="6300"/>
                  </a:lnTo>
                  <a:lnTo>
                    <a:pt x="47" y="6580"/>
                  </a:lnTo>
                  <a:lnTo>
                    <a:pt x="187" y="6767"/>
                  </a:lnTo>
                  <a:lnTo>
                    <a:pt x="374" y="6907"/>
                  </a:lnTo>
                  <a:lnTo>
                    <a:pt x="607" y="6954"/>
                  </a:lnTo>
                  <a:lnTo>
                    <a:pt x="10641" y="6954"/>
                  </a:lnTo>
                  <a:lnTo>
                    <a:pt x="10734" y="6907"/>
                  </a:lnTo>
                  <a:lnTo>
                    <a:pt x="10828" y="6860"/>
                  </a:lnTo>
                  <a:lnTo>
                    <a:pt x="10874" y="6767"/>
                  </a:lnTo>
                  <a:lnTo>
                    <a:pt x="10921" y="6534"/>
                  </a:lnTo>
                  <a:lnTo>
                    <a:pt x="10921" y="6300"/>
                  </a:lnTo>
                  <a:lnTo>
                    <a:pt x="10921" y="5414"/>
                  </a:lnTo>
                  <a:lnTo>
                    <a:pt x="10921" y="4854"/>
                  </a:lnTo>
                  <a:lnTo>
                    <a:pt x="10828" y="4294"/>
                  </a:lnTo>
                  <a:lnTo>
                    <a:pt x="10688" y="3780"/>
                  </a:lnTo>
                  <a:lnTo>
                    <a:pt x="10548" y="3313"/>
                  </a:lnTo>
                  <a:lnTo>
                    <a:pt x="10314" y="2847"/>
                  </a:lnTo>
                  <a:lnTo>
                    <a:pt x="10081" y="2380"/>
                  </a:lnTo>
                  <a:lnTo>
                    <a:pt x="9801" y="1960"/>
                  </a:lnTo>
                  <a:lnTo>
                    <a:pt x="9474" y="1587"/>
                  </a:lnTo>
                  <a:lnTo>
                    <a:pt x="9101" y="1260"/>
                  </a:lnTo>
                  <a:lnTo>
                    <a:pt x="8727" y="933"/>
                  </a:lnTo>
                  <a:lnTo>
                    <a:pt x="8307" y="653"/>
                  </a:lnTo>
                  <a:lnTo>
                    <a:pt x="7841" y="420"/>
                  </a:lnTo>
                  <a:lnTo>
                    <a:pt x="7374" y="280"/>
                  </a:lnTo>
                  <a:lnTo>
                    <a:pt x="6861" y="140"/>
                  </a:lnTo>
                  <a:lnTo>
                    <a:pt x="6347" y="47"/>
                  </a:lnTo>
                  <a:lnTo>
                    <a:pt x="57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3" name="Google Shape;9333;p42"/>
            <p:cNvSpPr/>
            <p:nvPr/>
          </p:nvSpPr>
          <p:spPr>
            <a:xfrm>
              <a:off x="7144750" y="4077750"/>
              <a:ext cx="149350" cy="173850"/>
            </a:xfrm>
            <a:custGeom>
              <a:rect b="b" l="l" r="r" t="t"/>
              <a:pathLst>
                <a:path extrusionOk="0" h="6954" w="5974">
                  <a:moveTo>
                    <a:pt x="0" y="0"/>
                  </a:moveTo>
                  <a:lnTo>
                    <a:pt x="560" y="47"/>
                  </a:lnTo>
                  <a:lnTo>
                    <a:pt x="1074" y="140"/>
                  </a:lnTo>
                  <a:lnTo>
                    <a:pt x="1587" y="280"/>
                  </a:lnTo>
                  <a:lnTo>
                    <a:pt x="2054" y="467"/>
                  </a:lnTo>
                  <a:lnTo>
                    <a:pt x="2520" y="700"/>
                  </a:lnTo>
                  <a:lnTo>
                    <a:pt x="2987" y="980"/>
                  </a:lnTo>
                  <a:lnTo>
                    <a:pt x="3360" y="1307"/>
                  </a:lnTo>
                  <a:lnTo>
                    <a:pt x="3734" y="1633"/>
                  </a:lnTo>
                  <a:lnTo>
                    <a:pt x="4061" y="2053"/>
                  </a:lnTo>
                  <a:lnTo>
                    <a:pt x="4387" y="2427"/>
                  </a:lnTo>
                  <a:lnTo>
                    <a:pt x="4667" y="2893"/>
                  </a:lnTo>
                  <a:lnTo>
                    <a:pt x="4854" y="3360"/>
                  </a:lnTo>
                  <a:lnTo>
                    <a:pt x="5041" y="3827"/>
                  </a:lnTo>
                  <a:lnTo>
                    <a:pt x="5181" y="4340"/>
                  </a:lnTo>
                  <a:lnTo>
                    <a:pt x="5274" y="4900"/>
                  </a:lnTo>
                  <a:lnTo>
                    <a:pt x="5274" y="5414"/>
                  </a:lnTo>
                  <a:lnTo>
                    <a:pt x="5274" y="6300"/>
                  </a:lnTo>
                  <a:lnTo>
                    <a:pt x="5227" y="6580"/>
                  </a:lnTo>
                  <a:lnTo>
                    <a:pt x="5087" y="6767"/>
                  </a:lnTo>
                  <a:lnTo>
                    <a:pt x="4901" y="6907"/>
                  </a:lnTo>
                  <a:lnTo>
                    <a:pt x="4621" y="6954"/>
                  </a:lnTo>
                  <a:lnTo>
                    <a:pt x="5321" y="6954"/>
                  </a:lnTo>
                  <a:lnTo>
                    <a:pt x="5554" y="6907"/>
                  </a:lnTo>
                  <a:lnTo>
                    <a:pt x="5787" y="6767"/>
                  </a:lnTo>
                  <a:lnTo>
                    <a:pt x="5927" y="6580"/>
                  </a:lnTo>
                  <a:lnTo>
                    <a:pt x="5974" y="6300"/>
                  </a:lnTo>
                  <a:lnTo>
                    <a:pt x="5974" y="5414"/>
                  </a:lnTo>
                  <a:lnTo>
                    <a:pt x="5927" y="4854"/>
                  </a:lnTo>
                  <a:lnTo>
                    <a:pt x="5834" y="4340"/>
                  </a:lnTo>
                  <a:lnTo>
                    <a:pt x="5741" y="3827"/>
                  </a:lnTo>
                  <a:lnTo>
                    <a:pt x="5554" y="3313"/>
                  </a:lnTo>
                  <a:lnTo>
                    <a:pt x="5321" y="2847"/>
                  </a:lnTo>
                  <a:lnTo>
                    <a:pt x="5041" y="2380"/>
                  </a:lnTo>
                  <a:lnTo>
                    <a:pt x="4714" y="2007"/>
                  </a:lnTo>
                  <a:lnTo>
                    <a:pt x="4387" y="1587"/>
                  </a:lnTo>
                  <a:lnTo>
                    <a:pt x="4014" y="1260"/>
                  </a:lnTo>
                  <a:lnTo>
                    <a:pt x="3594" y="933"/>
                  </a:lnTo>
                  <a:lnTo>
                    <a:pt x="3127" y="653"/>
                  </a:lnTo>
                  <a:lnTo>
                    <a:pt x="2660" y="467"/>
                  </a:lnTo>
                  <a:lnTo>
                    <a:pt x="2147" y="280"/>
                  </a:lnTo>
                  <a:lnTo>
                    <a:pt x="1634" y="140"/>
                  </a:lnTo>
                  <a:lnTo>
                    <a:pt x="1120" y="47"/>
                  </a:lnTo>
                  <a:lnTo>
                    <a:pt x="56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37" name="Shape 9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8" name="Google Shape;9338;p43"/>
          <p:cNvSpPr txBox="1"/>
          <p:nvPr>
            <p:ph type="title"/>
          </p:nvPr>
        </p:nvSpPr>
        <p:spPr>
          <a:xfrm>
            <a:off x="810375" y="152396"/>
            <a:ext cx="7704000" cy="77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Storyboard​</a:t>
            </a:r>
            <a:endParaRPr sz="1200"/>
          </a:p>
        </p:txBody>
      </p:sp>
      <p:sp>
        <p:nvSpPr>
          <p:cNvPr id="9339" name="Google Shape;9339;p43"/>
          <p:cNvSpPr txBox="1"/>
          <p:nvPr/>
        </p:nvSpPr>
        <p:spPr>
          <a:xfrm>
            <a:off x="1035475" y="2215900"/>
            <a:ext cx="458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40" name="Google Shape;934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1563" y="670650"/>
            <a:ext cx="6980874" cy="393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44" name="Shape 9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5" name="Google Shape;9345;p44"/>
          <p:cNvSpPr txBox="1"/>
          <p:nvPr>
            <p:ph type="title"/>
          </p:nvPr>
        </p:nvSpPr>
        <p:spPr>
          <a:xfrm>
            <a:off x="810375" y="15241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gantt chart​</a:t>
            </a:r>
            <a:endParaRPr/>
          </a:p>
        </p:txBody>
      </p:sp>
      <p:pic>
        <p:nvPicPr>
          <p:cNvPr id="9346" name="Google Shape;934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8325" y="877401"/>
            <a:ext cx="7867351" cy="383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0" name="Shape 9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1" name="Google Shape;9351;p45"/>
          <p:cNvSpPr txBox="1"/>
          <p:nvPr>
            <p:ph type="title"/>
          </p:nvPr>
        </p:nvSpPr>
        <p:spPr>
          <a:xfrm>
            <a:off x="720000" y="365747"/>
            <a:ext cx="7704000" cy="88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Guide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Colors and Fonts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352" name="Google Shape;9352;p45"/>
          <p:cNvGraphicFramePr/>
          <p:nvPr/>
        </p:nvGraphicFramePr>
        <p:xfrm>
          <a:off x="1014188" y="12483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{476C0F46-55CB-4876-B899-A4958C0B9555}</a:tableStyleId>
              </a:tblPr>
              <a:tblGrid>
                <a:gridCol w="1223225"/>
                <a:gridCol w="1211150"/>
                <a:gridCol w="1223225"/>
              </a:tblGrid>
              <a:tr h="3141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Color Name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Hex Code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Usage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3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B68235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Primary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B68235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B68235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#B68235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B68235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B68235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Buttons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B68235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3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A18E76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Secondary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A18E76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A18E76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#A18E76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A18E76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FFFFFF"/>
                          </a:solidFill>
                          <a:highlight>
                            <a:srgbClr val="A18E76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Accents</a:t>
                      </a:r>
                      <a:endParaRPr sz="1050">
                        <a:solidFill>
                          <a:srgbClr val="FFFFFF"/>
                        </a:solidFill>
                        <a:highlight>
                          <a:srgbClr val="A18E76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3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highlight>
                            <a:srgbClr val="FEF7FF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Background</a:t>
                      </a:r>
                      <a:endParaRPr sz="1050">
                        <a:highlight>
                          <a:srgbClr val="FEF7FF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highlight>
                            <a:srgbClr val="FEF7FF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#FEF7FF</a:t>
                      </a:r>
                      <a:endParaRPr sz="1050">
                        <a:highlight>
                          <a:srgbClr val="FEF7FF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highlight>
                            <a:srgbClr val="FEF7FF"/>
                          </a:highlight>
                          <a:latin typeface="Aptos"/>
                          <a:ea typeface="Aptos"/>
                          <a:cs typeface="Aptos"/>
                          <a:sym typeface="Aptos"/>
                        </a:rPr>
                        <a:t>Page background</a:t>
                      </a:r>
                      <a:endParaRPr sz="1050">
                        <a:highlight>
                          <a:srgbClr val="FEF7FF"/>
                        </a:highlight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9353" name="Google Shape;9353;p45"/>
          <p:cNvGraphicFramePr/>
          <p:nvPr/>
        </p:nvGraphicFramePr>
        <p:xfrm>
          <a:off x="4766363" y="12483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{476C0F46-55CB-4876-B899-A4958C0B9555}</a:tableStyleId>
              </a:tblPr>
              <a:tblGrid>
                <a:gridCol w="915900"/>
                <a:gridCol w="933975"/>
                <a:gridCol w="891850"/>
                <a:gridCol w="915900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Style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Font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Size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Weight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Heading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50">
                          <a:latin typeface="Cormorant Garamond"/>
                          <a:ea typeface="Cormorant Garamond"/>
                          <a:cs typeface="Cormorant Garamond"/>
                          <a:sym typeface="Cormorant Garamond"/>
                        </a:rPr>
                        <a:t>Cormorant Garamond</a:t>
                      </a:r>
                      <a:r>
                        <a:rPr lang="en" sz="1050">
                          <a:latin typeface="Cormorant Garamond"/>
                          <a:ea typeface="Cormorant Garamond"/>
                          <a:cs typeface="Cormorant Garamond"/>
                          <a:sym typeface="Cormorant Garamond"/>
                        </a:rPr>
                        <a:t>	</a:t>
                      </a:r>
                      <a:endParaRPr sz="1050">
                        <a:latin typeface="Cormorant Garamond"/>
                        <a:ea typeface="Cormorant Garamond"/>
                        <a:cs typeface="Cormorant Garamond"/>
                        <a:sym typeface="Cormorant Garamond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40px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Bold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Body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Cormorant Garamond"/>
                          <a:ea typeface="Cormorant Garamond"/>
                          <a:cs typeface="Cormorant Garamond"/>
                          <a:sym typeface="Cormorant Garamond"/>
                        </a:rPr>
                        <a:t>Cormorant Garamond</a:t>
                      </a:r>
                      <a:endParaRPr sz="1050">
                        <a:latin typeface="Cormorant Garamond"/>
                        <a:ea typeface="Cormorant Garamond"/>
                        <a:cs typeface="Cormorant Garamond"/>
                        <a:sym typeface="Cormorant Garamond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15px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latin typeface="Aptos"/>
                          <a:ea typeface="Aptos"/>
                          <a:cs typeface="Aptos"/>
                          <a:sym typeface="Aptos"/>
                        </a:rPr>
                        <a:t>Regular</a:t>
                      </a:r>
                      <a:endParaRPr sz="1050">
                        <a:latin typeface="Aptos"/>
                        <a:ea typeface="Aptos"/>
                        <a:cs typeface="Aptos"/>
                        <a:sym typeface="Aptos"/>
                      </a:endParaRPr>
                    </a:p>
                  </a:txBody>
                  <a:tcPr marT="0" marB="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354" name="Google Shape;9354;p45"/>
          <p:cNvSpPr txBox="1"/>
          <p:nvPr>
            <p:ph type="title"/>
          </p:nvPr>
        </p:nvSpPr>
        <p:spPr>
          <a:xfrm>
            <a:off x="720000" y="2493499"/>
            <a:ext cx="7704000" cy="47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Tech Stack</a:t>
            </a:r>
            <a:endParaRPr/>
          </a:p>
        </p:txBody>
      </p:sp>
      <p:pic>
        <p:nvPicPr>
          <p:cNvPr id="9355" name="Google Shape;935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5884" y="3084287"/>
            <a:ext cx="1542651" cy="311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56" name="Google Shape;9356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9050" y="3528613"/>
            <a:ext cx="2118661" cy="6564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57" name="Google Shape;9357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32356" y="2972612"/>
            <a:ext cx="1453913" cy="656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358" name="Google Shape;9358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49700" y="2972588"/>
            <a:ext cx="1975352" cy="691575"/>
          </a:xfrm>
          <a:prstGeom prst="rect">
            <a:avLst/>
          </a:prstGeom>
          <a:noFill/>
          <a:ln>
            <a:noFill/>
          </a:ln>
        </p:spPr>
      </p:pic>
      <p:sp>
        <p:nvSpPr>
          <p:cNvPr id="9359" name="Google Shape;9359;p45"/>
          <p:cNvSpPr txBox="1"/>
          <p:nvPr/>
        </p:nvSpPr>
        <p:spPr>
          <a:xfrm>
            <a:off x="5549700" y="3498300"/>
            <a:ext cx="1975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^^For scraping data^^</a:t>
            </a:r>
            <a:endParaRPr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60" name="Google Shape;9360;p45"/>
          <p:cNvSpPr txBox="1"/>
          <p:nvPr/>
        </p:nvSpPr>
        <p:spPr>
          <a:xfrm>
            <a:off x="3795450" y="3629100"/>
            <a:ext cx="1696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^^For Database^^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61" name="Google Shape;9361;p45"/>
          <p:cNvSpPr txBox="1"/>
          <p:nvPr/>
        </p:nvSpPr>
        <p:spPr>
          <a:xfrm>
            <a:off x="1618950" y="4235500"/>
            <a:ext cx="2176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^^For UI/Frontend^^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62" name="Google Shape;9362;p45"/>
          <p:cNvSpPr txBox="1"/>
          <p:nvPr/>
        </p:nvSpPr>
        <p:spPr>
          <a:xfrm>
            <a:off x="5286275" y="4289600"/>
            <a:ext cx="2386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^^An Agentic ai for coding^^</a:t>
            </a:r>
            <a:endParaRPr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63" name="Google Shape;9363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07125" y="3835298"/>
            <a:ext cx="1860504" cy="4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7" name="Shape 9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8" name="Google Shape;9368;p46"/>
          <p:cNvSpPr txBox="1"/>
          <p:nvPr>
            <p:ph type="title"/>
          </p:nvPr>
        </p:nvSpPr>
        <p:spPr>
          <a:xfrm>
            <a:off x="720000" y="365760"/>
            <a:ext cx="77040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Prototype</a:t>
            </a:r>
            <a:endParaRPr/>
          </a:p>
        </p:txBody>
      </p:sp>
      <p:pic>
        <p:nvPicPr>
          <p:cNvPr id="9369" name="Google Shape;9369;p46" title="Screenshot_20260824_131308_Samsung Browser-portra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000" y="1066860"/>
            <a:ext cx="2071339" cy="3924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0" name="Google Shape;9370;p46" title="Screenshot_20260824_131314_Samsung Browser-portrai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80289" y="1066860"/>
            <a:ext cx="2071339" cy="3924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1" name="Google Shape;9371;p46" title="Screenshot_20260824_131322_Samsung Browser-portrai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99878" y="1066860"/>
            <a:ext cx="2071339" cy="3924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2" name="Google Shape;9372;p46" title="Screenshot_20260824_131358_Maps-portrai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2975" y="3264200"/>
            <a:ext cx="723316" cy="1370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3" name="Google Shape;9373;p46" title="Screenshot_20260824_131353_Grab-portrai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91384" y="3264200"/>
            <a:ext cx="723316" cy="137035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374" name="Google Shape;9374;p46"/>
          <p:cNvCxnSpPr>
            <a:endCxn id="9373" idx="0"/>
          </p:cNvCxnSpPr>
          <p:nvPr/>
        </p:nvCxnSpPr>
        <p:spPr>
          <a:xfrm>
            <a:off x="5375942" y="3044900"/>
            <a:ext cx="1577100" cy="21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375" name="Google Shape;9375;p46"/>
          <p:cNvCxnSpPr/>
          <p:nvPr/>
        </p:nvCxnSpPr>
        <p:spPr>
          <a:xfrm>
            <a:off x="6040108" y="3252000"/>
            <a:ext cx="1389300" cy="21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76" name="Google Shape;9376;p46"/>
          <p:cNvSpPr txBox="1"/>
          <p:nvPr/>
        </p:nvSpPr>
        <p:spPr>
          <a:xfrm>
            <a:off x="6671225" y="4473550"/>
            <a:ext cx="126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Grab | Maps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77" name="Google Shape;9377;p46"/>
          <p:cNvSpPr txBox="1"/>
          <p:nvPr/>
        </p:nvSpPr>
        <p:spPr>
          <a:xfrm>
            <a:off x="2986675" y="914450"/>
            <a:ext cx="723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Filters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378" name="Google Shape;9378;p46"/>
          <p:cNvSpPr txBox="1"/>
          <p:nvPr/>
        </p:nvSpPr>
        <p:spPr>
          <a:xfrm>
            <a:off x="5055725" y="914450"/>
            <a:ext cx="1159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Selection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79" name="Google Shape;9379;p4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80893" y="1750185"/>
            <a:ext cx="1257300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9380" name="Google Shape;9380;p46"/>
          <p:cNvSpPr txBox="1"/>
          <p:nvPr/>
        </p:nvSpPr>
        <p:spPr>
          <a:xfrm>
            <a:off x="6374900" y="1121550"/>
            <a:ext cx="2469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Try it here!</a:t>
            </a: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chemeClr val="accent3"/>
                </a:solidFill>
                <a:latin typeface="Open Sans"/>
                <a:ea typeface="Open Sans"/>
                <a:cs typeface="Open Sans"/>
                <a:sym typeface="Open Sans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munchfind.luluhoy.tech</a:t>
            </a:r>
            <a:endParaRPr sz="1200">
              <a:solidFill>
                <a:schemeClr val="accent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84" name="Shape 9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5" name="Google Shape;9385;p47"/>
          <p:cNvSpPr txBox="1"/>
          <p:nvPr>
            <p:ph type="title"/>
          </p:nvPr>
        </p:nvSpPr>
        <p:spPr>
          <a:xfrm>
            <a:off x="1892250" y="576050"/>
            <a:ext cx="5355600" cy="109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9386" name="Google Shape;9386;p47"/>
          <p:cNvSpPr txBox="1"/>
          <p:nvPr>
            <p:ph idx="1" type="subTitle"/>
          </p:nvPr>
        </p:nvSpPr>
        <p:spPr>
          <a:xfrm>
            <a:off x="1892250" y="1674598"/>
            <a:ext cx="5359500" cy="9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Bottoms up?</a:t>
            </a:r>
            <a:endParaRPr/>
          </a:p>
        </p:txBody>
      </p:sp>
      <p:pic>
        <p:nvPicPr>
          <p:cNvPr id="9387" name="Google Shape;9387;p47"/>
          <p:cNvPicPr preferRelativeResize="0"/>
          <p:nvPr/>
        </p:nvPicPr>
        <p:blipFill>
          <a:blip r:embed="rId3">
            <a:alphaModFix amt="1000"/>
          </a:blip>
          <a:stretch>
            <a:fillRect/>
          </a:stretch>
        </p:blipFill>
        <p:spPr>
          <a:xfrm>
            <a:off x="2565363" y="1726323"/>
            <a:ext cx="4009370" cy="2249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t's Lunch Time! by Slidesgo">
  <a:themeElements>
    <a:clrScheme name="Simple Light">
      <a:dk1>
        <a:srgbClr val="70311C"/>
      </a:dk1>
      <a:lt1>
        <a:srgbClr val="313131"/>
      </a:lt1>
      <a:dk2>
        <a:srgbClr val="DE8B54"/>
      </a:dk2>
      <a:lt2>
        <a:srgbClr val="E9BA79"/>
      </a:lt2>
      <a:accent1>
        <a:srgbClr val="FFD18E"/>
      </a:accent1>
      <a:accent2>
        <a:srgbClr val="FFB500"/>
      </a:accent2>
      <a:accent3>
        <a:srgbClr val="B33C3C"/>
      </a:accent3>
      <a:accent4>
        <a:srgbClr val="EFF4FF"/>
      </a:accent4>
      <a:accent5>
        <a:srgbClr val="BDCBF8"/>
      </a:accent5>
      <a:accent6>
        <a:srgbClr val="849B44"/>
      </a:accent6>
      <a:hlink>
        <a:srgbClr val="31313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